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20"/>
  </p:notesMasterIdLst>
  <p:handoutMasterIdLst>
    <p:handoutMasterId r:id="rId21"/>
  </p:handoutMasterIdLst>
  <p:sldIdLst>
    <p:sldId id="265" r:id="rId2"/>
    <p:sldId id="266" r:id="rId3"/>
    <p:sldId id="275" r:id="rId4"/>
    <p:sldId id="278" r:id="rId5"/>
    <p:sldId id="274" r:id="rId6"/>
    <p:sldId id="276" r:id="rId7"/>
    <p:sldId id="267" r:id="rId8"/>
    <p:sldId id="277" r:id="rId9"/>
    <p:sldId id="270" r:id="rId10"/>
    <p:sldId id="269" r:id="rId11"/>
    <p:sldId id="286" r:id="rId28"/>
    <p:sldId id="287" r:id="rId27"/>
    <p:sldId id="272" r:id="rId12"/>
    <p:sldId id="283" r:id="rId13"/>
    <p:sldId id="284" r:id="rId14"/>
    <p:sldId id="285" r:id="rId15"/>
    <p:sldId id="279" r:id="rId16"/>
    <p:sldId id="280" r:id="rId17"/>
    <p:sldId id="281" r:id="rId18"/>
    <p:sldId id="28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87" autoAdjust="0"/>
    <p:restoredTop sz="94717" autoAdjust="0"/>
  </p:normalViewPr>
  <p:slideViewPr>
    <p:cSldViewPr snapToGrid="0" snapToObjects="1" showGuides="1">
      <p:cViewPr>
        <p:scale>
          <a:sx n="75" d="100"/>
          <a:sy n="75" d="100"/>
        </p:scale>
        <p:origin x="-1613" y="-56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Relationship Id="rId28" Type="http://schemas.openxmlformats.org/officeDocument/2006/relationships/slide" Target="slides/slide11.xml"/><Relationship Id="rId2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4:06:24.72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1378 0 24575,'-91'3'0,"1"-1"0,-1 1 0,1 0 0,-1-1 0,10 0 0,0-1 0,-5 2 0,-20 0 0,-6 0 0,12 0 0,27-1 0,0-2 0,15 0 0,17 0 0,14 0 0,12 0 0,7 0 0,29 0 0,-2 0 0,17 0 0,-10 0 0,-8 0 0,-1 0 0,-1 0 0,-1 0 0,4 0 0,1 0 0,0 0 0,0-3 0,0 0 0,-1-2 0,1 1 0,0 1 0,0 1 0,0 2 0,0 0 0,0 0 0,0 0 0,0 0 0,0 0 0,10 0 0,15 0 0,23 0 0,20 0 0,-36 0 0,2 0 0,5 0 0,2 0 0,3 0 0,1 0 0,0 0 0,0 0 0,-5 0 0,-3 0 0,39 0 0,-30 0 0,-23 0 0,-17 0 0,-14 0 0,-9 0 0,-16 0 0,-24 0 0,-36 0 0,-21 0 0,3 0 0,16 0 0,33 0 0,14 0 0,7 0 0,4 0 0,0 0 0,2 0 0,-2 0 0,2 0 0,0 0 0,-2 0 0,3 2 0,-2 0 0,0 2 0,1 0 0,-2 0 0,-1-2 0,-1 1 0,-1-1 0,-4 1 0,-4-1 0,-6 2 0,-7 0 0,-6 4 0,-10 3 0,-7 1 0,-4 3 0,2 1 0,5-1 0,8-4 0,6 0 0,13-4 0,8-3 0,8-1 0,4-3 0,-1 0 0,3 0 0,-2 0 0,2 0 0,-3 0 0,1 0 0,0 0 0,-3 0 0,2 0 0,-2 0 0,5 0 0,0 0 0,1 0 0,1 0 0,2-1 0,4-2 0,1-2 0,7-1 0,14-2 0,20 3 0,21 1 0,15 2 0,4 2 0,1 0 0,-6 0 0,-6 0 0,-1 0 0,-6 0 0,-3 0 0,-6 0 0,-7 3 0,-3 4 0,-7 0 0,-6 1 0,-4-2 0,-4-3 0,-4-1 0,-3-2 0,-4 0 0,-3 0 0,2 0 0,-1 0 0,2 0 0,1 0 0,1 0 0,3 0 0,3 0 0,2 0 0,1-3 0,2-1 0,2-2 0,4-1 0,1 1 0,-3 2 0,-5 0 0,-6 2 0,-2-1 0,-3 1 0,-1 1 0,0 0 0,-1 1 0,0 0 0,2 0 0,0 0 0,4 0 0,1 0 0,0 0 0,1 0 0,-3 0 0,-6 0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4:06:31.85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1 124 24575,'0'38'0,"0"-8"0,1-2 0,3-9 0,2 1 0,1-1 0,0-1 0,-1-2 0,-3-3 0,1-1 0,1-2 0,0 1 0,1-1 0,-2 0 0,1 1 0,1-2 0,-1-1 0,2 2 0,1 0 0,1 1 0,-1-2 0,0-3 0,-4-6 0,-1-19 0,-1-1 0,1-14 0,1 6 0,3-1 0,-1 1 0,-1-1 0,-1 1 0,-1 4 0,0 0 0,-1 4 0,-2 0 0,0 2 0,0 2 0,0 3 0,0 3 0,0 0 0,0 1 0,0 0 0,0 1 0,0 0 0,-2 3 0,-1-1 0,-1-1 0,-4-1 0,-2 0 0,-3 1 0,0 3 0,3 2 0,3 3 0,1 5 0,2 5 0,-3 8 0,0 1 0,0-1 0,1-2 0,3-5 0,0 1 0,2-4 0,1-2 0,0 2 0,0 0 0,0 3 0,-1 1 0,1 1 0,0 2 0,0-1 0,0-3 0,2-2 0,1-3 0,2 1 0,0 0 0,0 3 0,3 1 0,-2 0 0,2-4 0,-2-3 0,-1-2 0,1 1 0,2-1 0,-1 3 0,0-1 0,-2-2 0,1-1 0,-1-2 0,1 3 0,1-1 0,1 0 0,2 1 0,2-2 0,-1 3 0,-2 0 0,-2 0 0,-2-4 0,-1-10 0,-1 3 0,-1-8 0,1 7 0,1-3 0,1 1 0,0 1 0,2 0 0,-3 2 0,-1-1 0,-1 0 0,-2-2 0,0-1 0,2-1 0,1-2 0,0-1 0,-1 2 0,-2 1 0,0 3 0,0 3 0,0-1 0,0 0 0,0 3 0,0 16 0,0-2 0,0 13 0,0-10 0,0 2 0,0 0 0,0-1 0,0-3 0,0-1 0,0 0 0,0-1 0,0 0 0,0 0 0,0 2 0,0-2 0,0 1 0,0-1 0,0-4 0,0-23 0,1 0 0,1-14 0,1 12 0,-1 6 0,-1 2 0,-1-1 0,0 3 0,0-1 0,0-1 0,0 1 0,0 1 0,0 2 0,0 0 0,0-1 0,0 1 0,0-1 0,0 2 0,0 0 0,0 1 0,0-1 0,0 0 0,0-3 0,0-1 0,0 1 0,0 3 0,0 24 0,0-4 0,0 19 0,0-12 0,0 5 0,0-3 0,0-1 0,0-6 0,0-6 0,0-1 0,0-1 0,0-1 0,0 2 0,0 0 0,0-2 0,0 1 0,0-2 0,1-20 0,1 6 0,0-18 0,0 19 0,-1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4:06:37.0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24575,'0'38'0,"0"2"0,0 6 0,0-5 0,0-7 0,0-8 0,0-6 0,0-2 0,0-1 0,0-3 0,0 0 0,0 3 0,0-3 0,0 1 0,0-4 0,0-2 0,0-2 0,2 0 0,0 0 0,2 2 0,0-1 0,-1 1 0,2 0 0,0-2 0,2-3 0,0-1 0,0-3 0,1 0 0,0 0 0,2 0 0,2 0 0,1 0 0,0 0 0,-4-1 0,-4-4 0,-3-6 0,-1-5 0,1-7 0,3-5 0,3-5 0,2-1 0,-1 2 0,-1 3 0,-3 6 0,-1 3 0,0 4 0,-1 2 0,-1 1 0,-2 0 0,0 3 0,0 0 0,0 1 0,0 0 0,0 0 0,0 0 0,0 0 0,0 1 0,1 2 0,3-1 0,1-1 0,2 1 0,0-1 0,2 2 0,2 2 0,1 2 0,-1 1 0,-2 1 0,-4 4 0,-1 3 0,-3 4 0,2 6 0,0 0 0,2 3 0,-1 0 0,-1 0 0,-2-3 0,-1 0 0,0-2 0,0-2 0,0-1 0,0-3 0,0 0 0,0-1 0,0 0 0,0 1 0,0-2 0,0 1 0,0-2 0,0 0 0,0-2 0,0-24 0,2 9 0,1-19 0,2 18 0,3 3 0,0 3 0,0 4 0,0 2 0,-2 0 0,1 0 0,-2 1 0,-1 4 0,-3 1 0,-2 3 0,-1 0 0,-2 0 0,0 1 0,0-2 0,0 0 0,1 1 0,1-1 0,1 1 0,1-2 0,0-3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4:06:42.22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24575,'0'40'0,"0"0"0,0 5 0,0 1 0,0-1 0,0-3 0,0-6 0,0-3 0,0-3 0,0-3 0,0-4 0,0-3 0,0 0 0,0 0 0,0 0 0,0-3 0,0-2 0,0-2 0,0-4 0,0 1 0,0-1 0,0 0 0,0 0 0,2-1 0,1-1 0,1 0 0,1-4 0,0-1 0,2-2 0,0 0 0,0-3 0,1-6 0,3-6 0,2-4 0,0-1 0,0 0 0,-3 3 0,0 0 0,-2 2 0,-1 1 0,-3-1 0,-1 3 0,0 0 0,-1 3 0,1-1 0,-1 0 0,0-1 0,-1-2 0,0-3 0,0-4 0,-1 0 0,0 2 0,0 1 0,0 2 0,0 1 0,-2 0 0,0 0 0,-3-1 0,1 1 0,1 2 0,1 2 0,2 1 0,2 4 0,5 2 0,1 1 0,3 2 0,-1 0 0,-2 0 0,-3 1 0,1 2 0,-3 2 0,0 3 0,1 0 0,-1 2 0,1-1 0,0 1 0,-2-1 0,1-2 0,-1 0 0,3-1 0,1-1 0,1 2 0,1 0 0,-1-1 0,2-1 0,-3-1 0,-2-1 0,1 1 0,-3 3 0,0 0 0,0-1 0,-2 2 0,0-2 0,0 2 0,0 1 0,0-1 0,0 1 0,0-2 0,0-1 0,0-2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5T14:06:45.7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93 243 24575,'0'87'0,"0"-15"0,0 46 0,0-20 0,4-3 0,1-8 0,4-12 0,0-21 0,-3-9 0,-2-10 0,-4-14 0,0-14 0,0-31 0,0-2 0,0-14 0,0 16 0,-4 2 0,-2-8 0,-6-17 0,-7-21 0,-3-15 0,-4-11 0,5-1 0,8 15 0,7 17 0,6 19 0,0 18 0,0 3 0,0 0 0,0 2 0,0-3 0,0 3 0,0 5 0,0 0 0,0 4 0,0 0 0,3 2 0,4-4 0,5-1 0,1-3 0,-2 2 0,0 6 0,1 2 0,1 2 0,1 2 0,-1 2 0,-1 2 0,1 0 0,-1 3 0,1 4 0,-2 5 0,-3 3 0,3-1 0,0 0 0,3 0 0,3 1 0,-5 2 0,-3-1 0,-3-2 0,-2 1 0,-1-3 0,-2-1 0,1 1 0,1-1 0,0 2 0,2 0 0,0 3 0,2 4 0,-1 2 0,-1-1 0,-3-2 0,-2-4 0,0-1 0,0-2 0,0 0 0,0 0 0,0-5 0,15-33 0,-5 8 0,10-27 0,-10 17 0,1-3 0,-2-5 0,-2 5 0,-5 5 0,-2 7 0,0 3 0,0 1 0,3 1 0,0 1 0,0 6 0,0 2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9711C-DB87-6342-8123-FE7E39EB006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="0" baseline="0">
                <a:latin typeface="Golos Text" panose="020B0503020202020204" pitchFamily="34" charset="0"/>
                <a:ea typeface="Golos Text" panose="020B050302020202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000" dirty="0">
                <a:latin typeface="Golos Text" panose="020B0503020202020204"/>
              </a:rPr>
              <a:t>Main text / summary goes here (if needed)</a:t>
            </a:r>
            <a:r>
              <a:rPr lang="ru-RU" sz="2000" dirty="0">
                <a:latin typeface="Golos Text" panose="020B0503020202020204"/>
              </a:rPr>
              <a:t>.</a:t>
            </a:r>
            <a:endParaRPr lang="en-US" sz="2000" dirty="0">
              <a:latin typeface="Golos Text" panose="020B0503020202020204"/>
            </a:endParaRP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400" dirty="0">
                <a:latin typeface="Golos Text" panose="020B0503020202020204"/>
              </a:rPr>
              <a:t>Main text / summary goes here (if needed)</a:t>
            </a:r>
            <a:r>
              <a:rPr lang="ru-RU" sz="2400" dirty="0">
                <a:latin typeface="Golos Text" panose="020B0503020202020204"/>
              </a:rPr>
              <a:t>.</a:t>
            </a:r>
            <a:endParaRPr lang="en-US" sz="2400" dirty="0">
              <a:latin typeface="Golos Text" panose="020B0503020202020204"/>
            </a:endParaRP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=""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summary goes here (if needed)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4" name="Текст 13">
            <a:extLst>
              <a:ext uri="{FF2B5EF4-FFF2-40B4-BE49-F238E27FC236}">
                <a16:creationId xmlns=""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5" name="Текст 7">
            <a:extLst>
              <a:ext uri="{FF2B5EF4-FFF2-40B4-BE49-F238E27FC236}">
                <a16:creationId xmlns=""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key summary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  <a:p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1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1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=""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=""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=""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400" dirty="0">
                <a:latin typeface="Golos Text" panose="020B0503020202020204"/>
              </a:rPr>
              <a:t>Main text / summary goes here (if needed)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000" dirty="0">
                <a:latin typeface="Golos Text" panose="020B0503020202020204"/>
              </a:rPr>
              <a:t>Main text / key summary.</a:t>
            </a:r>
          </a:p>
        </p:txBody>
      </p:sp>
    </p:spTree>
    <p:extLst>
      <p:ext uri="{BB962C8B-B14F-4D97-AF65-F5344CB8AC3E}">
        <p14:creationId xmlns=""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summary goes here (if needed)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=""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summary goes here (if needed)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16" name="Текст 13">
            <a:extLst>
              <a:ext uri="{FF2B5EF4-FFF2-40B4-BE49-F238E27FC236}">
                <a16:creationId xmlns=""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Текст 7">
            <a:extLst>
              <a:ext uri="{FF2B5EF4-FFF2-40B4-BE49-F238E27FC236}">
                <a16:creationId xmlns=""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key summary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  <a:p>
            <a:endParaRPr lang="ru-RU" sz="12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1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1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1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=""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=""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=""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key summary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000" dirty="0">
                <a:latin typeface="Golos Text" panose="020B0503020202020204"/>
              </a:rPr>
              <a:t>Main text / key summary.</a:t>
            </a:r>
          </a:p>
        </p:txBody>
      </p:sp>
    </p:spTree>
    <p:extLst>
      <p:ext uri="{BB962C8B-B14F-4D97-AF65-F5344CB8AC3E}">
        <p14:creationId xmlns=""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=""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summary goes here (if needed)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=""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summary goes here (if needed)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4" name="Текст 13">
            <a:extLst>
              <a:ext uri="{FF2B5EF4-FFF2-40B4-BE49-F238E27FC236}">
                <a16:creationId xmlns=""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5" name="Текст 7">
            <a:extLst>
              <a:ext uri="{FF2B5EF4-FFF2-40B4-BE49-F238E27FC236}">
                <a16:creationId xmlns=""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  <a:p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=""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=""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=""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key summary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2000" dirty="0">
                <a:latin typeface="Golos Text" panose="020B0503020202020204"/>
              </a:rPr>
              <a:t>Main text / key summary.</a:t>
            </a:r>
          </a:p>
        </p:txBody>
      </p:sp>
    </p:spTree>
    <p:extLst>
      <p:ext uri="{BB962C8B-B14F-4D97-AF65-F5344CB8AC3E}">
        <p14:creationId xmlns=""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=""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summary goes here (if needed)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Текст 7">
            <a:extLst>
              <a:ext uri="{FF2B5EF4-FFF2-40B4-BE49-F238E27FC236}">
                <a16:creationId xmlns=""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200" dirty="0">
                <a:latin typeface="Golos Text" panose="020B0503020202020204"/>
              </a:rPr>
              <a:t>Main text / summary goes here (if needed)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5" name="Текст 13">
            <a:extLst>
              <a:ext uri="{FF2B5EF4-FFF2-40B4-BE49-F238E27FC236}">
                <a16:creationId xmlns=""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6" name="Текст 7">
            <a:extLst>
              <a:ext uri="{FF2B5EF4-FFF2-40B4-BE49-F238E27FC236}">
                <a16:creationId xmlns=""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  <a:p>
            <a:endParaRPr lang="ru-RU" sz="1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=""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=""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=""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600" dirty="0">
                <a:latin typeface="Golos Text" panose="020B0503020202020204"/>
              </a:rPr>
              <a:t>Main text / key summary</a:t>
            </a:r>
            <a:r>
              <a:rPr lang="ru-RU" sz="1600" dirty="0">
                <a:latin typeface="Golos Text" panose="020B0503020202020204"/>
              </a:rPr>
              <a:t>.</a:t>
            </a:r>
            <a:endParaRPr lang="en-US" sz="1600" dirty="0">
              <a:latin typeface="Golos Text" panose="020B0503020202020204"/>
            </a:endParaRP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en-US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Start of list</a:t>
            </a: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item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</a:t>
            </a:r>
            <a:r>
              <a:rPr lang="en-US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end of list</a:t>
            </a: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=""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400" dirty="0">
                <a:latin typeface="Golos Text" panose="020B0503020202020204"/>
              </a:rPr>
              <a:t>Main text / summary goes here (if needed)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  <p:sp>
        <p:nvSpPr>
          <p:cNvPr id="6" name="Рисунок 2">
            <a:extLst>
              <a:ext uri="{FF2B5EF4-FFF2-40B4-BE49-F238E27FC236}">
                <a16:creationId xmlns=""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=""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=""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  <p:sp>
        <p:nvSpPr>
          <p:cNvPr id="4" name="Текст 6">
            <a:extLst>
              <a:ext uri="{FF2B5EF4-FFF2-40B4-BE49-F238E27FC236}">
                <a16:creationId xmlns=""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  <p:sp>
        <p:nvSpPr>
          <p:cNvPr id="5" name="Текст 6">
            <a:extLst>
              <a:ext uri="{FF2B5EF4-FFF2-40B4-BE49-F238E27FC236}">
                <a16:creationId xmlns=""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=""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lang="en-US" dirty="0"/>
              <a:t>Subheading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1200" dirty="0">
                <a:latin typeface="Golos Text" panose="020B0503020202020204"/>
              </a:rPr>
              <a:t>Main text / key summary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1200" dirty="0">
                <a:latin typeface="Golos Text" panose="020B0503020202020204"/>
              </a:rPr>
              <a:t>Main text / key summary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=""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z="1200" dirty="0">
                <a:latin typeface="Golos Text" panose="020B0503020202020204"/>
              </a:rPr>
              <a:t>Main text / key summary</a:t>
            </a:r>
            <a:r>
              <a:rPr lang="ru-RU" sz="1200" dirty="0">
                <a:latin typeface="Golos Text" panose="020B0503020202020204"/>
              </a:rPr>
              <a:t>.</a:t>
            </a:r>
            <a:endParaRPr lang="en-US" sz="1200" dirty="0">
              <a:latin typeface="Golos Text" panose="020B0503020202020204"/>
            </a:endParaRPr>
          </a:p>
        </p:txBody>
      </p:sp>
      <p:sp>
        <p:nvSpPr>
          <p:cNvPr id="11" name="Рисунок 2">
            <a:extLst>
              <a:ext uri="{FF2B5EF4-FFF2-40B4-BE49-F238E27FC236}">
                <a16:creationId xmlns=""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=""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=""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=""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latin typeface="Golos Text" panose="020B0503020202020204"/>
              </a:rPr>
              <a:t>Main text / key summary</a:t>
            </a:r>
            <a:r>
              <a:rPr lang="ru-RU" sz="1400" dirty="0">
                <a:latin typeface="Golos Text" panose="020B0503020202020204"/>
              </a:rPr>
              <a:t>.</a:t>
            </a:r>
            <a:endParaRPr lang="en-US" sz="1400" dirty="0">
              <a:latin typeface="Golos Text" panose="020B0503020202020204"/>
            </a:endParaRPr>
          </a:p>
        </p:txBody>
      </p:sp>
      <p:sp>
        <p:nvSpPr>
          <p:cNvPr id="4" name="Рисунок 2">
            <a:extLst>
              <a:ext uri="{FF2B5EF4-FFF2-40B4-BE49-F238E27FC236}">
                <a16:creationId xmlns=""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=""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=""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=""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=""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=""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en-US" dirty="0"/>
              <a:t>Key sentence</a:t>
            </a:r>
            <a:endParaRPr lang="ru-RU" dirty="0"/>
          </a:p>
        </p:txBody>
      </p:sp>
      <p:sp>
        <p:nvSpPr>
          <p:cNvPr id="7" name="Рисунок 2">
            <a:extLst>
              <a:ext uri="{FF2B5EF4-FFF2-40B4-BE49-F238E27FC236}">
                <a16:creationId xmlns=""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=""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=""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=""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=""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=""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=""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=""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14" name="Text Placeholder 24">
            <a:extLst>
              <a:ext uri="{FF2B5EF4-FFF2-40B4-BE49-F238E27FC236}">
                <a16:creationId xmlns=""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15" name="Text Placeholder 24">
            <a:extLst>
              <a:ext uri="{FF2B5EF4-FFF2-40B4-BE49-F238E27FC236}">
                <a16:creationId xmlns=""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17" name="Text Placeholder 24">
            <a:extLst>
              <a:ext uri="{FF2B5EF4-FFF2-40B4-BE49-F238E27FC236}">
                <a16:creationId xmlns=""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en-US" dirty="0"/>
              <a:t>Subheading</a:t>
            </a:r>
            <a:endParaRPr lang="ru-RU" dirty="0"/>
          </a:p>
        </p:txBody>
      </p:sp>
      <p:sp>
        <p:nvSpPr>
          <p:cNvPr id="23" name="Рисунок 2">
            <a:extLst>
              <a:ext uri="{FF2B5EF4-FFF2-40B4-BE49-F238E27FC236}">
                <a16:creationId xmlns=""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24" name="Рисунок 2">
            <a:extLst>
              <a:ext uri="{FF2B5EF4-FFF2-40B4-BE49-F238E27FC236}">
                <a16:creationId xmlns=""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  <p:sp>
        <p:nvSpPr>
          <p:cNvPr id="31" name="Рисунок 2">
            <a:extLst>
              <a:ext uri="{FF2B5EF4-FFF2-40B4-BE49-F238E27FC236}">
                <a16:creationId xmlns=""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Image goes here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7186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FF97B35-3CBC-4800-A961-DC4EBC58C181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65C38BC-D8E5-41B4-ADA5-522816D2D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FFF97B35-3CBC-4800-A961-DC4EBC58C181}" type="datetimeFigureOut">
              <a:rPr lang="ru-RU" smtClean="0"/>
              <a:pPr/>
              <a:t>07.09.2026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65C38BC-D8E5-41B4-ADA5-522816D2D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b="1" i="0" dirty="0">
                <a:solidFill>
                  <a:srgbClr val="2C2D2E"/>
                </a:solidFill>
                <a:effectLst/>
                <a:latin typeface="Arial" panose="020B0604020202020204" pitchFamily="34" charset="0"/>
              </a:rPr>
              <a:t>Text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  <p:sldLayoutId id="2147483895" r:id="rId23"/>
    <p:sldLayoutId id="2147483896" r:id="rId24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customXml" Target="../ink/ink1.xml"/><Relationship Id="rId4" Type="http://schemas.openxmlformats.org/officeDocument/2006/relationships/image" Target="../media/image21.png"/><Relationship Id="rId5" Type="http://schemas.openxmlformats.org/officeDocument/2006/relationships/customXml" Target="../ink/ink2.xml"/><Relationship Id="rId6" Type="http://schemas.openxmlformats.org/officeDocument/2006/relationships/image" Target="../media/image22.png"/><Relationship Id="rId7" Type="http://schemas.openxmlformats.org/officeDocument/2006/relationships/customXml" Target="../ink/ink3.xml"/><Relationship Id="rId8" Type="http://schemas.openxmlformats.org/officeDocument/2006/relationships/image" Target="../media/image23.png"/><Relationship Id="rId9" Type="http://schemas.openxmlformats.org/officeDocument/2006/relationships/customXml" Target="../ink/ink4.xml"/><Relationship Id="rId10" Type="http://schemas.openxmlformats.org/officeDocument/2006/relationships/image" Target="../media/image24.png"/><Relationship Id="rId11" Type="http://schemas.openxmlformats.org/officeDocument/2006/relationships/customXml" Target="../ink/ink5.xml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1818715"/>
            <a:ext cx="6400800" cy="1506069"/>
          </a:xfrm>
        </p:spPr>
        <p:txBody>
          <a:bodyPr>
            <a:no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rPr lang="en-US" dirty="0" smtClean="0"/>
              <a:t>BIG-DATA </a:t>
            </a:r>
            <a:br>
              <a:rPr lang="en-US" dirty="0" smtClean="0"/>
            </a:br>
            <a:r>
              <a:rPr dirty="0" smtClean="0"/>
              <a:t>FINPORTFOLIO IR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71600" y="3262592"/>
            <a:ext cx="6400800" cy="3200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rPr dirty="0"/>
              <a:t>Big Data Infrastructure course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160520"/>
            <a:ext cx="4023360" cy="247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defRPr sz="1250" b="0">
                <a:solidFill>
                  <a:srgbClr val="FFFFFF"/>
                </a:solidFill>
                <a:latin typeface="Arial"/>
              </a:defRPr>
            </a:pPr>
            <a:r>
              <a:rPr dirty="0" smtClean="0"/>
              <a:t>Ivan</a:t>
            </a:r>
            <a:r>
              <a:rPr lang="ru-RU" dirty="0" smtClean="0"/>
              <a:t> </a:t>
            </a:r>
            <a:r>
              <a:rPr lang="en-US" dirty="0" err="1" smtClean="0"/>
              <a:t>Pavliuk</a:t>
            </a:r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dirty="0"/>
              <a:t>What is the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5120" y="1023042"/>
            <a:ext cx="7467600" cy="3447143"/>
          </a:xfrm>
        </p:spPr>
        <p:txBody>
          <a:bodyPr/>
          <a:lstStyle/>
          <a:p>
            <a:r>
              <a:rPr lang="en" b="1" dirty="0"/>
              <a:t>FinPortfolio IR</a:t>
            </a:r>
            <a:r>
              <a:rPr lang="ru-RU" b="1" dirty="0"/>
              <a:t> finds high-quality, point-in-time financial </a:t>
            </a:r>
            <a:r>
              <a:rPr lang="ru-RU" b="1" dirty="0" err="1"/>
              <a:t>evidence</a:t>
            </a:r>
            <a:r>
              <a:rPr lang="ru-RU" b="1" dirty="0"/>
              <a:t> </a:t>
            </a:r>
            <a:r>
              <a:rPr lang="en-US" b="1" dirty="0" smtClean="0"/>
              <a:t>(</a:t>
            </a:r>
            <a:r>
              <a:rPr lang="ru-RU" b="1" dirty="0" smtClean="0"/>
              <a:t>SEC </a:t>
            </a:r>
            <a:r>
              <a:rPr lang="ru-RU" b="1" dirty="0"/>
              <a:t>filings, </a:t>
            </a:r>
            <a:r>
              <a:rPr lang="ru-RU" b="1" dirty="0" err="1"/>
              <a:t>macro</a:t>
            </a:r>
            <a:r>
              <a:rPr lang="ru-RU" b="1" dirty="0"/>
              <a:t> </a:t>
            </a:r>
            <a:r>
              <a:rPr lang="ru-RU" b="1" dirty="0" err="1" smtClean="0"/>
              <a:t>release</a:t>
            </a:r>
            <a:r>
              <a:rPr lang="en-US" b="1" dirty="0" smtClean="0"/>
              <a:t>s, company IR) </a:t>
            </a:r>
            <a:r>
              <a:rPr lang="ru-RU" b="1" dirty="0" smtClean="0"/>
              <a:t>— </a:t>
            </a:r>
            <a:r>
              <a:rPr lang="ru-RU" b="1" dirty="0"/>
              <a:t>for a given portfolio and decision date.</a:t>
            </a:r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r>
              <a:rPr lang="en" b="1" dirty="0" smtClean="0"/>
              <a:t>Big </a:t>
            </a:r>
            <a:r>
              <a:rPr lang="en" b="1" dirty="0"/>
              <a:t>Data layer </a:t>
            </a:r>
            <a:r>
              <a:rPr lang="en" b="1" dirty="0" smtClean="0"/>
              <a:t>processes </a:t>
            </a:r>
            <a:r>
              <a:rPr lang="en" b="1" dirty="0"/>
              <a:t>the whole collected corpus with Apache Spark. </a:t>
            </a:r>
            <a:endParaRPr lang="en" b="1" dirty="0" smtClean="0"/>
          </a:p>
          <a:p>
            <a:endParaRPr lang="en" b="1" dirty="0"/>
          </a:p>
          <a:p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2029460" cy="73891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sz="2400" dirty="0"/>
              <a:t>① Collect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sz="1000" dirty="0"/>
              <a:t>web crawler +</a:t>
            </a:r>
            <a:br>
              <a:rPr sz="1000" dirty="0"/>
            </a:br>
            <a:r>
              <a:rPr sz="1000" dirty="0"/>
              <a:t>automatic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31110" y="1524000"/>
            <a:ext cx="2029460" cy="73891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sz="2400" dirty="0"/>
              <a:t>② Big Data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sz="1000" dirty="0"/>
              <a:t>Spark MapReduce:</a:t>
            </a:r>
            <a:br>
              <a:rPr sz="1000" dirty="0"/>
            </a:br>
            <a:r>
              <a:rPr sz="1000" dirty="0"/>
              <a:t>index +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5020" y="1524000"/>
            <a:ext cx="2029460" cy="73891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sz="2400" dirty="0"/>
              <a:t>③ Analyze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sz="1000" dirty="0"/>
              <a:t>practical value</a:t>
            </a:r>
            <a:br>
              <a:rPr sz="1000" dirty="0"/>
            </a:br>
            <a:r>
              <a:rPr sz="1000" dirty="0"/>
              <a:t>+ short report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 t="28043"/>
          <a:stretch>
            <a:fillRect/>
          </a:stretch>
        </p:blipFill>
        <p:spPr bwMode="auto">
          <a:xfrm>
            <a:off x="4018280" y="2502775"/>
            <a:ext cx="4805680" cy="2286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 r="63664"/>
          <a:stretch>
            <a:fillRect/>
          </a:stretch>
        </p:blipFill>
        <p:spPr bwMode="auto">
          <a:xfrm>
            <a:off x="3288030" y="2502775"/>
            <a:ext cx="943610" cy="2286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1 — Data gathering: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38500"/>
            <a:ext cx="7467600" cy="3447143"/>
          </a:xfrm>
        </p:spPr>
        <p:txBody>
          <a:bodyPr/>
          <a:lstStyle/>
          <a:p>
            <a:r>
              <a:rPr lang="en" b="1" dirty="0"/>
              <a:t>Three evidence worlds</a:t>
            </a:r>
            <a:r>
              <a:rPr lang="ru-RU" b="1" dirty="0"/>
              <a:t>, collected from the open web with reproducible provenance — every document carries its source, URL, timestamps and a stable hash (≈ 26,368 documents).</a:t>
            </a:r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r>
              <a:rPr lang="en" b="1" dirty="0"/>
              <a:t>Source priority matters</a:t>
            </a:r>
            <a:r>
              <a:rPr lang="en" dirty="0"/>
              <a:t>: a risk query should prefer an SEC 10-K risk section over a product press release.</a:t>
            </a:r>
          </a:p>
          <a:p>
            <a:endParaRPr lang="en" b="1" dirty="0"/>
          </a:p>
          <a:p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77240" y="1927309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dirty="0"/>
              <a:t>Macro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dirty="0"/>
              <a:t>18,240 official</a:t>
            </a:r>
            <a:br>
              <a:rPr dirty="0"/>
            </a:br>
            <a:r>
              <a:rPr dirty="0"/>
              <a:t>FRED / regulators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9470" y="1927309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dirty="0"/>
              <a:t>SEC EDGAR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dirty="0"/>
              <a:t>7,011 sections</a:t>
            </a:r>
            <a:br>
              <a:rPr dirty="0"/>
            </a:br>
            <a:r>
              <a:rPr dirty="0"/>
              <a:t>10-K · 10-Q · 8-K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1700" y="1927309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dirty="0"/>
              <a:t>Company IR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dirty="0"/>
              <a:t>1,117 documents</a:t>
            </a:r>
            <a:br>
              <a:rPr dirty="0"/>
            </a:br>
            <a:r>
              <a:rPr dirty="0"/>
              <a:t>official newsrooms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1 — Crawler &amp; automatic updates</a:t>
            </a:r>
          </a:p>
        </p:txBody>
      </p:sp>
      <mc:AlternateContent xmlns:mc="http://schemas.openxmlformats.org/markup-compatibility/2006">
        <mc:Choice xmlns="" xmlns:p14="http://schemas.microsoft.com/office/powerpoint/2010/main" Requires="p14">
          <p:contentPart p14:bwMode="auto" r:id="rId3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23BFB2DD-2BA2-14F0-E2AB-2F396AFCFFAB}"/>
                  </a:ext>
                </a:extLst>
              </p14:cNvPr>
              <p14:cNvContentPartPr/>
              <p14:nvPr/>
            </p14:nvContentPartPr>
            <p14:xfrm>
              <a:off x="1299882" y="1275918"/>
              <a:ext cx="579600" cy="579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="" xmlns:a16="http://schemas.microsoft.com/office/drawing/2014/main" id="{23BFB2DD-2BA2-14F0-E2AB-2F396AFCFF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3882" y="1239918"/>
                <a:ext cx="6512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5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F5783A35-B611-D9AF-808E-FD61DA54A595}"/>
                  </a:ext>
                </a:extLst>
              </p14:cNvPr>
              <p14:cNvContentPartPr/>
              <p14:nvPr/>
            </p14:nvContentPartPr>
            <p14:xfrm>
              <a:off x="1385049" y="2031799"/>
              <a:ext cx="103320" cy="16308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="" xmlns:a16="http://schemas.microsoft.com/office/drawing/2014/main" id="{F5783A35-B611-D9AF-808E-FD61DA54A5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49409" y="1996159"/>
                <a:ext cx="17496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7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3A09C5F2-44FF-C6B4-9E28-4D591658782E}"/>
                  </a:ext>
                </a:extLst>
              </p14:cNvPr>
              <p14:cNvContentPartPr/>
              <p14:nvPr/>
            </p14:nvContentPartPr>
            <p14:xfrm>
              <a:off x="1359234" y="2608406"/>
              <a:ext cx="129240" cy="16056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="" xmlns:a16="http://schemas.microsoft.com/office/drawing/2014/main" id="{3A09C5F2-44FF-C6B4-9E28-4D591658782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3594" y="2572766"/>
                <a:ext cx="20088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9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7EC41A1B-53FD-3C01-538D-13911E3D2552}"/>
                  </a:ext>
                </a:extLst>
              </p14:cNvPr>
              <p14:cNvContentPartPr/>
              <p14:nvPr/>
            </p14:nvContentPartPr>
            <p14:xfrm>
              <a:off x="1374549" y="3384174"/>
              <a:ext cx="102960" cy="218160"/>
            </p14:xfrm>
          </p:contentPart>
        </mc:Choice>
        <mc:Fallback>
          <p:pic>
            <p:nvPicPr>
              <p:cNvPr id="15" name="Рукописный ввод 14">
                <a:extLst>
                  <a:ext uri="{FF2B5EF4-FFF2-40B4-BE49-F238E27FC236}">
                    <a16:creationId xmlns="" xmlns:a16="http://schemas.microsoft.com/office/drawing/2014/main" id="{7EC41A1B-53FD-3C01-538D-13911E3D255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38549" y="3348174"/>
                <a:ext cx="1746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="" xmlns:p14="http://schemas.microsoft.com/office/powerpoint/2010/main" Requires="p14">
          <p:contentPart p14:bwMode="auto" r:id="rId11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E371879C-7CEA-D518-3123-BA4304941537}"/>
                  </a:ext>
                </a:extLst>
              </p14:cNvPr>
              <p14:cNvContentPartPr/>
              <p14:nvPr/>
            </p14:nvContentPartPr>
            <p14:xfrm>
              <a:off x="1350269" y="4000427"/>
              <a:ext cx="144445" cy="373788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="" xmlns:a16="http://schemas.microsoft.com/office/drawing/2014/main" id="{E371879C-7CEA-D518-3123-BA430494153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14608" y="3964417"/>
                <a:ext cx="216127" cy="445449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Picture 16" descr="fig_crawler.png"/>
          <p:cNvPicPr>
            <a:picLocks noChangeAspect="1"/>
          </p:cNvPicPr>
          <p:nvPr/>
        </p:nvPicPr>
        <p:blipFill>
          <a:blip r:embed="rId13"/>
          <a:srcRect l="9624" t="6183" r="7688" b="10080"/>
          <a:stretch>
            <a:fillRect/>
          </a:stretch>
        </p:blipFill>
        <p:spPr>
          <a:xfrm>
            <a:off x="457200" y="1341105"/>
            <a:ext cx="4958080" cy="2927721"/>
          </a:xfrm>
          <a:prstGeom prst="rect">
            <a:avLst/>
          </a:prstGeom>
        </p:spPr>
      </p:pic>
      <p:sp>
        <p:nvSpPr>
          <p:cNvPr id="11266" name="AutoShape 2" descr="data:image/png;base64,iVBORw0KGgoAAAANSUhEUgAAGuQAAAoMCAYAAACaadJjAAAQAElEQVR4AezdS4il533n8acGYyzwLhFokUVgFhoG402DHNBigsALEZqBrLzQosGgzWzG2o0GZASj2WlmZzAYi+CFswkJInhhklW0iLE3xoRkYTuJLUVXq6svdb/l+Z/qrnRVV3dXVZ/L+/7eT6jXVXWq6pz3+3n+SqzwVD3/qfkfAgQIECBAgAABAgQIECBAIF1AHwECBAgQIECAAAECBAgQIJAvoJAAAQIECBAgQIAAAQIECBDIF1BIgAABAgQIECBAgAABAgQI5AsoJECAAAECBAgQIECAAAECBPIFFBIgQIAAAQIECBAgQIAAAQL5AgoJECBAgAABAgQIEFihgAO5VojvpQlMS0AtAQIECBAgQIAAAQIECBAgkC+gkAABAgQIECBAgAABAgQIEMgXUEiAAAECBAgQIECAAAECBAjkCygkQIAAAQIECBAgQIAAAQIE8gUUEiBAgAABAgQIECBAgAABAvkCCgkQIECAAAECBAgQIECAAIF8AYUECBAgQIDAeQIO5DpPxWMECBAgQIDAeAXcOQECBAgQIECAAAECBAgQIJAvoJAAAQIECBAgQIAAAQIECBDIF1BIgAABAgQIECBAgAABAgQI5AsoJECAAAECBAgQIECAAAECBPIFFBIgQIAAAQIECBAgQIAAAQL5AgoJECBAgAABAgQIECBAgACBfAGFBEYm4ECukS2Y2yVAgAABAgQIECBAYBgC7oIAAQIECBAgQIAAAQIECBDIF1BIgAABAgQIECBAgAABAgQI5AsoJECAAAECBAgQIECAAAECBPIFFBIgQIAAAQIECBAgQIAAAQL5AgoJECBAgAABAgQIECBAgACBfAGFBAgQIECAAAECBAgQIEDgogIO5Lqo1PC+zx0RIECAAAECBAgQIECAAAEC+QIKCRAgQIAAAQIECBAgQIAAgXwBhQQIECBAgAABAgQIECBAgEC+gEICBAgQIECAAAECBAgQIEAgX0AhAQIECBAgQIAAAQIECBAgkC+gkAABAgQIECBAgAABAgQIEMgXUEiAAAECBAgQIBAg4ECugEWUQIAAgcUKeHYCBAgQIECAAAECBAgQIEAgX0AhAQIECBAgQIAAAQIECBAgkC+gkAABAgQIECBAgAABAgQIEMgXUEiAAAECBAgQIECAAAECBAjkCygkQIAAAQIECBAgQIAAAQIE8gUUEiBAgAABAgQIECBAgAABAvkCCgkQIEBgkQIO5FqkrucmQIAAAQIECBC4uIDvJECAAAECBAgQIECAAAECBPIFFBIgQIAAAQIECBAgQIAAAQL5AgoJECBAgAABAgQIECBAgACBfAGFBAgQIECAAAECBAgQIECAQL6AQgIECBAgQIAAAQIECBAgQCBfQCEBAgQIECBAgAABAgQIECCQLzDRQgdyTXThZRMgQIAAAQIECBAgQGCqAroJECBAgAABAgQIECBAgACBfAGFBAgQIECAAAECBAgQIECAQL6AQgIECBAgQIAAAQIECBAgQCBfQCEBAgQIECBAgAABAgQIECCQL6CQAAECBAgQIECAAAECBAgQyBdQSIAAAQIECBAgQIAAgWULOJBr2eJej0BrDAgQIECAAAECBAgQIECAAIF8AYUECBAgQIAAAQIECBAgQIBAvoBCAgQIECBAgAABAgQIECBAIF9AIQECBAgQIECAAAECBAgQIJAvoJAAAQIECBAgQIAAAQIECBDIF1BIgAABAgQIECBAgAABAgQI5AsoJECAAAECBAicCDiQ64TCBwQIECBAIE1ADwECBAgQIECAAAECBAgQIJAvoJAAAQIECBAgQIAAAQIECBDIF1BIgAABAgQIECBAgAABAgQI5AsoJECAAAECBAgQIECAAAECBPIFFBIgQIAAAQIECBAgQIAAAQL5AgoJECBAgAABAgQIECBAgACBfAGFBAiMQcCBXGNYJfdIgAABAgQIECBAYMgC7o0AAQIECBAgQIAAAQIECBDIF1BIgAABAgQIECBAgAABAgQI5AsoJECAAAECBAgQIECAAAECBPIFFBIgQIAAAQIECBAgQIAAAQL5AgoJECBAgAABAgQIECBAgACBfAGFBAgQIECAAAECBAgQIECAwGMFIg7kemyhLxIgQIAAAQIECBAgQIAAAQIRAiIIECBAgAABAgQIECBAgACBfAGFBAgQIECAAAECBAgQIECAQL6AQgIECBAgQIAAAQIECBAgQCBfQCEBAgQIECBAgAABAgQIECCQL6CQAAECBAgQIECAAAECBAgQyBdQSIAAAQIECBAgQGCsAg7kGuvKuW8CBFYh4DUJECBAgAABAgQIECBAgACBfAGFBAgQIECAAAECBAgQIECAQL6AQgIECBAgQIAAAQIECBAgQCBfQCEBAgQIECBAgAABAgQIECCQL6CQAAECBAgQIECAAAECBAgQyBdQSIAAAQIECBAgQIAAAQIECOQLKCRAgAABAnMXcCDX3Ek9IQECBAgQIEDgaQX8PAECBAgQIECAAAECBAgQIJAvoJAAAQIECBAgQIAAAQIECBDIF1BIgAABAgQIECBAgAABAgQI5AsoJECAAAECBAgQIECAAAECBPIFFBIgQIAAAQIECBAgQIAAAQL5AgoJECBAgAABAgQIECBAgACBfAGFUxJwINeUVlsrAQIECBAgQIAAAQIEHhTwMQECBAgQIECAAAECBAgQIJAvoJAAAQIECBAgQIAAAQIECBDIF1BIgAABAgQIECBAgAABAgQI5AsoJECAAAECBAgQIECAAAECBPIFFBIgQIAAAQIECBAgQIAAAQL5AgoJECBAgAABAgQIECBAYCkCDuRaCrMXeZSAxwkQIECAAAECBAgQIECAAIF8AYUECBAgQIAAAQIECBAgQIBAvoBCAgQIECBAgAABAgQIECBAIF9AIQECBAgQIECAAAECBAgQIJAvoJAAAQIECBAgQIAAAQIECBDIF1BIgAABAgQIECBAgAABAgQI5AsoJECAAAECBAhMXcCBXFOfAP0ECBCYhoBKAgQIECBAgAABAgQIECBAIF9AIQECBAgQIECAAAECBAgQIJAvoJAAAQIECBAgQIAAAQIECBDIF1BIgAABAgQIECBAgAABAgQI5AsoJECAAAECBAgQIECAAAECBPIFFBIgQIAAAQIECBAgQIAAAQL5AgoJECAwWAEHcg12adwYAQIECBAgQIDA+ATcMQECBAgQIECAAAECBAgQIJAvoJAAAQIECBAgQIAAAQIECBDIF1BIgAABAgQIECBAgAABAgQI5AsoJECAAAECBAgQIECAAAECBPIFFBIgQIAAAQIECBAgQIAAAQL5AgoJECBAgAABAgQIECBAgACBfIHLFzqQ6/JmfoIAAQIECBAgQIAAAQIECKxWwKsTIECAAAECBAgQIECAAAEC+QIKCRAgQIAAAQIECBAgQIAAgXwBhQQIECBAgAABAgQIECBAgEC+gEICBAgQIECAAAECBAgQIEAgX0AhAQIECBAgQIAAAQIECBAgkC+gkAABAgQIECBAgACBUQk4kGtUy+VmCQxHwJ0QIECAAAECBAgQIECAAAEC+QIKCRAgQIAAAQIECBAgQIAAgXwBhQQIECBAgAABAgQIECBAgEC+gEICBAgQIECAAAECBAgQIEAgX0AhAQIECBAgQIAAAQIECBAgkC+gkAABAgQIECBAgAABAgQIEMgXUEiAAAECBAjMR8CBXPNx9CwECBAgQIDAYgQ8KwECBAgQIECAAAECBAgQIJAvoJAAAQIECBAgQIAAAQIECBDIF1BIgAABAgQIECBAgAABAgQI5AsoJECAAAECBAgQIECAAAECBPIFFBIgQIAAAQIECBAgQIAAAQL5AgoJECBAgAABAgQIECBAgACBfAGFBOIFHMgVv8QCCRAgQIAAAQIECBB4soDvIECAAAECBAgQIECAAAECBPIFFBIgQIAAAQIECBAgQIAAAQL5AgoJECBAgAABAgQIECBAgACBfAGFBAgQIECAAAECBAgQIECAQL6AQgIECBAgQIAAAQIECBAgQCBfQCEBAgQIECBAgAABAgQIEFicgAO5Fmd7uWf23QQIECBAgAABAgQIECBAgEC+gEICBAgQIECAAAECBAgQIEAgX0AhAQIECBAgQIAAAQIECBAgkC+gkAABAgQIECBAgAABAgQIEMgXUEiAAAECBAgQIECAAAECBAjkCygkQIAAAQIECBAgQIAAAQIE8gUUEiBAgAABAgQITFLAgVyTXHbRBAhMWUA7AQIECBAgQIAAAQIECBAgkC+gkAABAgQIECBAgAABAgQIEMgXUEiAAAECBAgQIECAAAECBAjkCygkQIAAAQIECBAgQIAAAQIE8gUUEiBAgAABAgQIECBAgAABAvkCCgkQIECAAAECBAgQIECAAIF8AYUECBAgMCwBB3INaz3cDQECBAgQIEAgRUAHAQIECBAgQIAAAQIECBAgkC+gkAABAgQIECBAgAABAgQIEMgXUEiAAAECBAgQIECAAAECBAjkCygkQIAAAQIECBAgQIAAAQIE8gUUEiBAgAABAgQIECBAgAABAvkCCgkQIECAAAECBAgQIECAAIF8AYUXFHAg1wWhfBsBAgQIECBAgAABAgQIDFHAPREgQIAAAQIECBAgQIAAAQL5AgoJECBAgAABAgQIECBAgACBfAGFBAgQIECAAAECBAgQIECAQL6AQgIECBAgQIAAAQIECBAgQCBfQCEBAgQIECBAgAABAgQIECCQL6CQAAECBAgQIECAAAECwxdwINfw18gdDl3A/REgQIAAAQIECBAgQIAAAQL5AgoJECBAgAABAgQIECBAgACBfAGFBAgQIECAAAECBAgQIECAQL6AQgIECBAgQIAAAQIECBAgQCBfQCEBAgQIECBAgAABAgQIECCQL6CQAAECBAgQIECAAAECBAgQyBdQSIAAAQIECBB4CgEHcj0Fnh8lQIAAAQLLFPBaBAgQIECAAAECBAgQIECAQL6AQgIECBAgQIAAAQIECBAgQCBfQCEBAgQIECBAgAABAgQIECCQL6CQAAECBAgQIECAAAECBAgQyBdQSIAAAQIECBAgQIAAAQIECOQLKCRAgAABAgQIECBAgAABAgTyBRQSIJAp4ECuzHVVRYAAAQIECBAgQOCqAn6OAAECBAgQIECAAAECBAgQyBdQSIAAAQIECBAgQIAAAQIECOQLKCRAgAABAgQIECBAgAABAgTyBRQSIECAAAECBAgQIECAAAEC+QIKCRAgQIAAAQIECBAgQIAAgXwBhQQIECBAgAABAgQIECBAgMCcBQZ4INecCz0dAQIECBAgQIAAAQIECBAgMEABt0SAAAECBAgQIECAAAECBAjkCygkQIAAAQIECBAgQIAAAQIE8gUUEiBAgAABAgQIECBAgAABAvkCCgkQIECAAAECBAgQIECAAIF8AYUECBAgQIAAAQIEMiBndAAAEABJREFUCBAgQIBAvoBCAgQIECBAgAABAtMRcCDXdNZaKQECZwV8ToAAAQIECBAgQIAAAQIECOQLKCRAgAABAgQIECBAgAABAgTyBRQSIECAAAECBAgQIECAAAEC+QIKCRAgQIAAAQIECBAgQIAAgXwBhQQIECBAgAABAgQIECBAgEC+gEICBAgQIECAAAECBAgQIEAgX0AhAQIECBAYgIADuQawCG6BAAECBAgQyBZQR4AAAQIECBAgQIAAAQIECOQLKCRAgAABAgQIECBAgAABAgTyBRQSIECAAAECBAgQIECAAAEC+QIKCRAgQIAAAQIECBAgQIAAgXwBhQQIECBAgAABAgQIECBAgEC+gEICBAgQIECAAAECBAgQIEAgX0AhgccJOJDrcTq+RoAAAQIECBAgQIAAgfEIuFMCBAgQIECAAAECBAgQIEAgX0AhAQIECBAgQIAAAQIECBAgkC+gkAABAgQIECBAgAABAgQIEMgXUEiAAAECBAgQIECAAAECBAjkCygkQIAAAQIECBAgQIAAAQIE8gUUEiBAgAABAgQIECBAgMBABRzINdCFGedtuWsCBAgQIECAAAECBAgQIEAgX0AhAQIECBAgQIAAAQIECBAgkC+gkAABAgQIECBAgAABAgQIEMgXUEiAAAECBAgQIECAAAECBAjkCygkQIAAAQIECBAgQIAAAQIE8gUUEiBAgAABAgQIECBAgAABAvkCCgkQIECAAAECBC4r4ECuy4r5fgIECBBYvYA7IECAAAECBAgQIECAAAECBPIFFBIgQIAAAQIECBAgQIAAAQL5AgoJECBAgAABAgQIECBAgACBfAGFBAgQIECAAAECBAgQIECAQL6AQgIECBAgQIAAAQIECBAgQCBfQCEBAgQIECBAgAABAgQIECCQL6CQAAECQQIO5ApaTCkECBAgQIAAAQLzFfBsBAgQIECAAAECBAgQIECAQL6AQgIECBAgQIAAAQIECBAgQCBfQCEBAgQIECBAgAABAgQIECCQL6CQAAECBAgQIECAAAECBAgQyBdQSIAAAQIECBAgQIAAAQIECOQLKCRAgAABAgQIECBAgAABAgTyBZZR6ECuZSh7DQIECBAgQIAAAQIECBAg8GgBXyFAgAABAgQIECBAgAABAgTyBRQSIECAAAECBAgQIECAAAEC+QIKCRAgQIAAAQIECBAgQIAAgXwBhQQIECBAgAABAgQIECBAgEC+gEICBAgQIECAAAECBAgQIEAgX0AhAQIECBAgQIAAAQLhAg7kCl9geQQuJuC7CBAgQIAAAQIECBAgQIAAgXwBhQQIECBAgAABAgQIECBAgEC+gEICBAgQIECAAAECBAgQIEAgX0AhAQIECBAgQIAAAQIECBAgkC+gkAABAgQIECBAgAABAgQIEMgXUEiAAAECBAgQIECAAAECBAjkCygkQIAAAQIEViXgQK5VyXtdAgQIECAwRQHNBAgQIECAAAECBAgQIECAQL6AQgIECBAgQIAAAQIECBAgQCBfQCEBAgQIECBAgAABAgQIECCQL6CQAAECBAgQIECAAAECBAgQyBdQSIAAAQIECBAgQIAAAQIECOQLKCRAgAABAgQIECBAgAABAgTyBRQSIPCQgAO5HiLxAAECBAgQIECAAAECYxdw/wQIECBAgAABAgQIECBAgEC+gEICBAgQIECAAAECBAgQIEAgX0AhAQIECBAgQIAAAQIECBAgkC+gkAABAgQIECBAgAABAgQIEMgXUEiAAAECBAgQIECAAAECBAjkCygkQIAAAQIECBAgQIAAAQJDEnAg12JWw7MSIECAAAECBAgQIECAAAEC+QIKCRAgQIAAAQIECBAgQIAAgXwBhQQIECBAgAABAgQIECBAgEC+gEICBAgQIECAAAECBAgQIEAgX0AhAQIECBAgQIAAAQIECBAgkC+gkAABAgQIECBAgAABAgQIEMgXUEiAAAECBAgQIEDgQgIO5LoQk28iQIDAUAXcFwECBAgQIECAAAECBAgQIJAvoJAAAQIECBAgQIAAAQIECBDIF1BIgAABAgQIECBAgAABAgQI5AsoJECAAAECBAgQIECAAAECBPIFFBIgQIAAAQIECBAgQIAAAQL5AgoJECBAgAABAgQIECBAgACBfAGFBAgQIDB2gdEcyHV0dPSFfn25X7/frz/o1x+6jhgcMfDPgRkwA2bADJiBpcyA/5vrv3eZATNgBsyAGTADZsAMmAEzYAbMgBnInwFrbI3NgBkwA2bADJgBM2AGzIAZMANmwAzkz4A1tsZmwAyYATNgBsyAGTADZsAMmAEzYAbyZ8AaW2MzYAbMgBkwA2ZgOTNQf/Oh/vZD/Q2IL4z9D2+4fwIECBAgMDoBN0yAAAECBAgQIECAAAECBAjkCygkQIAAAQIECBAgQIAAAQIE8gUULkxgNAdydYEv9eu5fv2Xfv1Rv/7Y1Rg0Bo2Bfw7MgBkwA2bADJgBM2AGgmbAf79t5tk8mwEzYAbMgBkwA2bADJgBM2AGzED8DDRrbI3NgBkwA2bADJgBM2AGzIAZMANmwAzEz4B//2/W2D/nZsAMmAEzYAbMgBkwA2bADJgBMxA/A80aW2MzMPUZqL/5UH/7of4GRP0tiP6/FrwRIECAAAECBAgQIJAmoIcAAQIECBAgQIAAAQIECBDIF1BIgAABAgQIECBAgACBRIGxHsj1tb4Y/83VGLS5GzBlagbMgBkwA2bADJgBM2AGzIAZMANmIH8GrLE1NgNmwAyYATNgBsyAGTADZsAMmAEzkD8D1tgamwEzYAbMgBkwA2bADJgBM2AGzIAZyJ8Ba2yNzYAZMANmwAyYATNgBsyAGTADZsAMrG4G6m8+LONAruZ/CBAgQIAAAQIECBAgQIAAgXgBgQQIECBAgAABAgQIECBAgEC+gEICBAgQIECAwFIFxngg1/Nd6I/69ceuxqAxaAz8c2AGRjoDzX2bXTNgBsyAGTADZsAMmAEzYAbMgBkwA/Ez4N//mzX2z7kZMANmwAyYATNgBsyAGTADZsAMxM9As8bW2AyYATNgBsyAGTADZsAMmAEzYAbMQPwM+Pf/Zo39c24GzIAZMANmwAyYATPw8AzU33yov/3wXP/vi1/qlzcCBAiMXMDtEyBAgAABAgQIECBAgAABAvkCCgkQIECAAAECBAgQIECAAIF8AYUECBA4FhjTgVxf6Lf85X79fr/+oF9/6GoMGoPGwD8HZsAMmAEzYAbMwONmwNfMhxkwA2bADJgBM2AGzIAZMANmwAyYgfwZsMbW2AyYATNgBsyAGTADZsAMmAEzYAbMQP4MWGNrbAbMgBkwA2bADJgBM2AGzIAZMANmIH8GrLE1NgNmwAyYgXHNQP3Nh/rbD/U3IOpvQTT/Q4AAAQIECBAgcAEB30KAAAECBAgQIECAAAECBAjkCygkQIAAAQIECBAgQIAAAQIEVi6w8AO5Vl7oBggQIECAAAECBAgQIECAAIGFC3gBAgQIECBAgAABAgQIECBAIF9AIQECBAgQIECAAAECBAgQIJAvoJAAAQIECBAgQIAAAQIECBDIF1BIgAABAgQIECBAgAABAgQI5AsoJECAAAECBAgQIECAAAECBPIFFBIgQIAAAQIECBAg8GgBB3I92sZXCBAYl4C7JUCAAAECBAgQIECAAAECBPIFFBIgQIAAAQIECBAgQIAAAQL5AgoJECBAgAABAgQIECBAgACBfAGFBAgQIECAAAECBAgQIECAQL6AQgIECBAgQIAAAQIECBAgQCBfQCEBAgQIECBAgAABAgQIECCQL6CQAAECBAiMUsCBXKNcNjdNgAABAgQIrE7AKxMgQIAAAQIECBAgQIAAAQL5AgoJECBAgAABAgQIECBAgACBfAGFBAgQIECAAAECBAgQIECAQL6AQgIECBAgQIAAAQIECBAgQCBfQCEBAgQIECBAgAABAgQIECCQL6CQAAECBAgQIECAAAECBAgQyBdQSGC+Ag7kmq+nZyNAgAABAgQIECBAgMB8BDwLAQIECBAgQIAAAQIECBAgkC+gkAABAgQIECBAgAABAgQIEMgXUEiAAAECBAgQIECAAAECBAjkCygkQIAAAQIECBAgQIAAAQIE8gUUEiBAgAABAgQIECBAgAABAvkCCgkQIECAAAECBAgQIEAgRsCBXDFLOf8Qz0iAAAECBAgQIECAAAECBAjkCygkQIAAAQIECBAgQIAAAQIE8gUUEiBAgAABAgQIECBAgAABAvkCCgkQIECAAAECBAgQIECAAIF8AYUECBAgQIAAAQIECBAgQIBAvoBCAgQIECBAgAABAgQIECBAIF9AIQECBAgQIECAwOIFHMi1eGOvQIAAAQKPF/BVAgQIECBAgAABAgQIECBAIF9AIQECBAgQIECAAAECBAgQIJAvoJAAAQIECBAgQIAAAQIECBDIF1BIgAABAgQIECBAgAABAgQI5AsoJECAAAECBAgQIECAAAECBPIFFBIgQIAAAQIECBAgQIAAAQL5AgoJECAwaQEHck16+cUTIECAAAECBKYkoJUAAQIECBAgQIAAAQIECBDIF1BIgAABAgQIECBAgAABAgQI5AsoJECAAAECBAgQIECAAAECBPIFFBIgQIAAAQIECBAgQIAAAQL5AgoJECBAgAABAgQIECBAgACBfAGFBAgQIECAAAECBAgQIECAQL7AMAsdyDXMdXFXBAgQIECAAAECBAgQIDBWAfdNgAABAgQIECBAgAABAgQI5AsoJECAAAECBAgQIECAAAECBPIFFBIgQIAAAQIECBAgQIAAAQL5AgoJECBAgAABAgQIECBAgACBfAGFBAgQIECAAAECBAgQIECAQL6AQgIECBAgQIAAAQIECJwRcCDXGRCfEkgQ0ECAAAECBAgQIECAAAECBAjkCygkQIAAAQIECBAgQIAAAQIE8gUUEiBAgAABAgQIECBAgAABAvkCCgkQIECAAAECBAgQIECAAIF8AYUECBAgQIAAAQIECBAgQIBAvoBCAgQIECBAgAABAgQIECBAIF9AIQECBAgQIDAeAQdyjWet3CkBAgQIEBiagPshQIAAAQIECBAgQIAAAQIE8gUUEiBAgAABAgQIECBAgAABAvkCCgkQIECAAAECBAgQIECAAIF8AYUECBAgQIAAAQIECBAgQIBAvoBCAgQIECBAgAABAgQIECBAIF9AIQECBAgQIECAAAECBAgQIJAvoJAAgTkIOJBrDoieggABAgQIECBAgACBRQp4bgIECBAgQIAAAQIECBAgQCBfQCEBAgQIECBAgAABAgQIECCQL6CQAAECBAgQIECAAAECBAgQyBdQSIAAAQIECBAgQIAAAQIECOQLKCRAgAABAgQIECBAgAABAgTyBRQSIECAAAECBAgQIECAAIFxCziQ6yLr53sIECBAgAABAgQIECBAgACBfAGFBAgQIECAAMRkOrYAABAASURBVAECBAgQIECAQL6AQgIECBAgQIAAAQIECBAgQCBfQCEBAgQIECBAgAABAgQIECCQL6CQAAECBAgQIECAAAECBAgQyBdQSIAAAQIECBAgQIAAAQIECOQLKCRAgAABAgQIECCwIAEHci0I1tMSIEDgKgJ+hgABAgQIECBAgAABAgQIEMgXUEiAAAECBAgQIECAAAECBAjkCygkQIAAAQIECBAgQIAAAQIE8gUUEiBAgAABAgQIECBAgAABAvkCCgkQIECAAAECBAgQIECAAIF8AYUECBAgQIAAAQIECBAgQIBAvoBCAgQIEJiegAO5prfmigkQIECAAAECBAgQIECAAAECBAgQIECAAIF8AYUECBAgQIAAAQIECBAgQIBAvoBCAgQIECBAgAABAgQIECBAIF9AIQECBAgQIECAAAECBAgQIJAvoJAAAQIECBAgQIAAAQIECBDIF1BIgAABAgQIECBAgAABAgQI5AsoHJCAA7kGtBhuhQABAgQIECBAgAABAlkCaggQIECAAAECBAgQIECAAIF8AYUECBAgQIAAAQIECBAgQIBAvoBCAgQIECBAgAABAgQIECBAIF9AIQECBAgQIECAAAECBAgQIJAvoJAAAQIECBAgQIAAAQIECBDIF1BIgAABAgQIECBAgAABAiXgQK5ScOUKKCNAgAABAgQIECBAgAABAgTyBRQSIECAAAECBAgQIECAAAEC+QIKCRAgQIAAAQIECBAgQIAAgXwBhQQIECBAgAABAgQIECBAgEC+gEICBAgQIECAAAECBAgQIEAgX0AhAQIECBAgQIAAAQIECBAgkC+gkAABAgQIECAwcAEHcg18gdweAQIECIxDwF0SIECAAAECBAgQIECAAAEC+QIKCRAgQIAAAQIECBAgQIAAgXwBhQQIECBAgAABAgQIECBAgEC+gEICBAgQIECAAAECBAgQIEAgX0AhAQIECBAgQIAAAQIECBAgkC+gkAABAgQIECBAgAABAgQIEMgXUEiAAIGrCjiQ66pyfo4AAQIECBAgQIDA8gW8IgECBAgQIECAAAECBAgQIJAvoJAAAQIECBAgQIAAAQIECBDIF1BIgAABAgQIECBAgAABAgQI5AsoJECAAAECBAgQIECAAAECBPIFFBIgQIAAAQIECBAgQIAAAQL5AgoJECBAgAABAgQIECBAgACBEQpc8kCuERa6ZQIECBAgQIAAAQIECBAgQOCSAr6dAAECBAgQIECAAAECBAgQyBdQSIAAAQIECBAgQIAAAQIECOQLKCRAgAABAgQIECBAgAABAgTyBRQSIECAAAECBAgQIECAAAEC+QIKCRAgQIAAAQIECBAgQIAAgXwBhQQIECBAgAABAgQIzFPAgVzz1PRcBAjMT8AzESBAgAABAgQIECBAgAABAvkCCgkQIECAAAECBAgQIECAAIF8AYUECBAgQIAAAQIECBAgQIBAvoBCAgQIECBAgAABAgQIECBAIF9AIQECBAgQIECAAAECBAgQIJAvoJAAAQIECBAgQIAAAQIECBDIF1BIgAABAgQmIuBArokstEwCBAgQIEDgfAGPEiBAgAABAgQIECBAgAABAvkCCgkQIECAAAECBAgQIECAAIF8AYUECBAgQIAAAQIECBAgQIBAvoBCAgQIECBAgAABAgQIECBAIF9AIQECBAgQIECAAAECBAgQIJAvoJAAAQIECBAgQIAAAQIECBDIF1BIYNUCDuRa9Qp4fQIECBAgQIAAAQIEpiCgkQABAgQIECBAgAABAgQIEMgXUEiAAAECBAgQIECAAAECBAjkCygkQIAAAQIECBAgQIAAAQIE8gUUEiBAgAABAgQIECBAgAABAvkCCgkQIECAAAECBAgQIECAAIF8AYUECBAgQIAAAQIECBAgMGEBB3JNZvGFEiBAgAABAgQIECBAgAABAvkCCgkQIECAAAECBAgQIECAAIF8AYUECBAgQIAAAQIECBAgQIBAvoBCAgQIECBAgAABAgQIECBAIF9AIQECBAgQIECAAAECBAgQIJAvoJAAAQIECBAgQIAAAQIECBDIF1BIgAABAgQIECAwRAEHcg1xVdwTAQIExizg3gkQIECAAAECBAgQIECAAIF8AYUECBAgQIAAAQIECBAgQIBAvoBCAgQIECBAgAABAgQIECBAIF9AIQECBAgQIECAAAECBAgQIJAvoJAAAQIECBAgQIAAAQIECBDIF1BIgAABAgQIECBAgAABAgQI5AsoJECAAIFLCTiQ61JcvpkAAQIECBAgQGAoAu6DAAECBAgQIECAAAECBAgQyBdQSIAAAQIECBAgQIAAAQIECOQLKCRAgAABAgQIECBAgAABAgTyBRQSIECAAAECBAgQIECAAAEC+QIKCRAgQIAAAQIECBAgQIAAgXwBhQQIECBAgAABAgQIECBAgEC+QEqhA7lSVlIHAQIECBAgQIAAAQIECCxCwHMSIECAAAECBAgQIECAAAEC+QIKCRAgQIAAAQIECBAgQIAAgXwBhQQIECBAgAABAgQIECBAgEC+gEICBAgQIECAAAECBAgQIEAgX0AhAQIECBAgQIAAAQIECBAgkC+gkAABAgQIECBAgAABAk8t4ECupyb0BAQWLeD5CRAgQIAAAQIECBAgQIAAgXwBhQQIECBAgAABAgQIECBAgEC+gEICBAgQIECAAAECBAgQIEAgX0AhAQIECBAgQIAAAQIECBAgkC+gkAABAgQIECBAgAABAgQIEMgXUEiAAAECBAgQIECAAAECBAjkCygkQIAAAQIEkgUcyJW8utoIECBAgMBlBHwvAQIECBAgQIAAAQIECBAgkC+gkAABAgQIECBAgAABAgQIEMgXUEiAAAECBAgQIECAAAECBAjkCygkQIAAAQIECBAgQIAAAQIE8gUUEiBAgAABAgQIECBAgAABAvkCCgkQIECAAAECBAgQIECAAIF8AYUECKxEwIFcK2H3ogQIECBAgAABAgSmK6CcAAECBAgQIECAAAECBAgQyBdQSIAAAQIECBAgQIAAAQIECOQLKCRAgAABAgQIECBAgAABAgTyBRQSIECAAAECBAgQIECAAAEC+QIKCRAgQIAAAQIECBAgQIAAgXwBhQQIECBAgAABAgQIECBAYGoCUzyQa2prrJcAAQIECBAgQIAAAQIECExRQDMBAgQIECBAgAABAgQIECCQL6CQAAECBAgQIECAAAECBAgQyBdQSIAAAQIECBAgQIAAAQIECOQLKCRAgAABAgQIECBAgAABAgTyBRQSIECAAAECBAgQIECAAAEC+QIKCRAgQIAAAQIECAxGwIFcg1kKN0KAQJ6AIgIECBAgQIAAAQIECBAgQCBfQCEBAgQIECBAgAABAgQIECCQL6CQAAECBAgQIECAAAECBAgQyBdQSIAAAQIECBAgQIAAAQIECOQLKCRAgAABAgQIECBAgAABAgTyBRQSIECAAAECBAgQIECAAAEC+QIKCRAgQIDAkwUcyPVkI99BgAABAgQIEBi2gLsjQIAAAQIECBAgQIAAAQIE8gUUEiBAgAABAgQIECBAgAABAvkCCgkQIECAAAECBAgQIECAAIF8AYUECBAgQIAAAQIECBAgQIBAvoBCAgQIECBAgAABAgQIECBAIF9AIQECBAgQIECAAAECBAgQIJAvoHDUAg7kGvXyuXkCBAgQIECAAAECBAgsT8ArESBAgAABAgQIECBAgAABAvkCCgkQIECAAAECBAgQIECAAIF8AYUECBAgQIAAAQIECBAgQIBAvoBCAgQIECBAgAABAgQIECBAIF9AIQECBAgQIECAAAECBAgQIJAvoJAAAQIECBAgQIAAAQIEribgQK6rufmp1Qh4VQIECBAgQIAAAQIECBAgQCBfQCEBAgQIECBAgAABAgQIECCQL6CQAAECBAgQIECAAAECBAgQyBdQSIAAAQIECBAgQIAAAQIECOQLKCRAgAABAgQIECBAgAABAgTyBRQSIECAAAECBAgQIECAAAEC+QIKCRAgQIAAAQJxAg7kiltSQQQIECDw9AKegQABAgQIECBAgAABAgQIEMgXUEiAAAECBAgQIECAAAECBAjkCygkQIAAAQIECBAgQIAAAQIE8gUUEiBAgAABAgQIECBAgAABAvkCCgkQIECAAAECBAgQIECAAIF8AYUECBAgQIAAAQIECBAgQIBAvoBCAgQILE/AgVzLs/ZKBAgQIECAAAECBE4L+IwAAQIECBAgQIAAAQIECBDIF1BIgAABAgQIECBAgAABAgQI5AsoJECAAAECBAgQIECAAAECBPIFFBIgQIAAAQIECBAgQIAAAQL5AgoJECBAgAABAgQIECBAgACBfAGFBAgQIECAAAECBAgQIECAQL5AL3QgV0fwRoAAAQIECBAgQIAAAQIEkgW0ESBAgAABAgQIECBAgAABAvkCCgkQIECAAAECBAgQIECAAIF8AYUECBAgQIAAAQIECBAgQIBAvoBCAgQIECBAgAABAgQIECBAIF9AIQECBAgQIECAAAECBAgQIJAvoJAAAQIECBAgQIAAgdUKOJBrtf5encBUBHQSIECAAAECBAgQIECAAAEC+QIKCRAgQIAAAQIECBAgQIAAgXwBhQQIECBAgAABAgQIECBAgEC+gEICBAgQIECAAAECBAgQIEAgX0AhAQIECBAgQIAAAQIECBAgkC+gkAABAgQIECBAgAABAgQIEMgXUEiAAAECBAg8QsCBXI+A8TABAgQIECAwRgH3TIAAAQIECBAgQIAAAQIECOQLKCRAgAABAgQIECBAgAABAgTyBRQSIECAAAECBAgQIECAAAEC+QIKCRAgQIAAAQIECBAgQIAAgXwBhQQIECBAgAABAgQIECBAgEC+gEICBAgQIECAAAECBAgQIEAgX0AhgfEJOJBrfGvmjgkQIECAAAECBAgQWLWA1ydAgAABAgQIECBAgAABAgTyBRQSIECAAAECBAgQIECAAAEC+QIKCRAgQIAAAQIECBAgQIAAgXwBhQQIECBAgAABAgQIECBAgEC+gEICBAgQIECAAAECBAgQIEAgX0AhAQIECBAgQIAAAQIECBC4hIADuS6BNaRvdS8ECBAgQIAAAQIECBAgQIBAvoBCAgQIECBAgAABAgQIECBAIF9AIQECBAgQIECAAAECBAgQIJAvoJAAAQIECBAgQIAAAQIECBDIF1BIgAABAgQIECBAgAABAgQI5AsoJECAAAECBAgQIECAAAECBPIFFBIgQIAAAQIECGQIOJArYx1VECBAYFECnpcAAQIECBAgQIAAAQIECBDIF1BIgAABAgQIECBAgAABAgQI5AsoJECAAAECBAgQIECAAAECBPIFFBIgQIAAAQIECBAgQIAAAQL5AgoJECBAgAABAgQIECBAgACBfAGFBAgQIECAAAECBAgQIECAQL6AQgIECBBYsIADuRZxKnJdAAAQAElEQVQM7OkJECBAgAABAgQuIuB7CBAgQIAAAQIECBAgQIAAgXwBhQQIECBAgAABAgQIECBAgEC+gEICBAgQIECAAAECBAgQIEAgX0AhAQIECBAgQIAAAQIECBAgkC+gkAABAgQIECBAgAABAgQIEMgXUEiAAAECBAgQIECAAAECBAjkC0y30IFc01175QQIECBAgAABAgQIEJiegGICBAgQIECAAAECBAgQIEAgX0AhAQIECBAgQIAAAQIECBAgkC+gkAABAgQIECBAgAABAgQIEMgXUEiAAAECBAgQIECAAAECBAjkCygkQIAAAQIECBAgQIAAAQIE8gUUEiBAgAABAgQIECBAYAUCDuRaAbqXnLaAegIECBAgQIAAAQIECBAgQCBfQCEBAgQIECBAgAABAgQIECCQL6CQAAECBAgQIECAAAECBAgQyBdQSIAAAQIECBAgQIAAAQIECOQLKCRAgAABAgQIECBAgAABAgTyBRQSIECAAAECBAgQIECAAAEC+QIKCRAgQIAAAQIPCjiQ60ENHxMgQIAAgRwBJQQIECBAgAABAgQIECBAgEC+gEICBAgQIECAAAECBAgQIEAgX0AhAQIECBAgQIAAAQIECBAgkC+gkAABAgQIECBAgAABAgQIEMgXUEiAAAECBAgQIECAAAECBAjkCygkQIAAAQIECBAgQIAAAQIE8gUUEiAwEgEHco1kodwmAQIECBAgQIAAgWEKuCsCBAgQIECAAAECBAgQIEAgX0AhAQIECBAgQIAAAQIECBAgkC+gkAABAgQIECBAgAABAgQIEMgXUEiAAAECBAgQIECAAAECBAjkCygkQIAAAQIECBAgQIAAAQIE8gUUEiBAgAABAgQIECBAgAABAk8SGP+BXE8q9HUCBAgQIECAAAECBAgQIEBg/AIKCBAgQIAAAQIECBAgQIAAgXwBhQQIECBAgAABAgQIECBAgEC+gEICBAgQIECAAAECBAgQIEAgX0AhAQIECBAgQIAAAQIECBAgkC+gkAABAgQIECBAgAABAgQIEMgXUEiAAAECBAgQIEBgxAIO5Brx4rl1AgSWK+DVCBAgQIAAAQIECBAgQIAAgXwBhQQIECBAgAABAgQIECBAgEC+gEICBAgQIECAAAECBAgQIEAgX0AhAQIECBAgQIAAAQIECBAgkC+gkAABAgQIECBAgAABAgQIEMgXUEiAAAECBAgQIECAAAECBAjkCygkQIAAAQKLEHAg1yJUPScBAgQIECBA4OoCfpIAAQIECBAgQIAAAQIECBDIF1BIgAABAgQIECBAgAABAgQI5AsoJECAAAECBAgQIECAAAECBPIFFBIgQIAAAQIECBAgQIAAAQL5AgoJECBAgAABAgQIECBAgACBfAGFBAgQIECAAAECBAgQIECAQL6AwokJOJBrYgsulwABAgQIECBAgAABAscC/pMAAQIECBAgQIAAAQIECBDIF1BIgAABAgQIECBAgAABAgQI5AsoJECAAAECBAgQIECAAAECBPIFFBIgQIAAAQIECBAgQIAAAQL5AgoJECBAgAABAgQIECBAgACBfAGFBAgQIECAAAECBAgQILAsAQdyLUva6zws4BECBAgQIECAAAECBAgQIEAgX0AhAQIECBAgQIAAAQIECBAgkC+gkAABAgQIECBAgAABAgQIEMgXUEiAAAECBAgQIECAAAECBAjkCygkQIAAAQIECBAgQIAAAQIE8gUUEiBAgAABAgQIECBAgAABAvkCCgkQIECAAAECBJoDuQwBAQIECMQLCCRAgAABAgQIECBAgAABAgTyBRQSIECAAAECBAgQIECAAAEC+QIKCRAgQIAAAQIECBAgQIAAgXwBhQQIECBAgAABAgQIECBAgEC+gEICBAgQIECAAAECBAgQIEAgX0AhAQIECBAgQIAAAQIECBAgkC+gkAABAkMWcCDXkFfHvREgQIAAAQIECIxJwL0SIECAAAECBAgQIECAAAEC+QIKCRAgQIAAAQIECBAgQIAAgXwBhQQIECBAgAABAgQIECBAgEC+gEICBAgQIECAAAECBAgQIEAgX0AhAQIECBAgQIAAAQIECBAgkC+gkAABAgQIECBAgAABAgQIEMgXuFKhA7muxOaHCBAgQIAAAQIECBAgQIDAqgS8LgECBAgQIECAAAECBAgQIJAvoJAAAQIECBAgQIAAAQIECBDIF1BIgAABAgQIECBAgAABAgQI5AsoJECAAAECBAgQIECAAAECBPIFFBIgQIAAAQIECBAgQIAAAQL5AgoJECBAgAABAgQIEBibgAO5xrZi7pfAEATcAwECBAgQIECAAAECBAgQIJAvoJAAAQIECBAgQIAAAQIECBDIF1BIgAABAgQIECBAgAABAgQI5AsoJECAAAECBAgQIECAAAECBPIFFBIgQIAAAQIECBAgQIAAAQL5AgoJECBAgAABAgQIECBAgACBfAGFBAgQIECAwNwEHMg1N0pPRIAAAQIECMxbwPMRIECAAAECBAgQIECAAAEC+QIKCRAgQIAAAQIECBAgQIAAgXwBhQQIECBAgAABAgQIECBAgEC+gEICBAgQIECAAAECBAgQIEAgX0AhAQIECBAgQIAAAQIECBAgkC+gkAABAgQIECBAgAABAgQIEMgXUEhgCgIO5JrCKmskQIAAAQIECBAgQOBxAr5GgAABAgQIECBAgAABAgQI5AsoJECAAAECBAgQIECAAAECBPIFFBIgQIAAAQIECBAgQIAAAQL5AgoJECBAgAABAgQIECBAgACBfAGFBAgQIECAAAECBAgQIECAQL6AQgIECBAgQIAAAQIECBAgsFABB3ItlPeiT+77CBAgQIAAAQIECBAgQIAAgXwBhQQIECBAgAABAgQIECBAgEC+gEICBAgQIECAAAECBAgQIEAgX0AhAQIECBAgQIAAAQIECBAgkC+gkAABAgQIECBAgAABAgQIEMgXUEiAAAECBAgQIECAAAECBAjkCygkQIAAAQIECBCYqoADuaa68roJEJimgGoCBAgQIECAAAECBAgQIEAgX0AhAQIECBAgQIAAAQIECBAgkC+gkAABAgQIECBAgAABAgQIEMgXUEiAAAECBAgQIECAAAECBAjkCygkQIAAAQIECBAgQIAAAQIE8gUUEiBAgAABAgQIECBAgAABAvkCCgkQIEBgcAIO5BrckrghAgQIECBAgMD4BRQQIECAAAECBAgQIECAAAEC+QIKCRAgQIAAAQIECBAgQIAAgXwBhQQIECBAgAABAgQIECBAgEC+gEICBAgQIECAAAECBAgQIEAgX0AhAQIECBAgQIAAAQIECBAgkC+gkAABAgQIECBAgAABAgQIEMgXUHhxAQdyXdzKdxIgQIAAAQIECBAgQIDAsATcDQECBAgQIECAAAECBAgQIJAvoJAAAQIECBAgQIAAAQIECBDIF1BIgAABAgQIECBAgAABAgQI5AsoJECAAAECBAgQIECAAAECBPIFFBIgQIAAAQIECBAgQIAAAQL5AgoJECBAgAABAgQIECAwCgEHco1imdzkcAXcGQECBAgQIECAAAECBAgQIJAvoJAAAQIECBAgQIAAAQIECBDIF1BIgAABAgQIECBAgAABAgQI5AsoJECAAAECBAgQIECAAAECBPIFFBIgQIAAAQIECBAgQIAAAQL5AgoJECBAgAABAgQIECBAgACBfAGFBAgQIECAAIGnE3Ag19P5+WkCBAgQILAcAa9CgAABAgQIECBAgAABAgQI5AsoJECAAAECBAgQIECAAAECBPIFFBIgQIAAAQIECBAgQIAAAQL5AgoJECBAgAABAgQIECBAgACBfAGFBAgQIECAAAECBAgQIECAQL6AQgIECBAgQIAAAQIECBAgQCBfQCEBArECDuSKXVphBAgQIECAAAECBC4v4CcIECBAgAABAgQIECBAgACBfAGFBAgQIECAAAECBAgQIECAQL6AQgIECBAgQIAAAQIECBAgQCBfQCEBAgQIECBAgAABAgQIECCQL6CQAAECBAgQIECAAAECBAgQyBdQSIAAAQIECBAgQIAAAQIECMxfYGgHcs2/0DMSIECAAAECBAgQIECAAAECQxNwPwQIECBAgAABAgQIECBAgEC+gEICBAgQIECAAAECBAgQIEAgX0AhAQIECBAgQIAAAQIECBAgkC+gkAABAgQIECBAgAABAgQIEMgXUEiAAAECBAgQIECAAAECBAjkCygkQIAAAQIECBAgMCkBB3JNarnFEiDwHwI+IkCAAAECBAgQIECAAAECBPIFFBIgQIAAAQIECBAgQIAAAQL5AgoJECBAgAABAgQIECBAgACBfAGFBAgQIECAAAECBAgQIECAQL6AQgIECBAgQIAAAQIECBAgQCBfQCEBAgQIECBAgAABAgQIECCQL6CQAAECBAgMQ8CBXMNYB3dBgAABAgQIpAroIkCAAAECBAgQIECAAAECBPIFFBIgQIAAAQIECBAgQIAAAQL5AgoJECBAgAABAgQIECBAgACBfAGFBAgQIECAAAECBAgQIECAQL6AQgIECBAgQIAAAQIECBAgQCBfQCEBAgQIECBAgAABAgQIECCQL6CQwBMEHMj1BCBfJkCAAAECBAgQIECAwBgE3CMBAgQIECBAgAABAgQIECCQL6CQAAECBAgQIECAAAECBAgQyBdQSIAAAQIECBAgQIAAAQIECOQLKCRAgAABAgQIECBAgAABAgTyBRQSIECAAAECBAgQIECAAAEC+QIKCRAgQIAAAQIECBAgQGC4Ag7kGu7ajO3O3C8BAgQIECBAgAABAgQIECCQL6CQAAECBAgQIECAAAECBAgQyBdQSIAAAQIECBAgQIAAAQIECOQLKCRAgAABAgQIECBAgAABAgTyBRQSIECAAAECBAgQIECAAAEC+QIKCRAgQIAAAQIECBAgQIAAgXwBhQQIECBAgAABAlcQcCDXFdD8CAECBAisUsBrEyBAgAABAgQIECBAgAABAvkCCgkQIECAAAECBAgQIECAAIF8AYUECBAgQIAAAQIECBAgQIBAvoBCAgQIECBAgAABAgQIECBAIF9AIQECBAgQIECAAAECBAgQIJAvoJAAAQIECBAgQIAAAQIECBDIF1BIgACBLAEHcmWtpxoCBAgQIECAAIF5CXgeAgQIECBAgAABAgQIECBAIF9AIQECBAgQIECAAAECBAgQIJAvoJAAAQIECBAgQIAAAQIECBDIF1BIgAABAgQIECBAgAABAgQI5AsoJECAAAECBAgQIECAAAECBPIFFBIgQIAAAQIECBAgQIAAAQL5AksqdCDXkqC9DAECBAgQIECAAAECBAgQOE/AYwQIECBAgAABAgQIECBAgEC+gEICBAgQIECAAAECBAgQIEAgX0AhAQIECBAgQIAAAQIECBAgkC+gkAABAgQIECBAgAABAgQIEMgXZxoSggAAEABJREFUUEiAAAECBAgQIECAAAECBAjkCygkQIAAAQIECBAgQCBfwIFc+WuskMCTBHydAAECBAgQIECAAAECBAgQyBdQSIAAAQIECBAgQIAAAQIECOQLKCRAgAABAgQIECBAgAABAgTyBRQSIECAAAECBAgQIECAAAEC+QIKCRAgQIAAAQIECBAgQIAAgXwBhQQIECBAgAABAgQIECBAgEC+gEICBAgQIEBghQIO5FohvpcmQIAAAQLTElBLgAABAgQIECBAgAABAgQI5AsoJECAAAECBAgQIECAAAECBPIFFBIgQIAAAQIECBAgQIAAAQL5AgoJECBAgAABAgQIECBAgACBfAGFBAgQIECAAAECBAgQIECAQL6AQgIECBAgQIAAAQIECBAgQCBfQCEBAucJOJDrPBWPESBAgAABAgQIECAwXgF3ToAAAQIECBAgQIAAAQIECOQLKCRAgAABAgQIECBAgAABAgTyBRQSIECAAAECBAgQIECAAAEC+QIKCRAgQIAAAQIECBAgQIAAgXwBhQQIECBAgAABAgQIECBAgEC+gEICBAgQIECAAAECBAgQIDAwAQdyLWBBPCUBAgQIECBAgAABAgQIECCQL6CQAAECBAgQIECAAAECBAgQyBdQSIAAAQIECBAgQIAAAQIECOQLKCRAgAABAgQIECBAgAABAgTyBRQSIECAAAECBAgQIECAAAEC+QIKCRAgQIAAAQIECBAgQIAAgXwBhQQIECBAgAABAgQuKuBArotK+T4CBAgMT8AdESBAgAABAgQIECBAgAABAvkCCgkQIECAAAECBAgQIECAAIF8AYUECBAgQIAAAQIECBAgQIBAvoBCAgQIECBAgAABAgQIECBAIF9AIQECBAgQIECAAAECBAgQIJAvoJAAAQIECBAgQIAAAQIECBDIF1BIgAABAgECDuQKWEQJBAgQIECAAIHFCnh2AgQIECBAgAABAgQIECBAIF9AIQECBAgQIECAAAECBAgQIJAvoJAAAQIECBAgQIAAAQIECBDIF1BIgAABAgQIECBAgAABAgQI5AsoJECAAAECBAgQIECAAAECBPIFFBIgQIAAAQIECBAgQIAAAQL5AgoXKeBArkXqem4CBAgQIECAAAECBAgQuLiA7yRAgAABAgQIECBAgAABAgTyBRQSIECAAAECBAgQIECAAAEC+QIKCRAgQIAAAQIECBAgQIAAgXwBhQQIECBAgAABAgQIECBAgEC+gEICBAgQIECAAAECBAgQIEAgX0AhAQIECBAgQIAAAQIEQgUcyBW6sLKuJuCnCBAgQIAAAQIECBAgQIAAgXwBhQQIECBAgAABAgQIECBAgEC+gEICBAgQIECAAAECBAgQIEAgX0AhAQIECBAgQIAAAQIECBAgkC+gkAABAgQIECBAgAABAgQIEMgXUEiAAAECBAgQIECAAAECBAjkCygkQIAAAQIECCxbwIFcyxb3egQIECBAoDUGBAgQIECAAAECBAgQIECAQL6AQgIECBAgQIAAAQIECBAgQCBfQCEBAgQIECBAgAABAgQIECCQL6CQAAECBAgQIECAAAECBAgQyBdQSIAAAQIECBAgQIAAAQIECOQLKCRAgAABAgQIECBAgAABAgTyBRQSIEDgRMCBXCcUPiBAgAABAgQIECCQJqCHAAECBAgQIECAAAECBAgQyBdQSIAAAQIECBAgQIAAAQIECOQLKCRAgAABAgQIECBAgAABAgTyBRQSIECAAAECBAgQIECAAAEC+QIKCRAgQIAAAQIECBAgQIAAgXwBhQQIECBAgAABAgQIECBAgMAQBBZ7INcQCt0DAQIECBAgQIAAAQIECBAgsFgBz06AAAECBAgQIECAAAECBAjkCygkQIAAAQIECBAgQIAAAQIE8gUUEiBAgAABAgQIECBAgAABAvkCCgkQIECAAAECBAgQIECAAIF8AYUECBAgQIAAAQIECBAgQIBAvoBCAgQIECBAgAABAgQeK+BArsfy+CIBAmMRcJ8ECBAgQIAAAQIECBAgQIBAvoBCAgQIECBAgAABAgQIECBAIF9AIQECBAgQIECAAAECBAgQIJAvoJAAAQIECBAgQIAAAQIECBDIF1BIgAABAgQIECBAgAABAgQI5AsoJECAAAECBAgQIECAAAECBPIFFBIgQIAAgbEKOJBrrCvnvgkQIECAAIFVCHhNAgQIECBAgAABAgQIECBAIF9AIQECBAgQIECAAAECBAgQIJAvoJAAAQIECBAgQIAAAQIECBDIF1BIgAABAgQIECBAgAABAgQI5AsoJECAAAECBAgQIECAAAECBPIFFBIgQIAAAQIECBAgQIAAAQL5AgoJzF3AgVxzJ/WEBAgQIECAAAECBAgQeFoBP0+AAAECBAgQIECAAAECBAjkCygkQIAAAQIECBAgQIAAAQIE8gUUEiBAgAABAgQIECBAgAABAvkCCgkQIECAAAECBAgQIECAAIF8AYUECBAgQIAAAQIECBAgQIBAvoBCAgQIECBAgAABAgQIEEgScCBX0mrOs8VzESBAgAABAgQIECBAgAABAvkCCgkQIECAAAECBAgQIECAAIF8AYUECBAgQIAAAQIECBAgQIBAvoBCAgQIECBAgAABAgQIECBAIF9AIQECBAgQIECAAAECBAgQIJAvoJAAAQIECBAgQIAAAQIECBDIF1BIgAABAgQIECCwFAEHci2F2YsQIECAwKMEPE6AAAECBAgQIECAAAECBAjkCygkQIAAAQIECBAgQIAAAQIE8gUUEiBAgAABAgQIECBAgAABAvkCCgkQIECAAAECBAgQIECAAIF8AYUECBAgQIAAAQIECBAgQIBAvoBCAgQIECBAgAABAgQIECBAIF9AIQECBKYu4ECuqU+AfgIECBAgQIDANARUEiBAgAABAgQIECBAgAABAvkCCgkQIECAAAECBAgQIECAAIF8AYUECBAgQIAAAQIECBAgQIBAvoBCAgQIECBAgAABAgQIECBAIF9AIQECBAgQIECAAAECBAgQIJAvoJAAAQIECBAgQIAAAQIECBDIFxhsoQO5Brs0bowAAQIECBAgQIAAAQIExifgjgkQIECAAAECBAgQIECAAIF8AYUECBAgQIAAAQIECBAgQIBAvoBCAgQIECBAgAABAgQIECBAIF9AIQECBAgQIECAAAECBAgQIJAvoJAAAQIECBAgQIAAAQIECBDIF1BIgAABAgQIECBAgACBhwUcyPWwiUcIjFvA3RMgQIAAAQIECBAgQIAAAQL5AgoJECBAgAABAgQIECBAgACBfAGFBAgQIECAAAECBAgQIECAQL6AQgIECBAgQIAAAQIECBAgQCBfQCEBAgQIECBAgAABAgQIECCQL6CQAAECBAgQIECAAAECBAgQyBdQSIAAAQIECIxKwIFco1ouN0uAAAECBIYj4E4IECBAgAABAgQIECBAgACBfAGFBAgQIECAAAECBAgQIECAQL6AQgIECBAgQIAAAQIECBAgQCBfQCEBAgQIECBAgAABAgQIECCQL6CQAAECBAgQIECAAAECBAgQyBdQSIAAAQIECBAgQIAAAQIECOQLKCRAYD4CDuSaj6NnIUCAAAECBAgQIEBgMQKelQABAgQIECBAgAABAgQIEMgXUEiAAAECBAgQIECAAAECBAjkCygkQIAAAQIECBAgQIAAAQIE8gUUEiBAgAABAgQIECBAgAABAvkCCgkQIECAAAECBAgQIECAAIF8AYUECBAgQIAAAQIECBAgQGD0Ag7keuIS+gYCBAgQIECAAAECBAgQIEAgX0AhAQIECBAgQIAAAQIECBAgkC+gkAABAgQIECBAgAABAgQIEMgXUEiAAAECBAgQIECAAAECBAjkCygkQIAAAQIECBAgQIAAAQIE8gUUEiBAgAABAgQIECBAgAABAvkCCgkQIECAAAECBAgsTsCBXIuz9cwECBC4nIDvJkCAAAECBAgQIECAAAECBPIFFBIgQIAAAQIECBAgQIAAAQL5AgoJECBAgAABAgQIECBAgACBfAGFBAgQIECAAAECBAgQIECAQL6AQgIECBAgQIAAAQIECBAgQCBfQCEBAgQIECBAgAABAgQIECCQL6CQAAECBCYp4ECuSS67aAIECBAgQGDKAtoJECBAgAABAgQIECBAgACBfAGFBAgQIECAAAECBAgQIECAQL6AQgIECBAgQIAAAQIECBAgQCBfQCEBAgQIECBAgAABAgQIECCQL6CQAAECBAgQIECAAAECBAgQyBdQSIAAAQIECBAgQIAAAQIECOQLKByWgAO5hrUe7oYAAQIECBAgQIAAAQIpAjoIECBAgAABAgQIECBAgACBfAGFBAgQIECAAAECBAgQIECAQL6AQgIECBAgQIAAAQIECBAgQCBfQCEBAgQIECBAgAABAgQIECCQL6CQAAECBAgQIECAAAECBAgQyBdQSIAAAQIECBAgQIAAAQL3BBzIdQ/Cu0QBTQQIECBAgAABAgQIECBAgEC+gEICBAgQIECAAAECBAgQIEAgX0AhAQIECBAgQIAAAQIECBAgkC+gkAABAgQIECBAgAABAgQIEMgXUEiAAAECBAgQIECAAAECBAjkCygkQIAAAQIECBAgQIAAAQIE8gUUEiBAgAABAgSGL+BAruGvkTskQIAAgaELuD8CBAgQIECAAAECBAgQIEAgX0AhAQIECBAgQIAAAQIECBAgkC+gkAABAgQIECBAgAABAgQIEMgXUEiAAAECBAgQIECAAAECBAjkCygkQIAAAQIECBAgQIAAAQIE8gUUEiBAgAABAgQIECBAgAABAvkCCgkQIPAUAg7kego8P0qAAAECBAgQIEBgmQJeiwABAgQIECBAgAABAgQIEMgXUEiAAAECBAgQIECAAAECBAjkCygkQIAAAQIECBAgQIAAAQIE8gUUEiBAgAABAgQIECBAgAABAvkCCgkQIECAAAECBAgQIECAAIF8AYUECBAgQIAAAQIECBAgQIDAOAUucyDXOAvdNQECBAgQIECAAAECBAgQIHAZAd9LgAABAgQIECBAgAABAgQI5AsoJECAAAECBAgQIECAAAECBPIFFBIgQIAAAQIECBAgQIAAAQL5AgoJECBAgAABAgQIECBAgACBfAGFBAgQIECAAAECBAgQIECAQL6AQgIECBAgQIAAAQIE5izgQK45g3o6AgTmIeA5CBAgQIAAAQIECBAgQIAAgXwBhQQIECBAgAABAgQIECBAgEC+gEICBAgQIECAAAECBAgQIEAgX0AhAQIECBAgQIAAAQIECBAgkC+gkAABAgQIECBAgAABAgQIEMgXUEiAAAECBAgQIECAAAECBAjkCygkQIAAAQLTEXAg13TWWikBAgQIECBwVsDnBAgQIECAAAECBAgQIECAQL6AQgIECBAgQIAAAQIECBAgQCBfQCEBAgQIECBAgBlA9ksAABAASURBVAABAgQIECCQL6CQAAECBAgQIECAAAECBAgQyBdQSIAAAQIECBAgQIAAAQIECOQLKCRAgAABAgQIECBAgAABAgTyBRQSGICAA7kGsAhugQABAgQIECBAgACBbAF1BAgQIECAAAECBAgQIECAQL6AQgIECBAgQIAAAQIECBAgQCBfQCEBAgQIECBAgAABAgQIECCQL6CQAAECBAgQIECAAAECBAgQyBdQSIAAAQIECBAgQIAAAQIECOQLKCRAgAABAgQIECBAgACBaQs4kGsa66+SAAECBAgQIECAAAECBAgQyBdQSIAAAQIECBAgQIAAAQIECOQLKCRAgAABAgQIECBAgAABAgTyBRQSIECAAAECBAgQIECAAAEC+QIKCRAgQIAAAQIECBAgQIAAgXwBhQQIECBAgAABAgQIECBAgEC+gEICBAgQIECAAIGBCjiQa6AL47YIECAwTgF3TYAAAQIECBAgQIAAAQIECOQLKCRAgAABAgQIECBAgAABAgTyBRQSIECAAAECBAgQIECAAAEC+QIKCRAgQIAAAQIECBAgQIAAgXwBhQQIECBAgAABAgQIECBAgEC+gEICBAgQIECAAAECBAgQIEAgX0AhAQIECFxWwIFclxXz/QQIECBAgAABAqsXcAcECBAgQIAAAQIECBAgQIBAvoBCAgQIECBAgAABAgQIECBAIF9AIQECBAgQIECAAAECBAgQIJAvoJAAAQIECBAgQIAAAQIECBDIF1BIgAABAgQIECBAgAABAgQI5AsoJECAAAECBAgQIECAAAECBPIFggodyBW0mFIIECBAgAABAgQIECBAYL4Cno0AAQIECBAgQIAAAQIECBDIF1BIgAABAgQIECBAgAABAgQI5AsoJECAAAECBAgQIECAAAECBPIFFBIgQIAAAQIECBAgQIAAAQL5AgoJECBAgAABAgQIECBAgACBfAGFBAgQIECAAAECBAgQmIeAA7nmoeg5CCxOwDMTIECAAAECBAgQIECAAAEC+QIKCRAgQIAAAQIECBAgQIAAgXwBhQQIECBAgAABAgQIECBAgEC+gEICBAgQIECAAAECBAgQIEAgX0AhAQIECBAgQIAAAQIECBAgkC+gkAABAgQIECBAgAABAgQIEMgXUEiAAAECBAiECziQK3yB5REgQIAAgYsJ+C4CBAgQIECAAAECBAgQIEAgX0AhAQIECBAgQIAAAQIECBAgkC+gkAABAgQIECBAgAABAgQIEMgXUEiAAAECBAgQIECAAAECBAjkCygkQIAAAQIECBAgQIAAAQIE8gUUEiBAgAABAgQIECBAgAABAvkCCgkQWJWAA7lWJe91CRAgQIAAAQIECExRQDMBAgQIECBAgAABAgQIECCQL6CQAAECBAgQIECAAAECBAgQyBdQSIAAAQIECBAgQIAAAQIECOQLKCRAgAABAgQIECBAgAABAgTyBRQSIECAAAECBAgQIECAAAEC+QIKCRAgQIAAAQIECBAgQIDABAUmdyDXBNdYMgECBAgQIECAAAECBAgQmJyAYAIECBAgQIAAAQIECBAgQCBfQCEBAgQIECBAgAABAgQIECCQL6CQAAECBAgQIECAAAECBAgQyBdQSIAAAQIECBAgQIAAAQIECOQLKCRAgAABAgQIECBAgAABAgTyBRQSIECAAAECBAgQGJKAA7mGtBruhQCBJAEtBAgQIECAAAECBAgQIECAQL6AQgIECBAgQIAAAQIECBAgQCBfQCEBAgQIECBAgAABAgQIECCQL6CQAAECBAgQIECAAAECBAgQyBdQeL7Al/vDL/Xrf/bru/36cb/+oV+f9GurX4f9OnI1Bo2Bfw7MgBkwA2bADJgBM2AGzIAZGMUM+Pc3//5mBsyAGTADZsAMmAEzYAbMgBkwA2YgfwassTU2A2ZgijNQe3hqL0/t6am9PbXHp/b61J6f2vtTe4D6/xvb24MCDuR6UMPHBAgQIECAAIHRCbhhAgQIECBAgAABAgQIECBAIF9AIQECBAgQIECAAAECBAgQIJAvoJAAAQIECBAgQIAAAQIECBDIF1BIgAABAgQIECBAgACBQQi82O/i//Tr7/t1p19/26//369X+/X1fv3Xfj3bry/1a61f3ggQuJSAbyZAgAABAgQIECBAgAABAgTyBRQSIECAAAECBAgQIECAAAEC+QKDKqw9PLWXp/b01N6e2uNTe31qz0/t/ak9QLUXqPYE1d6gQd38qm7GgVyrkve6BAgQIECAAAECBAgQGJOAeyVAgAABAgQIECBAgAABAgTyBRQSIECAAAECBAgQIECAAAEC+QIKCRAgQIAAAQIECBAgQIAAgXwBhQQIECBAgACBhwWe7w/VH9z5ZX//Xr/+d7++1i9vBAgQIECAwFgF3DcBAgQIECBAgAABAgQIECCQL6CQAAECBAgQIECAAAECFxeovUC1J6j2BtUeodorVHuGLv4MYd/pQK6wBU3O0UaAAAECBAgQIECAAAECBAjkCygkQIAAAQIECBAgQIAAAQIE8gUUEiBAgAABAgQIECBAgAABAvkCCgkQIECAAAECBAgQIECAAIF8AYUECIxC4KV+l3/Rr3/qV/3Bnf/c33sjQIAAAQIECBAgQIDAhQV8IwECBAgQIECAAAECBAgQIJAvoJAAAQIECBCIE6g9QrVXqPYM1d6h2kMUF/mkIAdyPUnI1wkQIEBgagJ6CRAgQIAAAQIECBAgQIAAgXwBhQQIECBAgAABAgQIECBAgEC+gEICBAgQIECAAAECBAgQIEAgX0AhAQIECBAgQIAAAQIECBAgcL7Ai/3hv+7X3/brT/v1yLevfOUr7caNG+3tt99u7777bvv5z3/ePvzww7a5udkODw/b0dHRqi+vbw3MgBkwA2bADJgBM2AGzIAZMANmwAzkz4A1tsZmwAyYATNgBsyAGTADZsAMmAEzYAbyZ8AaW2MzcMUZqD08tZen9vTU3p7a41N7fWrPT+39eeTGoOMv1N6h2kNUe4lqT9HxoxP4TwdyTWCRJRIgQIAAAQIECAxRwD0RIECAAAECBAgQIECAAAEC+QIKCRAgQIAAAQIECBAgQIAAgXwBhQQIECBAgAABAgQIECBAgEC+gEICBAgQIECAAAECoxH4vX6n3+3Xe/36k3499PbFL36xfeMb32g/+MEPZgdv/eIXv2jvvPNOe+2119r169fbV7/61fbcc8+1Z555pq2trT308x4gQIBAroAyAgQIECBAgAABAgQIECBAIF9AIQECBAgQIECAAAECBAgQGJ/A2trabC9P7empvT21x6f2+tSen9r7Uwd11V6g2hNUe4MeUVh7iWpPUe0tqj1Gj/i2hIePGxzIdezgPwkQIECAAAECBAgQIECAQKaAKgIECBAgQIAAAQIECBAgQCBfQCEBAgQIECBAgAABAgQIECCQL6CQAAECBAgQIECAAAECBAgQyBdQSIAAAQIEnk7glf7j/9ivV/v10NuLL77Yvve977X19fX2wx/+sL3yyiuzg7ce+kYPECBAgAABAgQILFbAsxMgQIAAAQIECBAgQIAAAQL5AgoJECBAgAABAgQILFGgDuqqvUC1J6j2BtUeodor9IhbqL1Ftceo9ho94lsyHnYgV8Y6qiAwaAE3R4AAAQIECBAgQIAAAQIECOQLKCRAgAABAgQIECBAgAABAgTyBRQSIECAAAECBAgQIECAAAEC+QIKCRAgQIAAAQIECBAgQIAAgXwBhZEC3+1VP+jXs/069fbyyy+3H//4x+29995r3/zmN9szzzxz6us+IUCAAAECBAgQIECAAIFMAVUECBAgQIAAAQIECBAgQIBAvoBCAgQIECBwVqD2BtUeodorVHuGau/Q2e/pn9ceo9prVHuO+qeZbw7kylxXVQQIECBAYIoCmgkQIECAAAECBAgQIECAAIF8AYUECBAgQIAAAQIECBAgQIBAvoBCAgQIECBAgAABAgQIECBAIF9AIQECBAgQIECAAAECBAjMR+D5/jR/369X+3Xq7dq1a+3dd99tP/rRj9rXv/71U1/zCYElCXgZAgQIECBAgAABAgQIECBAIF9AIQECBAgQIECAAAECBAgQIJAvoHCkArVnqPYO1R6i2kt0TkbtOaq9R7UH6Zwvj/shB3KNe/3cPQECBAgQIECAAAECSxfwggQIECBAgAABAgQIECBAgEC+gEICBAgQIECAAAECBAgQIEAgX0AhAQIECBAgQIAAAQIECBAgkC+gkAABAgQIECAQLfBSr/u7fn2tX6fe3nrrrfazn/2sXb9+/dTjPiFAgAABApkCqggQIECAAAECBAgQIECAAIF8AYUECBAgQIAAAQIECBAgcFWB2kNUe4lqT9E5z1F7j2oPUu1FOufL433IgVxjXDv3TIAAAQIECBAgQIAAAQIECOQLKCRAgAABAgQIECBAgAABAgTyBRQSIECAAAECBAgQIECAAAEC+QIKCRAgQIAAAQIECBAgQIAAgXwBhQQIEFi+wH/vL/k3/Xq2Xydv165daz/5yU/a66+/fvKYDwgQIECAAAECBAgQmJOApyFAgAABAgQIECBAgAABAgTyBRQSIECAAAECBIIFak9R7S2qPUZnMmsPUu1Fqj1JZ7403k8dyDXetXPnBAgQWLiAFyBAgAABAgQIECBAgAABAgTyBRQSIECAAAECBAgQIECAAAEC+QIKCRAgQIAAAQIECBAgQIAAgXwBhQQIECBAgAABAgQIECBAgEC+wL3C+sM3f9U/XuvXyduNGzfaT3/60/bCCy+cPOYDAgQIECBAgAABAgQIECBAYHwC7pgAAQIECBAgQIAAAQIECBDIF1BIgACBVQnU3qLaY1R7jc7cQ+1Fqj1JtTfpzJfG+akDuca5bu6aAAECBAgQIJAkoIUAAQIECBAgQIAAAQIECBDIF1BIgAABAgQIECBAgAABAgQI5AsoJECAAAECBAgQIECAAAECBPIFFBIgQIAAAQIECBAgsFqBl/rL/2W/Tr298cYb7Z133mlra/V3cU59yScECBC4ioCfIUCAAAECBAgQIECAAAECBPIFFBIgQIAAAQIECBAgQIAAAQL5AucWrq2tzfYa1Z6jc76h9ibVHqVzvjSuhxzINa71crcECBAgQIAAAQIECBAgcGUBP0iAAAECBAgQIECAAAECBAjkCygkQIAAAQIECBAgQIAAAQIE8gUUEiBAgAABAgQIECBAgAABAvkCCgkQIECAAIFzBJ7vj/15v06duvX222+3N998sz/sjQABAgQIECAwNgH3S4AAAQIECBAgQIAAAQIECOQLKCRAgAABAgQIECBAYKgCteeo9h6dub/am1R7lGqv0pkvjetTB3KNa73c7dgF3D8BAgQIECBAgAABAgQIECCQL6CQAAECBAgQIECAAAECBAgQyBdQSIAAAQIECBAgQIAAAQIECOQLKCRAgAABAgS3Rvx+AAAQAElEQVQIECBAgAABAgTyBRQSGJfAn/XbfbZfJ2/1B3Fee+21k899QIAAAQIECBAgQIAAAQLnCHiIAAECBAgQIECAAAECBAgQyBdQSIAAAQIECFxJoPYe1R6kMz9ce5Rqr9KZh8f1qQO5xrVe7pYAAQIECFxIwDcRIECAAAECBAgQIECAAAEC+QIKCRAgQIAAAQIECBAgQIAAgXwBhQQIECBAgAABAgQIECBAgEC+gEICBAgQIECAAAECBAgQIHABge/27/lav07e3njjjVZ/EOfkAR8MWsDNESBAgAABAgQIECBAgAABAvkCCgkQIECAAAECBAgQIECAAIF8AYUEEgVqD1LtRTrTVnuVas/SmYfH86kDucazVu6UAAECBAgQIECAwNAE3A8BAgQIECBAgAABAgQIECCQL6CQAAECBAgQIECAAAECBAgQyBdQSIAAAQIECBAgQIAAAQIECOQLKCRAgAABAgQIEBivwCv91l/t18nbjRs32ptvvnnyuQ8IECBAgMA9Ae8IECBAgAABAgQIECBAgACBfAGFBAgQIECAAAECBAgQIEBg7gK1F6n2JJ154tqzVHuXzjw8jk9HfiDXOJDdJQECBAgQIECAAAECBAgQIPA0An6WAAECBAgQIECAAAECBAgQyBdQSIAAAQIECBAgQIAAAQIECOQLKCRAgAABAgQIECBAgAABAgTyBRQSIECAwJwFfq8/3//r18nbtWvX2ve///2Tz31AgAABAgQIECBAYPkCXpEAAQIECBAgQIAAAQIECBDIF1BIgAABAgQIECAwNYHak1R7k850196l2sN05uHhf+pAruGvkTskQGAIAu6BAAECIQJHR0ft6PCoHR4ctYO69g/bQb/29w7b6eug7e8etL3zrp3++L1rt78/ubb3266LgRkwA2bADJgBM2AGzMCYZ8C9m18zYAbMgBkwA2bADJgBM2AGzIAZMAP5M2CNrbEZMANmwAyYATNgBsyAGTADZsAMmIH8GbDG1tgMZM7AA3vX9/rHJ9c5e95rL/z+3kE7vUf+cLZ3vvbP1376umpvfe2xD/l1ARkECBAgQIAAAQIEpiUwndr/21Of7dfJ23e+8522trZ28rkPCBAgQIAAAQIECBAgQIBArIAwAgQIECBAgAABAgQIECBAIF9AIQECBAgMRmBtba3V3qQzN1R7l2oP05mHh/+pA7mGv0bukAABAgQIEJiQwCJT6xeFDw+P2sHBYatfLq7DtuowrZ3t/baztd+2N/dm19bGXjt13e2f391tm3eOr43+fuPOTtu4fe+6tdPuuhiYATNgBsyAGTADZsAMmAEzYAbMgBm48Az492j/vwQzYAbMgBkwA2bADJgBM2AGzIAZMAP5M2CNrbEZMANmwAyYATNgBsyAGTADZsAMmIH5z8DGrZ3/2Mdee9rvHO9xr73uW3d321btfT+zH/7+PvnaM19752sPfe2lrz31tbe+9tjXXvur7OX3MwQIECBAgAABAgQIEFiwwIv9+V/t18nbW2+91V544YWTz31AgMDiBbwCAQIECBAgQIAAAQIECBAgkC+gkAABAgQIECBAgAABAgQIEMgXUHgxgdqbVHuUznx37WGqvUxnHh72pw7kGvb6uDsCBAgQIECAwPwEjlo7qgO59o/a/t5h29s5aLs7+61+qXh7a6/NrrOHct3dbZuza+/4/ewXlnfaxu3d4+vWTrt7u1/13uUPr5uBMc2AezWvZsAMmAEzYAbMgBkwA2bADJgBM2AG8mfAGltjM2AGzIAZMANmwAyYATNgBsyAGTAD+TNgja2xGTADZsAMmAEzYAbMwLRm4PZOOz6U63g/++adnVaHcT24533r7m7bunco1/3DuGqv/M7WXtvd3m97O3UdzPbUH+wfzfbYt6P5bdv3TAQIEFiAgKckQIAAAQIEpivwvx5Mv3btWnv99dcffMjHBAgQIECAQI6AEgIECBAgQIAAAQIECBAgQCBfQCEBAgQIECBAgAABAgRGIVB7lGqv0pmbPbWX6czXBvmpA7kGuSxTuCmNBAgQIECAwLIFjo5aOzw4agf7h22vDuTaPWi7dSjX9n7b2dpv25v7basO5NrYa9v92trYvfeLyLsPHMbVP65DueoXmWfX7vEvNPtF9mn9Irv1tt5mwAyYATNw4RnYYcXKDJgBM2AGzIAZMANmwAyYATNgBsxA/Az49/+71tg/52bADJgBM2AGzIAZMANmwAyYATMQPwP+/d+//5sBM2AGzMDqZ2B2EFf/v7kbt3fbxu2dtllX7W2/f80O4to92QNfe+Lrmu2R39xv21v7bWd7f7aHfm/34N6BXIezPfa1137Z+/u9HgECBAgQIEBgeALuiACBgQm81O/nT/p18vbtb3/75GMfECBAgAABAgQIECBA4GoCfooAAQIECBAgQIAAAQIECBDIF1BIgAABAgQIEHh6gXP2KtVeptrT9PRPvqRncCDXkqC9DAECBAisSMDLEhixQP1S7+HhUTs4OJz9sm/90u/emQO0tjf3jn9h+O5u27yz2zbqur1z/MdN1nfanfXtdvtmvz7fbrc+32q3frfV1uv6bLOtf3p83fxksx1fG+3mx5vt80822ucf19U/vv/+o/p8o/2uv3/w+uyju+2z/thnH95/v9FmH9fnLhZmwAyYATNgBsyAGTADZsAMLGsGvI5ZMwNmwAyYATNgBsyAGTADZsAMmAEzkD8D1tgamwEzYAbMgBkwA2bADJgBM2AGzIAZyJ8Ba2yNz52BjdN71j+6+9C+9tn+94822ue1H/7+Hvh6/8nGbI/8zXp/f9/8p5vtZr/WP9uc7a+vPfa11/7259uzvfd31rfb3fWdVoew1cFftUe/9upv3d2d7d2vPfyzw7229tvu9n6rPf61139/73C2979+B6B+F2DEv8rg1gkQIECAAAECBAgQGIbA/3jwNl5++eV2/fr1Bx8a78funAABAgQIECBAgAABAgQIEMgXUEiAAAECBAgQIECAAAECBAjkCygkQCBaoPYq1Z6lM5Gn9jSd+drgPnUg1+CWxA0RIECAAAECBI4Fjo6O2sH+4ewXdOuXdusXeOsXeu/c2pn9om/94u/NT7dmB2jVIVl1ENanH9xpH/+2X7+53T7811vt3/75Vvvg1+vt/V/dbO//8mb7bb/qfV2/vffY+7+69/VT7888NnuO/tiv+/PU99Xn/eMP+scf9Oep1zh+f3P2erPP+/dM6b3WdWtv5s2AGTADZsAMmAEzYAbMgBkwA2Ygfgb8+79//zcDZsAMmAEzYAbMgBkwA2bADJgBM5A/A9bYGpsBM2AGzIAZMANmwAyYATNgBoY2Azfb8V71fl+1d/1X6+39X9/sV39//+PZ+/q8P14f9+873id/zmO/vPdYf1/763/b39f++tpzX2tfe/BrL/7Hv7k925tfe/Rrr37t2f+8Dvb6dGt2kNftm9ut9vbXHv/a6197/utwrvodgPpdgOPfCvCfQxVwXwQIECBAgAABAgQGLvB8v78/7dfJ27e+9a2Tj31AgAABAhcT8F0ECBAgQIAAAQIECBAgQIBAvoBCAgQIECBAgAABAgQIECBAYHEC5+xZqj1NtbdpcS96zjNf9SEHcl1Vzs8RIECAAAECBBYoUL+Ae3R41Pb3DtvuzkHb2dprm3f32sad3XZ3fafdubk9+yXe9U83281PNtvvPt5o9Uu+n35wt33y/p320W9utw//5dbxgVz1C8W/vH8Y1/rxoVy/utk+6I8d/5Jx/7g+n13r7eSXleuPiPefPT50qz9+//Nf1/f3z+tr9dh5V33N1S3vObFgYQbMwPxmgCVLM2AGzMC/s3cnAJJV5d3/n1PVe/fMdM++MMywbxrxVUEkMRBlC4qIIIIgy6Dhr7K9ChgNIfIGF0BRMC4gBgxR2RQVBEEERSOLUYhilGWA2Zh9et9q+5/fqapehu6Zrurq7qrb35o+fW/duvfccz71dE911XnuIQaIAWKAGCAGiAFigBggBoiB6McAzzHPMTFADBADxAAxQAwQA8QAMUAMEAPEADEQ/RjgOeY5JgaIAWKAGCAGiAFiYCwxMNJYdW3LH5sf2z50mx7TfZWBMfKD47o18dYaTcLlHwsTcT2fH2ufHScfJuR6qS2MydfYfI3R11h9jdnX2P3Wzd1hLL/G9He29YUx/hrrrzH/GvuvHADlAignYAJTDqgaAQQQQKAyBGglAggggAACxQqcPvTAQw891I444oihm1hHAAEEEEAAAQQQKB8BWoIAAggggAACCCCAAAIIIIAAAtEXoIcIIIAAAggggAACCExLAY1Z0til7To/bGzTdo+V1V0m5Cqrp4PGIFAJArQRAQQQQGCiBfKJt+l0xlLJtPX3Ja23O2k9nf3W1d5nnW291r61NyTxKpl364Zu27K+yzav67KNaztsQ35Crpfbbd2LrbZ2Zautfl5lMFE4m0DcaoPJxFr3ZeU2v80vlVz8gl/qvj9+jZbhvt8Wln6/3HbVv9Y/nl22ZhPD/WMD91kPzwEePjaIBWKBGCAGiAFigBiooBjg/25evxEDxAAxQAwQA8QAMUAMEAPEADFADBAD0Y8BnmOeY2KAGCAGiAFigBggBogBYoAYIAaIAWIg+jHAc8xzTAwQAxUeAy8Mbf+2MP4qjG1f2Wph6R9fo/Ww3Oa3Ddk+MCbeb9PjKs9vy45312N+PYyr98vVobSG+jUG/5WX28OEXBqbrzH6GquvMftbN3Zb66buMJa/fVuvdbb2hjH+GuuvMf8a+68cAOUCKO8gnxugdQoCCCCAAAIIIIAAAhMnQM0RFHjf0D6dddZZQ++yjgACCCCAAAIIIIAAAgggMC0F6DQCCCCAAAIIIIAAAggggAACCERfgB4igAACCCBQfgIjjF0aNrap/Fo82CIm5Bq0YA0BBBBAAAEEykkggm3JZMyUWJtKZSyZTFuiP2X9vUnr7U4MTrbV2msdvuQn3Nq2qdu2bey2rRu6bIuKJt56pcs2v9Jpm9b5slalwzau0URc7bZxdYdtWNUeynq/HCxt2YTg1e1hXyUFb1rbYZt9HZtf8Utf35ZQumzL+k5ftMyWrf6cofjzqx1bN3b59nTbNn9/m9rm72s5UNRmX5RsTOk2DDAgBogBYoAYIAaIAWKAGCAGiAFiYAcxEP6u5HFihBggBogBYoAYIAaIAWKAGCAGiAFigBiIdAzw9z+fGxMDxAAxQAwQA8QAMUAMEAPEADFADBAD0Y+BCXiOw1j6Td1hPH1+rPrW/Nj1Ddkx7bofxrjrfm7c+xa/HFbCOPlO0xh8FY3D37i201Q2rGm3Dat9CWPv28KY+/wY/Py4/DBG3++nMfsag6/jVVTX5leyY+411l/t2OYd1O62LT2mnADlBgyftCsRcgiUS6CcAuUWKMdAuQYRTKGgSwgggAACCCCAAAIIIFCcwKH+sD18CV81NTV26qmn3e2MKwAAEABJREFUhnW+ITDlAjQAAQQQQAABBBBAAAEEEEAAAQSiL0APEUAAAQQQQAABBBBAAAEEEEAg+gL0EIECBDR2SWOYhhyisU0a4zRkU3muMiFXeT4vtAoBBBBAAAEEIiiQyWQslZuIq68nGSbh6mjts9bNPaYEXCXnKnl33co2W/3cVlv17Fa/3BbKmue32ZrnW23NC622dmW2rHux1da9pNJmr7zcZutfbrdXVvmlkoFXd9jG1e0Wkn7DpFtdpkm1tk/wVZJvp29DZ1ufdbb3W1d7ny/91u3Xuzv6rLvDr3eqJKynK1t6u5LZScS6s8u+sEya+kTBoRJjgDYTt8QAMUAMEAPEADFADBADxAAxQAwQA8RA9GOA55jnmBggBogBYoAYIAaIAWKAGCAGiAFigBiIfgzwHPMcEwPEADFADBADxAAxQAwQA9GOgd5u3z9fersT1pNbamx7fpx7d2fCujX2XWPgNRa+vd/y4+M72/tMY+Y1fr9ja6+1b+2xti3d1rqpJ0yWpgm8NLmWJtrauLbDNq5pt/WrO3xpz47R11j9l9ts3Uu+aBy/L/lx/RrjH8b6P78tjP1f/dy2XC7AVlNugHIElCugnAHlDnS09lmPb6fiVRNzKcdAuQYRTKGgSwhMiACVIoAAAggggAAC00DgmKF9POGEE6y+vn7oJtYRQAABBBCIvAAdRAABBBBAAAEEEEAAAQQQQACB6AvQQwQQQAABBBBAAAEEEEAAgcoQ0NgljWHarrXDxjht91jZ3GVCrql/KmgBAggggAACCEwTgUzGLJXKWKIvFSav6u5MWEdrb0jkVQLvxrWdpmRbTbQ1NAlX66vDZFzbbK0m5PJF+2RLm73yUq683BYm5dqwqt1CWdNhStzdtK7DNr/SaTrH1o1dYQKwts091ra11zq2qfRZV1uuhKTjfutSArISkTv7w6RcSvjNloQpYVlJzNmStJDY3JPwfRosvdvd7+P+MB88BmMFCyyIAWJgGsUA/xfweoAYIAaIAWKAGCAGiAFigBggBogBYoAYiH4M8BzzHBMDxAAxQAwQA8QAMUAMEAPEADFADBAD0Y8BnmOeY2KAGCAGiAFiYJJiYKQx6Rq7ni0J03h2jW3v6UxYT2d/KN1DxsBrTHxXGB+fGyvf1hfGz7dv67X2rb1hXP22zd2mMfYaa68x9xp7v2lNh21YrdJuGpevMf6vvNyWHbf/YtvgpFwrWy1MyvVCq615YZtpzH8Y+//c1tyEXNtMY/51vHIFdA5NAtbR2mvKJQgTcvWlQo6Bcg2mSVoF3UQAAQQQQKBSBGgnAgggMJUCbx968mOPPXboXdYRQAABBBBAAAEEEECgdALUhAACCCCAAAIIIIAAAggggAAC0ReghwgggAACCCCAAAIlEBhhDNOwMU4lOMWEVMGEXBPCSqUIIIBAOQrQJgQQmGqBTCZjqWTaEv2pkIStpN/Otmwi75b1nWHyrPWr2kJS7urnt9mqZ7NF62v8/TX5SblyibvrXmzLJvW+1GpK8F3/cluY0EsJu+tXt9sGX5S4u3lt55AJubqtdVO3tW3psfatvmzrtc5Wlb7BSbk6/HpHv3X5kk9I7glJygkLCctd/WGpBOZQQkJ10veJoqRoCnFADBADxAAxQAwQA8QAMTC1MYA//sQAMUAMEAPEADFADBADxAAxQAwQA8RA9GOA55jnmBggBogBYoAYIAaIAWKAGCAGiAFigBiIfgzwHPMcEwMjxYAm6Qpj2LsTYUx7T25se368e3dnv2kMvMbCZ0vfwDj57Lj5Xmvf1mNtW33Z0hPG1m/d2G1b1neFMfeb13WaxuBvWNNuGpMfxua/7Ndfbgtj9l/R2P0X22zdyrYw7n9tbjKuMNb/+W2msf+rhuQBaMIu5QhsWtvhz9EZJgFTDkGPb2dfTyLkFijHQLkGU53vwPkRQAABBBBAAAEEEEBgKgRedc4mv+VgXwa+3v72irh2zUB7WUEAAQQQQAABBBBAAAEEEEAAge0FuI8AAggggAACCCCAAAIIIIAAAtEXoIcIIIBAtAVGGMOkMU4a61TWHWdCrrJ+emgcAggggAACCFSagBJh0+mMpVJpSyZS1tebDIm+Xe191rGt19pzSbvbBpJ2u0xJu5vWdtrGNe22YXVHtqzSenuYpCs7oVaXbdnQZVv9cds2dYdEXE2qpdLu61XdHa19puTcTn+ubhVNqNXZ78/fb71dCVPicV93Ikyc1e/b1d+XsoQvYdnv13Ml6ZfZkrZkvy+JtCV8X9SflF+m/H0l/Q4tyaTfL1/8MjzmDeRASYd4wAEHYoAYIAaIAWKAGCAGiAFigBggBoiBSMUAf/fz9z4xQAwQA8QAMUAMEAPEADFADBADxAAxEP0Y4DnmOSYGiAFigBggBogBYoAYIAaIAWKAGJjKGEimbcRx6n57GK+upca2J1KW9CU75t0fozHwofjt/SlLDClh7HxuDL3G1IdJv7oTYay9xtxroqz8pF4ak6+x+Rqjr7H6GrOvsfsaw6/SurnHNLZfY/w11n/zK12msf+afGvD6nbbEHICOmzD6o6QK6CcAeUOaD9NAKacgtbN3SHHQHUr56CnKxFyEJLql7dXboJyFCY0r4LKEUAAAQQQQAABBBBAoJwEDhramNe85jW2cOHCoZtYRwABBIoT4CgEEEAAAQQQQAABBBBAAAEEEIi+AD1EAAEEEEAAAQQQQAABBBBAAIHoC0xRDzWGSWOZtjv9sLFO2z1WFneZkKssngYagQACCCCAAAJREFCiayqVySbz9qVMybBKjN26oSsk0b7yUputfbHV1qxstdXPbbPVz2+ztS+02jq/ff2qtrDPpnWdtmV9Z5h4q3VTt7Vt7bGOtl7r6ugzJfeGSbV6kqbkXyUGh0TbZMaGJto6ZxaLO19iFvfLeJVfDin5x2Ix7ZMtzq+H4vcPy/x9v4z5CrXvsO1+m3POnKM4h4FzGDiHgXOTb+Ac53QOA+cwcA4D5zBwDgPnMHAOA+cwcA4D5zBwDgPnMHAOA+cwcK7yDZyjD85h4BwGzmHgHAbOYeAcBs5h4BwGzmHgHAbOYeAcBs5h4BwGzlW+gXP0wTkMnMPAOQycw8A5DJzDwDkMnMPAOQycG4NBzO+TKxrzHtMxscFtYQz8kDHy2bH0zsK+8Zjp/vbj7TUGP6bHVI+zcFOugMbsp5IZ0xh+jeXXmH5N6KUx/hrrrzH/GvuvHADlAoSJutZ3mnIENCmXcgaUO6AcAuUSKKdA68oxUK7BhjUdptwD5SAoFyHRlwrnSqcypvOHhvANAQQQqGABmo4AAggggAACYxL4q6F7vfGNbxx6l3UEEEAAAQQQQKDsBWggAggggAACCCCAAAIIIIAAAghEX4AeIoAAAggggAACCCCAwPQUGGEs07CxTuWowoRc5fis0KZKEaCdCCCAAAIIDBPIZMzSqXRIeu3v225CrjUdtu7FNlu70pcXtoXJuJREu3Zla9i+/uV2UwLtprUdtvmVrpBI27q5x9q39lpna591d/Sbkmp7uxLW15Mw1a8kXiXzppJpf96M6fxqUMw5U4JwPO4sHo9lS5VfV9H9qpjFwmPOtF8o/r62hfVYfruFx52/75xj8i0MiAFigBggBogBYmC6xgD9JvaJAWKAGCAGiAFigBggBogBYoAYIAaIgejHAM8xzzExQAwQA8QAMUAMEAPEADFADBADxAAxEP0Y4DnmOSYGiAFiYDrEQGz4WPiB8fHbjZfXWHuNnw+TcYUx9s7iQ8bbh8dVlzczf9NY/XQqYxq7rzH8GsuvMf0a268x/hrrrzH/GvuvHADlAmhyLeUGKEdAuQLKGcjmFLQO5BOseWGbrVvZZpqQa+PqDtu2sds6WvtMk3zpHKlE2lL+vDq/bwZfCCCAAAIIIIAAAjsXYA8EKl1gv6EdeO1rXzv0LusIIIAAAggggAACCCCAAAJZAb4jgAACCCCAAAIIIIAAAggggED0BeghAggggAACCJSZwAhjmYaNdSqz5obmMCFXYOAbAggggAAC5SxA2ypFIJPJhImxQoJtX9KUWNve2mtbN3bbxtXtIUl23YuttuaF1pBAu+b5baYJuV55qdVe0YRcqzts09pO2/xKpz+my1o3d1vb1h7r8HV0tfdZT2d/SKzt60laojdpyb6UpZIpf860ZdIZM39+57Gcf4UXizsLCcFVzmK+xKti/r6KMyUHq8T8PirOL13MWUHF+f0pJOUTA8QAMUAMEAPEADFADBADxAAxUMIY4O8s5zBwDgPnMHAOA+cwcA4D5zBwDgPnMHAOA+cwcA4D5zBwDgPnomBAH5zDwDkMnMPAOQycw8A5DJzDwDkMnMPAOQycw8A5DJzDwDkMnIuCAX1wbhINCh0HH3emMfQqGlMfypDx9jGt+320Xfv4rpgzf8tkTGP206l0GMOvsfwa06+x/Zo8S2P9NeZfY/+VA6BcgK0bu0JugHIENqzuCDkDyh1QDoFyCUJ5odXWvthq615qs41r2kMeQce23pCLkOhLWTKfL+DP71vBFwIIIIAAAggggAACCERfYLehXdxrr72G3mW9rARoDAIIIIAAAggggAACCCCAAAIIRF+AHiKAAAIIIIAAAggggAACCCCAQPQF6CECCIxVYISxTMPGOo21nsncLzaZJ+NcCCCAAAIIIIBAlASUUKvJt/r7UmGirO72/jB5VtuWHtMkXFvWd9nmdV22aW2HbVzTYRt80XLTuk7b8oov/vFtG7utdXOvKWm2q63Xujr6racr4etLmpJz+3uTluhPWSKRMp0rlUxbKpUJJZ3OWNqvp9NhLi4bzLF15txgifn1WMyZinOD251z5nf0X24HxfxxQ4vz932JZ4sSjUNR4jHF8pOgVeyS55DnkBggBogBYoAYIAaIAWKAGCAGiAFigBiIfgzwHPMcEwPEADFADBADxAAxQAwQA8QAMUAMEAPRjwGeY55jYoAYIAaIAWKAGCAGiAFigBiIagzEnWn8eswvQ8mNk4/FBse8Z4fJu1HHyPsH/Nfwx2P5evzBzg0+ZuZMN43VV9HY/ewY/uyY/jC2P5kOY/015l9j/5UDoFyA3u5kyA1QjoByBZQzoNwB5RCEXINXOm3zus5h+QaavGuz367HlZOg3ISO1j5TroIm/lLugvIKlMugdlGmuQDdRwABBBBAAAEEEIiiwJKhnVq2bNnQu6wjgAACCExHAfqMAAIIIIAAAggggAACCCCAAALRF6CHCCCAAAIIIIAAAggggAACCFSAwAhjmYaNdSrHLsTKqVG0BQEEEEAAAQQQqCQBJc8qUbazrc9aN3WbEl83rOqwdS+22urnttmq57baupWttn5Vu21c22Fb1nda6+Ye69jaa13t/dbblbC+3qQl+1O5CbZ87zMZc86GTHoVy67HnLl8ceb3Cd+04tcte/ObMmEtEybn0vpA8Su+avOLYSXsPsI3X1Wo1zXlS08AABAASURBVPkV55xf98WfPyQax11IYo5XxSyU6phVDStxf59SVY0BBsQAMUAMjBYDbCc2iAFigBggBogBYoAYIAaIAWKAGCAGiIHoxwDPMc8xMUAMEAPEADFADBADxAAxQAwQA8QAMRD9GOA55jkmBogBYoAYIAaIgcmJgcHx6vHq3Bh2jWWPO4upxJw5FeeXoZj5hTkb/bb9uPow1t5v9F+D4+11x98Li1xlqtf0zRfnXHZV5/YljLXXMh6zgXY53wZfuSbyUv6BcgeUQ6BcAuUUtG/rtW2bekKuwaa1HbZ+VZutXdkachFWP7fN1q1ssw2r20OugnIWlLugHAbV5WvmCwEEEEAAgUkR4CQIIIAAApMqMG/o2ebPnz/0LusIIIAAAggggAACCEyYABUjgAACCCCAAAIIIIAAAggggED0BeghAggggAACCCCAAALjERhhLNOwsU7jqXuijmVCromSpV4EEChnAdqGAAIIjFsgo6TYVNr6ehLW1dYXkmDDhFyr223di222+rmtvmwLybDrX27PTsi1oStM3KWk2c72PuvRhFw9SUtoQq5k2jLpkKprzrlsAq4ScUNCrr+vpS/OufC4X/ilhWLb3bK1+O++jWZ+OVLRY7mivqhk9zVzlr1p6Zwz/2XOnzskCMddmIwrpgRmleqYVQ2UuF/3pSZm1RQMiAFigBggBogBYoAYIAamPgZ4DngOiAFigBggBogBYoAYIAaIAWKAGCAGiIHoxwDPMc8xMUAMEAPEADFADBADxAAxQAwQA8QAMRD9GOA55jkmBqZxDFT5vldVx7Pj1HPj1vOTcoUx7XFnA5NfxVx27LvzS8veXHbhv2dMY+ZV/IoNlJHG2mubxtr7pUbj+4OHffnqc+cxv3ShhLH2/vz5tsSUC+Db5pwz3ZQrkEqmQ+6AJtRSLoFyCtq39lrr5m7bsr7LNq7ptFdebrd1K1tDLoJyEta92GobVrWHCbm2beoJuQvKYUin0r4LI7VOZ6MggAACCCCAAAIIIFCRAjQ6KzAju8h+nzVrVnaF7wgggAACCCCAAAIIIIAAAghEQ4BeIIAAAggggAACCCCAAAIIIIBA9AXoIQIIIIBARAVGGMs0bKxTOXabCbnK8VmhTQgggAACCCBQ1gIhCde3MJVKm5JhO9v6QhLs5nWdtkETcuUTYJ/damtfbLVXVrXZprWdtnV9V9hPE3J1tfeHCbn6e5MhqTadTJuSbH21ppxbJeTG4y5MfuVizrLFcsvcfef8BjPzi1Bs8KbU2lD8N+UCv6r4Xf1DpuJXw5f2sfyWXJ3hFP6bb4KpTaHEY75dvlQ5i2tSLpWQ5BwzJTxXh0TnuA0mPrOOBTFADBADxAAxQAwQA8QAMUAMEAPEQJRjgL4R38QAMUAMEAPEADFADBADxAAxQAwQA8RA9GOA55jnmBggBogBYoAYIAaIAWKAGCAGiAFigBiYihgIY9PDpFwxi1fHLa6x66G4MKY9Fo8NjnN3Zs45X8zMmYViumUsO1Ze69kR8xpHH4r/pseyxT+Wv+939av++5CvfJ1+6ZwzFxtabOB+PJcHoLH3zlm4KVdAOQOJ/pQph0ATcimnoGNbr7Vu6s5OyLW2w9a/3G5rV7baqme3hkm51r7YZhtWd9jmddlcBOUuKIdBuQyqOJ/boHUKAggggAACCCCAAAIIREKgdmgv6urqht5lHQEESiJAJQgggAACCCCAAAIIIIAAAgggEH0BeogAAggggAACCCCAAAIIIIAAAtEXoIeTLTDCWKZhY50muz1jOV9sLDuxDwIIIIAAAggggIBZOp0Jk2f19Satp7PfOlv7rG1rj23b2GWbX+kMk25p4q1N6/y6L5vXd9m2Td3WvrXXlPja7Y/p7U6GBNpkf8pSyXQo6VTGfNX5qbA8tTPnfMkl6Ma07ouWMf/qLRZzFkrcWVVVzJTYXF0Tt+rauNXUVVltfZXV1VdbXUO11TdWW0NTjTXMqLHGmbXWNKvWZjTX2YyWOpupMrveZs2pt+a5Kg1+6cu8emuZ1zC8zM/dH7ZstBZ/f3auZNe1TcXv77drGwULYmASYoCft/D7iFgj1ogBYoAYIAaIAWKAGCAGiAFigBggBiIdA/z9z9//xAAxQAwQA8QAMUAMEAPEADFADBADxED0Y4DnmOeYGCAGiAFigBggBogBYoAY2C4GGm32/Oz49NneRiV8Jjgvuy2Me/fbhy2HjIVvnlefHSM/t8Evs2PnZ86uD2PpNaZ+RnNtGGPfOLM2jLnX2HuNwddYfI3Jr62vCmP0q2vjVl0TD2P3NYY/FnfZMf1hbL9ZzLmQAxCWMb+u4reZOdNNk3spZ0C5A/k8AuUUKDdBOQbKNVDOQbvyEzb1hAm6lJeweV2nbVrXYZvWdoScBeUuKIdBuQzKadDxmuRLuQ46DwUBBCpEgGYigAACCCCAAAKjC2T/iMg97tywu7mtLBBAAAEEEECgIgRoJAIIIIAAAggggAACCCCAAAIIRF+AHiKAAAIIIIAAAggggAAC00jAuVeNZXrVhnLjiJVbg2hPZQrQagQQQAABBCItkDHLZDJh8qzeroR1bO01Tba1cW2HbVzdYRtUVrWb7m/Z0GVtW3qsq73PtG9/b9KSibRllD0rJP/y0PlXYE4JtvmibXpsSPGnHLynx0Nxpom44nFn8epYSOitqauyuoYqq2+qscYZtTZjVq3NbKkLk2y1zGuw2Qsabc7CRpu3uMnm7zLDFuw60xYtm2VLdmu2XfZosV338mXv2bZsnzm2234qc/1ySNnfr+8/x5bvNzdb9vXrQ4s/Tscu23tOqGNXX5dKuK9tFMPCxwZxQBwQA8QAMRCZGOD/Nf5fIwaIAWKAGCAGiAFigBggBogBYoAYIAaiHwM8xzzHxAAxQAwQA8QAMUAMEAPEADFADBADxED0Y4DnmOeYGCAGiAFioFJiQGPTVYaOWV++z3Zj2jW+PTfefbf959huGgPv7+82rPjn3B+nujSGXmPpNaZeY+sXLJ1p85fMCGPuNfZeY/A1Fn/WnPowNl9j9DVWX2P2NXZfY/g1OZfG9Gtsv8b4O+fMf5k5G7gNywnwW/WQ9nH5PIKwzD3gF8pZUO6BJtnq6UqYJuhq3dJjW9d3hVyFDavaQ+6CchiUu6CcBuU2KG9Bk3zpeNv+pL5evhBAAAEEEEBg+grQcwQQQAABBBBAAAEEEEAAAQQQiL4APUQAAQQQQAABBBBAAAEEEEAAgegL0EMEEEAAAQQQQACB4gRixR3GUQgggAACCEyJACdFYPIFMmYZ/09fSlLt6U5Y+7Ze27K+0zau6bANa5TU2m7rV3WE+0p21YRcnW39piTY/t6UpRIpS2d8Rb71IYHWf4vFnQ0m3jrLJ95m97Lsbcgd53dw/pWbjolXxazKFyXxKpm3rqHaGhqrrXFmrTXNqrOZLfWDE3LNb7S5i5ps3uIZYUKuhUtn2qLls2xxbkKupXvOtmV7+6IkZJX8pFxKQlbZLzsR1256LBR/3y9DQvM+2aRkre+6j69D9eQmXNF9ymzDAANigBggBogBYoAYIAaIAWKgqBjgtbT/G4vYIXaIAWKAGCAGiAFigBggBogBYoAYIAYiHgP8/c/f/8QAMUAMEAPEADFADBADxAAxQAwQA8RA9GOA55jneNwxsCw3Pn3Z3tn3CzV2fWhZvu8cW75vdox7GPO+31wLE3FpLLyKv798P+2TG/vu61m6Z4tpQi6NqdfY+oW7zgxj7TXmfu7CJps9v9EGJ+SqD2P0G2fWhjH7GruvMfxVNXGLV8VC0Rh/jfV35mzgNiQXYGDVP+ycM+ec6ZhYPLvu75pu6XTGkomU9fcmraerP0zI1ba5x7Zs6Aq5CspZ2LC6PeQwKJdBOQ3KbVCOg3IdlPOQyX5TdRQEEEAAAQQQQAABBBBAYLIEOA8CCCCAAAIIIIAAAggggAACCERfgB4igAACCCCAAAIIIIAAAggggED0BeghAgggEDmBWOR6RIcQQAABBBBAAIESCuQTUrVMJdLW29Vv7Vt7bMsrXSGpVYmsIal1dXu4r2TXti29Ifm1pythfb1JS/rjMumBNFqL+VdgocQtrJu/P1KT80c4cxa+nPP7O4vHnVVVx6y6Jma1dVVWV19t9U011jizxpqaa21GS12YkKt5boPNXtBgcxY22rzFTbZglxmmZOFFy2bZkt2bbckeLbZ0rxbbde85tnwfX/bbLvlYCcj7zwkJyctzj2WTkeeaEpeX7ZtLSvbHLvN1ZBObZ9uyfXzR/Youvm+038LzigMOxAAxQAwQA8QAMUAMEAPEADFADBADkY0B/v7nb39igBggBogBYoAYIAaIAWKAGCAGiAFiIPoxwHPMc0wMEAPEADFADBADxAAxQAwQA8RARceAxqaHknseNXZdZd85YUx7mIxrvznDxrzvpjHwYSz8XNtNyzBh19wwZn7XvWbb0j1n25I9mm3J7rNMY+sXLp0ZxtprzP2chY02e36DaSz+rDn1YWx+U3NtGKuvMfsau19TVxXG8mtMvybVisWcOefMwpf/ZqZpsfz3Eb5iZjGVeG7p1/N7KedAuQfKQVAuQmdbn7Vt6bEt67O5C0PzFpTHoJwG5TYox0G5DhmdNaNz+2/5SqfNko4igAACCCCAAAIIIIAAAggggED0BeghAggggAACCCCAAAIIIIAAAghEX4AeIoAAAggggAACCCCAAAIIIIBA9AUmr4dDUjYm76ScCQEEEEAAAQQQqASBdDoTJtPq60laT0fCOtp6Q0Lr1o3dtvmVTtu0rjMkt27b1B22d7T2WXdHv/X2JCzRn7JUMm3pVMZUTyaX06o8W1OmrS/OOXMxZzHnS8xZPB6zquq4VdfGLUy01VBtDbmJtmY019nMMNFWQ0jubZnXYC3zG232Al8WNtqchU02Z4Evfjk3XxY1Wlhf1GRzB8oMm7u4yeYtnmHzljT5db/U/SVa5kuTzfePzR/Y1mTz/D7huIF6mmyuP+9cfw4lHWtdy9AOf/7sutpFwYIYIAaIgR3GgP9dyuPECDFADBADxAAxQAwQA8QAMUAMEAPEADEQ8Rjg73//HjbPMT/nxAAxQAwQA8QAMUAMEAPEADFADBADEY8B/v7n739igBggBogBYoAYIAYmKAayY+T1ejo/Zl1j2LWeHyM/T2PcFzeFMe8a9z5v8QzTWPj5+W0aFz+kzF3S5PedYfMWzQjj6TVOPl/X4DI3Fj+MjfdtyI3Vn+2f5zCGf36jaUx/fuKumS11NiM3cZdyAOoaqi1M3FUbDzkCyhWIxVzIHVAOgXPOzLIlrJqZcg6Ue6AcBE2wpZwE5SYoR0G5CpqcS7kLmqBLuQzKadi2MZfL0NYbch6U+6BJvVSPr5IvBBBAAIFSC1AfAggggAACCCCAAAIIIIAAAghEX4AeIoAAAggggAACCCCAAAIIIIBA9AXoIQIIIIAAAggggADF7RgIAAAQAElEQVQCCEwLgdi06CWdRACBUQV4AAEEEEBgdIF0Mm29XQlr39Zrm9d32sY1HbZxbadtWtvhS6dt8dvat/aESbj6+1LZCbjSGTP/5ZyzbKKsmXN+3XI3/1jYwd/VqnPOYnFn8apYmIirrqHKGmfU2IyWOlOCria4mr/LTFu0fJbtskeLLd2zxXbde7Yt22eOLdt3ju2612y/bXZ4bMnuzbbY77dw2SxbsOtMm++Pm7dkhs1dNMNUz+z5TdYyvyFM6DVztib4qjdN9NU0q86fs9Ya/HlV6ptqrL5xhNJQbXWNuaL1IaVW6/X+sfoqqwtF65S6YIIDDsQAMUAMEAPEADEw9THAc8BzQAwQA8QAMUAMEAPEADFADBADxAAxQAxEPwZ4jnmOiQFigBggBogBYoAYIAaIAWKAGCAGiIHoxwDPMc8xMUAMTL8YGByfHsasa9z60JIb317vt9VvPwZe4+J90QRZGiffOLPWmmbVhjH0YTz9nHprnltvLfMaTZNsacz93MUzTGPwNRZfY/IXLpsVxuhrrH52PP9sW7aXL/vOCWP6NbZ/lz1nmx5b5Pedv8sMm7Ow0Zrn1dvMlrowRr+uvirkCihnIBZ3Ib9AuQQWbn7Nf2nV+W/OOf+4mYtp6ULqgSbXSiXTppwFTc6lHAblMmxa22kb13b40mmb1nRk8xu29YYcCOVCGDcEEEAAAQQQQACBihWg4QgggAACCCCAAAIIIIAAAgggEH0BeogAAggggAACCCCAAAIIIIAAAtEXoIcIIIAAAgggMLUCsak9PWdHAAEEEEAAgWkiUJHdTKUy1tudCBNybVnfFRJV85NyKXFV29q29GYn5OpNWiqVtowm5PK9jflXWbGYMxXnzJQV68xpri7LZMwXfQubLRaPWbw6ZtU1caurr7aGmTWmCbmU3KtkXCXlLl42y0IS754ttlQJvJqQyxcl8Oq+EniX7N5ii5c3mxJ5Fy6daQt2mWnzl8y0eYuaTMnBShJumddgqnfW7GyC74zm2pBU3OjP2TijxkKycVNtmJCrLpecPGzZUG11uVKvx3Pr2qYE58FSZbUNFAyIAWKAGCAGiAFigBggBogBYoAYmGYxwN+C/C1MDBADxAAxQAwQA8QAMUAMEAPEADFADEQ/BniOeY6JAWKAGCAGiAFigBggBogBYoAYIAaIgejHQBk9x9W+LdmiMev5sv1Y9mFj3jXO3Zf6xhpraKq1MBnXjBrTmPmmWXU2o7nOZrbUm8bUN89psJb5DTZ7QXbMvcbez188M4zF15h8jc3XGH2N1deY/aV7zTaN4V+2z5zshFz+/tI9W2zJ7s1hLP/8XWaGsfvNcxvCeRr9edVm5QooZ0C5AyG/QOkEmYz5r5Bj4MyZ+Qf8lykHIVss3JSjoFyF/t5kyF1QDoNyGZTToEm5NBnXxrWdpm0dmpCrO2GplD9BOJpvCCCAAAIIIIAAAggggAACCIwqwAMIIIAAAggggAACCCCAAAIIIBB9AXqIAAIIIIAAAggggAACCCCAAALRF6CHCCAwikBslO1sRgABBBBAAAEEpr1AKpW2nu6EKSlVyakDCatrO2zTuo6QsNq2tce6Ovqtvy9pqWTa0uksm3POYnFnzuWK5W8uu5LLb3XOhf3iVTGrro2Hya4aZ9TazOY6a57XEJJxNbHWouWzbMkeLbZ0z9khgXfXfALv3nP8thZTcm9I4t2tOTsh164zbf4uM2ze4hk2V2Vhk81e0Ggt8xpNScOz5tTbzJY6m+HP0zir1hr9ORtUmmqsPl8a/fpAqTYlLQ8tSgwOpb46TCSmycQoWEx9DPAc8BwQA8QAMUAMEAPEADFADBADxAAxQAwQA9GPAZ5jnmNigBggBogBYoAYIAaIAWKAGCAGiAFiIPoxwHPMc0wMEAPEADFADBADxAAxQAwQA6PEQIPf7svQse2D60PGwOfGxTf4pcbKa8y8xs5rDL3G0mtMvSbO0hj72fMbbe7CpjD2ft6SGWEs/sJdZ4ax+Yt3azaN1deY/aV7ttiue88Jk3FpUq5d954dxvMv2aPZFi2fFY6b4+tp1oRcLXWm82rMvXIFlDOQzzEw3XI5BWbOdNN355w550KOgXPOdFOOgnIVlLOg3AXlMCi/QTkNynHQZFxaalv7wIRcucQGVUBBoKwFaBwCCCCAAAIIIIAAAggggAACCERfgB4igAACCCCAAAIIIIAAAggggED0BeghAggggAACCCCAAAIIIIAAAuUnECu/JlV4i2g+AggggAACCFSsQCZjlk5lLJlIW6IvZb3dSetq67e2LT22dUNXmIBr26bucL9jW591tfdZb1ci7JtOZiwTclZ9JRJwFhJhnXN+qXVfYs7iVc6qa+JWU1dldY3V1jCzxpTQ2zyn3lrmNdjsBSqNNmdRo81d1GRzF+fLjHB/jrYt9Nt8mbOg0WbP9/trki1/rOqYNbs+N9FWfai3SZNt+XM0zKgxJRIr0Vjnra2vDm2oqa2ympqq0Kaq6rhV+bZVVcesqsqX3DLu1+NVcd/2WK44v8yVeG7p+xWnDLpggQUxQAwQA9GPAZ5jnmNigBggBogBYoAYIAaIAWKAGCAGiAFiIPoxwHPMc0wMEAPEADFADBADxAAxQAwQA8QAMUAMRD8GeI55jokBYoAYIAaIgcqLgVeNYc+Pc8+OeR86Fj6MjQ9j5ONhzLzGzocx9HVVpjH1GluvMfZhvP2MGmucWWMag68x/jOas2PzNUZfY/Wb5zXY7HmNpjH8Gss/d2GjaRKvMMZ/0Qybq7H+ofjtfjnHP67SMr8h5AqojhnNdSGHQOdVTkG1b5vG4buYG8w7CDkIzsx/WbhlcxWUsxDyHLoSIZdBOQ3KdVCOgybj2rKhK+Q6dLb3W193MuQ5KDdCORLKlQhV8Q0BBBBAAIHpKkC/EUAAAQQQQAABBBBAAAEEEEAg+gL0EAEEEEAAAQQQQAABBBBAAAEEoi9ADxFAAAEEEEAAAQQQKEAgVsC+7IoAAgggUEYCNAUBBEovkElnLNGfsr6ehHV19Ftna6+1b+211s09tnVjt7Vu6rYOv62nMxGSU5WYmvbHhCm4nJkLr6z8imVvGWWt6q5z5mIuJCrX1lVZfVONzWipC0m1SrpdsOtMW7J7s+2yZ4tf+rJbsy1a3mwLls60eYubrGV+o82ak51gSwm+Or62ocqUgKtSXRu36pqYVWlCreqYxVWqnMXiMV/8MhYL53fOzDlnzgZvaqLamfYr6n++T+pXfj1s9/0M24YuUxl71bahj7OODzFADBADxAAxQAwQA8QAMTDuGOA1N393EAPEADFADBADxAAxQAwQA8QAMUAMEAPRjwGeY55jYoAYIAaIAWKAGCAGiAFigBggBogBYiD6McBzzHNMDJQ4BkYZyz4w9n3o4349bNeY+VAGx9NrbL1zzvyXuZizWCw3Bj8eM02UpbH5VdWxMFZfY/Y1dl9j+JUXUNtQbfVN1dY4s9ZmNNeGMf+zFzTa3MUzbOHSmbZ4ebMt3q3ZdtmjJZcr0GzKHVAOQcu8BlNOQcgNqKsK53L+/NmGmGmMvw3cnG+bv+P8dr8IseT7pMm5lNugvAflOmzb2G1tm3tCDoTyHro7+kNuRCKRMvXfH8oXAggggAACCCCAAAIITLAA1SOAAAIIIIAAAggggAACCCCAQPQF6CECCCCAAAIIIIAAAggggAACCERfgB4igAACCERDIBaNbtALBBBAAAEEEEBg/AJKTE0mUtbbnTQln3Zs67P2rT3WurnblJzauqnHOlv7rKcrESbuSiUzlkn782bMnHO5Ytmb35ZdMb9dxVlVVcyUfNugCbmaa615boMpmXahJuTao8WWakKuPZpt8e6+LJ9l2q5k3NkLGkJy7ozmupCsq6Td2voqUxJvdZiMK27VmoyrJmZxJfv688RDcTY4KZczF/PFmYUGmVkmtNH3wa8owVb9V8mkMkMnDTBNzKVtryrpjOk4Cg7EADFADBADxAAxQAwQA8QAMUAMEAPEQMXHAH/j8z4HMUAMEAPEADFADBADxAAxQAwQA8QAMRD9GOA55jkmBogBYoAYIAaIAWKAGCAGiAFigBiIVgyk/Gf12xWNfdeY+HzRGPiBdT3/GQ2i98dpYf7mXBher7H2sZizWFwlZmEyrqqYKQcgjNGviZnG7FfXxK2m1pe6KqurrzJNqJWdkKsujPmfPb/R5i2eESbeWrR8li3ZrdmW7NGcyxVoyeYILGoKuQSaxEu5BTW+Lp3HORfaYvlbro1+s9+ux5yZ36YcBuUyJPpTIbeho7XPlOuwdWO3ch9CDoS2dWlCru6kJf1+MshXyxIBBBBAAAEEEEAAAQQQQAABBCpegA4ggAACCCCAAAIIIIAAAggggED0BeghAggggAACCCCAAAIIIIAAAghEX4AeTrBAbILrp3oEEEAAAQQQQKBiBHTx8ER/2vp6ktbV3mcdrb3WttWXzT3ZCbk2d4dtYUKuvpSlUukwcVXIyXW+m/niVzMh09Wv+GVIgPWvuuJVMdMkWg1N1Tajpc5a5jXY3MVNtnDpTFuye7Ptsuds22WPFlu8W7MtWj7LFvjt8/zjSsqdNafempprrXFmjdU3VltdQ7XV1MVDMm91bcyqa+IhwbeqOmY6TyjxWEgIdjFnoThnpmKDN7VdCbnZkg4J1kq2DYnIqUyYjCvcT6dDX7PrfnuaggUxQAyUOgaoj5giBogBYoAYIAaIAWKAGCAGiAFigBggBqIfAzzHPMfEADFADBADxAAxQAwQA8QAMUAMEAPEQPRjgOeY55gYIAaIAWKAGCAGiAFiYKpiIDfmPT8OXst0JoyRz6TTfmnZkhkcTx/WnDPnfMmNu4/FncXjMQtj8qtipjH6g5NxxcIY/tq6eBjTr7H9GuPf1Fxns+Y02OwFjTZvcVPIEVi8fFbIDdhl95aQK6CcAeUOKIdAuQTKKWhoqrbauqpwLhcz3w7zN9/A8OW/+Xvm/Ldc0fh/xZdyGRJ9qdyEXL22bXN3Luehx9q39lpna691d/RZb0/Skv1p3+9cXb4qvhBAAIHSCFALAggggAACCCCAAAIIIIAAAghEX4AeIoAAAggggAACCCCAAAIIIIBA9AXoIQIIIIAAAggggAACCCAQXYFYdLtGzxAoUIDdEUAAAQSmtYASU5WU2t+btK6Ofmvf1mttW5SM6otfDwmp7f3W1500Ja6mUhnTMTYkL9U5F3Jd9c05Z7G4CxNl1dZXW0NTjTXNqrWZs+vCRFxzFjTZ3EWNvjTZnEW+LPRlQWN4rHluvc1sqbcZzXXWOKPW6v2xqqOmrsrXV2VV1XGLVzlff2yguJD8axYLS2fOL835pTMtssW2u/m2qw++J74v/nu4r+VIxfw+lOAVnLDAghggBogBYoAYqNgY4P9yXtcRA8QAMUAMEAPEADFADBADxAAxQAwQA9GPAZ5jnmNigBggBogBEaSwmAAAEABJREFUYoAYIAaIAWKAGCAGiAFiIPoxwHPMc0wMEAPEADEwYgyMNBZe2zTmzy/NF3+cXwwbXO/8Pee/5YsG4GtMvkp2jL5ZWI8PjuHXmH5N1FVTU2Ua61/bUG31jTXWOLPWlAswc3a9KTegZX6DzVnQaHOUM7CoKeQQzF3k7y9oMk3MNXN2nTXOqg05B7X1VVZdE7dY3PkmOH/S8JVdt9zNt1/j95TToNwG5Th0t/eHSbg6tvVa+5Yea9vcY5qYq7uj3/p6k5ZKpUO85GpggQACCCCAAAIIVI4ALUUAAQQQQAABBBBAAAEEEEAAgegL0EMEEEAAAQQQQAABBBBAAAEEEIi+AD1EAAEEEEAAAQSmQCA2BefklAgggAACCExrATpfXgJKRM34byqpZNp6uhOmJNStG7pty4Yua9vaa13t/dbbk7REf8q0j/Z1zkxzXpnz/VHxi/DlH1DCrRJglQirhNoZLbWmJNq5i5ts/i4zbMGuM23Rspm20C/nLmyy5jn11jSzxuoaq02JuNkJt2Lm/Amcc9udIhMSYTNps0zar+dL6IO2+RLWc1m2+YWWoYH+m19XArEWfu/w5bfyhQACCCCAAAIIIIAAAgggUEIBqkIAAQQQQAABBBBAAAEEEEAAgegL0EMEEEAAAQQQQAABBBBAAAEEEIi+AD2MmEAYRJ/RcPrsOPpwP7fq1zO+hAf9ivIGQtHYfb9d6+l0xlQ0lj+d3x4OsOy4f+eXygGIOYvHY1ZVEw85AnUN1SFnQLkDyiFQLoFyCpRboByDeYubQs7BjJY6q2+syU7K5etQboL5+ix/8/WbL/4h02a1STkOynVQzkNXR3/Igdiyscu2buy2jtZe6+1ODORBaH/ftXxtLBFAAAEEEEAAAQQQQAABBHICLBBAAAEEEEAAAQQQQAABBBBAIPoC9BABBBBAAAEEEEAAAQQQQAABBKIvQA8RQACBoQKxoXdYRwABBBBAAAEEpp9AxpRQqsTSZCJtvV2JkHS6TQmoG7qtfUuPdXX0Wd/QCbnSGXMeKjthloX1XA6tKalV2+MxF5Jn65uqbWZzvc2e32jzFs2w+Utm2sKlM23R8lm2YOksm7Ow0WbNqbfGmbVW11BltXVVIXk2Hnem5FkXM1+ns3DL2EBblcA7YvGd8V+5/bL7D7vjH/Q99s31lfnv+gp18y2KAvQJAQQQQAABBBBAAAEEEEAAAQSiL0APEUAAAQQQQAABBBBAAAEEEEAg+gL0EAEEEEAAAQQQQAABBBBAoJQCGkpv+VH1/k5meNnurinXYPux+/lJucJj/nBfXWihc86UA6BcgHiVC7kByhGoa6wKOQPKHVAOgXIJsjkFM23+khk2d1FTyDmY0Vxn9Y3VVlUdM+UUOOfMf1mo35/H+bPovos5c35d7cpPyKWch672Pmvb2mNbN3SbciI6chNyKVdioK2hMn8wX+UmQHsQQAABBBBAAAEEEEAAAQQQQCD6AvQQAQQQQAABBBBAAAEEEEAAAQSiL0APEUAAAQQQQAABBBBAAAEEEECgTARiE9cOakYAAQQQQAABBMpbYDBRNmOZtFkymbbe7oR1tvbZ1o3dtnVDV0hG7Wrvt76ehCkJNZXy+2Z8v5wz57LF3xv4cs6Zkmdj8ZhV18RCMuyMlrqQHDt3cVNIll2gCbmWzQoTc81d2GTNuQm56huqrUYTclXHLe6PD/X4+szZ4E3n9iWbDKu2DC9p36nwWHrodjO/eaCE/FlfR1gO1swaAggggAACRQpwGAIIIIAAAggggAACCCCAAAIIRF+AHiKAAAIIIIAAAggggAACCCCAQPQF6CECCCCAAAIIIDCNBPLj6f1y6Fj77HpuLH5uTP7AGH3/YBirP2zpzXwd/nv2y5nFnAs5BcoJqK6OhxwB5Qo0zqwNuQPKIVg4JKcgTMi1uMla5jeYcg80IVd1TdzXEfPFmXPOht6cc9ltfumbYspxUK6Dch6U+9AeJuTqCjkRHa191tOVCLkSypnItj+bXzC0TtYRQAABBKaTAH1FAAEEEEAAAQQQQAABBBBAAIHoC9BDBBBAAAEEEEAAAQQQQAABBBCIvgA9RAABBBBAAAEEEEAAgZ0JxHa2A48jgAACZS9AAxFAAIFiBTIZS6cyluxPW39fMkzG1d2ZsM72PuvY1msdrb3W3aHJuJKW8PukUmlL55JqdUrnzFTML1W0XlUds5rauNU1VpsSZme01Fvz3HqbvaDR5izIJsk2z22wmbPrbUZzrTXMqLFaTcRVE7d4lS+aiCvuzMWcmSq14TffZBuaBJu9n02I1XqYZGtoQu/ww7mHAAIIIIAAAggggEDlCtByBBBAAAEEEEAAAQQQQAABBBCIvgA9RAABBBBAAAEEEEAAAQQQQACB6AvQQwQQQKCSBDQ23xeN1R+5ZEzbX9Ul50w5AbG4s3g8ZsoVqKmJh9wB5RAol0A5BcotaJnfGHINlHOg+zNa6kIugnISauriVlUV83WZhfQC5xe5Yv6m3ALlOCjXQTkPfT3JkAOhXIj2bb3W2dZnPZ0J6+tOhJwJ5U4oh2LkRvsK+UIAAQQQQAABBBBAoFQC1IMAAggggAACCCCAAAIIIIAAAtEXoIcIIIAAAggggAACCCCAAAIIIBB9AXqIAAIIIIBABQvEKrjtNB0BBBBAAAEEEBiXgBJPE/0p6+1JWFd7v3W19fllX0hA7e7st96QdJqyVDJtSlQd7WTOP6ASr4pZTV1VSH6dNafeWuY12Oz5vmgyroWN1uLXZzTXWV1DtWniLiXYOudCXmzG1+FP4r8yA8WvhPm1st+yk27579qTggACCCCAAAIIIIAAAggggAACEyRAtQgggAACCCCAAAIIIIAAAgggEH0BeogAAggggAACCCCAAAIIIIAAAtEXmLweKgcgd7ZMbsR/RtsGSz43wPndnHOmXALlFCi3QJNzKddgzsImm7Og0TQxl3IRZs2pt8YZtVZTX2XxqljIO3D++NG+lPOQTKatvy9lvV0J6+nsD7kRXe19YWIu5Uwod0I5FMqlGK0etiOAAAIIIIAAAggggAACCCBQSQK0FQEEEEAAAQQQQAABBBBAAAEEoi9ADxFAAAEEEEAAAQQQQAABBBBAIPoC9BCBiRCITUSl1IkAAggggAACCFSCgJJIlUza2520ro4+68hNyKX1ns6EaXuiL2XJRNoy6cyrujSwRVmtzlks7qy2vsoaZtbYrNn11jK/0WarLGg0JccqKVYTctU3akKuuLmYM+cse/OVZXzR5Fta5ovuKyVXybFaZnfmOwIIRFyA7iGAAAIIIIAAAggggAACCCCAQPQF6CECCCCAAAIIIIAAAggggAACCERfgB4igAACCCCAAAIIIIDAtBHI2MCY/4z59cGinADlB2gpDuUQKJegqjpudY3VphyD2fOUc9BomoxLOQjKRZg1uz7kJihHQbkKIfkgl3/gT6GqhhXlPCj3ob83FXIhujsT1t3RZ525Cbm03tedtGR/yrTvsIO5gwAC4xHgWAQQQAABBBBAAAEEEEAAAQQQiL4APUQAAQQQQAABBBBAAAEEEEAAgegL0EMEEEAAAQQQQAABBBBAAIGICcQi1h+6UxIBKkEAAQQQQGB6CCiJVMmkvd0J62rvt84wIVe/dXf40tlv2t7fl7RUMm0jzMc1BMmF3NZ4Vcxq6quscUatzZxTby3zG6xlQaMpKXbOwkbT/abmWqtrqLaq6pjFQiatMzOVjCkBV8Wv+K/B+yH51rghgAACCCCAAAKlFqA+BBBAAAEEEEAAAQQQQAABBBCIvgA9RAABBBBAAAEEEEAAAQQQQACB6AvQQwQQQAABBBAoFwGN/VdOQL6Y3zCwHmbkcmbOhVwC5RTUN1RbU3NdyDWYu6Ap5B60zG8M95WT0Diz1mrqqixeFdNhZuaPt5FvynlQ7oNyIHq6E9bT0W9dKkNyJZQjkehPWVo7j1wNWxFAAAEEEECgbAVoGAIIIIAAAggggAACCCCAAAIIRF+AHiKAAAIIIIAAAggggAACCCCAQPQF6CECCCCAAAIIIIDAZAnEJutEnAcBBBBAAIFXCbABgSkWUA5pIpG2vp6kdXf2D07E1ZW0/t6kJfpSlvSPp1JpUyJsvrkZv5LRN790MWexuC9Vzqpr4hYSYmfVWvOcemue22CzZtfZjOY6UyJsfWON1dZVWZXfL+aPM+csf8vXp6VKyLXNP8gSAQQQQAABBBBAAAEEEKhkAdqOAAIIIIAAAggggAACCCCAAALRF6CHCCCAAAIIIIAAAggggAACCCAQfQF6iAAChQlksmkIIT/AH5lf+lVTLoFyCpRboBwD5Ro0zqoNuQez5tSFXITmufXW5LfVN1aHXIVYlQu5C065CJar2y8HvvwJlPugHAjlQvT1Jq23K2k9Q3IllDuhx/2uA4exggACCCCAAAIIIIAAAggME+AOAggggAACCCCAAAIIIIAAAghEX4AeIoAAAggggAACCCCAAAIIIIBA9AXoIQIIIICAMSEXQYAAAggggAAC01Ygk85YKpEOk2/1diasx5e+7qT19yUt0Z+yVDJtab/PyJNjZZQDayEJtioWElxr66usYUaNzWipMyW/alIuTcRV57fH/T7OOQsHZXLJr8piDev+m2W3+QVfEyBAlQgggAACCCCAAAIIIIAAAgggEH0BeogAAggggAACCCCAAAIIIIAAAtEXoIcIIIAAAggggAACCCCAAAIIVKKAUgfU7oxWMsodyJhWQ66Cc+acM+UcKPdAOQghH2Fuvc1orgs5CspVqK6JW1VVLOQw+N3N1+LLdl++buVAKBci2Z+yRF/SNAlXd2fCersS1t+bNE3IpX22O7Ks7tIYBBBAAAEEEEAAAQQQQAABBBCIvgA9RAABBBBAAAEEEEAAAQQQQACB6AvQQwQQQAABBBBAAAEEEEAAAQQQiL5AOfeQCbnK+dmhbQgggAACCCAwoQKakCuZSFl/b8p6uhLW3dlvvT2JcF9JpqlU2jKpjIWkV2chydWG3ZzF4s7i1TGrqYmbkl/DhFzNtdY8t8Fmzam3ppm1VttQbfGqmLmYmbPcLWO+XhW/4jeFZFq/5AsBBBBAoKIFaDwCCCCAAAIIIIAAAggggAACCERfgB4igAACCCCAAAIIIIAAAggggED0BeghAggggAACCCCAAAIlF8jnDCg/IaxnUwlCjoFyDZRzUFtfHXIQlIugnIQZLbXW0FQTchWUs6DchVhcWQkqg010zt/3X6HuVMaUC6GcCOVK9HYnrKez35QzofvJZMqUSzF4NGsIIIDAtBWg4wgggAACCCCAAAIIIIAAAgggEH0BeogAAggggAACCCCAAAIIIIAAAtEXoIcIIIAAAggggAACCCCAwIgCsRG3shEBBCpUgGYjgAACCBQioGTTbJJpMiSX9nQmrK87aYm+pGmirnQybel02rSf6lWOash29XdC7jBTsh4AABAASURBVKszczFnVVUxq66Nm5JfG5tqbEZznTXPrQ+lcVat314V9nHOmalYdiIuJbEqkVbFb+ILAQQQQAABBBBAAIExCrAbAggggAACCCCAAAIIIIAAAghEX4AeIoAAAggggAACCCCAAAIIIIBA9AXoIQIIIIDAdBNQ7kAo6cxAnoJyDJzL5iXUNlSZchCa59SHfATlJjTOqDHlKlTXxrN5CTFn5r9CToP5m1/3h/uVbJ6CciCUC5FIpKy/LxlyJDQZV8iX8PdTicEciXAQ3xBAAAEEEEAAAQQmWIDqEUAAAQQQQAABBBBAAAEEEEAg+gL0EAEEEEAAAQQQQAABBBBAAAEEoi9ADxFAAAEEEECg0gSYkKvSnjHaiwACCCCAQDkIRKQN6bRZKpkOSaa9XQlT6etJ+vspU5JpKpWxdEh0NeWrmm7Of8uXWMxZVXVsYDKu+sZqq2+qtoamGmuYUWP1jTVWW1dl1dVx08Rdlrsp8VUld5cFAggggAACCCCAAAIIIIAAAuUpQKsQQAABBBBAAAEEEEAAAQQQQCD6AvQQAQQQQAABBBBAAAEEEEAAAQSiL0APy1JAOQUq+cYp50C5B8pBqM/lJCg3QTkKylWora8OuQvKYVAug/MH5otfDTkPmuxLORDKhVBORKIvZX29yZAr0dudsH6/ntSEXGkdQUEAAQQQQAABBBBAAAEEEIiUAJ1BAAEEEEAAAQQQQAABBBBAAIHoC9BDBBBAAAEEEEAAAQQQQAABBBCIvgA9RACBkgnESlYTFSGAAAIIIIAAAhUmkMlkLJlMW0gy7Ulab0/C+vuSluxPhe3pVMYySjT1+4VE13y2qvMrviiJtao6HibdashNxFXXUB3uV9fELV4Vs1jcmXO+2Ha3UOF227iLAAKvEmADAggggAACCCCAAAIIIIAAAghEX4AeIoAAAggggAACCCCAAAIIIIBA9AXoIQIIIIAAAggggAACCCCAwHYCI+QUOOdCDoJyEZSTUFNXZcpR0ARd9Y01IVdBOQzKZTC/b7aYmTML1flvyoFQLkQymbFEIpWdkKsnYb09SUv0pyyVTFs643c0bgiUXoAaEUAAAQQQQAABBBBAAAEEEEAg+gL0EAEEEEAAAQQQQAABBBBAAAEEoi9ADxFAAAEEEEAAAQQQQAABBBCIgkAsCp2YwD5QNQIIIIAAAghEVECTcWXSmZBM2t+fsr7ehPX1JK2/N2VKOg1Jpum0pf0+Idc0Y+by/5xf90WTbSnJtba+ypTg2jCjOiS71tTFTdur8hNy5V9x+TpMlWlp3BBAAAEEEECgjARoCgIIIIAAAggggAACCCCAAAIIRF+AHiKAAAIIIIAAAggggAACCCCAQPQF6CECCCCAAAIIIFBZAsotyGRCmoEa7mJmylNQLkJVTTxMwKUJuRqaaqyhqdpq66tDroL2GZyPy4VMB83IpTwJ5UCoKCci0Z8OORK93Unr60lYoi9lyWTalEuhfY0bAggggAAClSlAqxFAAAEEEEAAAQQQQAABBBBAIPoC9BABBBBAAAEEEEAAAQQQQAABBKIvQA8RQAABBBBAAAEEEJhQgdiE1k7lCCCAAAJjFGA3BBCYTIF84qiWIcm0L2VKMFXp70uakk61PZ3KmPbJKMk130Bnlk1cdRaLOauuiVltfZU1NFabklyV7FpTV2VKfo1XOYvHYn5/Z9wQQAABBBBAAAEEEEAAATMMEEAAAQQQQAABBBBAAAEEEEAg+gL0EAEEEEAAAQQQQAABBBBAAAEEoi9ADxFAAIHSCQxLV3DOYrGYKRehujpuNXVxU45Cw4waq2+qCbkLVX57LOZCnoLf3cxZ7uZMuQ/KgVAuhHIiEv0p68/lS/T1JMO6tmsfHZRfap2CAAIIIIAAAggggAAC2wtwHwEEEEAAAQQQQAABBBBAAAEEoi9ADxFAAAEEEEAAAQQQQAABBBBAIPoC9BABBBBAYLoKxKZrx+k3AggggAACCExPgXzCqBJN0+mMKZk0mUibEk0TfUlL9qfDNj2W9jtl/D4hKzXHpVxVZ/6fM4vFnSmZVRNw1TVWm4om56qujVvcPxaLx8yFRNfswb667MpUfufcCCCAAAIIIIAAAggggAACCCAQfQF6iAACCCCAAAIIIIAAAggggAAC0ReghwgggAACCCCAAAIIIIAAAgggEB2B3Kxczplpsi3lIsSrYlZdE7eQr9BQbZqYq6a2yqqqY2Ef7WvKbbAhN19PJm2mXAjlRKSSGUv2pyzRlwqTcSl3IpVMmx7L5zfkcyyG1MIqAggggAACCCCAAAIIIIAAAghMpgDnQgABBBBAAAEEEEAAAQQQQACB6AvQQwQQQAABBBBAAAEEEEAAAQQQiL4APSw7gVjZtYgGIYAAAggggAACEySghFEVJY+qpFIZCyWZtlTCFy1TadMkXNrPMtmG5BZmzsyUteqXWijRNV4Vs5qauNXWV4dS7dfjYSKuoS+znGVvAzVl7/IdAQQQiLAAXUMAAQQQQAABBBBAAAEEEEAAgegL0EMEEEAAAQQQQAABBBBAAAEEEIi+AD1EAAEEEEAAAQQQQACByRDIWDbrIPtdZ3QxZ8pXUI5CbX2VqVTXxi1MyKWcBWemvIbwza+bZfw/y94y/l7G30+nLZXyRbkSAzkTGb8tEyblUl6F381UsgfyHQEEpqsA/UYAAQQQQAABBBAoP4HOzk774x//aP/5n/9p559/vh1//PG266672uLFi/2fgm7UMn/+/LDfgQceaCtWrLCrrrrKfvzjH9uqVasskUiUX0dpEQJFCvT29tpzzz1nd955p11yySV28skn2x577BHiv6amZtSfEf0M6Wfp7W9/u334wx+2m266yZ544gnTz1yRTeEwBCpGgIYigAACCCCAAAIIIIAAAggggED0BeghAgiUn8Bdd91l8Xh81PetnXP2zne+03p6esqv8bQIAQQmTECfTQ39rEuf7eozXn2Opc98nXOj/t7Q49pP++u4yy+/nM+EJ+yZmp4VJ5NJO+ecc0aNQeey8anxCBkGok/PIKmgXg+dKaKCmk1TEdipADsggAACCCAwsoASS9OWTR4dMiFXUgmmvqT9tmxSqd/R15D97lf8lxta/Iv+WCxmVVUxq67NJrfW1lX59bjFq2MWizn/B4O96pb9+2Bora/ahQ0IIIAAAggggAACYxdgTwQQQAABBBBAAAEEEEAAAQQQiL4APUQAAQQQQAABBBBAAAEEEEAAgegL0EMEEEAAAQSmqUDGBmfRGiRwzkJOQrwqHnIUNBmXiibnilfFzMWcjZiw4CvL+KJKlbug3AjlSKSSKUsm05ZSUc6ESjpjmbRpV/+NLwQQQAABBBBAYFIEOAkCCCCAwCgCukDVunXrwsRAmiSoqanJZsyYYa997WvttNNOs+uvv95++MMf2urVq+2VV14ZpZbs5k2bNoX9nn76afvWt75ll156qR133HG2bNky0yRFS5YssTPPPDNckK2trS17EN8RqACBDRs22K233monnniizZ492+rr623vvfe2k046ya6++mq7/fbbbeXKlSH+dzT5nH6G9LP00EMP2de+9rVwIbmDDz44/MzpZ08/g5qkS+erABaaiAACCCCAQDkK0CYEEEAAAQQQQAABBBBAAAEEEMgJPPPMM3buuedaOq3BermN2y30+c0ll1wS3vfe7qFyvjti2zSpmCYXc86ZcyOXM844Y8Rjo7RREy098sgjpolqTj75ZNtjjz1MEyg592oTfeahiZWOP/5406RKDzzwgG3ZsiVKHPTFC+izK/0+UEy8+c1vDp/b6vPgoZ916bNdfcarz7H0ma8/bNQvPa79tL+Ou+KKK4Z9JrxgwQJ7//vfb3fccQfxNKoiD+xIoKqqyj7xiU/YokWLdrSbXXbZZfarX/1qh/vwIAJTLRCb6gZwfgQQQAABBCpbgNZXlkDGNCA5ncmYkkpDUUKpSiIdkkvTqbR/oyrj97NQRuxfeAPDTJNuafKt6tq41dZVW019lVXXVFlVVTy88WPmzO9q3BBAAAEEEEAAAQQQQAABBCpdgPYjgAACCCCAAAIIIIAAAggggED0BeghAggggAACCCCAAAIIIIAAAghEX4AeIlD+AtkcBOUiOItXxUKOgvIVauurrbo2blV+m3IZtJ9zzpxZKDbkltE8X/5bOp0x5UiEibjyORPJtN+m7b74fZRjYWESryEVsIoAAggggAACCCCAAAIIVLRAZTRef489++yzduGFF4bJhTRR1jnnnGOaJKirq2vCOqGJv2655ZZwQbbm5mbbd999w8UAdcG2CTtpCSvWBQwPO+wwc85RdmIgJ3mVkH9Sq8r/jGhSOf18LFy40E4//XS76667bNu2bRPSFv3s6WdQP4s6n877mc98JkzyNSEnpFIEEEAAAQQQQAABBBAYhwCHIoAAAggggMBUCvz3f/+3NTY2Fvw+7Y9//OMJbbbqdy4a7x/nJ+nRRD0HHnigrVixwjRp0/e+9z3TRD8bN260VCo1oZ5UPj6BtrY2u+CCC2zz5s07rOjss8+2Qw45ZIf7VMqDmpTlJz/5SaU0t2Tt1M/iH/7whzD5miZC0kRLhx9+uOkzjttvv91WrlxpmkBppBPqMw99TvfDH/7QNKnSUUcdZXPnzrWWlpZQ32OPPWaazGmkY9lW3gKaWO2mm26ygw8+2Orq6uw1r3lNiInHH398wp9T/R/xne98x9773veGeNJnXopHfT6tz+DKW2546/77v/+7qNcczrmCX6c4N75jampqTP9vq7z97W+3D33oQ/bVr361Yv/f3nPPPcP/Y8OfkeH3+vv7w2uUl19+efgD3EOgjASYkKuMngyaggACCCCAAAITLBCSSs0ySioNJR0m3wpJprqfyoT7ltGOubb41dxaduHM/zFl/ubCMh6PhYRWJbZW11ZZVXXMYnH/GK+yjFuJBagOAQQQQAABBBBAAAEEEEAAAQSiL0APEUAAAQQQQAABBBBAAAEEEEAg+gL0EAEEEEAAAQQQQAABBBBAAIExCLiYWTzuQo5CyFeoiYf1WFUs5DI4c6avUGzILZ8DoWUmmyORzuVKDOROpLO5FMqt8LsY83EN8SvVKvUggAACCCCAAAIIIIAAAqMIaMKfm2++2fbaay/bZ5997Mtf/rK1traOsvfEb/7LX/4SLvymi4IddNBBpouVclG/iXfnDKML6OKEV111le2yyy7hZ0Trmkhu9CMm7hGd91Of+lS4cJ5+Pu69997hF7iduFNTMwIIIIAAAggggAACCCCAAAIIlIsA7UAAAQSmSCA/SY8m6nn66aftW9/6ll199dV2yimnmCb60aQ/VVVVpklW3v/+99utt95qGzZsmKLWctrtBTThjSZheeihh7Z/aNj9RYsW2cc+9jHTcznsgQq8o/f39Z56Op2uwNYX12T1WZ9j6Hn8q7/6K/vGN75hmgipuNqGH6XCWRlaAAAQAElEQVTPD1WfJmubNWtWiBP9Phi+F/fKTUCfBev38etf//owEdY555xjTzzxhE31z4U+81Ks6vNp/f+hdcVvuflVenv0Obt+TlX0+//GG2+0j3zkI8P+39bEbPpd+dvf/nbCJ2YrhedZZ51lBxxwwA6reu655+zKK6+siP7ssCM8GFmB2Fh7xn4IIIAAAggggEClC2TzSTPZ+baGTMCVTSL120fqoBvcqOPz95zf7pwzF3MWi8csVuVCsmvM33cqzlk2sdUvzbLnHFqB38YXAggggAAC5ShAmxBAAAEEEEAAAQQQQAABBBBAIPoC9BABBBBAAAEEEEAAAQQQQAABBKIvQA8RQAABBBBAAAEEKkdAk2KpZFvsTLkIzjlTbkIs7kKuQrzKWchdcH67L9rHcrdhqQout3HIQo/rAh/KnUjncim0rnOG7UP2ZRUBBBBAoLIEaC0CCCCAAAIIVI5Ae3u7XXzxxdbS0mK6aNULL7xQdo1/8skn7bjjjgsXh9NEYbpgXNk1kgZFVkCTw33gAx8I8XfppZeaLgxYTp3Vz8c73vEO23333e32229nYq5yenJoCwLTQIAuIoAAAggggAACCCCAAAIIIIBA9AWK7aHeS/3Od75jp59+ui1cuNDmz59v//RP/2SaDKTYOjlu/AK/+tWv7F/+5V92WtEFF1xge+655073K/cdNA7xhhtuML2XXu5tLUX78p/7aSIufaaxadOmUlQ7ah09PT32xS9+0XbddVc74YQTTJ+pjLozD0yJwIsvvmgrVqywmTNnht/HTz311JS0YywnVbwqbufOnUs8jQWsxPs888wz9pnPfMbe9KY3WV1dnR177LH2X//1X2X72aNeV1x22WXm3AgD1IfYaPKx2267bcgWVhEoHwEm5Cqf54KWIIBAVoDvCCCAwIQLKHE0JJGmM6Z1JZFa9ls4d0bf9RpfReujFf+4JuDKJrjGLF4Vs1jcWcz/geC/zPl/NsItnGqE7WxCAAEEEEAAAQQQQGAaCdBVBBBAAAEEEEAAAQQQQAABBBCIvgA9RAABBBBAAAEEEEAAAQQQQACB6AvQQwQQQACBcQiMllugXATn61W+QjzuTLkKocScORVn4ZZbhPVh3/SALyE3Ijzg1/zJ/Jcph2JoPkV4mG8IIIAAAggggAACCOxYgEcRQGAcArpA3lVXXRUmGbrmmmsskUiMo7bJOVQXEbzwwgtt8eLF9t3vfrdsL/41ORqcZaIF/vSnP9mRRx5p++67r/3Hf/zHRJ9u3PWvWrXKTj75ZNtnn33s5z//uekio+OulAoQQAABBBBAAIHyEKAVCCCAAAIIIIAAAgggEAEBTbRy5ZVXhol7DjnkEHv88cd5H3OSn9eNGzfa//f//X/W39+/wzMfcMABdtZZZ+1wn0p58IknnrB//dd/rZTmFt3OVCoVPjtbunSpTdXnfj/4wQ/CZyrnnXee6TO9IjrDISUUyH/Otfvuu9u3vvUtS6fTJax94qvKx9O73vUuJnqbeO5XnUHx8pOf/MQOPfRQ0wR/iiGNL3jVjlO84bjjjgsTh+2sGRdddJFpwrGd7cfjCEy2ABNyTbY450MAAQQQQACBKRXQgMZQ0hlTImkoGb+e8c3KF7+qL6dvuaKHcqvZhX/QOWfOv5qKDUlwjcVjfpszcyrGDQEEEEAAAQQQQAABBBBAAAEEplSAkyOAAAIIIIAAAggggAACCCCAQPQF6CECCCCAAAIIIIAAAggggAACCERfYJr10Pn+Omcu5iwWi1mYjCses1hc982c8485G3YbmvMw7CE94EsmlMxgHkXar/uNyq8YVhF3EEAAAQQQQAABBBBAAAEESibwP//zP/Z//s//sUsvvbQiJuLavuO6iN+pp55qumCnLia3/eOlv0+N00lgzZo19t73vtd0wdEHH3yw4rr+wgsv2Nve9rYwOdfWrVsrrv00GAEEEEAAAQQQQAABBBCYOgHOjAACCCCAAAKTJfDYY4/Zm9/8ZnvLW95izz777GSddlqfJ5lM2uWXX77TCUmcc3bFFVfY/PnzK95L7/efeeaZ1t3dXfF92VEH1M+jjjrK9NmZPkPb0b6T8dhXvvIV08Rg99xzjzEOdDLEh5/jxRdftBNOOKFiP+ca3huzH/3oR0z0tj3KJN/XhJorVqywZcuWhYn/NAHgJDdh1NPV19fbJZdcYjU1NaPuowc2b95sn/jEJ2xwUjFtpSAw9QKxqW8CLUAAAQQQQAABBCZJIOPP40tGZUjyaPaNg4z5zaH4vXb8lc9O9UvnXEhmjcX8Ml+cmf+ycBtYCff4hgAC01GAPiOAAAIIIIAAAggggAACCCCAQPQF6CECCCCAAAIIIIAAAggggAACCERfgB4igAACCCCAAAIIIIAAApMhkMtBcH4ZSi5PYSBnIWzMNcTvk1sbdTGYJ5EJF11Q/kQoIafCHza4g7/DFwIIGAQIIIAAAggggAACCJRAQBfH+vKXv2yvf/3r7c9//nMJapzaKp588kk78MAD7brrrjP1bWpbw9krXUAXYLvqqqts9913tzvuuKPSuxP6sM8++5gmFdN7LhXfoenSAfqJAAIIIIAAAggggAACCCCAAALRF6CHCCAwIKCJuV7zmtfwPv+AyMSt/OQnP7Ebbrhhpyc49thj7ZhjjtnpfuW+QyKRCBOLReHzsB1Z//znPw+f+z300EM72m3SH9PEYO985zvtox/9qHV1dU36+afjCeV8/vnnh8+5fvCDH0SOQBO97bHHHnzuNYXPrCbm0sR/mvBNEwFOYVOGnfqQQw6x008/fdi2ke5oksBbbrllpIfYhsCUCTAh15TRT96JORMCCCCAAAIIDAooV9RGmHYru31wv0LWlM+q/ZXLqqJ1CgIIIIAAAgggMNkCnA8BBBBAAAEEEEAAAQQQQAABBKIvQA8RQAABBBBAAAEEEEAAAQQQQCD6AvQQAQQQQAABBBAYKqAchZCz4Ff819CHClofOWciM0J2RUHVsjMCCCCAAAIIFCnAYQgggAAC0RXQRdjOOeccu/DCCy2dTkemo7qg4gUXXGDqm/oYmY7RkUkVePbZZ+1v//Zv7dJLLzXF1KSefAJPtnnzZjvyyCPtyiuvjFS/JpCMqhFAAIFpI0BHEUAAAQQQQAABBBBAAAEEECgXAb0ny/v8E/Ns5GvduHGjffKTn9zp50M1NTV2ySWXWH19ff7QilxmMhm79tpr7cYbb6zI9o+l0erjzTffbEcccYTps4CxHDMV+3z1q18NE7ytX79+Kk4/bc75i1/8wl73utfZ9ddfH+k+K9b1uZd+T/X09ES6r+XcuR/96EdhIkBNCFgO7ayqqrKLLrrI5s6du9PmXHbZZfbMM8/sdD92QGCyBJiQa7KkOQ8CCCAQfQF6iEDlCOQySf17NyVrc0hwzdc27E5+I0sEEEAAAQQQQAABBBBAIBICdAIBBBBAAAEEEEAAAQQQQAABBKIvQA8RQAABBBBAAAEEEEAAAQQQQCD6AvQQAQQqQsCZ+S/zt7DQNxV/fzxfA7kUudyK8dTFsQgggAACCCCAAAIIIFDWAjRukgXa2trsxBNPNF2Yb5JPPWmnU99OOOEE27p166SdkxNVvoAuWPntb3/bXvOa19iTTz5Z+R0apQe6uNypp55q+l0wyi5sRgABBBBAAAEEEEBgIgSoEwEEEEAAAQQQQACBMQvofX59lsH7mGMmG9OOeh/8M5/5zJgmIDn99NPtkEMOGVO95bqT+nv77bfbP/7jP5ZrE8fdLvXx3/7t32zFihU7nWRt3CcrQQWPPvqovf3tb7eXX365BLVRxVABTUp1xRVX2GGHHWYvvPDC0Icme31Sz3fNNdfYO9/5TmOit0llH3YyTY6mCQH1f7d+Jw17cAru7L///nbuuefu9Mxq96c//WlLJBI73ZcdEJgMASbkmgxlzoEAAggggAACZSeQsWzmaPZ7KZrnzDkXKsp+D6t8mxABKkUAAQQQQAABBBBAAAEEEEAAgegL0EMEEEAAAQQQQAABBBBAAAEEEIi+AD1EAAEEEEAAAQQQQAABBBBAAIEdCeRSFMz5f5a/s6MDxvBYPocin1MxhkPGuQuHI4AAAggggAACCCCAAALTQ0AXrnzf+95n999/f+Q7/MADD4SJx5iUK/JPdQEdHH1XXaTwYx/7mJ1xxhnT4qJrd955JxcnHD0ceAQBBBBAAAEEEEAAAQQQQKCiBWg8AggggEBUBPRZxnve8x7TZxtR6dNU9+NXv/qVfe1rX9tpM+bOnWsXXXSRVVVV7XTfct7h+9//vp166qkVMVFVsY7q4wUXXFBRfXzmmWfs2GOPZVKuYp/0EY7TZFSalOryyy8f4dHob3rooYfCRG/PP/989Dtbpj1Mp9NhYkBNEDjVk3I55+xDH/qQ7bnnnjvVuuOOO+y2227b6X7sUK4C0WoXE3JF6/mkNwgggAACCCAwJQJuSs7KSRFAAAEEJliA6hFAAAEEEEAAAQQQQAABBBBAIPoC9BABBBBAAAEEEEAAAQQQQAABBKIvQA8RQAABBBBAAAEEEKh0gYGUhYGVSu8R7UcAAQRKL0CNCCCAAAIIIIDAFAokEgm7+OKLp8VkXHnmhx9+2N773vdysc48CMsRBTRp2/HHH2/XXnvtiI+XeuO8efNs9913D7H5wQ9+0LYvBx98sC1ZssRisYm95Najjz4aJuVas2ZNqbtIfQgggAACCCCAAAIIIIAAAggggAACCERfgB5OioAmWdFnG/qMY1JOGOGTaGKzT33qU9bf37/TXp577rm2//7773S/ct7h3nvvtQ984AMVNVFVoZ5PPPGEnXPOOSXtY0tLi73uda+zs88+e+DzC61rmx4rtI2j7a9JuVasWMFneKMBFbD9f//3f+3QQw81/b4s4LBx7arPsPRZ1o4+73rXu95lS5cuNX0uNq6TjfFgxdTf//3fG5NyjRFsAnbTpFyaIFATBU5A9QVVqdj72Mc+NqZjNJHdSy+9NKZ92QmBiRSY2NEBE9ly6kZgGgjQRQQQQAABBBBAAAEEEEAAAQQQiL4APUQAAQQQQAABBBBAAAEEEEAAgegL0EMEEEAAAQQQQAABBBBAAAEEEIi+AD1EAAEEEEAAAQQQQAABBBBAAIHoC9BDBBBAYCSB6667zm688caRHhrXNl18TxdU++d//mf7wQ9+YM8++6ytW7fOOjo6LJPJjFi2bdsW9nn88cft1ltvtQ9/+MN2wAEHjKsdox2si89xsc7RdNiuyaiOOuooe+CBByYE441vfKN9/vOfN8W64l4/Exs3brQXXnjBbrvtNrvhhhteVR577DFTu1KpVPg50rFXXnnlhPyM/Pa3v7UzzzyTC15OyLNPpQgggAACCEy8AGdAAAEEEEAAAQQQQAABBKaDgD7buPbaa8PnDdOhvxPVx29+85v26KOP7rR6TbKjCZicczvdt1x30GRc733vvn6OIAAAEABJREFUe627u7tcm1hQu0ba+eWXX7bTTjvNWltbR3p4zNs0sZImLvv1r39tPT09tnXrVnvqqafspptuGvj8Quvapse0z3333Wfy1bFjPtEIO+ozvE984hOWTCZHeJRNYxHQ5zxvfetbbeXKlWPZvah95s+fb2eccYbdfvvt9tJLL4U40WdY+ixrR5933X333bZq1SrT52KaqGnz5s324IMP2vnnn2/Lli0rqi07O+i5554zTcqln4+d7cvjEyOg51oTBWrCwIk5w9hrPemkk+xNb3rTTg/Qz8+XvvQlXmfsVIodJlqACbkmWpj6EUAAAQQQKH8BWogAAggggAACCCCAAAIIIIAAAtEXoIcIIIAAAggggAACCCCAAAIIIBB9AXqIAAIIIIAAAggggAACCCCAAALRF6CHCCCAAAIIIIAAAggggAACCCBQRgK64NW//uu/lqRFurieLrJ33333hcmCdPE9XVDt05/+tB1//PG211572aJFi6ypqWnU8zU3N4d9DjroIHv/+99v//Zv/2Z//OMfrb+/PywvueQSmzdv3qjHF/qALtapyY8KPY79oy2gCwW++93vNl2ssFQ91c+HLvT305/+NMTzk08+aYpnxbrivtDz6OdIx37yk58MPxudnZ327//+77bHHnsUWtWo++uCl+95z3uYlGtUIR5AAAEEEEAAAQQQQGDaCwCAAAIIIIAAAmUicMQRR9gHP/jBsiiasOl1r3udLV261Kqrqydc6LOf/azp/dYJP1FET/D888/bF77whTH17rzzzrPddtttTPuW407f//73Te/9R3kyLk2K9dGPftQ0+VCxz8HMmTNNE9C0t7fbLbfcYm95y1usrq5up9Vpn6OPPtr0uZsmWvr4xz8+rt8BN9xwg/3kJz/Z6XnZ4dUC+vxX/y9ooqtXPzq+LW9/+9vDBFya8G3Dhg128803myY30kRaioFCa3fO2Zw5c0z1fvnLXw4Te6luTfI1lgmTCjmffi5WrFjB516FoA3uW5I1Pbd6naDfESWpsMhKFHOaAG4sh3/ta1+zX/3qV2PZlX0QmDABJuSaMFoqRgABBBBAAAEEEEAAgeEC3EMAAQQQQAABBBBAAAEEEEAAgegL0EMEEEAAAQQQQAABBBBAAAEEEIi+AD1EAAEEEEAAAQQQQAABBBBAAIHoC9BDBBBAAAEEEEAAAQQQ2JmAJvD5p3/6J9OFr3a2744e1wRZ3/zmN00X5tNF9nSxPU0WtKNjCn1MF+084IAD7POf/7y98sor9utf/9re/OY3F1rNiPtfdNFF9swzz4z4WLls/Nu//dswyVkmk7HpUh555JEdTt42Uc/N+vXr7dRTTy3ZZFxDL1x577332pFHHjmuC1CO1u/GxkY788wzw0U2H3vsMSvVRQo1KdfFF19siURitFNP8XZOjwACCCCAAAIIIIAAAggggAAC0ReghwggsDMBTZSkyWvKodx000321FNP2apVq6y/vz+Ul19+2f7jP/7D3vOe95T8/VF9xqHPOvSZx86ceHy4QDKZtM997nPhc5fhj7z63r777hveg371I+W/RZ+r5CcNivp73ZpA65577in6SdHESi+++KJdcMEFps8diq1Ik91cffXV9uyzz9ohhxxSVDXpdNo++clP2lRP3FNU46fwIE3GddRRR43789+hXdBnwfqMVhN8Pfjgg2ECrlmzZg3dpaTrqluxqL7o/xJ9lqvPiktxEn3udfnll5t+L1iZ3/T7We2c6NLR0WHr1q0LRT+zP/jBD+zWW281vbZ429veZi0tLSWV0ufyn/nMZ6b8OTj++ONNn8HvrHN6LXPZZZcZrzN2JsXjEykwvSbkmkhJ6kYAAQQQQAABBBBAAAEEEEAAgfIQoBUIIIAAAggggAACCCCAAAIIIBB9AXqIAAIIIIAAAggggAACCCCAAALRF6CHCCCAAAIIIIAAAggggAACCCAQfQF6iAACCCCAQAUL3H333aaLphXbBV34TBdf04U0V6xYMa4L8xXShng8bm95y1vsv/7rv0wXTdtjjz0KOfxV++ricZ/+9KeZcOhVMtNvQ1tbm5122mn26KOPjrvzmojruuuuM03wNd4LVxbSGOecHXzwwfb444+Hn4+lS5cWcviI++oCuj/60Y9GfIyNCCCAwLQRoKMIIIAAAggggAACCCCAAAIIIFCUgD5L2HXXXcN7r3feeaf19PTYY489ZqeffnpR9Y10kD7r0GceIz1W0LZptvPDDz9s//7v/z6mXut97gULFoxp33LaKZVKmSaGOuuss0wTPJVT20rdlpdeein0tZh6Y7GYfelLX7Lvfve7Nnv27GKqGPGY5cuXh88qNKHSiDvsZKMm7hlrjO6kqmnxsD6z1edcmqiwFB3WRFyamGnt2rV2ySWXmCZaK0W9hdShz7m++MUvmj7P1QRRitVCjh9p3+uvv95+/OMfj/TQtNzW1NRkixYtCmWvvfYyTVT1/ve/3/Q5589+9jPbunWradKu++67z44++mgrxe3GG280TbhWirqKrUP9Pv/88805t9MqfvGLXxivM3bKxA4TKMCEXBOIS9UIIDB9Beg5AggggAACCCCAAAIIIIAAAghEX4AeIoAAAggggAACCCCAAAIIIIBA9AXoIQIIIIAAAggggAACCCCAAAIIRF+AHiKAAAIIIIAAAggggAACCCCAQPQF6CECpRbYuHGjfe5znyu62n333deefvrpcPG1+vr6ousZz4HOOfu7v/u70I4Pf/jD46nKdBFQLrw2LsKKPziRSNjFF18cLgw53s584AMfsNWrV5suDDjVPx9//OMfTe0ZT590kdJzzjnHfv/734+nGo5FAAEEEEAAAQQQGIMAuyCAAAIIIIAAAgggEHWBeDxuBx98sH37298O76OeeeaZJemyPvPQZx8lqWwaVNLZ2WlXXnnlmCapOuCAA+yEE06oOBVN/vaRj3zELr300opre6ENzmQydtNNN9nKlSsLPdQ0wdHtt99umnRNP58FV7CTA/Q5yec//3m7/PLLd7LnyA9r8qQXX3xx5AcreGupm97W1mYrVqyw5557btxVV1dXm54zTfCliZl0f9yVjrOCmTNnhgmi1Ka3ve1t46pNn3vp98KaNWvGVc90OliTV2kyLk3KpcnRPvrRj46r+93d3faFL3zB9PnsuCoa58HHHHOMHXnkkWOqRf9nEjNjomKnCRCITUCdVIkAAggggAACCCAwOQKcBQEEEEAAAQQQQAABBBBAAAEEoi9ADxFAAAEEEEAAAQQQQAABBBBAIPoC9BABBBBAAAEEEEAAAQQQQAABBKIvQA8RQAABBBBAAAEEEEAAAQQiJPDAAw/YM888U1SP/uZv/sYefvhh22+//Yo6vtQHNTY22le+8hXTBfl00cBi6teFCq+77jrTBSiLOT5Cx0zbruhClTfeeOO4+q+LAWpit5tvvtm0Pq7KSnSw2vGtb33LvvSlL4WLahZbbWtra7hoKT8jxQpyHAIIIIAAAggggAACCCBQVgI0BgEEEEAAgbIQ2GWXXUzvX+ozi7lz546rTfrM4/vf//646phOB9999932i1/8Ykxd1sQr8+fPH9O+5bLT+vXr7Z3vfKd94xvfKJcmTWg7/vSnP9nXv/71gs+hz9U0Gdd73vOego8t5ABN6PSpT33KPvjBDxZyWNh37dq1dsstt4R1vo0soEmNLr74YnvooYdG3qGAre9+97vDxG6XXHKJaTK1Ag6dlF31/8ZPf/pT+/KXv2yKq2JP+uc//9muueYa02fExdYxXY+bM2dO+Fz+iSeesKVLlxbNcNddd9kjjzxS9PGlOFAxfuGFF5pzbqfVKWb0f0oFxsxO+8YO5S/AhFzl/xzRQgQQQAABBBBAAAEEEEBgigU4PQIIIIAAAggggAACCCCAAAIIRF+AHiKAAAIIIIAAAggggAACCCCAQPQF6CECCCCAAAIIIIAAAggggAACCERfgB4igAACCCCAAAIITLRAW1tbmMCqmPNoMi5dmG/hwoXFHD5hxzjn7CMf+YhpUiVdPLCYE/3yl780XfSzmGM5prIFdMG4f/zHfxxXJ974xjfa008/be94xzvGdNG2cZ2swIPj8bidf/759p3vfGdck3I9+OCDduuttxZ4dnZHYDQBtiOAAAIIIIAAAggggAACCCCAQPQF6CECOxdwztkRRxxhv/nNb+yAAw7Y+QE72OPmm282fQayg114yAts3LjRPve5z/m1nX/pOTnhhBN2vmMZ7fGLX/zCDjrooJJMTlRG3dphU+644w7bvHnzDvcZ6cHzzjvPJuv51eRJn/3sZ+1Nb3rTSE3Z4bbbbrvNNmzYsMN9pvOD8rnxxhvHRaDnR5NcKZY06dW4Kpvgg/Ofe+lnfTyTOcrsd7/73QS3NrrV62f50Ucftb322quoTqbT6TApZzKZLOr4Uh30t3/7t3bkkUeOqTpNfKgJEMe0MzshUEIBJuQqISZVTaAAVSOAAAIIIIAAAggggAACCCCAQPQF6CECCCCAAAIIIIAAAggggAACCERfgB4igAACCCCAAAIIIIAAAggggED0BeghAggggAACCCCAAAIIIIAAAghEX4AeIoAAAtNY4A9/+IP993//d8ECixYtChfFKrfJuPIdcc7ZGWecYbqYX35bIctMJmM33HCD9fT0FHIY+1a4gC7O+vGPf9xaW1uL7oku0vbTn/7Uli9fXnQdE32gc87e+973jntSrquvvtpeeumliW4u9SOAAAIIIFA6AWpCAAEEEEAAAQQQQAABBBCoCIE999zT7r333qIn9lAnn3jiiTCxl9Ypowvcfvvt9swzz4y+w5BHzj33XJs/f/6QLWW66pulz3euuOIKO+yww2z16tV+y/T40kRVmpCp0N5qMp3LLrvMnHOFHlr0/nPmzLErr7zSYrHCphb5y1/+Yr///e+LPm+UD9TP8kUXXTSuLmpSK01udf7555smuxpXZZN48CGHHGK//OUvbffddy/qrN3d3XbNNdfYVE8IVVTjy+SgZcuW2QMPPFD0c3D//ffbn//85yntTX19vX3oQx8a0+9CTXyoidw0rmBKG83Jp51AYf9rTjseOowAAgggMN0E6C8CCCCAAAIIIIAAAggggAACCERfgB4igAACCCCAAAIIIIAAAggggED0BeghAggggAACCCCAAAIIIIAAAghEX4AeIoAAAggggAACCCCAAAIIIIBA9AXKsYf33XdfwRcWc87Ztddea7ogZjn2Kd8m55ydd9559o53vCO/qaDlww8/bE899VRBx7Bz5QroYmlf/epX7dFHHy26EyeeeKLp4qWzZ88uuo7JOtC57KRcxU5ap3auXLnSbrrpJpOd7lMQQAABBBBAAAEEEEAgK8B3BBBAAAEEEEAAgfELaGKPW2+91Zqbm4uqTO9b3nPPPbx/uQM9TVT15S9/eQd7DD6077772kknnTS4ofDr3ucAABAASURBVIzXXnrpJXvb295ml19+eRm3cmKaps+2Cp3Qxjlnn/jEJ0wTZE1Mq0avVROmvec97xl9hxEe0c+2Jh3TcoSHp+0mTUKn51GTBBWLoMmsNKmVJrcqto6pPG6//faz7373u0X/v/H973/fnnzyyYK6wM7DBZYvX25XXXVVwRPtqZbW1lZ75JFHtDqlRf9/HHTQQWNqgybk+t3vfjemfdkJgVIJxEpVEfUggAACCCCAAAIIIIDAmAXYEQEEEEAAAQQQQAABBBBAAAEEoi9ADxFAAAEEEEAAAQQQQAABBBBAIPoC9BABBBBAAAEEEEAAAQQQQAABBKIvQA8RQAABBBBAAAEEEEAAgQGBbdu22QMPPDBwf6wrRx55pB133HFj3X1K96uvr7fPfe5zNnfu3ILb0d/fbz/96U8LPo4DKlNAk6/pAnHFtl4XZ/vmN79ps2bNKraKUh43prqcc3bRRRfZmWeeOab9R9rp61//uv3pT38a6SG2IYAAAggggAACCCCAAAIIIIDAxApQOwIIIBB5AU2Icf311xfdT01OtGXLlqKPj/qB3/nOd+z5558fUzdPPvlkW7BgwZj2naqdUqmUXXfddbb33nvbb37zm6lqxpSdN5lM2p133lnw+fW53zHHHFPwcaU4oLq62s4++2xzzhVU3RNPPGH8bA8nu+uuu0yTEA7fOvZ7e+21V/hcVJNajf2o8ttT/2/o87pYrPApa/TZ8H/+538ak72N73nVOIJCJ9rLn/G+++6z3t7e/N0pWeqz3tNOO21M5+7u7ravfe1rpt+/YzqAnRAoXmDgyMJ/uw0cygoCCCCAAAIIIIAAAggggAACCJS3AK1DAAEEEEAAAQQQQAABBBBAAIHoC9BDBBBAAAEEEEAAAQQQQAABBBCIvgA9RAABBBBAAAEEEEAAAQQQQACB6AvQQwQQQAABBBCoBIH169fbypUrC26qJu/RRFcFHzhFB+y///527rnnFnX2+++/39ra2oo6loMqRyCRSNhnP/tZa21tLarRukjhTTfdVFGTceU7qotd/su//IupD/lthSw3b95sN954IxcnLASNfRGIlACdQQABBBBAAAEEEEAAAQQQQACB6AtMbQ81qcdRRx1VVCNefPFFUynq4IgftHr1atOkNWPpZnNzs5144olj2XXK9vnTn/5khxxyiF1wwQWm9/ynrCFTeOJVq1bZr3/964JbMNWf+73xjW+0QieB0s+1SsGdjegBa9assSuvvLLo3uln/NZbb7U999yz6DrK6cATTjjBzjvvvKKapAm5nnnmmaKO5aCsgD57vOiii6ympia7oYDvv/vd72zdunUFHDExux577LG2ZMmSMVX+3e9+155++ukx7ctOCJRCgAm5SqFIHQggMLoAjyCAAAIIIIAAAggggAACCCCAQPQF6CECCCCAAAIIIIAAAggggAACCERfgB4igAACCCCAAAIIIIAAAggggED0BeghAggggAACCCCAAAIIIIAAAghEX4AeIoDAuAReeukl27p1a0F17Lvvvnb44YcXdMxU7+ycs7PPPnvMF80a2t4//OEP9vzzzw/dxHoEBR555BG76667iupZ/iKFy5YtK+r4cjhIbf9//+//mXOuqObceeedpt8nRR3MQQgggAACCCCAwFgE2AcBBBBAAAEEEEAAAQSmrUB9fb1deOGFRb1/2dPTY5rcY9ri7aDj3/nOd8b8+cfRRx9t+nxoB9VN2UPt7e1h4p0DDjjAnnzyySlrRzmc+De/+Y2tX7++oKboeZ3qz/3mzJljBx10ULbdY/yun+1nn312jHtHfzdNrvfnP/+5qI7GYrEwOV+hz0FRJ5ukg5xz9slPftL0e6HQU7a2tpo+9yr0OPYfLnDggQcWNaZgw4YNtnLlyuGVTcG95cuX2/HHHz+mM3d3d9vXvvY1SyaTY9qfnRAYrwATco1XkOMRQAABBBBAoCwEaAQCCCCAAAIIIIAAAggggAACCERfgB4igAACCCCAAAIIIIAAAggggED0BeghAggggAACCCCAAAIIIIAAAghEX4AeIoAAAggggAACCCCAAAIIIFCpAv/zP/9TcNN14TJdGK/gA6f4gEIumjW0qbqAli5gN3Qb69ES6OzstCuvvNLS6XRRHbv++usLvlBkUSea4INOOOEEO/HEE4s6y9q1a+3ee+8t6lgOQgABBBBAAAEEEEAAAQTKSYC2IIAAAggggEB5Chx88MH2hje8oajGPfPMM0UdF+WDNOHJzTffPKYuOufsjDPOsKqqqjHtP1k7aUImvT+/dOlS+8pXvjLu02pSoksvvdSWLFky7rqmqoKHH3644FMfccQRtmDBgoKPK+UBzjl77WtfW3CVf/rTnwo+JooHPP/883bDDTcU3bXPfvazps+Iiq6gTA+cP3++XXHFFUVN5nj//fdbW1tbmfasMpqlyTTf/e53F9zYTCZjL7zwQsHHFXPAjo5xztn73/9+q6mp2dFuA4/dddddxpiCAQ5WJliACbkmGJjqEUAAAQQQQAABBBBAIFICdAYBBBBAAAEEEEAAAQQQQAABBKIvQA8RQAABBBBAAAEEEEAAAQQQQCD6AvQQAQQQQAABBBBAAAEEEEAAAQSiL0APEUAAAQQQQAABBBAoucBzzz1XcJ3/5//8n7K76OJYOuGcs/e9731Ftb2YCxiOpU3sUx4CDzzwgP3yl78sqjEnnXSSnXzyyUUdW24HVVdXmy422tDQUFTTbr31Vi5OWJTcqw5iAwIIIIAAAggggAACCCCAAAIIRF+AHiKAQIECLS0tduSRRxZ4VHZ3TezR29ubvcP3IHDHHXeMeeKQgw46yA455JBwXDl8S6VSdvvtt9u+++5r559/vrW3t4+7WXpf/Ec/+pFdcMEFFo/Hx13fVFSwbds2e/rppws6tXPOjjvuuIKOmaid99prr4KrXrNmTcHHRO0ATV50yy232CuvvFJU1zQh24c//OGiJq0q6oSTfNAxxxxT1P8dTzzxhD355JOT3Nrone6Nb3yj6fdroT1btWpVoYdMyP4HHnigHX744WOqu7W11b7+9a+bfibHdAA7ITAOASbkGgfe1BzKWRFAAAEEEEAAAQQQQAABBBBAIPoC9BABBBBAAAEEEEAAAQQQQAABBKIvQA8RQAABBBBAAAEEEEAAAQQQQCD6AvQQAQQQQAABBBBAAAEEEEAAAQSiL0APEUAAAQSmk0AikSi4u3PmzCn4mHI54IADDjBdOKvQ9rz00kvW1dVV6GHsXwECPT09dsMNNxR1cbS5c+fa5ZdfbprIqgK6OqYmvu51r7NTTjllTPtuv5MuTvib3/xm+83cRwABBBAoWwEahgACCCCAAAIIIIAAAggggEBlCbzhDW8oqsGasKmYz0OKOlnZHfTqBm3cuDFMGvLqR0becvTRR9usWbNGfnASt+o5/N73vme77767nXzyyVaqCVs0sddvf/tbO/bYYyexN6U/1fr1623lypUFVbzrrrvafvvtV9AxE7XzwoULrb6+vqDq165dO+0/v9NnmP/+7/9ekFt+Z33Ode2111pTU1N+U+SWiqkLL7yw4AnHNKmSJumLHMgkd2iXXXYx/WwXetpymWxP8XPmmWeOufl333236WdyzAewIwJFCjAhV5FwHIYAAghEXoAOIoAAAggggAACCCCAAAIIIIBA9AXoIQIIIIAAAggggAACCCCAAAIIRF+AHiKAAAIIIIAAAggggAACCCCAQPQF6CECCCCAAAIIIIAAAggggAACCERfgB5OuUAymSzqInWLFy+e8rYX24CWlhY75JBDCj78xRdftM7OzoKP44DyF3jqqafs4YcfLqqh5557ru2///5FHVuuB1VVVdmKFSuspqam4Cbq4oT33HOPaVnwwRyAAAIIIIAAAgggEF0BeoYAAggggAACCCCAQIkEli1bZg0NDQXXpombeI9/kO3nP/+5PfPMM4MbdrDW3NxsJ5544g72mLyH7r//fjvllFNKNhGXWn7SSSfZr3/967KZlEptKrZoQi5NWlbI8QcccIDNmTOnkEMmbN9YLFbwpEn6rHO6fyZx7733miYmK+aJ+fjHP26KgWKOHfGYMt2oz4YPOuigglv30EMP2ebNmws+jgMGBRobG23p0qWDGypw7eCDD7YlS5aMqeX6WbzlllvGtC87ITAegdh4DuZYBBBAAAEEEEAAAQTGK8DxCCCAAAIIIIAAAggggAACCCAQfQF6iAACCCCAAAIIIIAAAggggAAC0ReghwgggAACCCCAAAIIIIAAAgggEH0BeogAAggggAACCCCAAAIITGeB3t7eoi4i9txzz1U022GHHVZw+1tbW23r1q0FH8cB5SEwWit0kcb//M//tP7+/tF2GXW7Lrx29tlnF3xxyFErLKMH3vSmN9kJJ5xQVIt0ccKNGzcWdSwHIYAAAggggAACCCCAAAIIIDAeAY5FAAEEEIi+wIIFC6ylpSX6HZ3AHvb09NjNN9885jNoIpI99thjzPtXyo7V1dV200032Xe/+12bPXt2pTR7h+08/PDDrb293fQc/+EPf7BvfvObps8x9txzT9NkVyMdfOCBB1pdXd1ID7GtAgQ2bNhg//Zv/1ZUS/VZ0DnnnFPUsZV20KxZs+y0004ruNnPPvus/fnPfy74OA4YFNCEXPpMdXBL5a0tX77cjjjiiDE3/LbbbjP9bI75AHYsSmC6HxSb7gD0HwEEEEAAAQQQQAABBBBAYFoI0EkEEEAAAQQQQAABBBBAAAEEEIi+AD1EAAEEEEAAAQQQQAABBBBAAIHoC9BDBBBAAAEEEEAAAQQQQAABBBCIvgA9RAABBBBAAAEEylKgqanJli1bVnDbtmzZUvAx5XSA+tzQ0FBQkzR5WXd3d0HHsHP5C7z00kt29913F9XQs846y3QBtqIOLvODqqqq7IwzzihqsjFdnPB///d/y7yHNK9UAqlUyl544QW75ZZbbMWKFbbvvvva/PnzQ+w454YtFy9ebLq46z/8wz+E/XWcji9VW8Zaj/4Pu+++++ySSy6xN7/5zaZ2OTe8rc650A/1Rz8LX/3qV+2ZZ56xRCKxs9NU7OOdnZ32xz/+0TRJ4fnnn2/HH3+87brrrqHU1NQMey6dG/SKx+O2yy67hP10zIc//OFwIeMnnnjCVGfFghTYcE3wqMkI87ElC/npYs7ODXo5l13XazA9rhjMm0U9xvRa6v7777czzzwzvP50LmvhnDPF0W677WYnn3yyfeMb37CX/P/PMrUyueln/7nnnrPvfe97pp+Pt7/97SHmR3t+9TOj5/fAAw80/c7Txb318yWDMukSzaggAf0s8Ptl9CeMn8/RbYp9RDG3bt06u+OOO+wjH/lIeP1W7q+X9JrjkUcescsvv9z0O1qvTfR/i3OD/9c458IkC5pIQv/fXHXVVabXK9Ppd7Nee+s1+Fheu+s1fd5Kr4Wnm5UvhntMAAAQAElEQVR+fhQb+v//zjvvDH87KG5kov/j9VrOueHx5dzgff3MaD/F44c+9CGToWK0tbVVVU/rot/bet0rE/2tpb+55OXcoJ9z2XW91pKjXlvrZ1aG+nmf1oB0vpwEaMsUCuj/eZUpbELFn/qpp56yhx9+eMz9ePe732319fVj3r8SdjzkkENM72VrsqooxpMm2HrNa14T3rPV+xJ6XZNMJm3z5s3huf/85z9v73rXu8Lkdm94wxvK5inbtm1bmEysbBpUAQ3Rz3KxE0b93//7f23OnDkV0MvSNPHYY4+1QieG0s/Nr3/969I0YJrW4pwzfe5Yyd13zoX3rp1zY+qGfib1szmmndkJgSIFYkUex2EIIFCwAAcggAACCCCAAAIIIIAAAggggED0BeghAggggAACCCCAAAIIIIAAAghEX4AeIoAAAggggAACCCCAAAIIIIBA9AXoIQIIIIAAAggggAACCCCAAAIIRF+AHiKAAAKTI6CLNerCxJNzttKfRRf6nTt3bkEV9/f3cxHAgsQqY+cHHnjA1q5dW3Bjm5ubC7rwWsEnKIMD3vjGN9p+++2305bEYjE76KCD7J//+Z/t8ccft66uLjvssMN2ehw7TKyALmzunBt1EiXnBh/TvoW0Rhfy/6//+i973/veFy7Eu+eee5om2PnWt75lf/nLX2zTpk0jVvfKK6/Y008/bTfccEPYX8fpQr6qR/Wp3hEPLMHGDRs2mC7grott6vf/3//939vVV18dYlbtGukU6of68+1vfztMRqEL2GqSHV2s98c//nHFT84lk1tvvdVOPPFE04QCM2bMsNe+9rV22mmn2fXXX28//OEPbfXq1aHoovkjGWlbOp0Ov0e1r4752te+Zuecc44dfPDBpjpVt86hST3a2tp0SGSK+qN+HX300VZbW2sLFiywfGzJQia6iPBIHdbvSj2u35t5s3yMaVICxetUTEqlCQ70O9y5wd8Rzo2+PpbfH+3t7XbxxRfbzJkz7ZhjjgkT8q1atWoYi+JI/b399tvt3HPPNU3OJc9/+qd/CjE4bOdJuqPn5wtf+IK96U1vMv3s77333nbKKaeEn4+HHnootGu051c/Mzo+/ztPPxP6+dLvvOXLl9ull15qmrxyfL/3JgmC00yJQBR/v5QSUj9f0/HnUxfMd27038nODT6m3+X6nT5Wd03C9ac//Sn8DtYEOHrN9N73vjdMIqTfZYW8XtKF/4866iib6NdL+jm5+eabTf9v6jXH4YcfbldccYXpd7T+xtP/LbbdTb+3V65cafr/Rr+L9XpFv5tVh+rS/8/bHTJpd/V/qnODz6Fzo68X8vzq/xq91tZkUvr/TK/Bx/LaXa+F81aamG2olX7+9Fpy0nAm6USKKcWtfPQ6RLGh//9POumk8LeD4kYm+h20s1jRz4z2UzzeeOON4e8JxWhLS0t4XaGJujQxRrk4TuTvFz198tLfHvnXVXrdq7jS31r6m0te2m/7op9ZOeq1tX5mZaifd/2O0utEvX7U76/tj5uI+1/5ylfG9Pe1c4M/u3q+NSnrRLSnlHWqjWqrc4Ntd27H6//yL/9SyiZQFwIITLKAfndqQnZ95jGWU+v14Vvf+tax7FoR+1RXV4fJ5B999FHT3+jl3+jStdA5FyZf0uvJSy65xO6++27bunWrnXDCCaU7yThr0vtIitFCqlm2bFl4f7OQY6KyryaL0mulYvqj1/h6r66YYyv1GP3MH3/88QU1X5+Bbdy40WRd0IHsPG4B/b4edyUlrOD1r3+97bPPPmOuUe8z9PT0jHl/dkSgUAEm5CpUjP0RQAABBBAodwHahwACCCCAAAIIIIAAAggggAAC0ReghwgggAACCCCAAAIIIIAAAgggEH0BeogAAggggAACCCCAAALTU8D5bvviCij+CL4QQKBSBWg3AggggAACCCCAAAIIIIAAAghUlMAuu+xScHuffvppG+1iuQVXNgUH6OK9u+22mzU2NtrSpUtt9913N11s/IMf/GCYMOK73/2uaYINTZKxbt06W79+vXV3d9tf//VfT0FrOeVECWhSuR/96EdFVf+2t70tXPi9qIMr5CBNWjTShQl1ATz1/+tf/7o9//zzpgu36mfl05/+dJiYSxfgr5Au0swCBXThQE26tWjRIjv00EPttttuG/ekVJq0RvWoPl2UXRcP1aQBBTZt1N01sYQuKrpw4cIwAY5+p4+68xgfeOyxx+y4446zWbNm2b/+67+aLhI7xkOnfDddzP4zn/mM6QL2Mjn99NPtrrvuChPpTVTjdPF9nUP/z2oyQ01odu+991opn+eJavtI9ardav8RRxxh6o/69dOf/nTcPwtDz6VJCTThgF6r7LXXXqaJCvTzN3SfSljXxZP1863XWtdcc03BRpoI5Morr7Rdd901XBhaLhPdb8WrLpSqyUp03o9//OP229/+tqSnffnll8MEgfvvv7/p/9qPfexjYXKvkp6EyipSgN8vO37a+PncsU+xjyru9PpLv5MOOOAA+8Y3vmGtra3DqyvwnibCeuCBB8LrJb3m0OvHUv4/tmbNGluxYoVpYoizzjrLSvH/g+pQXTNnzgwTJ1Xy+x35p0vPrSaQ0vsdeq2tdT03+ceLXcpK/z/qteRBBx1kP//5zyv2dZ0MtmzZEuJek7LptZ1e599yyy2mC+7r8Yko+htIE3Wdc845Jkedu1Jf7+3MR/HygQ98IEyQob89SvW6Sn/X6XVi/vXy9773vYJfa+6s7ds/rolLFCPbb9/Rff0+1d8OO9qnHB575JFHCvrd39DQYO985zvLoem0YRoL6LWF3pOcxgTj6romNLz77rvHXMeb3/xm0+/cMR9Qxju++93vNk2wefbZZ1s8Hi/jlk7fpv35z38uuPN6n7bggyJygLzuv//+onpz4YUXhve4izq4Qg9yztk73vGOMNHqjrqgSZc++clPmj5f0P83mpS4qqpqR4dE47EJ6oXe01m7dm3Bteu98YIPmsAD5s+fb/p8dKynePjhh+2pp54a6+7sh0DBArGCj+AABBBAAAEEEEAAAQQQQMDMQEAAAQQQQAABBBBAAAEEEEAAgegL0EMEEEAAAQQQQAABBBBAAAEEEIi+AD1EAAEEEEAAgakXcM6FZEUXyy5j+ftaxvy2oUXbti96PGwzX49xQwABBBBAAAEEXiXABgQQQAABBBBAAAEEECiNgCYbKLQmXTSrEi4oO1q/mpqaTBeb7ezstFWrVtkLL7wQJpa54YYbwgQJ73vf++zEE08Mkwtp4pkFCxaYJiEarT62V6bAiy++aJpYp5jWKz6mw8X3NJGRLuB+xhlnmC7grp/9vr4++9nPfmb/8A//YHvssceEX7i0mOeHY0oroIv5a6LCZcuWhckPNElOac+QrU0XDz3++ONNEzY9++yz2Y1FftdEDSeccIJpYoliL0i6s1Pr4s+XXXZZmNhRkw5p8qGdHTMVj+v500QJmjBB/+d/6lOfMl3AfiraonPq964ueqr/X0s9QYfqn6ii5/v66683tVvt1+/BiTrX0Hr1GkW/gzVZg86vdgx9vFzXNdHExRdfbHpNVYpJ637wgx+YJqvQz7V+vkvdb0288pGPfMQ0EctZZ50VXhuW+hwj1adJGr74xS+GScf0f64u8jvSfmyLtoB+rvXzze+XkZ9nfj5HdhnvVr1u0esDTYiq1196HTbeOkc6Xq8bNXnWa1/7WvvFL34x0i5j3qb/T84777zw2kuvIUoxudT2J1edX/3qV02ve6+++uoJn+Bn+/OX6v6TTz5puoD8ySefHN7zKFW929ej8+hi5IojxZPiavt9yvG+2vk///M/pv97NTnmueeeW5KJ3Yrtqyat0uu9OXPmVNyEv6P1Wa/X9LpNr9/+4z/+Y7TdXrW9mA16vXzKKaeYJgDU3636+6eYenZ2jPpy9NFH72y3Vz2u17FtbW2v2l4uG/Te6J133llQc/7mb/7G9t9//4KOYWcESi2gCRXL+Wer1P0tdX36bEfv8461Xk1YWVdXN9bdy3I/vY+tCTHvuusu22WXXcqyjTTKLJlM2u9+97uCKfQecMEHReQAfdap95cK7Y5e2xx++OGFHhaJ/V//+teHv5eGdkYTr+o1+X333WcdHR2mv5E1Aex+++3HZ2BDoYpc16Rmxfy//Vd/9VdFnnFiDnPO2ZFHHjnmytVv/Y0y5gPYEYECBSp5Qq4Cu8ruCCCAAAIIIIAAAggggAACCCBQgQI0GQEEEEAAAQQQQAABBBBAAAEEoi9ADxFAAAEEEEAAAQQQQAABBBBAIPoC9BABBEYUcOacC49o4ZyzmC9hYq6Ys7B0fjm05Lfnl+Ex8/WYv7lQ/Ca/5AsBBBBAAAEEEEAAAQQQmHQBTogAAggggEDkBXShumImFvr6179uGzdujLwPHYyugC7suHXr1oI7uHDhwjBZW8EHVuABf/3Xfx0mJbn55pvtpJNOssWLF/v37vW+fQV2hiYXJaALqeu5P/XUU00TKhRVSYEH6cL+uqj/t7/9bdPF8gs5XBdf/853vhMuqKkLnxdybLH7anIITTp09tlnW1dXV7HVlPw42WliBFlqogS5lvwk46hQ8ZSfoEPtVHvHUV0pDh2xDsWULpqp3/3nn3/+pP0cbN8YxZnOrwlNytlL7dZkXGrrF77wBd0tadHP9VVXXVWyOuWqicM08YomYNFELCWrvMCKNHmgXpe/973vNf3uLfBwdq9AAX6/7PhJ4+dzxz7jeVS2+j2t1we6yPh46hrrsZow57DDDguTDen/ibEep/30GkH/9+k1zVe+8hVtmvCiNl5yySVhwqb169dP+PlKdQJN8HfFFVeEv1dlXqp6d1aP4kjx9J73vKfs/w/T5Jdvectb7HWve53p/96d9W0yH9fzl5/wV68/9f/EZJ6/FOdSm6+77jrbfffdTa/bSlHnWOvQ3xf6u1UTPOt5HutxY91P752+613vGuvuA/v9/ve/t4loz8AJxrnyhz/8wX7zm98UVMu73/1uq6+vL+gYdkag1AKayF2/Nwutd7fddrMZM2YUelik9i90Ir7m5mY79NBDK9Zg5syZpvcK//KXv9jf/d3f8d52mT+Tq1evtscee6ygVur/aL2fUtBBEdlZvwfvueeeonpzwgkn2IIFC4o6ttIPmj9/vr31rW8Nfzd985vfNE1QqM8K9TnY0UcfbU1NTZXexbJr/7Zt2wr+W3H27Nm2fPnysuvLG97wBtN7yWNt2IMPPmgbNmwY6+7sh0BBArGC9mZnBBBAYFoK0GkEEEAAAQQQQAABBBBAAAEEEIi+AD1EAAEEEEAAAQQQQAABBBBAAIHoC9BDBBBAAAEEEEAAAQQQQAABBMpJwFl+4iznnOlOWGiiLb/inLMwIZfuj1ac9tGhfql1Z7mbU3W59em2oL8IIIAAAggggAACCCCAAAIIIBB9AXqIwNQJ6CKUS5YsKbgBM7bGvQAAEABJREFUzzzzjH3mM58peLKUgk/EAQhMgIAu6v6zn/2sqJp1AdJdd921qGM5CIFKEtDEB69//esn/ULqMtIkCGeccYZdffXVpou6a9vOiibDOuecc+z973+/dXd372z3kj+uC3Yec8wxVg6TNmgyH02IoIkRNEFCyTtbwgo1WYTa+dGPfrSsJjRTF3XhfF3QXxf21+Ql2jbVJe9VbhPA5V30/+u1115rmrg1v62Uy5qaGjvllFPGXaXaqYuh7rHHHnbNNdeYfueMu9ISVXDHHXeESSw0mcVYf/+V6NRUM2kCFibm4PfLyOD8fI7sUqqt//u//2sHH3ywTdbEVtu3W5MNnXfeeaYLx2//2Ej39fv5yiuvNL1W0MX5R9pnIrc99NBDYQIKuU3keUpRty4gf/zxx9vll19eiuqKqkMTMGkyhNtuu830s1xUJRN0kF7LKfbUvkIneZigJo1ardqq15+aJKEc/rYYtaHbPaC2qs0XXHDBlL62evLJJ+3AAw+0b3/72yWPw8MPP9z23Xff7Xq+47v9/f1W7EQZO665NI+qbWrjWGvTe8hHHnnkWHdnPwQmTODxxx8vqm7FcGNjY1HHRuWgQifi0ySWy5cvr7juV1dX22c/+1lbt25deB8hHo9XXB+mY4P1s63JkQrp+957713w/8+F1D++fSf26Jdeesn02qfQs+j9tXe84x2FHhaZ/Z1z9o1vfMMUbytWrLDFixebcy4y/SvHjvzxj38s+HOT1772tbZ06dKy644msnvjG9845nbp85mHH354zPuzIwKFCDAhVyFa7IsAAggggAACCEykwEh1+78z9bfmRBTzdYcy0nknY5s/f6n6NWHNLWEb832dsLZSMQIIIIAAAggggAACCCAwXoEJ+Bso/7fQzpbh71N//vF2oWTHqy2+7KzdRT1eJvUG85KBTUFF3jH0wS8n+nnIn2cKeskpEUAAAQQQQAABBBBAAAEEKlWAdiOAAAIIIDBUwL+PqfcZS/VepuoaWn2p10vVzsmsJ5jknEvtQX0ITJaALqwSStosnc7kStrSqe1KeqT7GcvkjlEdlsmYihaT1X7Og0BRArnf3ZPxf0b4v6KoRpbBQZPoNNJzEezUhjKgKLsmVEqDtnv+Bp9n/0D2q1J6QjunSiD70sK/vMjkXqP4ZarAMuS1SniN4uucqu5wXgQQQAABBBBAAAEExitQ6IWjhp7v+uuvt1tuuSW8vh66nfUyFqBpQWDLli32xBNPhPVCvx1xxBFWVVVV6GHsj0DFCOizGU3SoFjfvHnzlLb70ksvtS984Qs7/X9GF3/XZFiaFGsqG/zoo4/aaaedZm1tbVPSDD13P/rRj2yfffaZkonUxtPpr371q6bnUM/leOopxbGa/OOqq64yXfSzmIvalqINO6tDsa4JVZ5//vmd7Tqpj3//+9+3f/zHf5ywc2qSwP33339c9WvyPk1opokEpvp33GgdUQxqMgtNalEOPxOjtZPthQvoueX3y+hu/HyOblOKR+69917TRaN1MehS1FdsHbrwuX7H6edhR3Xk40GTeO1ov4l+bOXKlfaud73LXn755Yk+VdH1azLWo446yh544IHhdUzBPU0m9b73vc8+9rGPjXnitYlupl7PveY1r5myieiK7Z9e1x966KFWCRPCqY1qq9pcbH9LeZx+v5xxxhn26U9/uqSTg+k9VP2dXGhb7777bivH151qk9pWSH/+5m/+piwnRiikD+xb+QIbNmywBx98sKiOaGJG51xRx0bloJ/+9KdWyER8+v3e1NRUMd3XRFwf//jHw+/dT3ziEzbdJ2CrmCfON1Tvp37pS1/ya4V9HXTQQTZnzpzCDorI3r/85S9NE/MW2p1SvL9W6DnZf/oK6DOLYv5WPeyww6wc///R58OF/k3wwx/+0JLJ5MQGAbVPS4HYtOw1nUYAAQQQQACB6S3g39dzygx2pu9Wjje995gtzpzzJeYsNs7i/PFDS0z15oo5m5ybP48/pakdA+ePuex9vyykj6ojFOdMxznn63E27puvxpxzw4tvmxtSdL5CSzhe9aoe55up4hd8ITAVApwTAQQQQAABBBBAAIEg4P8u8X+m+L9/zBc3etHfMbky1r+Fwt9AuWNete5P6tzw88Xy92NDt6td2WLOJv7mz+GbYdniLOZXtm/7WPtfzvvl+zTQP99P8323Mr6FJvo2OufMueEl9GPotph/fJQy2vOSNwnLoXXl1mO55fDHyxiMpiGQE2CBAAIIIIAAAggggAACCCCAAALRF6CHZS7gbOA9zfA+Y8xZeJ8xtxztPcvRtuePjblcPVo6K8nNV+XbahbO4ZxpOVo7JnO72jFqcb6duRJMcuvOabvvizMzFeOGQDkLZEwTUihxLkzClcxYMpmyZH/KEqGks8u+/H2/zK9r6Uu/L9l9U5byx6Z8HaEuVZzvOj8LeQmWky2g2PPF/2o259xgifl1Fb8t5otz/n6+xPx6rpTi/5zw/4ivO+aLc75ulcl2GOP5fNO8keVKrq2x7DLmH3Quu+7ckGXMr49SRvMLJqMc45yvb7sSy9+P5R/LttG4VZaAMx9bbrAMPJ/OP2BmfmHcENhOQC8nsiVjYfLPVMa/3khbMqGSskQiV8LrFr8+0jK3T9IvU8m0pX0dqkuvf7J1b3dS7o4owEYEEEAAAQQQQACB8hLQhaNOPPHEohqVTqdtxYoVdt1111kqlSqqDg5CYCoEdBH6Z599tuBTNzQ0hIvYF3wgByBQIQL6Xf65z33OzjvvPNPv+PE0u1THanIfTfIzWn2aHOHtb3+7aTKs0faZzO0PPfSQXXzxxf69psRknjac78orrwwTRnR3d0/quUt1Mj2HUzmhmfqhi9hqEglNBlcuPwNq10jlmWeesUMOOcR++9vfjvTwpG976aWX7JJLLpnQ3x2Kj1mzZhXdN00WocloNKFZ0ZVM4oGa1EIXltZEIpN4Wk41QQL8ftkxLD+fO/YZz6P6DOu2226z4447zsrlNcKNN95o1157raltI/VNF+PX+xS33nrrSA9P+rbnnnsuvPehdk36yXdyQr0WPvroo8vm9UC+uXp+P/CBD0zZRLVqh+Lr29/+tmkikdWrV2tTxZVKmBBOr0Xf+ta3mtpabsCakEuxqFgoVdtOOeUUq6mpKag6/R8np4IOmoSd1Sa1bayncs6ZJjrTe8nbH8N9BCZT4OGHHza9t1vMOTUJTTHHReWYbdu22b333jvm7jjn7PDDDx/z/lO5Y319fXhP4pVXXrGrr77aZs6cOZXN4dxFCPz4xz+2xx9/vKAjnXN28sknm3PTb7BoMpksenLCt73tbTae99cKepLYedoL6D3jQieBbW5uNr0nUK54en9ZnxePtX2PPPKIrVq1aqy7sx8CYxZgQq4xU7FjCQWoCgEEEEAAgakX8O8B+C+z8M2m/pYZbEL2/QlnzqmYKelZCdEu7u+Po6iOfHHO1xWSaM3M6ct/04pN7E1nMZ3br/iF5fumdhXaPx0Tc85Uh3Omas3M+X+WvQ0xzW7Y+XfVY74GLVUG6o85C+fLLZ1f7rS92mdIifkKw3HOzPy6/xa+jBsCCCCAAALRFaBnCCCAAALlLOD/NvFfFv4+8X+j+K/cqrPwt0ssuwx/CzlnYZnb5sawzO+fXw4c4+saWB9aj7Y7y7Uhuwx3zG/0Rd/9wj9gE3PzJ/BfZr4dKmGRa1++D1qGto/jb/Od/i05CXWHfvgOhr6o0744c5a/6WJH+fVyWPqm5prhTOuDRfd9yT1P6o/6FvM7hGXM2fZL57eNVAb2yx37qn38dv81cH5z5m/OnHNh6b/xhQACCCCAwHQWoO8IIIAAAggggAACCCCAAAIjCjjTP//N9FZieN/Rrwy8H6n3Kwt8T1jHOudr1bHOQr3+e25pRd98lf5Y5+tRMVNbY86vx7YrBba34PfEtz+fv68+j1h8+7RdbR0ofpv/8v0wC9/8HWf+Fr75JV/jEeDYkgooKFXylWZMn89oYopUKm2p3AQX+Um5NOFWf3/KtExo8q1cyW5LWqIvGR5LJlKWDJNcpC2dzpjqG7w4hj+f/8qfkSUCkyIQYs6Z/pn/nWzOLCwGls7fzxX/O1+/z/W7PeZ3CsuYf0yl0P9/dMyQorpUt3O+PufbYP6mdb8IX0WMNw7Hlfibb5Kv0TfQfPF3/JcNL85CP4b0Ldx3g9vV16ElPL79/v7+0H2Grfu6dP9Vx/nt/mugPWFFrXX+G18VIDDkifKrLmbmhsSBc84/pc64ITCagF5P6LVK2n9LpTKmotcdCb1m8a9RwmsW/zpkYHIuv67HB0puH03ilfKvVXS86vLVmeoe7bxsRwABBBCYEgFOigACCCBQgIAuqrjvvvsWcMTgrul02i688EI76aSTbM2aNYMPsIZAGQtoEpNkMllwC/fff3/bfffdCz6OAxCoBAG9t/GFL3zBPvnJT5ZVc/X/zLnnnmv6ud2+YZqA4Nhjjx3xse33ncz7mmRCk1VO1jkTiYSdf/75dtlll03WKSfsPFM1oZk6pNcxRx11lO1oAjjtV05l8+bNdsQRR9gTTzwxpc1SDGoyromciGH27NmmCwaP0NExbfrZz35mb3nLW4q+cPuYTjIBO2kCkcMOO6ygi6ZPQDOocpwC/H7ZMSA/nzv2Ge+j+n/t1FNPNb2mGm9dpTxek67qud++Tk16pckx77///u0fmtL7eo3yiU98wor5O3KiGr5+/Xo7/fTTy+61cL6/d955p+m51HOa3zZZS/1t88UvfjFMHqTXKZN13ok4TzlPCKcJnY455hjTa9KJ6Hsp6tTvGv0eLEVdquO1r31tmBRX62Mtisd77rmnrMYTqE2arFHLsfZjv/32M00+MNb92Q+BiRDo7Oy0r3/960VVvXDhQttnn32KOjYqB+m9taeeemrM3dl1111NP/tjPmDid3zVGebNm2ff/OY3bdOmTfb5z3/e5syZ86p92FD+Ar///e/tvPPOK7ihBx10UMH/Lxd8kjI9YMuWLSa3QptXVVVlev1W6HHsj0AxAnqt+a1vfcvWrl1b0OFHH320FTtuoaATFbmzPifW58VjPVx/u//mN78Z6+7sh8CYBWJj3pMdEUAAAQQQqDgBGozAqwWyqaLZ7wOPbnd3YPtkreQTuf0y2xT/3X+ZL0p2df4Vm5Kbx12UkB5z5nxRXc6ZOedCMX/zq/ruywR++ZP4r3BOtcP5vjnnTO0ppjjfF394tj6/4r/M37GBmzcdWB/Tijy0o5Yq5qtzFvMV61wDbfSWA+sx//hIZbt9dLyvJtRn/uZ8MfPf/ZdxQwABBBBAAAEEEEAAgXEIcGgxAuFPEf2R4g/WIvs3izO33d9pzv+9oxJzzkb8O0h/+6jERn7c+e0q4Vhfh9aHFW1zZi53Xud0R8VvMzPdNX/Xr2UX5m/hvl+W8CtUGU5mpoVzLixjWsachfZruYO+DuBwkZAAABAASURBVOyj/Sqg+K75Pqqfzsx/md+Q/zNaFz2yMrj5JuVa4dQ8v66lL95Xj7l83Pj78nd+GYp/MCxz9/XYTsuQY/L7OufP5cxc/jxOd5w587fwzUyb/HfjhgACCCCAAAIIIIAAAhMtQP0IIIAAAggggEAlCbjce4fml1pXMdN7jy7/vuU43m/W+5LOOVXu6zd/8+v+ezFfqsZs8HjnnPkvU1uHlXG0d1g9vv+j3t/BOZw/bqD4BubXVVdYD9t8T/zStK+z7M3fz69mN/AdgakWcOFnzIemb4jzxUyfyyh5Lp3WBBdp06RamuAiTGqRm3wrkVtqUq5sSYaJuLRd9xP9/n4ibSmVVNrSvmTrDaew7Jn8d/+V3cJ3BCZYIMSay8aey54rxL3/NvB722/3dy1/P+acuVi26Pd7KDv4vyE8HnP2quX2x/h6Y774L3POmf9m/ruZvg98QGpTelOzTO0xM62H9umbv+Oc89t8CZ9Z6nGtDy/qnxxcLLtd62Mp+f3DUufZ7njnfH3OnzOc24V2+G/mzN/8Y/675RZapZS7QHiy/LPnl/7LP3fOYv65VfFbTcW4ITBUQL8jwwsKvV7JmCb7TGtCrmTaNLlWdiKutCX6/f3+lF+mTNtUErn7A8vcJF0pf2xar1P86x69/rEh5xh6atYRQAABBBBAAAEEoi4Qjf4tWLDATj755HF15gc/+EGYqOjiiy82XQhuXJVxMAITLPDkk08WdYbXvOY11tzcXNSxHIRAuQvoIuW6WHk5tlMXeP/0pz9tQy+mrwv7r1ixomwnIPjc5z43KW3T+1LXXntt0RekLsfnWxOa6eLwk9k2TZbz7ne/2zSpwGSetxTnam1ttdNOO800QV0p6iumDj1fd9xxRzGHjvmYI4880vbaa68x7z90R/1++/u//3uT1dDtlbLe3d1txx13nMlZP/OV0m7amRXg90vWYbTvlfXz+epelPvP5xNPPGHnnHNO2U3GJcl0Om2f+tSnhr1/oNd6ek+h3CbjUntVbrjhBnv44Ye1OuVF/6fp//9HH310XG1pbGy0pUuXhrJkyRL/mbv/0H1cNQ4/WM/lVEzKpd8tl1xyyfDGVPA9TQh3zTXXWDm9DtBrT032p7/VyplWv2sUCy+99FJJmtnU1GQnnnhiwXXdfffdVqo2FHzyEQ5QWx588MERHhl900knnWRz584dfQceQWASBPSz9Itf/KKoMx166KGmCaaKOjgiB913332WTCbH3BtNwqfPjsZ8wCTtGI/HTZO1/PrXv7ZXXnnF9P6gXtNM0uk5TYkF9JpCk8zq9W2hVX/0ox+1WbNmFXpYJPbXpK2rVq0quC977713WU90VHCHJuwAKi6FgN6T+OIXv1hQVbFYzM4++2zT5HEFHTiJO7e0tBQ8GeA999xT0P/Bk9gdTlXBAqV9B6eCIWg6AggggMAOBDJKnlLJ+A+KfFECVSptqWTavzgZXrStoOLrSfv60rlkKuVqhYSqHTSn5A8N6V9IEPNtUXtCu3zbUr6NBfXJu4y4v+oJJWP5usMydz6dOxSP4L/8G/m+p75t/nukvrJ9y5j6GpzVf+8si2Ato9EMx7LdH58OJZN19vXrXKH4k2dJs9+zWaP51NHcMreYVPT8Of0y2zL/XW1VydsM9D3jf/aKL7IJ8SmjvI0/j/qbXfhz685EFX8SPRfhuc/3zbclPPfJQvuV9s+xin+uh/bFn2Og+d50YH0sK/5Y/2X6IC200dcbzHxbU/n2DV3PbxttqX1V/ONpvwzF16nfcxl9U5lg8rF0m30QQAABBBBAAAEEEEBgmgj4v5GyF1VSf/0dLVT83yX6W01/C4Wl/7sl/P2S/zvGL1Mq/m+bYX8bDd2mdZWh+/j1fD3hOP/3X3q78v+z9yZwsiVVnf+JrHr19tdNb/QCTdPsm4CyK/5lB0UEFEQdwGUQxmWQUcCPjqMojIPbKIwjOKDNLgwoqHwYBAYcZZOlobvp9e1LvVf7kpmV6836/77n3psvq15VvcysrHr13ovMe27EjRtx4sTvRtx748SNOGl+5jqn1I8wEIKl5JKyE2nrCEy9g9grR1Nn0Akc8j4h5W6pHLhO+M9rakmvIPLrsHgadwBQhzjHl3oyCFx75iEByDsnT5+FuV/9aK6P1xXJvNgyLwP1KvEyoSfIKLtOfv0yv9fD1fyqv63lRFvIyPOUn3qirFNxsn0qb7AQIAUGUdwiAhGBiEBEICIQEYgIRAQiAhGBiEBEoI1A9EQEIgIRgYhARODiQ2BRqsRUk4hu8bTOudXW0a6pr1xDj5nqQhddNwpvqXbRnPYNMelNHCD88ERXmkhf2pax07+abIMKXyWvXNeL2+rQBye5X/pbZO/UIZ8GJUh/a22y+IsInCMENIzg9dBCKgD1teV1vmUY1aqU61aaq9ncZMVmxss2fapsU6dKNnmyZBOjRZvM6aT8CiN8UueJMzO+YPPTFSvP16y60DCMXzSbidEuyC8UzDx/yzK3+IsIbBACqmJ5XcNdUuV4NOphQ92nbjLWB9EOeFYmupe739vFoiW5288zpjMtfp4X4u/5ugyUH4FwRZJb+621IR6yIrdcMGppfJQytChPByXyJ8KppbJCiVyOz0Y8V4mDS7rl5HkpT89XMnDteGcAKIfMd2Zcawiy+Fs/Ahmuzijzgy3etquTHMvpfsuuoV9X1ZFWVm+azVZ7XlAi/5pEGk+7aC1c1c+0bi76M4c6omzyatK9bAOKSd7I4DIhnyhB5rOV61yeRz6R4yl5XfYMV8qSlmlAAPXIJrsNed8jkWzNesuqlYa/b8xPV21mYsGmx8rGO8n4iZKNHyva2PGijed0Qv6cFDY5WvI08zNV8ahbdaGpd6Cm178WBe1Rvhg9IhARiAhEBCICEYGIQEQgIrAVEGAh52uuuWZdorB4NgsEszjr8573PPvSl74kvUiyLp4bmTjyvjgRKJVKtn///r4K/6QnPUn6o541GX3lFRNFBDYTARZG3KrGGnIcPvaxj9kXvvAFP+R5g7EGFqb3gC24Y2H6v/iLvzD0YhspHsYGNsKQGu8ED3nIQ+wVr3iFvepVr1pChHHuyiuv3LCivelNb7Jjx45tGP9Oxhh3++mf/ukNMcYFjk984hOX4MeCoo9+9KNtkItFswgvC1BTls6ybYafxfx/+7d/e8Oz+pEf+ZG+FmL95Cc/aSzszH1jkEKyOCyGS5Crs4289KUvdSO127ZtG2R20m23DKMXtPmBMo7MNhQB2mS8v6wOcWyfq2MziDPcn+nn97Ow/SDy74YHhpJzg468M2FkFMOc3aTtNc4g4rdaLfvjP/5jq1Qqg2DXNw/keMc73mH9vAs/4AEPsLe+9a129913W71eN/rHLOQPYUAwSRIv31e/+lV77Wtfa5deemnfcuYJMcrFu/ugn8U5/+XuRvVtePe98cYbjWd957Mff/5+x7vfcnkGdcxC9t/85jcHxW5dfLiv8O7JO+i6GG1S4oMHD9qb3/xmjeV3b4RmLdGe8Yxn2GWXXbZWlDPOnThxwmhXZ5w4RwHIgkzdZj8yMmLPec5zuo0e40UENgQB3m3W0/fEmN5WNu6xIaB1MKVv0uu7w1Oe8pS++uEd2W6I9wd/8AftU5/6lCEfxrk2JJPIdFMQoF3TNr/zne/0nN//9//9f/bCF76w53QXSgIwa/ZgYC8v98Me9rCBvOPn/KIbEVgNgdzYHobMV4uzUviP/uiP2g/8wA+sdKrrsM2IiM6/l3y+/OUv29jYWC9JYtyIwFkRKJw1RowQEYgIRAQiAhc3AotmDLzkk+6SZsuajcQatcRq1abVKv1RXWmZPA4f+MGXCWTk4/lt1mSq5eVLFg1Zmo2WT0ZnQjoyQsjrckt2L/tZXI9ba5qnE17wcKonbd6UnbzI00n5L8cBKKALoSJSDq5vq7VoTMjzMgtrcOjEGpxy3MBxLbw5n8clXZuEM3wT8ScfcCXftI6dRjOdlBoM18Lp8M32ef5kqjqJnBBygwtlrKqtVcsNc1qQ2zc1DX5gBlbUv5baNfmptSNBSmABpUcD2XP9uQ5c+yb3EV0j5EAeJlOyCERPJEyoG5QDnJrNxCf2kg8CtzHloEtS1RSPluqnSLjAFxlrlYbudw1jAmlPMmbXydNXG972E9XJlgaLWUQgl7VL8WK0jUEgco0IRAQiAhGBiEBEICIQEYgIXLgIqF8XQrAQRIVgBdw2mbqB6oSqY9JSZ6iVZP0g9VnyvlBdeg36XW3K+kbex8n6O519pJrC/FxnPPpuIvp+delHIO/HyU8+OdE/TdQPc5IsLpPkQo8gESUsWzAVRluwYPr5Tu4gNmWS55k0F9v6L+Tuty/Yic2W8Od6hfx6qF/eVP88Ed6LkKoDUKqK4Gwe6TqSZwhhaR0tBAuQrjaiURf8Gkl/loiQHcrrEPWK+lWrJtJbQk3XgVSlw/NrqHrZ6Z5RVxWvlhHXva763xCxoBSUUD+VL3mjX/L1aYNZyEkjbsEpKCwni7+tg0CUJCIQEYgIRAQiAhGBiEBEICIQEYgIRAQiAhGBCx+BWMKIwNZBQEpNqZ3T75CkW0SXWZdeHN2j6yEXmtav3hge6EXhid4S/b7rLNdRer5jarXM5UVf35Cs6FDbOlXp//uVt690y/S5qRzS+Uq/7fhlemAwRVbwgJAdgxI5JuiVjQsRrENvGyygew5ynSz+IgKbiAD1znw8xILanMbCGhqroV0vFGs2O1FxAxbHD87Ykbum7fCdU3bo9kk7eNuEHRDtz+jArToWHbxt0s8fvmPSjt4zbaeOztnUWNmKs1WraFyorraSaAxIWZnXe9V98nXaxFLHrC4OBIIqGvWsIA+unKUF17MRYys+3qfx2ETjbs1mko7Lqh34/Vxjc+l9vqnxPtF6nz/Z84Rnmj8zGB/Vc5nnREsPPh4RtIczZF0q+SYeCSTlxvOrpfsDlKgNQ/6M01h+U2Xgmeek5zXlclJ7rzPWybPSqeHfPVP2nNLnacOWu3XhVKs2UszFo67r4JTl5e8cukaJrltL1w1CRqQNAjC93vIJyBDkFkRBBYHkxK0/BASlhRBSckzlz90gnjqn/Vm2YIEYqux+zahXuobUJ+oQ7Y36UKPO6Nq7ix/iWFSHsrqWttPE5xKRnmdYWj9alqhtJeLt9UP5kJ+PqZP/JpGKqVe/Rb3TLro8yOZyZvIvKR9l3EwSjuANnR3TlssPnhD3AvCkfJsE5elslCn5c33Bk/pSnKna1KmynToyZ8fumbHDd0zZfr2X3PXNMbvzm6fszm/gjtldN59J99wy4e84Jw/PiUfJ5jAmWqz7tx0t3e96qDOnZYy+iEBEICIQEYgIRAQiAhGBiMA5RuCBD3ygL7Y8KDFYcPl7v/d7DeNcv/Irv2J33HGHsbDzoPhHPhGBfhFg4eh+DHKxYOsjHvGIfrON6S5uBLZ06VkE8Jd+6ZeMttEq3Yu9AAAQAElEQVSLoBibYXHE973vfcbiqcVi0XVaqf5n0TgmnPPPfvazDeM1vfBfHrclXTgGGmq1mvVjrAFjAq985SvtIx/5yKryYpgA4waPe9zjlmff1/EHPvABY3HUvhJ3kQjer3nNa9xQTxfRV40CNq9+9avtM5/5jM3MzPh1HB0dtTvvvNPe85732F/+5V8uIcI4Nz4+7nmzkPugrnMuJPfpD37wg/nhhrkYhsBARK+LUq8mEIbK3vrWt7rhx2azaeD4la98ZQl+7373u+1b3/qWG8CYnZ31Ovn4xz9+NZZdh1MGFienDXadaJ0RyetP//RPDSMH62S1ZvKHPvSh9rSnPW3NOCudxCAHxmh6Xfh1JV6EPfOZz/TrhcE93msxXPLxj398yfX98Ic/bAcOHHAjJ9wHWSQcwx3rvQeSP/dBjCdSLo4jbW0E4v1l7etDPY7tc22M1nO2Wq3ar/7qr1qvxnK4V3G/5X2I96L8vYD7PYQhKgxm/v3f/739+I//uPE+uB45SftXf/VXNjU1ZRgc7NXIKPnzPnrTTTe5gamV5D18+LAN8j3ln/7pn+yf//mfEf2c0b/+67/aW97ylp7yx7g07yTUiTe84Q32oAc9aNXrt2PHDnvCE55gPON55n1czzqexT1luCwy7/G8Ay0LHvgh76cYx+Idaz3MqVvUceo6/SWewfDmGc+zfvn7MWXj/Y53P9oKuJEWHvBajyx5Wt5nMPjLO2Yedi5csOAewbtnr/ljkLazzYIT/MAMomzgjbEo6jjv1r3msVp87gMYAVztfC/htB/6uKukWTX4ox/96MCMgq2aSRcneEaARxdR21F4NjzmMY9pH0dPRGCzEcCYFH2hfvuePMeox5st91bKDz3Lrbfe2rVI6MJ5H+g6QYwYEegBAZ776CHRh33961/vIWUaFUORv/d7v2d79uxJAy7Cfb/vNRiyo31fhJDFIm8iAjxzfuiHfqhnnQTjFOgFBtWH2sgiP/KRj7S9e/d2nQUGyr7xjW90HT9GjAh0g0Chm0gxzkYiEHlHBCICEYGtjcCixFvUrtVabE9MazRaPomuXk1szUlp+aSx9kS1hseve3jik6YatcSY0Jc0W86fjh7kE6mUr7Lf0I0slpcvUfmaDeRKvJzIWJecyF2nzJK/Llpe9rrK6aRzfl5x605Nq/vE1NP8mNiX5tGyRHklyjNJWsIAWjTwZpEMZHM8NhSFzWS+6B8SUTYmzHHdmz6ZuuWGisCljTeYCctajqH8nfim2CZWy68N8UWkdz5MAhauTVGi+gW+5At5/VKxQzrF1DqdYKbDILJN+wVyCsHzFEKGjK1k0ZC7qfpRVxlZ1Lyy0LQKk8vLDetloRLSsLgCabzeCssGJIyawj9RXtQz6huinKZgLpSt/wdv8qBuJ7oeXBeuU13XrCZZkAv5uiZhUBMepIMHvFhMhbKQh0ucYer+s+5UVsXJZcRIGdjDF/71lWSUDN3IW6voeun+gKzwawpzri95mYBxV3nHLSIQEYgIRAQudARi+SICEYGIQEQgIrDJCKibE+jUBeUrCiFYCCIWaBIp1Dd1S4x+KP2pRH3o0wt4NaXPSERNS/ttDXer6t+kpGP1d+jz5MTCO+m5puG20yke/Son9QPpZ9E/yqmpvm9C3uovJq4fWZSOZNHoLyGfZR35IIlVBJUj9XAs30A28gEH+muJ5KDfWqc/nvUH6dNV1Q/1fmCX/UGPSz9+K5Bkdv1AVgbK09C1yA1N0ZcGb8AMQchqw78Z5FkpT226tsGC6qdTkN8plSK/Rkmr5TqT9Dol0i0mrlfienkd0zXD7ax/lNdJ5Xd9glzqaE7tuFla56Xr31lHXe+guuFYSVea4yWhLZe3gOwh+EKacswsmDlZ/EUEIgIRgYjARYNALGhEICIQEYgIRAQiAhGBiEBEICIQEYgIXLwIoA9U6Rel1ZZCEx0i+kT03q57l04WXWRdenb0leiQ+aYL3S3+s5L0vKSr8z2d9JfoseGd8O1XizyVdx+by4m80nvCqymdfb2epGMC6FLPmY67aa7PzfCqaayhhrEQHddzXS6usECXi9wQumN0/WCPoTEg4cq4HneZDjfX46YuMbulGC8i0DsC1DMn6mHBfPSgpXEx2jL3hoX5us1OLtjEiaKdcINcU3b4zkk7ePukHfjOhOVGuHAxenHgtgk7qPCD35m0Q3dM2TEMch2Zt2kMcs1UrVKuG2NBifIgM8YwlLW5DBZ/EYENQECVS5v5/TYES13zOmf68bzhvsz9mXrJ/Rri3u3PyXpTY9OJqOnPIO77jOWlbsPO+pxc9XnVNPjU9RzOnxfky9gwMkk0Q8hg5+4XlmS+qHFynuuLPp+gpec88kLcLzCARDkaev7xvG6oXP5czNyaPysbxjtDVc9Jyp6SwoQR36M78Vx1amZ4C3+lrSuNk/jDm7y4PvlYKdcuxS7FC9lDCNZ5vUPQOe1w5ItbHwiAXTD9eV6AZTBLMQ4Wghk7HFvj5+d9p/qkeHrdM73uWUvPBdpdQ9eYerKEdP15Jnkd8HeuxOq8eyq8DikN6agXkNeN/FsPjaVTP1qqs7Rz8tNrsXLenI38KCku+SOLtxm919YlN/JTtiXlVRmXHKuMHmcjXOVVdywTW2v+S4ppYshOuwfPzja3OWiezoVr2OIbDa83LeNenBvkOolBrv0z/h7C+wkGuO74xik3yoVxLo6X0/5bx+3IXVOGQa7JkyWbm6rYwnzN71leVr4PItPTIkRfRCAiEBE4xwjE7CMCEYGIQEQgItAdAhj1eOpTn9pd5C5jsQjyn/3Zn9nDH/5w27lzp73sZS8zjHVVq9UuOcRoEYHBIsDizizU3itXjMtde+21vSaL8SMCWx6BT3/609bLAp4slPrZz37WyuWyffSjHzWMadzvfvc7YwFUFkQlnPPkQbt705vetOrC/90AxUKtLBz++7//+91E9zjPetaz7Itf/KKx2DvGGl7ykpcYciGfR8h2HLOwOoapwIPF9F/zmtdkZ/tzeAaCUX+p106FoRfwpFxrx1z9LIYZcmxYVB9jQyx6uXqKM8+EEIx7Y36deb5/6EMfsgc84AFnRu4xhOvFPbvHZD1Ff9vb3mYYiOgp0QqRf/qnf9qNUmGoDCMXlH9oaGiFmEuDLrnkEqNOYpiGhcVf9KIXLY3Q49Hb3/52o332mKzv6F/4whcGgt/ZBHjGM55hV1111dmiLTl/5MgRvz/RDpec6PGABWDztsY9iOt1+eWXd8WF+8pzn/tcw3DH/Py8Ydhk3759XaVdLRLlob1RvtXixPCtgUC8v6x+Hai/1GPq8+qxzn4mts/VMcKYDYajVo+x9AzPLQxh8n73f//v/zXeh3gvWv5egKGm+9znPvbDP/zD9jd/8zeGcQwMEa3n3sYC/BhMZdFtxvKWSrbyEUZhMHaEvLxrYXR1NXl576O+Dep9lG8zME7abDZXFm4TQpGh22zox1IXvvSlL9kTn/hEDc9nA+9dMuB95kd+5EfstttuM6417a7LpGdE4xrffPPNZ4QPKgBc3v72t6/LIC4GW/7u7/7O+zrUceo67yAh9IYb7wqkhQeG7DBeRT9qvWX92Mc+ZrxvrpfPetL3YxDu5S9/ud1yyy1+z+hss+AUwmlsqW/gjQGY3/iN3/CyHj161F73utetqx9Jeev1uvFsHkTbxYjFT/zET8C2J/r85z/fs1GCnjLoMjIGErgndBndo9FPQa/rB3EXEdhkBHjfwBgX99J+s8ZA4r3vfe9+k2/RdL2JxTvXwsJC14muv/564/2q6wQxYkSgSwSOHz9uP/qjP2rPfvazXV/bZbIl0X7nd37Hvu/7vm9J2MV0UCwW7a677uq5yCEE+67v+q6e08UEEYFuEaBPhv70yU9+cl/9MvqM9Pe7ze9cxuM5+ZCHPKQnETZTb9+TYDHyeYtA4byVPAoeEYgIRAQiAr0h0HfsReMFjUlcTEpLmovGJC8mcPpks0rTJz/VOt18AlpnWD5hE1fn61Ct6YvlMhkvabaMwZ1Wa1H5WUp9y9xLQvITKd+0fC1jwigT2Br1Vlu+hmSt5yTZKTtlyN3czzHEMfHdr3QNJvHJrdeTNk8WPCYfJ5U/EbbI0GqBxWKKATMCmVCWu70UbSvGVVl8MjUTLUWJyk35l0wOzrHyCYdNA8e6/F7HwJ56hZtRXW4ep07aDGPqqVMzsUTYMkEP8voMnuBzelxBA18KUIdX+03dPEvfZdmCkYh6gNy0D8rok6HLDZ/EyETGnqidrunttS4M66qP8Ab/VtIy2rhaHlMYM0GCBfdpr829vexIAymNiqO9Nnla3tYWjXzJv+HXNumtXHl5dD+pK31d152JwUmj5ZOEucbKLd2ErbbUv+o+mMeRfFSNtoyqn143xZ/6B+a4LPRSzWXI3YWVrw3xWbCdyet11VXuBW05hcVSWVcVMJ6ICEQEIgIRgYhARCAiEBGICHSPQIwZEcgQUE/HLJh+wUKAzFigicX2QuA4GD/6JfSD6Bsm6ge1+2vqC9XVd6QvA6HjoI9TU1+MPg59nZTy/lBTfbumcc7jEE/9T9Lk6XEb6hvVnXdi9JG8767+XLNB/73lffhcP0JflX4acjpJ5BBCuzzyePB6dmKn5IsGDlAbB/QLyJmVwctF36/cVDlV5rP0B+lDbkmS3JTFr4XKl+Pekp6G8lsQHKIgT4qNjjdwy/MIyoP6GTRqFUKwEE6TDlBZ+DVK6+qiUUeW11fqU1q3mtaur6pv1EEoNRina6e66X5dT7BI62uaBlzq1HtRwylxXR7tIlE9Jd+W9Cjq0kses2BmEjWlQrAg8jamcqSB6XntLf4iAhGBiEBEICIQEYgIRAQiAgNFIDKLCEQEIgIRgYhARCAiEBHYYghIPxhSkRblOEmR2Gq1rK3LlE4WHWRbX5kbu5Le9qz65I446D/57gr9OrzJo6W8XGmpvLveJK/LqR36YXig/0Qf2pCsyOn6U5ezmerGpVc9q6zrjtPUWIOoU5eb6+px0fuKwLIuOZHVSXp9ZAeTVJfrBUthCUEq22Cp/ha/+bH2ck2/IIpbRGATEFBVU3W0oPEEk5+xsKbGyKjP5WLdDXKNn5i34wdm7cjdGOSaskN3TKYGuW6bMIxwOd2a+jHIdej2STusOBjkGjs6Z1OnSlacrVlF9w3aSKu5aCEEO13/lbFBFn/nAwLni4yqUtoshCAyCz5WJjcE6/xR5xc1LtkS+f2a8WmRf6ur+3hd43O0hzr3e6eGnj9NPRcaTr09g0gn0vPEn53VxNrPTuXPc4+x6LaEklVbp7ib4u/ME3napGd7S+OSPNMSyZvOb1AZNGbJe4CTnoN1lcvH4PVspJz1zG0/xym/P5ub5t+i6zgdK23akjhZOtJzHRq6Fp6HrktDefozVvK0JEuK3aKP4XLBKYOT7m0hBAVBgk9+7ePWKwJBCcBObgjBaE8hG00uJgAAEABJREFUyA1m7neczUzHTrbKLxCBc3J1uXgpog1y/Wh/XF+uN/WhpnpBfair3UHUJYjzudugvqle1OWSFqJeOKkdw9NJ77/kw/tlWkmQYWOJdkNeuORLPU30/OMZi9xQXW2lTj1XGSnrEiIcWuncAMLIFwJLCH8dLJFJeHbOMWq3twzTFu1O9wPKRRk3FskzuZNvXmfAE9yKs1V/3zh5ZN6O3TOj95Apw9DWXTefsju/ccru+uYpu1P+u745ZnfdvJT23zJuR++ettHDczaZGeTiHQhMEpWVySyL6e5MYWJIRCAiEBGICEQEIgIRgQsZgVi28x4BjEL80R/9kS1fdHtQBcN4CAYJnve857lxLhY6/s3f/E3DCEU1GugaFMyRz1kQwMhOL4uP5uwe+MAH2pVXXpkfRjcicNEhgKEGFj/GwAPGcXpdjB9DDf/lv/wX+/a3v23c//sBEMMdr3rVqwz3bOlZ8P473/mOYYDgKU95irG4+9nSdJ6/5ppr7C/+4i/WJS/8MELJ4tH4B0n/8A//4AbR+uHJtSA9i7D3g81aeVIvML7JorAY9iCvteKvdQ5jA9S3teKs5xwGId785jevh4Xl9eyv//qv7f73v/+6eJH+Yx/7mNHO7nvf+/bFqyW99lve8hYrlUp9pe810bFjx6zbZyrP0N/7vd+zW2+91Vg4GJ0thHEEFmPGsAoGVZa/h46MjNhP/dRPWQgaI+hSQN45WZz5nnvu6TLFytF+6Zd+yReH5t6FwYiVY3UXunv3bnvta19rp06dMowKFgoMQnaXdnksyvVzP/dzbtRi+bl4vDUQuCjuL31CHdtnn8BtUDKe0zyveW5jXAaDW71khXGWn/3Zn/XF4Hk/7CVtHpdnwS/8wi90ZaQmfx/95je/6UbBeO/I+XTjUl7u6QcPHrR+5SWff/mXfzGegfi3Mr34xS/2a/OsZz2rp+foSmXiXZprjWGufhdIn52dtTe+8Y0b9p5CvfiTP/mTlcQ/axh16c/+7M/c8NgLX/jCdRt/6swQ7J7+9Kcb77W851GPO8/34gfDT37yk70kGXhc2my3TF/zmtcYOpj3vve99qhHParnPhn58F7MdaXdYhSKsH6Jvhl9jH7Td6bDwF2v/drp6Wl/1+/kcy78GNWlLnWb93XXXedGU7qNH+NFBAaJAH1FDBxizK9fvuh06T/1m/5CSNdsNg0DKb2UhXsc40W9pIlxIwJrIcD783/4D//BeLZjAHWtuGud4z2e/kMI3euJ1uJ3Pp5D13zo0KGeRccw4Y033thzOospIgJdIIBegb5Uv8b2XvKSl9jrXve6dfdduxB1IFHQYT/4wQ/uideXv/xlm5mZ6SlNjBwRWAuB/kcY1uIaz0UEIgIRgYjABYMAxpOSZsvqtcQnXS4U61acqdrM+IJNnijZ+PHiEhrT8dgxhUHyjx+ftzFIx6eO4i/ahMInR0s2dbLsfOAHXyZnMdGVCaOt1qIx6W8QQKKMZlJfK1lMF7eoJ+3yVEoNYwJXca7m5ZqbrtjsZMXlmh4r29Spsk/0YrIXMk+ckPwqN2UYl39cZVlCCkvPlczjqpykIz3lnTpZEs+SwXt6vGzQzOSC8lywuamKzU9XbV74FmerVpJM5fm6LZTqPjGeyY71arO9CDDloVxePsE1CKzWxUMyIAvXjslwXEcmWiIzE3iZ3E9ZyvM1n+wP1pR5Cd6OeamN+YTwcxzBVQTmfny8lOKrsAmuh2hytOjpUozLjvGM6unsRMXIC2yL4CpMK8KUSdlMGEVG6jhyD6rO9YZjUAfGrFAIZtqQw7FTm6uW61aardnsxIJRvvET817u8bzc4LMWCZdxUYpjySZyjFSvqYPwLQkTrgttnAmxraTlMKAvCXpTdNd6+1GOJSlUNzimbI16y1jsmjZfpGyq9zNqC7SR/Fqe1VU5wIC2Na20XN+SeC0ILyapcj3JD0yR384QyNo/zkNEQcyW7nfUiVql4W0PvrNqo+CFjOQJjmC6BNtOnOU/fU73DK6R2j6yzs9UnC94I2dL9yVwIW8XSnUAWdwfdxGBiEBEICIQEYgIRAQiAhGBiEBEoE8EvJ/TTrvo/Tz6Ht5fZ7Es6UboP2FQiz7yQrFm6CHQScxLNzKnftCM+qIz6lfTH5o6VZI+o2zeL1L/ZkLkfvXP6B+llPbL/Zz6QZPS+0wqXp52eqzkffVp8ZxRX252ouz6kNmpBelEFox+O/kX1U9FFnQi6GyQD50C/TR0DPTZWOSH/hR6kXYxe/SAEeTJ1CmDH/3iOtgsNAz9BX24GclJGShLXk76pN7vU//P+7Aqb3qupL73FiTJ6TK7Hku6Bck7retAf5pyuo6k3jQwoFvq/WnpBAyACHCQztytJ8RZZ7zxw4vrST1tSTdBn5nrzPXmunP9qQfoMJC5pHpCfUG3NCdd3qyIazXtuqWy19f8unHtnFTu/DrRvyfM66vqKf5Up6S6Lh7TqqPeBtQW5qijahfkR77kT5uplhu+aB3y0c93vabaV0JfX0R5fJ0o1S8pOilipIhARCAiEBGICEQEIgIRgYhARCAiEBGICJx3CESBIwIRgYhARODsCKDjhEw6z6Cdf0MnHWEiXSeL/1fLddfBz/GdlHTvU9JBopPkOzh0t6kr3bJ0ubkO03XPHGdEPIh0M9JfostHV4netF5NLGkm1sICwdnFNYmYkqU/dJmtzGAB33Cin0d/jJypPHz/JMpkacvWoXNN46kM/YblvD298uoYf6DMnYTud+pU2aaEQ6rLZbyhYuiKwYXvURlnQI+LTplv1eqd3102W4Yu+gy4QopH3EcENg6BjkqmsYOW7hOMg1BH+Z6yNFf1b10Zn/Dxjo6xtmnqvMbapjRmN5kRbXRmoqIxtoqV+H6yWPdxC8a7qOOMUSwpS0f2S8LjQURgEAhQp3VjbenZl47ztYxnIPdfni1Vjasx7st9uczY9HzNqPM+RqznI/dwvmme0Rim1/+8vvs4XrG7Mdj8WZK7PEuUnmcUbYhx6SJtpVS3WrVhGAFDXopf0NioP8v9IUnIJpEw8+ew7ge0XTBL8arbQjbHoSSsihob5fkGXnMau5zVGGaKV9l8jDTDbdpxK2ustGR+r8juI+0xUTDxZ63On9T4vvz5M5b7y1R2r5nWu8q0eM7ovYW85nSNGDtHjhLzG3S/4R2EMdy6nrHNesuQP1E5/H1E5crvQSmum4TneZxNCNlNWk7oqIe8V1JHIO7tLTAWcQzMOc6dRQ8c+M4shNQDH64P14lrxnOH9yauNWPnvN/5OynfFJwo+vwgwnj/zL+bpy1RX6b0HJqGvJ6UjXZLffR6Ml31OTlFPdOou+RDXeGbBL5RoY7z7EMO7hVentaipeXRjcT6/YmHkoNJS+96lLGielqcqfl3KV5O3Q/Gj5dsTGXMqT0P6Fha5vax4gzMn+Hp35iILziDLcT8EMdUsk15+yun84u87aXP+Pw7hYX5ut8X2ljWk6zdtbJ3WwHQL3zdpEurki2vS9zbuTfMTlZ07ykb5WoT9xjdk5l3loYV/X5OnZvK6tCs7mekp540vF/T8m9XuJdwPbsRLcaJCEQEIgIRgYhARCAiEBGICGwVBJ7whCfYu971LluPkYBuy8LiXP/1v/5XYxFbFvJmcUwMFXz2s5/dsAWau5UtxtvaCKxHOoxY9JOexQqpp/2kjWkiAuc7Am9605vciA4LyYeQKVj6LNTDHvYwYyH0Bz3oQX1yWDsZz6+3vvWt9sUvftEe/vCHrx25i7Pf9V3f5bye9rSndRH7zCgYZbn99tvPPLGOEIwtve1tb3MdV69swP0b3/iGPf/5z2/rXXvl0U18DA9g2AMDbI973OO6SbJiHBboRZe34sl1BFYqFcMgx+zsbF9cqGd/+qd/aiyiOYh6lgsRQjDaGcZKn/rUp+bBPbn//M//bB//+Md7SrORkTE6gWG8kydP2n/+z//ZHvnIR9qePXvaWWIAg0X+WWT9pptucgNYtF+MhxDpsY99bM9tGQOw8CJ9P3TFFVe4MT/aGcZb+uGxWhreJX7913/duDewwPlq8c4WjkGPd77znX3dB87GO55fHwLx/rI2frF9ro3PZp59xSte4UaleF7z3F5P3ldffbVhVJLF8dfDZ620LLrPewXPyRDW9z56n/vcxzBO2q9xjhMnTrhxpbXkPdfnfvVXf9X+5m/+xi677LKBisKC4zyDWGS9H8YYA+n1PaWbfJrNpv3FX/yFLSwsdBN9SRwWUv/CF75g//E//se+DEYtYbbGQQin3/MwlrZG1DVPfepTn9ryOjPe/3if5Zpcc801a5an25O02//9v/+38Q7Ou3i36Trj8e7Pte4M69ePjqif6/iP//iPxrtCv/muNx0GPN7//vf3xIZ+CcZTekoUI0cE1olAkiT2oQ99yB7xiEcYhjDXw45n4sVeh8fGxuzrX/96TzBigLNXY609ZRAjXxQIVKtV+8QnPmGMO15//fX2jne8Y13l5pnEc+xiNxaHjg1Dn72CyRjslVde2WuyGD8isCoCvFvyjk4bR8/593//96vGXesEbRs9LHriteJtpXMhBPv+7//+nkTCyPCpU6d6SnOxRY7l7Q2BQm/RY+yIQEQgIhARuNgQYOIeC8pWWRRitmZMrMTg1rF7Zmz/bRN297fGVqS78vCbx+3um8fsrozw33PLhB34zoQdumPKju2fsbFj88ZEPCZoVheaPgE3abY0gL1+tPlIhDIkSctYxJeyMFmLvJj0NzOx4ItJj0uGk4fn7cTBWTsumY7ePW1H7pqSjJN26PZJO3DbpO2/dcLugW4ZN8pwz7fliu7OKD/m3H7F2U85FX+/0h4QVgdV5oO3T9lhlfvwnXLvnDbyOSYsjx+YteMHZ2z00KydlBxjGC+TTExcnDpVthnJibxFXQMmJjKBlcmIlIuJiJTzXE04I9+UFn3yW9Jo+TVkQnCl1LAc6+nxsk+gY3LiqaNzKuec431M5QcHMDkkfA4K74PfmbQDYJfRPcIT2i+scZ3k36/w/beOe1yuEekOKT11C37w5XpyXU8emVNdK5pP4Bsr++TK+dmqpXg2VT9aLr9P6GR2qsYQQwimbf0VcRUO8HYqBCsMkVdwGRrVpoEdEygnT5bshOoFZdrveKi8qksHRF6nunFV//L4h+6YNLA5cte0gQsTZZnIvlCsWV35MsG11WoZvxCQST65FuR2symeNgshWOiID67wZhJoUbgzAZwJpad0XbgPHJZcZysPZaAtQQdVJsrC9YXH5KmS0Ua4niyeziV0TIWtRDGoQ5wOb/BzhSxCs5EYMjIJeG5yQXW2aNSdo/dMO27t+qn8kRdZkAs/hB9CPs4R/9AdE4asR1XXmcDLxNGFUt3q9bTegQ0ChSBZ8ECBXaSIQETgLAjE0xGBiEBEICIQEYgIRAQiAssQCCFYKATzjo4c47doRj+PPhn9Pvo8LGqT92MAABAASURBVHJG32xuasGNZE2q70n/EB3N6OE57y8ePzBjx9QXom+NjuTInZPqF4nUf6OPc+j2CaPP46R+PP1x+kV+nMU5LPcwOhDpWOiHwuuoeNIPhD/9UmhUedL3GkMf4gsQldQfK/liPSyMNCO9yPxUxXUM9F/RH9VrTcv1RyEvK+XtgUII5ngpDbzAp6L+GthMjy9IjzBvyEn5D6kclJm+HnTwO+Pm/b9u+uXnOA5yIvMB6VDQqXB8TNcBvKekI2HhNvRl9IktmNGfLqgehWAc2qB+zk+7EIKFkJHyMQvSAy66TsTraS0xdF8V6ZVYUJbrMafrP6NrMiU9GfqyVL8073129CZcJ+oV9etoptc7onrn9U911+us6qO70h1RT6mzbdI54h7RdT4qnQl84HdC7YA6Sv08dWzOF+ci/ynJMTNRtrnJiqG/Kc/VjL4+7Yt65Ho76TdbLTVAlBQWfxGBiMA6EIhJIwIRgYhARCAiEBGICEQEIgIRgYhARCAiEBG48BE4z0uIvtOsIL2n1J3Gt0DonNETojNEhzg1VrJTR6V/PzBrR6WfRR+JrtZ1t+iQb5tYqnNGB0+4yONwXoROE33o2LF5X6y/OFORbrJm9WriOtZOdaSLE8xwTa7xk6vND0OQb3HRkmTRkLVebVq5WLcZ6T6RFV3rQeRAp4ocHXRQ/oES+WQ8D2nMAR0u/ClvTvmYwxHpcY9I/4t8R4XlMelxwQRd8UmNN4xprIHv0iY19jE9XrZZ6ZeLM1VD38z1qGl8AV10q9Wyzu8uhYYBieEBq0gRgUEgoPpEvQqFYLi00ZbGDpKk5e2uWmkY7Q5DNxjCY0yEusp3kJWFhrdtDN0Qn2+FE7VX7i9NxiDkDwWz4ZEh27Fr2HbtHbFde0Zspwh3x65ttm37kBWGg5eEe1Na5+PYhQMSdwNFgLpF3azXE6tWmlbRmGt7THq6Ynw3yz156lTJuD9znx47VrRTep4xDjd6eNaO8w2/7unc27nP86xkbC9/JvgzKXtW8IxYTv5c1Xl/bsrNz8PjiMYPR/WMwDAV446l+brGI5tGWzI1kUAbhfCLBgrOKszALL0fLKb3A7V5MMNI0szkQnscP8Vq3k7pPcKxOjRnPPNyvI7dM+PvFjwXKadjp+ck+B3WGCjlT5+lEz6+n/onzd3s/OFsbgNp4cE1OLZ/2sfKGSsd1fU5dWRe4+dFjeMXNY5fshmN3YJlcbaq+1jNeMby/XvSaBnlonx60Kr0wUKA3Ktd3JYgEMzxMVzVwYIoFMx/4Ei7op5iQA5jVryvNfJ3GT0LUpwVnVu7HN/gJczhBclriy0zrk1DY/E8Y2YmFmzsaNGO3j1j/u6l90zmKfA9AXNjcCGfq5HNiaFtHbxt0g7qXe2Q6syRO6cNOqr2xff81EmfC5PXFQwxnSx7XWZcPX8f49sEvgeo6/2Vd1DKyPMtf055GXrY6XXWnPR8XdT7HTx5tnoZj88bdRgZqfOUqXP+U3vOUz73aZDut8fM5xd9azx1vy2XuS/Cc/+t4z436QB4QmB6+5TPM3JM1a79/Vb3RX+/1f0Sw2jTp/RuO1lxo2eUERy5ps1G4u/0Xh96wK6bqCEEY2Gu4eEh26Z3jpEdw+l7h943du/bbrv2jdiOncM2PFwwftRbJ73rtERcW7/Gqq9JY9Eauu7UgeJszWYmKsa9hG9WmHNEeE3nuYak2YjyIGOkc45AFCAiEBGICEQEIgIRgYjABY0AC8r+/u///qaX8cCBA8aCWxhg2Lt3rxtr+LEf+zFjgb3R0VH1mzo7jpsuXszwAkFgamqqr5Jce+216jcO95U2JooInK8IsADiRz7yEfut3/otw4jMoMpxv/vdz973vvfZrl27BsXS+cAPA06vf/3rDdk9cH07T40hg7/+6782jFl5QA+7er1ut9xySw8pzh71X//1X+3//b//d/aIy2IgP0YQWHx12akNO7zhhhvss5/9rPVroIOF/Pu9b69VqE996lP2yU9+cq0oq5679NJL7dOf/rS99rWv3TCjDRg2wVBIv7j9j//xP2xubm7VMmzWidx4Cu92Q0NDXWVLvKc85SmOMYZX3vSmN1kvCy0fO3bMSNNVZitEwoDc1772NUPmEMIKMQYTlBv769egCVLwvv6tb30Lb6QthEC8v6x+MWL7XB2bzT6D8dK/+qu/sn379g0sa+7V73rXu+zGG28cGE8YMb6HAR50Bbt37yZoIMS77R//8R/3/Y7ypS99aSBybAST3/7t3zaeEYN8H+6Uk3dj+gjPfe5zO4O79r/lLW8xDIN0naCLiHfeeacbhesi6pIo+Xsd7x5LTmzgAfhhLO1Vr3pVX7nceuutbkyvr8SbkOgnf/In7Zvf/KY9/vGPH3huvCdiOO3d7363j/33k8FHP/rRgRk0e/7zn28jIyM9iYFhoUEbbO5FAPLGMGy3aUII9spXvvJi0Yd1C0uMt4EINBoN+/jHP26PfOQjjfvJ/Pz8unKjX/fv/t2/WxePCyHxoUOH7MSJEz0V5Xu+53t6ih8jX1wINJtNg/JS820c+rsjR44Yutn/9J/+k2Gch3fuF77whYaeJY/br4u+5oMf/KBdffXV/bK4YNJh0KcfA58YFOWaXDBAxIJsOALVatUwAAfddtttxrv0H/zBHxjtmn7NpdKTv/SlL11XG8f4JmNF52PbRvbh4e7HjTGkR19pwy9czOCiQSD92v2iKW4saERgkAhEXhGBiwMBJkMxSYvJTUxyYsITk1+P3TNtB26baBvayg1u3bVkEtq4cXzXt+RikOubY4o/bkxkY/LY4Tsm2wa5psfLVp6vWToprGlJs2V0EteN8qLZYmtR/Bbd4FK92jTKUp6rGRNWp8cXbOpkyVjEl0mqTLg7lhnkOnzntE9qY9Lgge9MeHnzyW+UwSfIMTEuI598mPnvuWXCy7n/VqWD2hPlJo0JiIfvmLZ80uoxJswpT/I+cWjOFxI+dXTeZWIS7dSpss1MLNjcVNWKs1Vjcd9apanyJF4urhFlVEnXDVe/DLhWTGREFp/0WUv8Wi6U61YU1ky4nR5b8EnUvsC3yjeqsp44MGvH90/b0buEx51TwmYyndT5nUnHmzoGhlCOaY57PsFzv7DmPHEPgnM+GVE8j9497XUMbEcPz9nYsXkD02nJMjtR8cmI4FkXnkl7ArBQUL0JcpjcitN2/WCQu2AhBA1UpKQDS5KW1YVfRdixGAuTv0fdINek7b913HE5qLaXThSf9EmtB4XXitS5GIqnmTQmkx6+a8rA5sTBGceDie5MyqxXE69XXEeJJblMIiGjXOvuF4imxLnLYVo/Fo12zYTr/F7CxNCTh2e9DrCw+QHa2RqUlnnCMSDuIe4hB6aN9jKpdsxkXa4n9yxdQskfnEJAGsiW/Ah2yicvqxI3VA9yGWcnK4YBt5OqO0wuP6z8yDOf1H9AmCKHy+VYT+p6SL6sDB4uv2N+x5TXReogfFlsADlpL+DNQhvIIsDtTEmXiB0PIgIRgYhARCAiEBHYdARihhGBiEBEYGsjoK5MKiCdCnUoQggWQkjD1DlaVIeDfkezkaT9TV/Iq27oGOifTEs3Qt9n4nhR/as5O6l+2gn1QzFEdEx99iN3T7kOg77kYe+7T9lh+kA50SfN/XLpA0Heh1L8w3dO2hG5qR5kyo18wdcXDzowY/R5R5XnyaNzdurYnPQh84buYPJk0XU2U2Nlm0UvMl11mVkcin4bfWf6meYABJU5LXJX+6BYwkibL5AqmLzPSr+4Um4on5ovCjUmPQJyHpGOgfLki715fxAdhPqFaR9xUv3BrUwT3pdGr7D/lnFDr3BMuij60yzYhP6hUmpYo94CGBsaKligrxwcKIWtf3NWFgwXsmAWQnAy/XwBMOlEWASV/jJG1+jjoy8sztSkF6u4fmyKRfpGi15HxlRnTqrPTh1Cx3FcZToqPRuLxFFvD6veOalPTn+eeglxzQ7dMWHu3j5hnPN4xJfOhLTHXKc07Qv/wZ98TkmfNX58Pltkrmy0nbmpBdcvoevI62ZN+sf2AlHSS3oVpZKpnHGLCEQEIgIRgYhARGArIxBliwhEBCICEYGIQEQgIhARiAhEBCICvSMgNaf0nCaSvrOAa1JbLxrfgDX9G7CGoYNFF4uOEZ0z+sfD0lvybdEB/7ZwwtrfIKFzz0k6d+LkRFz0mfBAfz0t/Tm80U3Wa83UIJfGBIxfYCdCQBxIYdrk06ZwbfKY0rUMIw98k4hOdnq8bMh6VHpSN9DwnQk76DLJRS/ux/J72GR2bgCul1d8pLclP/S5bfLvtjQ+0aHHRb5j0gmjG0ZHjC539Mic8X1rOs5Qshm+E5ysSO9fsYVizSrlutXR4WrMpJUsU9wCiMgx8p3DE3cXHAKbWyCvStQrPCJqHd/7Uv8Yu6stNI1vN2nLfNNcnKlaaa7u3wlXNWZF26Z9Ep/xvpbGUhgfSxottd1FYzwH4xg7dm1LDXG1jXJtsx27t9m2kWEf91lUsRmvgOSNW0Rg8AioklE3GefjecLYY3mupvtv1eanKj7eO6Nx6Wk9uyZPlny8jXG3Mcb7dO/mHs69/JjGp7m/+/gs93yRj9G2nxGTazx3eDZNnH6mKg3PTZ4lRzXmzXjfpMYZGSPnecd4JN/wAkaB8dEQ/HnO8YaTGqPfCzSWyDsD7dwN9M3X/L1hRuPjOVY803jun9JY5ckjs+n4+sFZYzyfdwLH7J5pOyJy7PT8PsIcCGF3WET5cxzwgyeuk56vh0WHNKZP3MMaKwUrxlvhC//UyNKcMZ6PHBMnShrHL9uM3hfmdG1Ls1Xdx2pukIt7Fpi29IylfKoWZkGbyMDX9MMvJ25CwLHQjg182q48eqcDQ7Dknt+sJ8YYdF3vl1BT7zKJ4yw+nRtJdSx2QG4FvZ/i4RnCWHxd74wLxYbNjld8XsUx1Rfeuw7cNmkHbpk4bTiqY07Mfr2v7tc7IN9JENfrjtoXdebIXdPZNyAzqpOzqp9zdkpj+GldKdqk2jt1+bSB1Lpxf6D9IYuXw59prcyQm/m7tIrQw7boaZivQDnBiTY+M7lg48eLbYNc1H2+l2De0+pGucbt7m8NgMAPPplRrs55RsiwX1jzbu8k7JGNdtrGVNclfceds5OH523Mv1Mo+XcsfD9TVLvj3RYDiHXVDa5tS+8IurX0gFt3UalLQ0PBhoYLeq8Ysu1ukGub7dqzzfZcst12691jOwa5thWMX1pvW349qaM8G5LmoiXNllNddXih1LDSTM0oC/e71CBX3Sq8++hdHWOkLdVvNQNYRooIRAQiAhGBiECfCMRkEYGIQETg3CAQQjCMmfzRH/3RuREgy7VcLvuCyi9/+cvtuuuus+3bt9szn/lMe+c732mHDx/2flQWNToRga4ROH78eNdxOyNSBzuPoz8icKEjUJBS7kMf+pC95CUvkWouU9gNsNBPeMITjMX1n7d7AAAQAElEQVRZB8USY1wYBnjBC16wIfJiRIyF33tdcJ3yYTwLvR/+9VKz2bT3vOc9PT8DkRv5Kcd6Zeg1PQY6/uzP/syuuOKKXpO6sYFeF40+WyZzc3PGwqH9XJNLL02NcfE+crZ81nse3LhmGFLrlReGzL785S/3mmyg8TH2gmGwfo2nhBAMo1XPec5zupaLa/qXf/mXtn///q7TdEZ82tOe5obAMCTXGb5Rfhau/du//VtLF4jvPZfZ2Vk3uMKi9b2njik2AoF4f1kd1dg+V8dms89wf6a/PzQ0NPCsuX+uxyjicoF4H+UdAgM8GyEvz9p3vOMdds011yzP+qzHGLQpFotnjbfZETDy9Ju/+Zu2Uca48vKAHUal+jEeivGsm266KWc1EJeF4Xku9srs7W9/u9Ev6TXdeuNzfd785jcbC7j3yotF3NGJ9ZpuM+L/6q/+qnFtB2nsb7ncIaQGosBv+blujgdp0Owxj3mM8f7YTb55nIWFBcPwbn682S59fIxGd5vvQx7yEHvsYx/bbfQYLyLQFwKlUsn+z//5P/ayl73M6D++6EUvMp4VfTHrSET/nfeePXv2dIRenF50BOiTui393r177QEPeEC30WO8nhE4/xN86lOf8vfNEILrYXlvR+93ww032Itf/GL77//9v9tdd901sILC89Of/rTd5z73GRjP85nR7bff3pf4PNeHezAe1FcmMdGGI/Drv/7r3u5CSNtfCBvnYsDt2muvNehRj3qUjxW98Y1vtE984hM2MzOz7rJiaI93gHMxZrFu4cUAXLj3ydv19tWvfrXruDFiROBsCKRfu58tVjwfEYgIRAQiAhctAkyIYlIak5uYuDUzUbaxo/N27J4ZYwJY52Q099881jEJLfMrjIlrEHGYQMYiEYfumBKfaTt1rGgz4wvGwrX5gso+Kazl0zDXhT2TypiMlTRbBk8WU6iU654XBq6YDDo5Wrax40U7eWTOJ9wxee3oPdO+WPShOyaNCW5MHvTJhLdMuKEtjEJ1TozjGPKwW8ZtP8TkQ7k++fC2STvwnUlbPgHx6N0zdlRYHjtwehIicjBpdky4TIyWbOpUyfGZm6643AvFujFZmYmVraTlk+oZQD0nE864RIAsFxmYxOg41xKXsVKqu8xMuJ0eL9vkybJPbKR8Jw/P2fEDs6oDM8bE3cNM/r19SniLvjNh4EYdOyAMwRN8nTqP5T+QGak6ILwPKh2LgBzWdfMJie3JiLN2UvmdOjZvYOoTOycXfMFkx5OJe42WUd8pR45lUO0LIVjAFW3EFvQ2FgrBCkPBlJVfz3qt6RMKizNVYVYyFkKnLnod7JjQSnnPTpPmcZQOFz5H7py0o3dPGYbKMFDG5PI2DnXhkCxaMLMguQLyWS+/4GktZC5JF5kca9ZsJj7hujhbtZmJBTcGRn0/tn/GuGbItyapDAd0jZ3kpyy011NH5xwnJutSDu5ZZOuYZmXgeEUKhqgWFE9i6j6Rylieq9ms6sjkyZK5jKpLh3TPog1zT8hlSOWdTDGWbAfVzg9KNq+/HN+ucyImqx/bP+31f0Z8F8oNY+GBRPWuJbyFkJkFC8Es3ZkZfou/iEBEICIQEYgIRAQiAhGBiEBE4KJBoI+C0iXPk9GFCOpI0K9w0gn6OcRpSX9Afx1DQeheFoo1X/yM/vqM99dLNn5i3sbUbz6p/jOLnbG41jHpR46KMFB05M4pO6z+5GH1uQ/lRH+HhTGdJo1w+ky4EHEPk+6uSfX9pwxeR9W/oi93TH1BFu+iz0uep6SXQV+Ajoa+Kv33SelE6MPPqA/JQm2l2ZqxKCFlaKjvzGJelE9F1abSBzldbESDTEBp8y5ZIt2R98dLDdcXTAsX8Di+f9aO3EXZp4w+off3Ovp9B+gH0v/bypTJi17hHulS6Lse03UF76mxspcXfVmzkQCJ0Z8uqJ8cROZAdQHqWaMEc6wNNyczDwtmLV1IFmNCBq5DrdKQbqRuJRadkx7B66r0klOnyq7bGT8+L53ivPfZqUOuY1KdOqb6dVQ6Dxb+OuLXbdLyuoibGuGalP5p0rieB7O6nNdV0hy9a9rrKvWUdgD/k0dm1T7mpEOcV/5FmxoruW4DuVgkE70mOglfHLPS9MXQqFPoykxlW8yVTWZpmS3+IgIRgYhARCAiEBGICEQEIgIRgYsWgVjwiEBEICIQEYgIRAQuPASk40TXGYI8Kh3foKEf5Bsm9Nl8AzYlXSw62eMH+V5w2vXt6Gr33zbu38kddB3zZMc3SBPuPyAddK6XJi56TfSW6K/hiX6SBe35LpKxAMYFJIK5JJIndwlrE+HpCdSX5rrZemKMIZQ1fjAzvmBjR+ddr4/O3ymT70DbPVPWg34ulXt9/knpb8VHYxCu0+3U48p/ROMOrseVLphxh+XjDWAzcbzo35NNS9c/N7Vg8zM1K8/XpXdueDkZM0F/y7eCnfpbxwh83BN3EYEBIEB9UnsLIaTtUmMG1L1EY3eNesswwLOgsRDuE3PTVY3fUVdr5mMOC1l9Vfskvt9bkkVLmovGGFnSallBfLeNFAzjW7v2jNjOPdtEuCOGka6R7UNWGCp4QcjX6/yidYxa+Km4iwisCwFVQz1PFr1u8uzLx/kY1/W6PVXx73G5J08x1neypLHposbdiu3xvtFDc27Mh3s693bGpw9rjJnxvUOMRfOMWe4StoQm02dqNjbqzyI9S+ABT4w2TihvvjXmmYCcSaOlsgdjbLRAUwmmn+/krnNbJTl4cUq3A6NdttSumROAgSIwwzgfRmqm9AybkryMnTM2OnZ0zg0dnTw8699/M9YOXk4a+2Uc/oiejUc0RurUHtuf0nN1sj0+6niCpZ6pvFeAz+E7GA+f9HFx0oIXfHnnOHFoxkaV5ym9GyDH+Imi+Ti+xvDndG2LGsNf0DPWx0mriSUac27p/uTTQHS/cTRV6Nyl7OkN0X0X7y4FpA2FILJQCFYQBZ3z+qEd93/u+U3V1UYtMd75GsKZ45aeJfl93bJf0B2e9CEEC/CCgu77uiAJ30QoLc+YGV0/3veO3j2j+jFlfPu+/9ZxnwNzT2ZEim8LmMNBuM/T8PkwE3ZQ76dpnZmy9J1sxhhbZ14CbfnkkXm9Sxa9nU+qDk/r3XJusmJFfx+r6X2sbjU947wsehZSvkTtgOecbiZeEsrlnm53qmuqdt6muA/RlmaV79ixorcX5qpQ3ykT85nyeU34obswnuU0Zhyvl+75lvh8e1y8RBme+3UMnsiw/5YJ23+riPuV38em/DocVltst8EDsy77ySNzNq5yTPq8orLupymWXEf6Go3s25kWGKrOdAtZt/GCain1cjgzyDWSGeTauXfE9lwyYrv3bbftO7fZ0LaCYppfg5bqG/K0VEehRG7SWDTqbaPWsgrf5cxWbWaiYjO6Tszrwohapdzwd3WuIfW153pg8RcRiAhEBCICEYGIQEQgIhAROAcIrJBlCMENpbznPe8xFgpeIcqmB2Fs4HOf+5y95jWvsfvf//5uoOu5z32uvf/977exsbFNl+dcZvjP//zPxsKYIajHc4HSD/zADxgLsg4S52q1apOTk32xfPjDH95XupgoInC+IvD7v//7voDqRskfQrqQej8GEFaSCWONP/RDP7TSqYGFPfnJTzaMRPbK8O6777bZ2dlek60Yn0WpWaRyxZNrBL7hDW+w7/u+71sjxsaewtjAr/3ar/WcSbFYtKNHj/acbq0En/rUp6yfhS8xava+971vU402sBgpeWJwbq0yLT+HTpJ3uGazufzUphyz6DnGXkIIm5JfngkLEmNYJT/uxX3qU59qH/zgBw0jWb2kW29cFpzHcFk/Bk3I+2Mf+5h94QtfwBtpCyAQ7y+rX4TYPlfHZjPPYKzpda97nYWwcffn5z3vefb4xz9+IMX6jd/4DfvFX/zFDZX3gQ98oL32ta/tWd79+/fbxMREz+k2MgHPkj/8wz/cNB0ORrne9a532Y033thzsW666aaB6XHQB334wx/uWYaXvOQl9uM//uM9pxtUgquuusp+93d/t6/6fcsttwxKjIHx4f5CH3IzdIghBPuFX/gF4/2t1wJg0OyOO+7oNdmK8TFQ8PznP3/Fc2sF0p+bm5tbK8qGnKOtfOYzn+mJN23k3ve+d09pYuSIwHIE0MeePHnSIAxDYdARHcUzn/lM73+h4+b9gXs5+v/l6fs5LhQKxjMqGpQzQz/wjW98oycYr7zySrv66qt7ShMjX1wIjI6ObkqBacvomLhvbLa+ZlMK2GcmJ06c6Cvl5Zdf3le6mOg8RmALi/7TP/3T9oUvfOG8NrTH8xKdgvXwu/nmm40xjx6SxKgRgVURKKx6Jp6ICEQEIgIRgYiAEGBiW9JsGRM969XEmOTEZCeMQ00z0fNU2Zgc20mTJ0sKK9nkSZ2Tf3IZTY2VbXpswWYmFowJ5OW5mvOt1xJjkhX5ka8tSoAeN+aQMYELHvCq15rOm0VxmfRJnsg6OVq08eOiY0UbOz6f+nU8cbzkRoImTsgdLRkT15bKX7YpykW55S49V/Jzkx5etkmVm7i40FQnP+XPwtIT7haVZ8nGdT6dNFt0eZBr7Fgm24mi4hSdJxMSS3NVL1fdDUklPomZsvcIV1/RURKBcStZ9En9dV03JvMxqa80W7P2RGBhBH5eJsnPREDKMyacHXu5nAMH4kFMdAarydGyygqVbBI+YHlKfrmTjm/qn1pyTHyoZM5HeHKdHWPyF7HQBnkyGZh8qYss6M3E6hTLljHhjzJq1EVbsNAXSl0mcubBNFYhCp4IbJPmorHYQq3S9IUVijNMOFxQuymnNC6/2h/1eS1iAivtdEbxZyaUVi4LmUO0g2nxmJ2s2PxMxdJ2WPdJjM1G4pMhvQ3m7RAhXcLudl4a30mxqCTUT8oGb7CuluvGAi5F1Rna5qzuBzOSby2iPDO6fxBnGtmVhntRcbbqODE5vqH6mOiepSwd01RsCaKNsOXkwdql8czLnd87qNepjFXdqyo2O7ng960ZyYks05JhWvcydzvD3F+2PE5+jShnab5m8PWJoklL+bVc8YpcuQz42yTZ2v5N8MQsIgIRgYhARCAiEBGICEQEIgIRgfMLAe9HLO83qB/n/S/1jRrSi/hCfqW6FdV3mptaUF+l3O5rT54sGv1j70d7H7vkOh3vN6r/5f0d3CV9n7LzmOno+7g/izdDX8nPpXnBy/tOfj5NS388DS95flP0+UVT0gGkff2STapfj2zeh1efflLnp8UbvQhlYYHRhvqALVZVWo5BN5dRabSZOo/GDzYs9IQOjEVHK8KsJJ0VfeZ2f1D9UGRAdso5o3K6q/C877em6/HB5RyQ8Ad3MJ4GRxZHk35pQeWsVRvWrLfcSDhYtBfm0oFjJHc9m9fTNoNF7wfneiX0H3XpPyqlhusmitNV4xpPC1Nwdj0Q+jPqp+rEJK5TWXUHKtm06g1x8fvBZgAAEABJREFUnVQ2d1Ve3BnV3RnhPp1R6i/bDPFEM1m8afmdFD91ywZe0zqPC26T0knheh1FFuSSDnFSRBjnSDurdkbdqSw0pN9JpGtatMWWGfomx0Kg4kJtWDbZE7OLCEQEIgIRgYhARCAiEBGICEQEIgIRgYhARODCRyCWMCIQEdg8BKTyM9MOnR/Ed1J8/5jwfV2j5d9jVaSLLUknO48OVDpE9M7oE3NdpfsnytJdLiyjsuvk0VVC6KDhwTdIfMtZq6CHbBrfS6GDtI6fRDKXy/TzA7naci+y6tB1l+hs4YHevVKuG7LOSY880yGT5++61rJkLEsuySpdLjJ1S9OefsHTruSf0fkZ19cueB4cT3vYQkca8i63dbjI5Xpi6YrR06LLnUSPLD0u4wz4pzTG0B5nULn4Ho/vHfmOq15NrNlMjGsGHv7NHJ4cKPyRIgL9IKA6pI1maLQ3DeFZq7Xo7ZW2RvutaHyE9sx3t8Xpin9TSb1s1Juqly1rabyPNOk4w1IhmDA7PDLkRjAwxrV734jt2rPddu7elhrj2jFsw9uGrDAUjB/3pnb9RhgCI0UE1okAdRsW1NOGxqYrxbrNZ988Mw43pXsz33L7mC/3ZY1PMw7MvZn7cj7GNjVWWnpf1xjddDZux7MAyp8H+Jc/d9JzZT07FvS8SF2Pp2cI3yfPTlaspPHy9r1fsjI2jNymJuLl0E6bcWwb9HP+4k0TJO8kaRnfVdf0LFoo1ox7wbSeg+ADNrhtAksRmILXtJ5tPAOnhBWE3zHTsftVdnjNiF/qLsMmw3e6HU/nScsxrsjzyvPk2dpJ2fXkO/0pycI7w5zecRjLL2Ogi7FS4UwZecam9yBKLgDYhDvOxUoUH8rrG+9xvI9RLxv1xJhDUNH7I9/3U3fBlfcXqDRXS+eR1BJL9L6pkWgjPa5lDKlrKSkXbeAP/0TPFeZ+VMoNK87W/Nt46suU6sOUrvUkY+IdxHFKJZvk+uu64/o7lvxcfyeNmedzNGjvPleEeTpO85bOIZn3OTI+vq78aJeUJ68vyEV5kJXnVVomO/tP1SpNs2g8LxPmYajuMV5fmq8Z96Q5vf9x36CMOU3m5VS5p1SHJ1W+KcL8uGxTq7nEEU2uQqRLz5XEQ6R4U/CH8Dtl4fLncSeVv5Nw5T4JnhBYMv9mDCyzeU+ETyot125momKOo+6/tYWmNVQvmAvB9XZczo7g2jFUfwKG3USFoYK/W2zXO8au3SNujGvPJdtt195ttnPXNhvZOWzbRgo2pHjUP/LnW5z0HrBofqz7Htd6Qe9ARd2X6dvgFlWvmadWUXitqnKoH0UZqAsWfxGBiEBEICIQEYgIRAQiAhGB8xCBEIK94hWvsC9+8Yt23/ved8uVgAU6P/3pT7txFBaIZIFYjHV95StfMc5tOYGjQOccgWazaeVyuS85hoeH+0oXEy1FIB6dHwiwqPgv//IvWwhhQwV+wAMeYM95znNsvT8Wb2Sh8PXyOVt67gMve9nLesbl+PHjNjMzczb2XZ1nkcrZ2dmu4uaRWBTy53/+53uWO08/KPelL32pXXfddT2zu+eee3pOs1qCSqViN91002qn1wz/vd/7Pdtoo28rCfCEJzzBjaSudG6tsH/6p3+yQWK3Vl6d5zAG8upXv3rT6xu6+P/1v/5XX4Y3MSTy3ve+95wtOI5Bk3e/+932oAc9qBPKrvwtKa/f9ra3GXW7qwQx0oYhwDWI95eV4Y3ts7IyMJscinHMN7/5zRturIlF3n/0R3903aXD0A7GPEPY2PdRBH3BC17gBkHwd0sYeh7dJEME3cjEM4RnCc+UbuIPKs4NN9xgf/AHf2CFQqEnlhiZ/fznP99TmtUis6D5XXfdtdrpFcMxdvrGN75xw9vDipl3BPLexLteR1BX3nPxjreWYBjhW8kY11pp1nuOuv4rv/Irfb1z9mqYZi1Z6R/02sch/1tvvXUtthtyrte2MjIyMpD++oYUJjLtGgGecSEEbyshnBsX43XXXnutQU984hPtJ37iJwwDkp/73OcGpitZDgj3pBe/+MXLgy/K46mpKfvWt77VU9nvf//72549e3pKEyNfXAhQrza6xLxf8LzEgN9mGPzc6PIMkv9cn4Y96TMMUo7IKyLQDwL0xT7wgQ+44czdu3f3w2LLpMGoKHrlXgTaisa9e5E/xt1aCPSmidlY2SP3iEBEICIQEdjCCCx2yMZEKIjJTbjLiaiEManP07ETpWE6m3sU5jwU5BvH7iFl5unRYTAxabSMSVpMSmfC4czEghuzGj08a8f2zzgdvUfuPdN2/MCMnTycTu6bOlX2SYVMuivP1axSqlt1oWn1SuL8mJiWNFuWU6u16JPjmeh1mlo+Ad7jSI5mIzEWcmZiGzIxOQyeTGJkUm95rm6l2ZoxkcwXGx5fMORgkhwGrE4dnbfRw3M2enDWZR09NGdMUmTya3G2akxEY8Il+SBPj3D1HB18yYfyNVS2WqVhTHxjkiJyjx+fF55zLuvRu6btiOjo3dN2XHgfPzDrZRlTmZiEOa2yks4nAM7XrFKuW22hYZSnXms6bmAOJc1F4b5ojjPXIEn9hHOeRaPBgHSkr5abwqYu2erG9WTCJhMOJ0+WbPx40ZDhpLA8dWTe8WYC84KuN+nhRxmD0AmFYE4hmGmzTf55U9FOm09ABH9vMx6gdqI2495VXE/UKbMit7JJjCzIXik3rFwEp5pRn6iL1HvqaY4DeYq9Fz/FQgwHgAU8KYtKIYbaK0DiucjuKlRBp4+zg9TRPt2UUBG1LYpZmk4ndNz3tjx5duy8O/zKLstbgdpOC6qcPXLmyjkdNz+QSxo5cYsIRAQiAhcpArHYEYGIQEQgIhARiAgMEIEQ1EmDxJM+HH1a+nT0j+mzz09VjD4xiyDRDz4hXQj6kNFDs3byyJydOjbvehMW6ZpV3KL0FOX5uvfT0WHUWaynnhg8E+k6WACplfXLfdGcTD+Cv9VqZbqSlvrxLWuqP0+6pnQIrhupJt7vR2dDn9R1I+qXkif6AfQEs5MLLi/GwsYkGzKOIqf0CfTpx0eLfr4ovQh80A14vyvdWdqBtb5/y7treRcPhovkkUXwcN+pe6gw967pKrUicY3OBbXIW9fqdN4qkeT1IsnVpoDBblTLEFQ//aKcxon605Duh+vnddQX5Sv7Al5cc653qgubteP7pVdSnaW+cg6d2dSpks1MlG2uvaBbzfVA8ENX1Vlnm9IjQYnclnQiLdVdr6ty8SfCxF2dp66yuFldsqEbgR/6ImSkvtGWZqTPmpIOETm8PR2aseMHJONBuZBkPSld3pR0UBgXgwe6QfJn8a8gLArCJIQgsCE5cYsIRAQiAhcuArFkEYGIQEQgIhARiAhEBCICEYGIQEQgIhARiAhkytfMER7oilN9qQ78kyP0tJDUuDge5n4lwiXQXRKI3K9z8qab/NpSfz/7zsSZ3x12olSvnDLO81awF2Jx0c6QlzhLiTJ3T1Lbmutx5WlB0ucm0u865bpcjV00RLVqw9DDdupy0R1Pj5dtQnracb5nPDpnJzQmclz62xPS4zLuwFjD1FhJeuaKoQNmTMX1uAgO4NLlBghdbkjLHvcRgV4RaFed3KOGQz2rq+7y/Sb1tjRfMx8jm65aUWN0lVLDGKugKhaULoSgmmhtKihweLhg2zDEtWPIduzaZrv2jtieS3Y44SdsZPuwG8wYGg5GGq/WYqrN267FX0RgHQioWlpOOZtE48KM/86pLmNIhu/fud+OHp7VPXjOcE/pfjx+vOhjgoxfYyhrbrribaA0V2uP99U1ptyot3y8uSW+PAvSuptWX/zLyRSgTY4aGpsfSDq52uRJ03pb8KPN34FZO1fJ2NLYeqLxd78nLNT9HjCjsUjmCYwdKxou371Pa2ySuRBzGkfnfuFYaTyfewiY8xzkOVavNg3i+ch9hDFKxj+5NoyHtnimLic9YzlHHOLyPT7p67oGfCsAf8b0S25UtOLzLKb1/OTbgzHG8jUuyvcHx3jG6lnLNR+T7MiNvGXJWZdcPl6rZznXIgiEEIIFuekOz8VDKrpBZkIg3VQ5zet7Q+PUXE++7S/OVDQmvpC9z6T1gfcXsOcdZl7nK+W6JY3EGIc2/4mh3BBSV17f0qPFtPqr7vm7XWddoB6oPuZ1JNFxouvllL97qU3W64kbe6pVEr1/Na1SqltaP2rt+RrU1fZ4+tF5Y5z/+P5ZO3rPjB25c9oO3j5lh+6YsmP3TOu+MGdjelebHisbc2kq5YY/A1vK279vcFm9CD3vlHRJGuoeRKC7RBBps6XHi35M2FIivDsCR95loZaw5Nhd+duYOq6Jl5frTjvh2oOBY6p3AjCZnaz49zHp9wlzduLArM+FOiY8j949bUfvnvGwMWHNvYJ7MPWH7yaY64MMlHkQlFcr3it4D9mxe1jvHttt76XQDttzrx3u371vu23flb6HeBqAlAAhhPSdRG5L15hyV/Tew32ipGdAaaZqzPspzlZVtxp+P0uEmddXXaiMjcVfRCAicE4RiJlHBCICEYGIQEQgItAHAix8d9ttt7lxrj6Sb1qS8fFxe+c732lPfvKTbceOHYZxFoxRRONcm3YJLtiMWCDuqquuumDLFwsWEehEgPr+O7/zO8aCyZ3hG+EPIdiLXvSidbG+4oorDGMNm7Uw62Me8xh72MMe1pPM8/PzA1lkGmMv//iP/9hT3kT+9//+328Jw5oY93zSk56ESD1Rn8/xFfNgEep+jD9slpG6lYQOIRgG1TCsttL51cKmp6ftm9/85mqnNySc+8db3vIWu+SSSzaE/1pMDx8+bB/96EfXirLiOQyIYEjkhhtuWPH8ZgXe7373s/e///126aWX9pwl77vU7Z4TxgQDRYBrEO8vK0Ma22dvBhBWRnF9oSEE+93f/V3brD7NM5/5TOOZ0K/U3Jt/67d+a9OeJxid6PUdpdlsDuT9rl+MOtOFEAzDoTxLOsM3y4+xl36MsGHEkPfb9cjJGCzvx7i98MEYzKMf/ehekmxIXN6ZMMrVK/NBvh/3mvfy+LRX3v8wxrf83EYfP+1pT7Pv+Z7v6TkbDCb3nGiVBPRxMCC4yukVg7l/fOQjH1nx3EYFkud73vMe66WtgC/9342SKfKNCAwQgSWs3vrWt9rrX/96CyEsCb9YDyYmJuzUqVM9FZ/+8fluJKWnAsfIPSNw11139Zym2wRXXnmlffCDH7Qvf/nL9vCHP7zbZBdNvHK5bCdOnOi5vCGETdH39yxYTHBRIcBYEPePn/zJn7ShoaELouy93qfGxsbs4MGDF0TZYyHOPQKFcy9ClCAiEBGICGw2AjG//hFgJtPp1D6pid0y4pAZe21XSdr+jAUKRnkVTft0U6z1b0waY9JmnQmJ5YYxOYsJuxiAGj00Z8f3z7hxKAxzMbGPCX6njswZE3yZ/DczsWBMXiMdE1WZ2MYCvI1akpLedEMAABAASURBVC483WxZkrRSw1BM8BL5JLlsUmKi40TnE+KJmo2WNZiAKHmYKFerNA2jU0yWq5TqvphDcbZqTIpkwhz5Iwfyjh2bNxb2Pclk1UOz5gat5DLBlgm3xZmaTz5GPvIB0/UjuDYHrmMrK2OzkRh5Mwlubqpik6dKNnas6JMjkfXI3VN2+M4pn+gH3ky4xQgWcZhoOz1eNhb6nlc5SvN1laXhkzPBqS68fTKw8kiEIXi2wFV5tyBhm8hNCJO/qXjEJx0ycd3AGNnACWynxxZsYrRs4MdE71Hhijt56vQkzno1sUT5UY9MOsECb0py8a+NzMadVfNImWeezFHbUTAXZC1SlDQiniDFvlnSXFSdTIy6SB1cKNa8nVAPS3NVXYe6n2sK05bwbU/SFQ7SCZhpJ6/19cuEzxwXDfFdMBhyAHEGF+rwezp2ovTUImdJ6ZORU89g9vB3gp3ywyGTtJ0pX50kWI6L764ieVju6uB0OGnyE3LjFhGICEQEIgIRgYhARCAisAkIxCwiAhc4AuqchRDopjmpC6L+yaKxMFGivjIL+bHQDouYzYyV3ejWqaNzduLgrKEfYfHJdEGsefWXi76Iz9xkxegfltVXrJQa3j9sqK+MbgPdA3y9L57pQXKdCP1o/O6qL+lxcNXHJh3p6/XE6tKP0G+vLTSNfvuC8qDvXpqrSTdS9YUv0Y2gM5gYLdn48Xk7eXjWCdnHpCthoSEWZCrOVKVHaBh50V/Lr7YQkTeYabNef4CoNHlfTl5tCmTLAuUVzgqmR6oDgj0Azxp05qlFJdtE0jWjT+vXqCXEJJAfqwwURcJQqIGRqqZ4BcOFLOjQt0W/Zuhx0N8szNdsfrrii4mhL8JAHNd8VDowFkalrrJIKmHocXyBMemgZsYXvL4UpVcqi0elWPf6UK82raF6Bv90kbnEqLfoOFrSJVFP264wwZ8ovNlYlE4okf4vUT1NvO5XpVusuP6ubuRDW0LPiO4u1S/Npe3p4IwhI7ovFsCiXREHfR9lZKGrRO0BvMEhFIKFAJlci7+IQEQgIhARiAhEBCICEYF1IxAZRAQiAhGBiEBEICIQEYgIRAS2LgKoYFMdLHrZlFxanXCdobtZuPyprlYe6XDdn3lJkwYpQAwXRX6eE4MiWOe85Ec+8iQrSZhmpwBtHGbBHlHHq7vEX0qSXgHoq5dSxka6W88bV9TCQIT0uC3pWdH38l0bOmAfc6jk4w319FtMjR3k3wpOjhZt7HjRv8FE54we97jGSNDhMtYwpbETvl9Ex8y3dPA215/nIMgNZkF/Nou/iEDfCHgtUhta9DELxjF8rIxxMo2RFd3oRsXmVX+r5boxvkFWBcYT/BvWwKFRDwkbcoNcBRvZMWw7Mci1Z8QNYuy5ZLvtkn/H7m1+bttIwYgbQjB+anbeyNRaOTwPKYq8FRBIqxN1ailxD2X8l3E/xvwY1z15ZF7jvBpP07jf6KE5vx9zX8ZgIvdgxoX5/nx+tqp7eN0Yl8MIVC0f69NYc6L7P98x+3OBSrwKddbr3I8LgRvp1Qj17CJkUa5C8crZjC3FTTk5bEH5L/pchKbK2KglBnZF4TA9seDj+mMaJ+dZBZaOVTY2yvgjY+t8B8BYO+m4n/AcYxy+Ll7w4z4Cb65LoudnSzg6+XN10Xj+tjJ/0lw04hDfn7HiwZgr8x24J2EcqKx7FYZ+uGaMgyIb15hv8ZkzwJjuqJ6xzHtA9qmTJR/L5buDWjXxcdg8f9PNDBhMoLhrF89PRVZhKXWg+BZ0xI76mTRb2Th1w3wMXc8ExsR5nxk/MW/jJ4peNxgvb38vofFsrhvpaRqwW0rB0jyzUEXSputvxvX3eqC6kVAX5ObXiHP4kcmpkVi7bqh+1DQmzzj4gvKnLlI/ipKX9ozM1BHkZXyfts872NG7p31eyaHbJ91lbgnnxo8V/VsV0nMPoO6SP7IZwqq1ZNL35qh9p8kXUzakXhKmcHgTSaSNI/OdH2SRM3/mOK/Ur/TyIOdKxHc7eTlwHc8MY9obuHLtHNd64nNyaMdVYUqbo51zP52dXDDuAeB58ui88S57DGNcIneFK/iOCUfikYb03EtzLCn6oIj6VBgKtm17ahQU41t7McQFZYa5du8bcYOhw3oPoQIKJsMNBTPSwgMMuF9xD+M+4XVI70PUA8pe0fsQ97KW7l+kp45b/EUEIgIRgYhARCAicBEhEIsaEbjwENi3b5+xWPLnPvc5e8ADHrDlC9iSTp7FbZ/znOcYxrle+cpX2u23364+kfpKW176KOBGIcBihceOHdso9pFvROCCQGCzF6d/5CMfaVdffXXf2P3UT/3Upi7Oeumll/ZskGthYcFGR0f7LmOeEIMmX/va1/LDrtzrrrvOXvrSl3YVd6MjDQ8P27Oe9ayes+H53XOiVRJ86EMfsnq9vsrZlYMxKLJZRupWlsDcoBp1fbXzq4V/9rOf3dR3Hwxy9GMUYTX5ewnHKFU/CxK/4hWvMOTuJa+NiosR3De84Q09s6dOf+ADH9jUa92zkBd0grRw8f6S4rDSPrbPc98+v//7v9+e/exnr3R5NiTsxhtvXNf72Q/+4A/a933f922IbCsx3bFjh/VjdGaQ7ygrydVt2I/92I/Zi1/84m6jDzzetm3b7I1vfGPPRtgwYogxw/UINDU1ZfDphcfIyIj93M/9nPFu2ku6jYqL0aMQQk/sjxw5YqVSqac0GxV5s9trZznuda979XVvGyR+1CN0jiH0dg0/85nPGIvxd5ZnI/3owv7lX/6lpywwSrxz586e0sTIEYFziQAGAt/+9rdHY1zLLgK6JAx2Lwte87BX4yJrMosnLzgEGGPpR//SDRDoMf/bf/tv9vSnP32LGuvpphQbG4fvD5vNZs+Z8Ezn3annhDFBRGAACNDf/va3v20f+9jH7D73uc8AOG4dFr0+M2nDt9xyy9YpQJTkvEagcF5LH4WPCEQEIgIRgU1FoP2pJB5IuacTnEwDzBkpjAM/rR3nfWKawtt+heuwnWCRCArThs9P9bsjj6TZMhaLZqIfk7NmJys+CZFJe8f2zxoT+JiAduyeaV8s9+ThOZ+gOH2qbMRlIppP5Co1fCFfJg0yoYsJbxj7SpqLPgm2xeRDEZPo3J9NkmvJTSRD0mj55EMms6ULQCTpYr4LDZ84y2Q3FnMozdYMI2CdkxAnTpTcuBWLP4xKvtGDc8aivqOHZm38eNGmxxeMCciVcsN5MiEPOfrFret0ukiUlfKRJxP/KAMLU0ydLEvmeZ88zcS+o3dN25G7puzo3dN27B4WJp51Y11jLJ49WjYmXFLm4mzV4JGWJS0PeINZs96yFPOWJRnuCfhCYKwwziML8UmHTFz7iq5fab5mLFLAdWXyKROTwY8JnieFK8bYpk6VjAWVF0p1n8gKL8oYQrDAggZBrqhrjDojDsIvzKnXajA0LTmLS1zOrUW5CBSBeIlwAytwAnPqIThxHYpzNQM3JlI7DsKZzgcNk/QhgIU4ytV+fZvKlTPASz7Il/q9mF7OzjDkyOMphp9nR5yUF6lTX3970kNLUxNCHhBncpe8kcldP6EdJ9sJOIYUoM1l1mHcIgIRgYhARCAiEBGICEQEIgIRgYjAIBBQD80saFMfTZvx8y6JdBXNRuL6Avrb81MV6RHKbnQLo1Zu5OjAjI0enDX0DhhAGh8t2dTYgs1OLWQGuepGn5FFeuodC57RB0fvkVKrvUgTOgkoDV90vQn9T4j+Jf1Q+uz1auJyYSwM/vTFkRE9DAvroCfA4FHeh0eHgIyj9OGPzhuLd7HQ0PR42eWsSMdCHnS5IHNAfG+W+a3fnxg6nrh0/nBFeOkH+jl4K2yxCyKdp9Eu79vKK1aLG0+qE56nXBZ+cr8yZ/E6ZY5olASvu4PZBfN6yS7kHCmrqX60DANt6G9YXMl1N9J1TZ4stnVL6MDQLx3bP+36O+rA2LE54/pPSYc3M7Hgi7gVM70Sdam6UPeFqqhrXufUDhLp56gjiXRI7foJDtJ55Meua5K+pLOuojepqn6hJ6GOkg/1k3ynpEtikTna0+ghdF5LiTo7qTiUCx7ot8hDkDsmIQR3LeS4RDciEBGICEQEIgIRgYhARCAiEBGICEQEzgsEopARgYhARCAiEBHoGwEpkXNNrLzoCqUtNYLw40L426S8cr+8qf5WafN47uoEceQMdsvycabya8vyd6klt1wPdK+fQ47VyGVV/LZuGr8bvoIPlPPBnxLf7xEf1ylpGXpWxilyXW4dgxCVplWlG66U6v4NYqrLXUjHRU6WfFzBdbmHZ+34wRn/BpPj8RPzNiVdM3rf8rx0y+KDHpkyuLwU3nW42vmmHWGRIgJ9IOC1RzvqV6LxCOpuVWMQfLvZHoOYrqZjX+WGMcZB/W9/v5rlGUKw1CBXsOFtQzaCMYzd22zX3u2255IdTrv2jriRru07hmx4ZMiGhgqexvRjLA8ZqOM6jFtEoGcEVAWVJojMUr+1f9yjMSSD0SYMbvl32kfn/LvxExqXPnFo1k7qePz4vE362HTZGHfjPsw4Md/70yZoG4wp8+0993vG8/K6S/1djajXtBvO82DK3Tzc3Uza9JyePQS2KTu5Ac5SrIIF5YEMlI0y1jUeD3YljXvOaMx0/EQ6ZorLd++MnTOGnmNVmqsaY6w+Pqp7BpgxtlmvNq0B1RO/j8A70Rgp1waDS0mrZY4lY6U5+ZhpyzyexlUb9ZYx1lrXuH5Vz8ZKqWELxZqVfK5DxZADeSZ0DX0sn+frgZl0PPfQnF9jwhkrRV6esXXxSXTva+lZTrlVfDOBAg7y2Jb8bYBQKrK4ZqVOHTO5QTtw4R2nQV3Q84Hry3yWmYmy0Z6oCxPHiz7fhTkmU2Nlnx/BNxeko+4bTPSOFYI4tsnO+C2qzhOf6LxjJdQFXRt33b+o8fxF83qj+sG1oy4x5s3zifrKNaXepfWjbqW5msvDNaeOTGmsHDnHjs7bqOrF8f2zdvTuGTfEhUGuQ3dM+tySk6o/YyqXl0fPQfhRB1vKV9XVi3RGAXoMECSegvK6Xzv8aaDuA+1jPKePidNJgk0ntSkwx4/vLVL/omRdRsKS9gbGlMfxBWfapIjr1mwm3lYbeqetq+1iBI9ryr0wbXNVtbmKMccJPE8dmde77Gw6F2r/tB29Z8aOCdcTB2YNrKf0bss3CtQf7glgiQxe1gHueBfZpneMHbu22e5LRmzvpTtE20U7bM+l2233vu22Y+ewv6uoKjp0pl8Iwd9J5FhLGNRV7mq5btwnqENF3QORn7JTF8AkUTwwdibC3l2Lv4hARCAiEBGICEQEIgIRgYjA+YlACMEXwrv11lvt3e9+t2Gk63woSUsdtPe+9732iEc8whcF/8QnPqE+Y3I+iH52GWOMnhCgLjT7WKywp0xi5IjAeYzAyDlYnP7KK6+0Bz7wgX2hhqGkl7/85RZC6Ct9P4lYcP0sG1ZPAAAQAElEQVS7v/u7+0m67jR33HGH9bqIMgawbrjhhnXnPSgGGPUMYfOuV6fck5OThmHRzrBu/D/zMz9j5+qad8qHsY1LL720M+is/n/7t38zDFWcNeIAIoQQDGMEtJEBsOuJRaVSsb/7u7/rKQ2Rr7jiCvu1X/s1w5AIx+eaQghuIIR31l5l+fjHP24stN5ruhh/MAjE+8vqOMb2abYV2udrXvMa27Nnz+oXasBneF49+MEP7pvrq171KmPB+L4Z9JHwXBmU7EnUFSLz/v66173unD/LHv3oR9sLXvCCFSRcPaher9s//uM/rh6hizOHDh0yqIuo7ShPfvKT7VGPelT7+Fx7MDxxvhpHCCHYL/7iL256e+28Zv0Y78OQSKPR6GSzLv/jHvc4e9jDHtYTj7vuustuvvnmntKsJ/KXvvQl68V4ytVXX20YW1tPnjFtRGAzEaBvh6G7X/qlX9pUHdFmlrHfvPox+vGgBz2o3+xiuosAAd7h5ubmNqSkPKswnMpzCH3xTTfdZDy3NySz85Qp7zARk/P04l3EYmOIGb3xBz7wgQuuTV977bU9G6fuyrj3RVxfYtG7R6DQfdQYMyIQEYgIRAQiAlsQAea+tRbNJ6o1Wz4pjYloTMpyI0zjC75wAhNSJ0aL6STeU2WbUTjnMYSFESImclXKdWMiW62SuGEmJrf5BMJGq20UqqU8yKulPJmg5vO6JIPJs+gzvLTPzhGHuInSQM1G4ga6mIzYqDWVh4jJc5WG+aTEcsMqpboxiY6JcKX5mk9QLDG5DJquWnG25ueJX68mXl54k5dEGPwFUtkoZ14OZCfv8nzdjVgxGXpqvGzgy2TP8eNFn+zpk6WF8zSLeWcLJKcT5Ko+aY5yVlReFvauVZrmZaml5clxolxJ0tK1FWWYIguT6igrRLldtmTRiJ+nZQIhk/TgC39kJj/yRXbqR1GY4lZKDSMOE0XhAU94A2YIQUpCfBcOgZ9jpnrp11P4U+eKMzUrznB9aqqHDV2TptcvJnyCCQgIDgvyQO6RP24RgYjA1kAgShERiAhEBCICEYGIQEQgInCRIUDHTOT9NLn0Y9FZeD9voWEsvkUfb26yYiyIxcI7LNKDf9p1IgvGAk5F6RlY6I/49J3pH9Ofbizpo7e8z+19ZvrfIvqJ6qpbusAQiw7ltGj0O73/rggeD1dpkuai60XouyNnA92I9CJ1Uc11I03Xj1SlL0CeVDdST3UjczV36dPTh6WPTzr0NuTXvvrCwv1ytbk37joQWA7K8uOOqOvxUi9JL7WSnEWjPiTSr9Wly8KIWrlYdx0EujkMwU2dKhmLsk1Jl+Q0VvbFUmcnU6Nbrr/L9Dhc/wXp8Nr1VfXH66wvLNdSHRNJ55Hk5LqlRTceR32kvtBelhB1VJS062nL+VBP61k9pW2gx0KPhAy0G/RK6LtoS764mORFVzYntzRXtYrkrKstJc3E9VvkbVKohCDgRUF+i7+IQI8IxOgRgYhARCAiEBGICEQEIgIRgYhARCAiEBGICFz4CMQSRgQuZgQ6dbetlrluFx0z+t2W63tb6ZiF/LkemLEC1+dKT1yXzhh9bkVjDZVS3dDlFqVfxkDMrMZM0OEyTsJ4yZR009PjZf8OknjonevSCcOPvPgcNFzMFyOWfQAIpDWI8QHG1KhXdY0bUNfScbCq6mjdvwmuaOyEMTLOU7fJXEMJOE7wwFMYCoYRjO07h23H7m22U4QRrt2XbLfde7cbxjG2bR+yoeGCFcRAm/kvHbRxb9xFBNaLQF6vchd+3KsbGg9k3JextBLjuxqL5h7sNFNtj/dS/yvFhsbSGhofbhpparp/U/8baiNNvrfXWB9thvs/zwbuyU5kdh5RJ0YMDQZk950Z7ZrytTRGybOH51dV44uMiZeFH88msHQqNdp4YSiL511Dz6xGvenjmomwdxJu3EOcr8Y/cbk2KZmeq6dpUfly3onnKsca00/HTFsGv6auRYPnq/IiTx8vlYyM53ON+SaBsVKesdMTZcOwEnMKJjXuOz2x4N8klDRuShkoH4bWWjzgdVHz29ISjMDnAifKq+LrWiz6tasLW54LC/N1Y+x5Rrj5e4rGzCf1rjJ1smRTwnNG+M5NV6yo95qFYk1tp+Hf+bd0neGX47kWfMTzdqTI1AklNXf1zsVzijq5qAjuKnJ6btFlTagjql/U1UZWL6iD1AuuLXNweP+ibnC9qb8l1eO8jqTj6RVL38MWjHJSb+anKlbS/YF03AcS1WXaBHlLBJM4axXpPDkH4IuW48o1o4yJ2hzUFK6UG2xpI51tjvuj46r3BMdT19+xnKjYTFZHmLeT1pVyVlcWvJ5U1FbhlejakSf5DwKwUDAb3lawkR3DtnPXNvP3kH3bbY/eRTDO5Qa5FL5tZMhCCO1riBcygnRx+caJMlOHKnp3p87wbQj1vDRfM74toX0Qp12GC6NCWOcv+iMCEYGIQEQgIhARiAhEBC4+BFgY+2d/9mft1KlT9p73vMeuv/768waEO++80174whfaQx7yEIuGuc6by3bOBWVx7Hvf+97nXI4oQERgoxFYa3H6jcp77969duONN/bF/qlPfao9/OEP7yvtehLd73736zn5IBZZ/MIXvtBzvi960YssBCmzek65MQkwwLaZBkE6S/Gtb33LMGrWGXY2P0bffuZnfmZLYPjQhz7UnvGMZ5xN5CXnMVABLQncoAOMEGCMYIPYr8n2wIED9tWvfnXNOCud/PEf//Fzcg9ZSZY87KqrrjIWkc+Pu3VZtLofDLrlH+OtjUC8v6yOT2yf5gZQzmX75L2Fd6bVr9Lgz4QQ7Lu+67v6Yszz7olPfGJfadeTiPtvr0YlB/F+tx6ZSfviF7/YHv/4x+M9pwR2GGbC7UWQf/qnf7KZmZlekiyJ+81vftMw/Lck8CwHz3ve8zbVQN1ZxLHLLrvMMGJ3tnhb8Ty6tcc+9rHnVLQbbrjBMexFiPHxcatWq70kWTMuhoBe8pKXrBln+Um+e/jwhz/s318sPzfoY9rI+973vp7Y/sAP/MB5pe/tqXAx8gWHAHqPW2+91Z7+9KdfcGUbRIF6fV9BD4JxkUHkHXlcmAjwDOVZutGloy+JTm7fvn1uAPTkyZMbneV5wX+z8D8vwIhCnlcIoDt7+ctfbrRpDO9tls56o0Fi7Jgx5F7yOXz48AVnmKyX8se4g0OgMDhWkdNFjEAsekQgInCRIND+XAQPpHJrHMeWkMII8NPacc7kZsHm/uzYOCl/sODh2uOzXn4oSJNk0ZpM7KslxiIKxemqTyY7dXTeTh6ZMwxFTY8t2NxkxYpzVWPCFpPLmKhHhi6GMg/Bd0aY6bcILS4a8XzSqfJhMhpEvk6Kk27BQgimXUZmpkPTz/m0zJg/yuQ5CJlz4tgnMbaUlyLD1+eKya/kvsEqZw/f9jFnOYG7AYQsyMnEybrwZcFjJroxsXNM+I4emrOTolOH5+yUsJ44UbSZcSbx1VKclYZJgmCImCEEYxKelyFIYEgO+RAnJzCGHBdwgEKwEIJiQ3LYuD6QsCN+iqVw1DE8TeeIZkqSJ8UNQQEKDAHXY2zdnURMxQzmrnbajAPc3kl8CilRz2gLlVLD5mcqxgTN4mzVmMTIxFYmbTd0DZmcnUNJvqZfEK1r62CAN4TgrIOYypv6deD+LMz8OBhhZpmrA22W/kLq9L0nPbSUASHkAXEmdw1PftJPaNcZ5uc6wizor+O4RQQiAhGBiEBE4PxFIEoeEYgIRAQiAlsEgSA5IDm+0Z+u15ptQ1wsXsQiTSx2hV5kYrRkLGbEAjYshpQuWJP2n0MI7QX5QhBXbXnnhb6gk/rZ3u+WS145WfbzZEoXQrAQUpJHZ5WHOp/00SHngX4FEi8/luv9f1xlRjzvz6MLEIf2FuTLSV6zYMrKNuwXzPmTR7CgA21y8JoCtRmH7Nyvg7Xc0/GChQCl/ELAv8GEHiDLp9DhV5ALESz9+XHq7WtPeihNrAvI9dR1pb5VKw3pG6o2N7lgLMQ2MVq0sWPzNnp4VjTn+jvC0U2wkBSLK6GTQNfj9QGmMJewwQJHS0hZKdqi9G8ZqY5Rr6hjXl+JoLroiUgucna4Hqid4lD/nCT3aV2emfNQmJ9Li2aKrkQ6p+MkaUk/2bJ6tWksFFaXPoVyo1NJXJZFxVdE5Yf45O2JOUg9cR8RiAhEBCICEYGthECUJSIQEYgIRAQiAhGBiEBEICIQEYgIRAQGikCmGISnvOgHA7rBYIbf5EL422Rmud/0w28d8fD7ITudH+gGTwimcrVZmn+w4GHB0mNzF/9aZCGPFywESMcFSH501u7nWBQs+6U6VXSy6Hkh19NKzeq6WblZRCNJ0N5J/OU1d7QjjPitTIeL/paxkrnJik2dKtmkdNWMp8xKd833cxiJQZ/NN3WeZ65XJrOgHSTnAtliMTYAAVU71b9g6XhMOoZAXUpUB6lXGNYoF+uG0RWMlHidW2i4URXitBhToH5Dlv5oB5C4uaEtDG5hjAsDGLv2jdhuaO+I7dyzzbbvGPY4pCQN9R9/pIjAOUUgq8/UR+olt1Zc7uu0Dx+T0y71LxrtwP1K5/E6hdd9OG1nprZ2mszDg3GOXe5aIA47uZb+0nOmUwrXHp9tkZ+KrKa+6OOK4AUO4AThb4GT7hOOEW5L0RnDBFTKoCKFECwEyOSmZMH853iK8Wl+i+3x1fY5nffIvgtKKhI/ecwd7QLntENeojMmirGu0mzVZjEopWfs9KmyMf4Lzeg5W5yruRGpZr3leSKDpBenIL6QvBfoJsi8ZLkL1oyFV8sNN1THGDk4jR8v2snDc3ZCxDyYiRMlmxKOvKf4GLri8yxJdO3BDz4pYzMhyM5W/XGxOCl3UfVFjuCXjwsIKcycizhJ0BCWusZPiYjqeavetURJB+XhjNN7PMUnGYSsLdXfRM9D6guGp+rVxMfWa3LBw8fXdb7NR0w6WMCmZwpZChVHpdOBAvDLZwTgh9ID7bPzhHUScaEQgoUAmZ71iu/vssHCcjcorIMU0/iBQ5uEnZeVcoo47xS0d9IOHvDGWzDPW1fNmJ9TrzYtr0OzExXj+yDm8zDHh/rEe4bPm8q+XeC+Qd62zl8IwQpDwY1ybds+bNt3DhsGQnkf2XPpdttzyYjxnrJtpGC8D1n26yyiBwXtRchU53snvR/RFnhPR/byfN3nI1HOhu4bCfV+vRVCWcYtIhARiAhcpAjEYkcEIgIRgYjAFkQAw1yveMUr7ODBg/aVr3zF8BcKhS0o6ZkisZgfhrkwPtPropRncoshFzoCQ0NDBl3o5Yzliwicq8XpWci9H/Sf9rSnGc+iftKuJ82+ffvWk7yvtEmSGIu8//mf/7k/b8Fs9+7da/LCAMf3fM/3rBlns09i7KLXBSqbzaaPN6xX1s9//vM982Eh+kc84hHrzXog6TFwwULjazHD4BlGu17/+tfb3/7t37oBQ3SzywAAEABJREFUskc96lFrJRnYOfLFGMEAGPbM4otf/KLNzs72lA7DF695zWtcX91Twk2IzHXGIE2vWX3iE5+Q3r3Za7IYfwAIxPvL6iDG9plicy7bJ+9L58KowoMe9KC08D3un/SkJxnvCz0mW3d03ilHRkbWzWczGYQQ7JWvfKXxjrCZ+a6WF+8cvb57oo9Bp7Qaz7OFY4zsXe96l/38z/+8PfrRj7azvWdiZOSZz3zm2dhu6nne6e973/v2lCd9A8ane0q0AZGf9axnGQvQbwDrrlny/nv11Vd3HX+jIv7wD/+wUb964f+Zz3zGDh8+3EuSvuKiA+3FMGQIW+ve0lehY6KLAoEHPOAB9rnPfc4+9rGP2Va4D2xF0Eulkh05cqQn0XiWbuK9vSfZYuStgcDo6KhNTk5umjB8q/k//+f/NPScf/AHf2CVSmXT8r6QMkJndy76hRcShrEsg0GANv1Xf/VXduONNxpG944fPz4YxueIC/25a665pqfcMUbGM7qnRDFyRGAFBAorhMWgiEBEICIQEYgIrIJAMNNm2U/6PzN2y4hDU7y2a2ZtP+FmOg4WzETap5ud/XdmDCZmtZJWuuBtLfFJVyyMwCQyFvU9dWTeMBLlkxGnKlaarfnEMybttRbN8w/sC8FMFEIwbeY/nYc/E91aitxKFn2Srx/rhE4rWrq3YEa606QAC7YoR1GtpZ3zEB8mHua8cPNj+EImlopuhkf79ibmIQRxVUgQseXH+DeAkCPJ8a02zQ03dRg8Y9FkJn6eFM5M/GQiKIt+F2erxsRan/TZbBllR7zQxlgFaMtOgVVaZUY8CBzcCJrwcr8SK4VReHeN36IjxCAHacDSXSYXi5enE2txJpmxC0GpITMO7fRP4acP+vPlLHK3Py5npGqzyzyZk8pPWXogj5pfA7nAwzWqlOvGNZufrrjLoiNukIuFHtSuqAOC1ELIcz9DzO4CsuSZY7jO0ndigQtxBhfq8BOfQyg9FfAqobYgGuAGfyd4tnkHCyEoJLgb8GlHkBPHnZSf87CgNO4xCxZ/EYGIQEQgIhARiAhEBCICEYGIwJoIxJPdIhDUwaA/Qn8YXUelVPcF/GZZ5Gqs7AvuTBwv2uRo0dJFmurGQn/NRuI6DjrW6h5aQbsABbMQggXLf+p7q28Of+9nd/hJa+osKnoaWYnwQzDQYRquzid99zS9uY7A+/C5ngVXfNtxPH6a1MgERjkpOIh5CMHk2MB/YgvPpewVyJYFymt4zeRjExkBZ6EzTwcl20Ti+kISpKCRoRDyvM0smJmObR2/PHkIYqYNVqoexmJbLAZVlY6BRcJms0VOMRSHLinVK82dNsgl3URpvub6u7p0EtQVVQnYGWxDCBZCShY82Dwf7VrSCVFXSeMu9YownfP6BSOl0ZYnFQMdaZOH2iZeS+t8m6fz0jl4QCRwkv5Px+SJjqVea7pRLtpjQ+0saaqtiQnySIw0RZZfhxAeHncRgYhARCAiEBGICEQEIgIRgYsPgVjiiEBEICIQEYgIRAQiAhc+Aq4OZCeSatMgL7UfszMP83Ad+oHJQ4BTet7080N2Oh9E5n6dGNQWOhjJH0JIswiEh8yfu2bB9FMcOwt1npaa2goK6KQQglikZAGeGh2Q3tX1urluVi7fYPpYg5StOq2IZiEogRP+nIKlYx5BAeKFnlhjEYl0tvVK0xbm6zY7VTGMFkyMlmx6vGyzGAqZrfo59NkYiUDva/yyzIIFHYm0yRO3iMAqCAQLwUTaGb9FHxtLmi03usV3tdRBDE1glAvjXNQ5xhiI09KYAvWclGbZGITqfEttgKpYGA42smPIDV+4Qa69I7Zr73bbtW+77dwzonPDNjRcMH6eRmlpS2oJBEWKCGwKAnnt98youOY+r4aqkul4nMKp623Sfbql+p9TO1zxlCBlIMbazNJGtsT1cEt/uR8XIjQE+UTBgg6D79OdDrfSpvKmGAku2r2olRMYQfmxXMcpS6CkaUmCmYrqZPKbDnAs+5GGZ6oT/ESEOcHL42XclFDJYSEKlj9fQwgeiwFW7jFN3eNq2Xgw8wiYtzE1VrKpsbJNi2Y1Rlyaq1ql3PA5H5SJrCATq5RdsNRNWV9w+7xwwfy5wH2/kmE2O7VgU6dKNnZi3pibMXpo1saOzaVzYIRjil/Nx9BJ10pazgP8wSlYMDZb4aczy0J1bbXRrsCf8Xx3CVNMxFxOCvZtURl6PVHd4xomqjsuC/Lgz8KpE5ApvifUjmPSEp/6wlh6Q2PrNb2bQY1a4nXDeerdrVMmJe99U8Eph2mnLU2/JCwYf+OkSJsFYrHzA3k63A6vpf4gN5zxXpu/43pbKSgOFExxLYVDBXMsOl3hpsMULeJasBAgk5sTx5A5H94ZasKswhyQuZq/y06eLBrfYEAYxOM9o/2O0WgZ2JKPOKxrk2hWGCrY8LaCjWwfahvk2qV3kr2XbLfdeifZsWubbRsZsoLKb/yy+uUOOzEJIah8wetyXWXhnWhuumK0B2RnPgsGx2rVpvFuTpmpQ7CLFBGICEQEIgIRgYhARCAisFURiHL1g8DQ0JA98YlPtPe85z1WLpft4x//uD372c/W+3ShH3abmuZrX/uaYWjjd3/3d+NCfpuKfMwsIhAR2GoIhBCs1wX0B1WGHTt29MwKwwPf+73f23O6QSRgoWeMNgyCV7c8eNY+9alPtV/4hV/w5+2dd95pLNrYbDZtbGzMWGD9/e9/v/3yL/+yP5NZmP4JT3jCOV8gv9vyrRXvxIkT/n6xVpyznQMrjMKcLd7y8z/5kz9p/dTP5XwGdfzd3/3ddv311xsG2TCEioE2rj0LIbc0PjU+Pm6f/exnjQWKMerEYsWbJT/GywZVzl740AYwZtBLGuI+5SlPsQc+8IF4txyx+PmLX/zinuX68pe/7PeDnhPGBOtCIN5fVodv67fP1WVf7cz52D4xcBVCWK1IGxbe77sSxpJC2Hx5ubYYoNgwQDaA8cMe9jB73OMetwGc+2N5ySWX2HOf+9yeEi8sLNjXv/71ntJ0Rubd6Od+7ufsne98p33rW9+y6elpjdu23EjErbfeah/60Ifs9a9/vT3jGc8wFknHaBgLv3fyOB/9R48e9b7AuZad9nquZeBdl75PL3Jg0AzqJc3Z4j784Q83+mtni9d5nn4O7/KdYRvh/+QnP9mT8Vr6Go997GM3QpTIMyIwEAQwxPXhD3/Y7rrrLnv605/u3+wMhPEFyISxmmPHjvVUMp6XGBfpKVGMfFEhgEGser2+6WVuNBr2xje+0Xj/u+WWWzY9/5jhxiDwD//wD34fDyFssDsY/si7MUhcnFxvuukmN8z1h3/4h0YbPx9RQPdx1VVX9ST67Oys9117ShQjRwRWQGDrf4mzgtAxKCIQEYgIRAQ2H4HQkaXeu/XirQAF5v5OV2fS8xb011FIiTjymeWePNyyH8dnerOQlR0mpLWSRWs2WtaoNX2i4fxMzZhExmQyDEWNHy8ZkznnfDJnzSdzMhnRJ2SRZ0aIFfzJSAD5LTLX0KnVWvSFqskLP5MP01lviqfonla7EEJavJCGa+8bk9fIj7TOQzIzqS33e7jyoDyQZ7poFiAz55mzDCGY/4O1fx3edtggPMiCjExi80l7vrB3xSd9Yuxs9NCcjR6es5NH5ozj8RPCenwhNXy20LBGvWVJc9EcL6SWoBLfcjIdOzbagcESjMADEgaOteIGEgRj75MJPVznkbOdVmmcl4crmlzTL4Rg2trkHgucMcLl6X+DTf+pV03pcmmnzWUMQRmxtV3Lwrtz08hmTG4sFAom2HWNEquUGsYCD0xixGXhazfIVWlavZ74NXSsQ5qPybV1/pzF6Z15kXTcdsVfh0vCOUjDtE83M7mmX5DH08rVYf9byJLmTnbsvDv8no0fa6fN8ghtvxgQJsc8DA/EgdzMkS9uEYGIQEQgIhARiAhEBCICEYGIQESgJwTyrkZnX4M+cV16kYViXf27is12GOTC8NHkaMlYpKk8VzMWM2rSX09a3i8MIaT9RLkhBNNmFtSfNpH61CzERb+bvjaUGtDmnPr7isNGGiUx0pkOtKV+O/2DB4SewSnrv8MzJ/qpxEnd02nxBdMfxkFHkJyN2JazzrMkryAZ2NwfzEJgh9sNBY8fwrlxC3m+BeXvZGbBDNIpHFvvLwQxZMOFmS4k9SeR3s4XYJuvqR4uSK9UNhY5PXVsXnqlWTsp3RJG3tHfzU5VjHpaKTek60ssabHalpipLmovOclAPne0k9c3nfe6o+h5fcpd2odE8Wi+I5lTsIBLoNKj+0CHRTrS4C4l1XvVW88nY+jJ5U+aLeknE6tXE2NBqEa9aejTCEcHSBpvcOQFeUI8kSICEYGIQEQgIhARiAhEBCICEYGIQEQgIhAR2HAEYgYRgYhAROBcIpDpAjNHkgRDhQrpwP0W5BMRJsfclSd3LfMrlm+EE+YH7DiP2y8pfTtp5neHnSiEYNo8irvBTJt2wTg+OxEvI9dPy992TWMUzqrNy7KfVK9Sqy6eJuln0Tmjy3XK4gW5yJAzCCHIK1IeOuXpW81F4xvTmnS4LO4/J100hi8mRov+bSljKPMzVSsXa5YbLkA/3JmPBWMzYy+/xV9EYAUEVP0shCAyUVD9S8cWGCto1BKvX9Qz6hu0oLETxlAa/p1my79T9rpv+Y82YJbXx6Ghgm3bPmw7dm9zQ1y792633ftGnHbu2WYY6xrKDHIx1gGvJfXY4i8isDkIhI5sfBiOHZVRLuNxef2kbrfHjpNFbwN+7GPZi2pDIvFSMu21qX1pr/ZlS4gDToWgnNkyNw83/QgynZN3623tAmYeNV7GF6ElGPEsFDZglGIofDxuWiSKl5ZTPnlCCKbNLBjoC08zsTDSOl8dtN2MjxyPa/opmRkMRCEEeUU8X4OCLf0hI+PBPD+LszVzg1xjZcMYV04zkwvtuQXNRmJ8c0A6OIiViTGbmfmRXUg/webF8ZJpF1RG8Oe+j7Gh0lzNmOMCVoyZM3Y+enjWDStNnCja1Kmyj7GXZqv+DPExaLUVeOQYiqXnsXwXsoDcNV3crIbhFVF/TG4WEUeRQwgWQidxQqTE5NmuMxrLpy464e+oT8RTdkqUbvjzdEkzMb5Zqeu5iLHUerXp8xUI450tj+eCKc+UQ5f7LFrI3NxRcVSm9Ai/EUGkzZYeBz8mbCkRnpHaQDgLFXQeCiFNk+acYu3XTli1XcqYExEDO8vkCHJFhexYfE0/vkMAN+aAUDdod5MnS15vxo7NG/WJOSH5dxdNYd7SvYProuTr2kIINjQUbHjbkN5Jhmz7jm22Y/eI8U6y59IdtueS7TpODXKBU/uGYvkvpB45YmU8ExqqA8xdmccg12TFkJ13duSv6RztJZU/TRr3EYGIQEQgIhARiAhEBCICEYELFQEWwv2RH/kR+/SnP23VatUwDPDqV7/aLr300i1d5CtNWwMAABAASURBVN/+7d+27//+77fDhw9vaTmjcOcGAQwtzM7ODjbzyC0isMUQuPbaa+2hD33oOZHqQQ96UM/5YjThhhtu6DndIBIUCgXXdw2C13p5DA0NGQs+Ynzrp37qp+xtb3ubfeUrXzEMM33kIx8xDJetN48LIT0LUGOUoZeyXH311fbkJz+5lyQbHhfDG0eOHDEMsmEIFQNtXPvLL7/8nNbJyy67zJBtwwFYIYOpqSm7+eabVzizdtBWM7a2XNrnPe95PbdfjDocOnRoOat4vMEIxPvL6gDH9nkam3PVPlkYmgXrT0uyeT7eT3bt2tVThsj74Ac/uKc0g4rMOxU0KH6bweeFL3yhXXHFFZuRVdd5YKCp1/dPDGs2m82u8zhbxBCC8W70yEc+0l72spe5oVIMlo6Ojvp78jkxvGYX3o/3v376cYNGYs+ePXa/+92vJ7YzMzM2NjbWU5qzReb+9aIXvehs0c44/9GPftQGWf+XZzA3N2d/93d/tzx4zeMXv/jFRn97zUjxZETgHCDw3Oc+1774xS+6Ia6XvvSldr49t88BZG7so1edNsa4tm3bdi7EjXmeJwjwHN3IZ9fZYEAnhlHa9773vTaIbwjPll88HxGICGwsAhjiesMb3mDoQk+dOrWxmW0Ad76L6LVfPj8/b+jMNkCcyHIrILCJMhQ2Ma+YVUQgIhARiAic1wgElz7du3fVnXTrOhfM3eBew5HPzAPNLAvInPax9fijQ9doJFarNKzMotOzVUsnYi3YzPiCL0DNpPXyfN2qC01fyLfZbBkT9ZjYR3aIFCRQCNpDejoWCsEKQwUpjoINbyvYyPYh275r2CeHMWl9194R2+WT2Lfb7n3bfeLYnktSd3c2kYxjzu0mHvFFO/eMGMRk+B3it33nsG3fMeyT4MljeNuQDQ0XrABJhlAwM8lk2Q+ZnZiZxsS7LHyQjvNvLTpGYFXNsAXXmcmKTY8tGJM7mbQ3dbLsOLNARVHYs/A3E2rrtaaxgAUT31KsU2GDhSWihhCsMBSMMm9T2bdtH3Y8duzaZjt3jxg47xZuu4Wx0yUjtgc/rvDeLWyJs8tx3Wak275jyCf3Deu6DQ0H569szH+pGO4dxC6ISSctK57ODn4jP7jmLv5uCRxCUEo2EekStYearhcTFpm4mBMTfFnsgevZ0PmESZitdCIo6YzCZjys71/KAJGWsCC4k7KTHo/w7BgR8IbQEdjh5Vw/tJxF53GelYexg9bKJE+wVpx4bmsioGvL5UspWAjLyO/RClvmFnTcSUHHa9ISvqZ8TpMF2zI/iWmnKcif0Qrl6yz/cv+qWIh5CBnPYOKfkslv5/gnsSylYMi/vEzdHpM2BPFoU1qwtfaKqrw708i/DPPO/D2P/LwSh6D4Ya0csnOKo6ieVye/XvztvMUohCBe4h1Ea206r6geN4QgN6O8DHJXk6Gdn+KEkKVz18THzIKdXz/JK/HtNAX5M6KMK9Bq2BC+BJ88rZiHkPEMJv4pmfx2jn8Sy1IK1ik7ZemVPH0Qn9BFoRRHUU/nrQNPn2OWuctlWBKHNOLTRW4rR1FaschksMwNcjsok2NJvsvClsu4/HjVtMo8hDyvPH8zCxZ/EYGIwBZEQM3VIETDpf/eShYtaS4ai8+g9/AF/KarRj99brriOhIWqinN16xSrhv99UT9wPaClTCzYCGkZMED5ATjXjKkPvs29a+3jQx5f337zm22gwX+IPXF6Y/TL2/33fNF/+QSnhO6EIi0O5V2h3QiO9o6kWHXu5BH2pcvSE8QrKC8g+53Jmms86e+PWXvDBqUP8DId6lHsOBxyoOD5PHw4MHatT3yr7DpNOVw3Qf6JZUbDHbt2WYpbiPSdWwsoT/ZLT0Kuipot3Qrfj2kfxmRXmpYOhnkQ07jB8DgLL8c7c+yqYydMVg4Cp1SrZYYi4h5vZTeaHaiYiz8NHmqJP1S2WYmytZe5FR1lAWW0PHVlY70bWNcncyX+bkWBenPqC/D0qcNq66OSL9EubYL6x0qo9c74U2ZqZOOu+oobnq83XVQfj6LRxpPKx7bhRE8t+n6wR+shqQ3LFA/VXYwAjLaY7OZuE4sUbvkONeLcZ54Lr7SuBt3EYEOBKjLIQQLISPVL9ok9awXIo1TzicoE0jOipvOKaryNVE4TVn+zkv+ThnysLYrBiHkac0s2OB+4iXWllKQm5Fkaucvf6d8+DvPhZClabuDE68XTqvFlVgql3XQcnmzY5VzSbk6jinzWrRaOg+XACFkebibymLBLoifimQpBbnLqANDxyI7Xo5l57lV/cokBPib8jlNFmxgP7G3lILlciyX9WzHeTp3g/g4nUXEYFm+uEH+jDK84LVavpwLIYsfzAyyDfqJt7KylILcDuqQ1WXqOF4u+/LzS47FPIQOvsGUj5nJtfiLCJxnCKgqW0pB7jLqaCOdbaCn9pLzUCYhwN+Uz2myYFvmJ/HsNAX5M8rL0OEux6DzuBOrJX4xDyHjGUz8UzL57Rz/JJaFEFLKytlZpm787bLmfNw9S8GCKU8oyM0oyz/n15l3HtZ2PY8sXYCPDfaX8QwhdCUfsrZly8vRmTaY+Njm/7J8QwiGfMjZD5HWKYiP09mLomhe5hDyNHJzbDK3Uxbnn4Uv8bfTm/OzYFvnhywiiWhLKei4g1Yq17KwTixW8i/BpDOtMg4hz8uUb0oW7Jz/JJaFEFKSzCuV62xh7XLnfNw9e9EUTfmaKMtfAW1ekgX/anlzrk2kc4KXmQUb/E88lYWFEKydr2RcTb61wj19EJ8weDHPylF5Kut2OdaSc61zp8sQUl7hrDlvyQjdCJUWLd3bUidNThiUHvneD7VLsfagjd2RUTsHZYxfTh4sr5kOtNlaP85z3dGpMgaA3paxAdeR+zeBI7bnkh3p95fSW+92ve121537+IPGIXbuHrHt0vOSlm8Lt6HP1rhFgTEEZaDNLBXI8EPmx+a/EHQg5SzfmbLYf6IxEnTQfBPH96Z8I8d3j3xjyveRjKlUShpPqSbW4ns5lLvOKduJnbbsIDoRgaUIUN3aIdkBYyaJxgwYy2PcpLLQaH/rXJqt2UK5ofG7RON9LaO6OfF9MIxU2VR98TmFgtmQ6j9Gt7wd+ZjGNsO/Q+Nv2zWm4eMYah+wcF7awUOO84i7iMBGIhA6meuAZhDy9xvVy4LG13gmDKseQ9tGCj5OTJ3mPs+YHPUYGlF93qZxP+77jAGSjmeK8wydGaX+FYL8RB5OOg/YqjsJGkIwylgQVpR3WM88aMTHPofM8dG4pY9h6tlIu6f9+xinnqv+7Ox4lu5WWE67CNdz1ePo3kHaHRr7d6z57l5YD+u6+Hf3umYhBNNmFmzFXwinT6T3mEVjfJfvzauVpjHu68/Y6YqPB/P9AseVjnteK1n0+x55ODtYQivmeP4FUiYol7yl9wrmVtRrTfP3EI2P803H9HjZx9Cnx8o+hs4x4+rz01VzzPReUlto+rOC9CuOP+eZLHPTa3P62/+ga5vXMdoXdYo6tGvvNh8v371vxJinwTcFOe3mOwO9pxG+W+5u1atdkOrRLr2nUZd4V9uu+kQ7hrZpXB3+eZ0iX7DgWYT8LV37RO9kEGWC8Lcyo168t5l+xJfT++b1yHdUryXpkSMPcH8azYNC0IE2P9CO/CF5LYRgedukbNt1j2JO0R5htvfS7ZbSDrkp7dE7Lhju1bk9kHDcDSk++IE7PNL3W76RKTj/EILyMift3VWQmaXhlv14v2jldaraNNoW7xW0Nf8GQ/WnqPeM8nzdz9X1bgvOvA9nLNblhBCMujSk+/qw7uXM39mxe9jf43erfuzUPYr6BVZ+X9F9LYRg/BZ5SZGHoxDYL/o3FhgoRd7SbNXS+Sx1v5fwzUldZUzlV63WpuRxiwiccwSiABGBiEBEICIQEYgIRAQ2GgEWbnzSk55k73jHO3zxRwwE4MdwRKEgReFGC9Aj/69//ev2iEc8wj75yU/2mDJGv9ARqFartrCwcKEXM5bvIkcAY1zn0+L0D3zgA22rG3vcKlUqymF2+PBhfxfpBQveCeJC9N0hduONNxoGzLqLPdhY99xzjx09erQnphiQOFcGaroVlPr3mMc8ptvoHq/ZbNq//du/uT/uNg+BeH9ZHevYPk9jc67a5zXXXGPXX3/9aUG2uO/KK6+0+9znPltcyq0hXgjBnva0p20NYTqkwEBTr3XujjvusNnZ2Q4u0Xs+IHAu3/+2Kj7Pfvaz7brrrutJvM9//vPG87KnRD1ExijxN77xja5TjIyM2POf//yu48eIWw+BC0kixg9oVx/5yEesVCrZpz71KXvKU55iQ0NDF1IxN7QsGPvA6EcvmWDkcM+ePb0kiXEvMgRuv/32M0qMITfeDTCW96pXvcpyesYznuHPRtrzGYnWEYABn1e+8pX2J3/yJ5Z/o7kOdhdF0snJSRsdHb0oyhoLeX4i8LnPfc74fuBrX/vaeVeAhzzkIT3JjI5ofHy8pzQxckRgJQS23tc2K0kZwyICEYGNQiDyjQic9wgkyaLVKk2fcDg7sWAzGOGarNj8bNVK8zWr5ItNJy2zoK0QLARI/pCS+e/0zKyC4qQTWQvGRDcmve271w6715W77PKrd9sV1+yxK6/dY/e+z167931z2mf3vn6fXQ15mI4z9yrFc7pur1113R678hrxEJ/L773beV5yxU7bJ/5MuiMvJsqObB8yJs4HySJx1Wk1N5DVygxlMRnOJ/ixE52W3tb1Eytjgh64Jo2W1YVtea4mXMs2frxop47O2cSJomGQa3aiYr4AhTBu1BIjLbKGEFKMXXb5c4kUYTGbQJcHKaoNbxvKcN5mYHDJ5TvtXlftssvBSThfmeGXYp3hep99dhX4ck64cj24LpcpHenhw0RFJnXCvzBUMH50/iWGy4qfMIgw3EFQGASTDeYRLBib6UddSpotX7y9Xk3UZhpqT3Wbn646MaGRRd1ZECJRO6IOchm5dgXt8joqVnGLCFwQCKhaWwjhNBWC8VwoDMkVDUHDQQMMnVSwIRZ+F+F2Ur4YhIfpXjS0hFIeBfF0KhQ8r6A8Q+iQIZgZZJv8U54Sw9rySK4ClMnrWMg/1FGmJeVdCw9PE07jKEwL4uVUKJzOMwTT5mTBNvWX5hsshGCFrNxDyE25WHwCwt8teVrxopziF4J4u2vtn4KUn4nyc6lbII0oxbwg3ETKdzne7WPF9TTOP+URQrAzfgoKIVgBKoin0nldFe++3I4yBvELIXhZLJg5WfpTsIUQTpPiFgrBkJnJ93k52+VZQR4/R34uc5oWHp35hkAetnV/wYRBTkF+ETgUCo7FUjyCrjtUMK6Nl38FXDgH+XnHR/HdJW1o8y0oj6C8QlCYKATlHcwMss37KVtryyGZClxPp4J5GdYo49Aa5+CT8w0rlImwEIIVRCHIzfImXVr/QhvvJXJk7d7DhsA2GGlCIVgIwc46c3/eAAAQAElEQVT6I4oohODxSVfo8Pvxcll0fzwtE3l2UIaBy5P5V8NleLhgfi6Tu81T/AvC3El5I0MIoY1NCMhq8RcRiAhsGQRok6JCkETBF4JsNhKrV5vel1so1qw0W/O+HAtHLhTrxmJXDfXvE+lP6O+jPwghZO3cdD9KyfTjnBzzPp/yGNZ9jwVydu4e8f46uotLpcO4TPqMy6UbgeiPO2V98yvd3Wtt99q9dgV9e+KjCxGR/l7ican0LJdescv2XbbT9l66wxfcZAGwVC8ybOQ/pPuWxDV+9OPpk0JeFulI6M+35SbSFqAlMulShRD8uYKOAr3PXumAwPFeV+029Ext/MBug+gq8XWSHuXe993n1+cy5X+JsN+zb7uhQ9mGLkrPBK4/GEOuQLGz/FTGPMYiiXWQSH+Avg6dwuzUgi8chi5p8mTRxtErnSy50TjqKPUXvUSan6lOBtMjyd0QMuaZw7WmHmTZKI6JghVUT0a2Dxt1Z8++EQNj9EPo8i679y674uo9TleqHjqpXjru1M0lfsVT2BWqp+jtLpOeiXq6RHe3Z5vnsw289PwtqK0YPwnn114qSHe1U5DaU+BspIjAmgiEENK6rPpUUDtM+0UF6+Y9b0j1sJM8jXjABwrwzPhbx09BnmcIad4eL0uX5h907yoYvJ1nRz5+rHY35BSskKULyssp5xms759Y9C2fy+yySX53gy2RUcwDsuKuQ0br86dsVTYTBeMeEkJwf0CmQsEKcnN5cYeE7+lrEnRdciqYl7Xj2nC8Evk1y+M5Jkqbu0v6BJJF+YcQ0ncF95tZsPPqJ/EthGDB5U9dx1XHBfCEVG7HFr+TMBFGS7DSMXguCctxa7vBr0lB/OBdUDh55XkXgvJ3Mslkff2U3Nr8CsHIZ0gyL5Erk3XoLG47jeSkXrmsARntjJ+CJTPnRMo3FAqet+ev8iLDkPi0ea6Ut84TryB5SR+CeIUzslpXgFiellMHQbIWIOVJvpRzyOUo6FpllMm6kuxnhHWmVbkLGV/yIK8QQkf+6yrKoBJHPhGBVRFQdU3rq9pICKq7cqnLTqrbtNe0zQS1l5zUbtRmzmgby8M624r70/SFdrspGPkE5RlCsIIoBMkQTDLZ5v+yfHN5cJEvb+OOhWNSEBYprYTBkHDIqX2+o/zOp41BsEKhYKEQVOacTH4zC7apv6D8cjkKkodyp7KqrB1lysu2luvlHiJdMPjAL4RgQXxDsPQnF39KIb3+Ok9c0njeOd7K33nKzfP1Y/JwCromwUgHBfEJIVjqmoVg/f2UjrQhhJ7lQ06XEZlzGTuueypbkGyQmQXb0J+KYCGE0+VwbIMhZ9cknRDfq7Tji0cByvEWf1v+U7kIbpdXcVe8xsKojReYiZYeB7/G1AvP0/NV2xHzgiiEoPLZ5v+CshSFECwvo8tTyI7lFgoFy2VG/qX31ILK1UEqN/guLbvOZ+Gcy6kdZ0jnhYfzxu2oZwXlHSRDCJLHyVKcgm3qT1lbLkdB8pyWVbKvULa8jCu5Xu4h0gVzXMUvhGBBrgU7/cMvCpDOhRCMOJ4GnNokXuLnfNeSRXGQO09fKGxM/QshZO20YORFnuDQlm95O1xLZs4NpXyC5C3kOATb2J/4hxCsIAoFuTnWyNMPqQy0G/Bol0F8xd7i7zxBAJ2oCL2yqoeFEJyo2+jH0UPvvWS75bpb9OOut8701z6uwLeV0tHm+tsrpNO9XPrde125W+l2GWMJ6Nm37xw2X9xf9S6ENB/TL8teelkddG7BXBZFlWvpT5EZa0A/3TaKMVWxWVFpvm6EMQZDHAimYmMQO3dTTnEfETgTAVUQbWoOi5ZojK7h43mJYWiiUmrYwnw6pleWSxjnGf84XUdJnbINqnAhaK97YkH3SowTjWwfNgzpMC6yPTeAonES2gXPkhCCJ4anqrqqr49YeFjcRQQ2FoGldS2EYDzbeRakdXfItmcGpXZiHGrvdo1D7/D7O2PGPCMgxpAZx9x76XbbpbE56rnXb70jwU/Nws7rXxumkBYlmAVv48GGtw25kbLtetbx7NytsU++iWf8c9/lOw1s7qVx9ss03n75vfdovHmP8byE2s9Pf5butSt9HDR3FU/hxINI62OhV+y0fffaqeuw3fguYETXZzjDGZkMCbmRQPkgrWW/IFcUiIM3yKdyyPH7H9+dL+ieNz9T8bFhNy5Vrvv3Ddz3eAanz1gz0ii1BdPPd3IvgC2EYOAIfHy3wfsF81tSQ1wLNqlx8/Hj8zZ+vOhj6szLWCjVHSPeQ3wMXai034+DQAlBIcG0Y7NVf6pn6XNAHkVCDvgM6V2d68w7Fe3uMsbT9c7l72XZ9wT3vn6vpfM29trV991rV+Wk8z4nRi71i29B0rH1XUa9pP3uu9eOtD6pjW/fNez1uV2ngh5JrcUlc2Ioo9cDgaRNktra5bLN+SGL4yd58XPvGVb73K626dipnJddtdt4h733ffcJr5SYS8Tx1dfv9XlF+FPaa8w9Ar8r1RYvUxu+5HK93+r9mPshfLlPko85AsHyX3oF070ufxrsp4Plxy29b2CwCoNvfKtRUT3iPaPInKrZmnHMfB/wThkMbh9CMPRII3oX2bF7m1Ee7l/4dwgvyjac3Ve4jYCnZT8ldV+StHwuS63SsEq54Ya4+J6EMuBWFY78xPPrIibaPG3cRQQiAhGBiEBE4AJHIBYvIhARiAg4AiEEu+GGG+zVr361ffWrX7VqtWq33XabvfWtb/UFtgqFgsc71zuMLr3gBS+wm266yXUD51qemP9gEdizZ49df/31g2UauUUELhAErrvuOmPx1POlOOdygeDh4WEbGho6X6CKcgqBm2++Wfvetic+8YnnVZvorXSDjf3gBz/4nBnIO3LkiDWbzZ4K9KhHPcrue9/79pRmsyNjIPHJT35yz9licAH9c88JB5PgouQS7y+rX/bYPpdicy7aJ/e68+n97v73v7/t3bt3KXCbdIROgne8Tcpu3dlce+219tCHPnTdfAbN4PLLL7fHPvaxPbE9fPiwcb/oKVGMfM4RoD92rtrr8sL3ugD+8vSDOkbv+axnPasndtPT04bxgZ4SdRmZd8K/+Zu/6eldGUN/j3nMY7rMIUaLCAwWgW3bthnGexgvYNyA8YNPf/rT9pKXvCT2zfuEemZmpqd7ANlccsklOJEiAqsiQL16xjOeYX/+539ut956q1UqFTead+DAAfvwhz9sf/mXf9mmz372s3b8+HFLksQwCIWBvWc+85mr8u71xK/92q/ZH/7hH8axvF6Bi/EjAlsUgWPHjhnGOLl3bFERVxRrx44dK4avFXjPPfesdTqeiwh0hcDW+LqmK1FjpIhARCAiEBGICJyJAJPHmDTGZKvZyYpNj5dtbmrBDUURxoSsei2xpNnyxEwmDHr6hRCyCWjBw323uOhhhUIwJhsOjwwZE3937x0xJrIyUZCFIJiI6pMOr2Ni3D5LJ8nts6uZTHf96WMPvw9x9hqT56Arr93rE19ZKIKJdPdiYd/Ld1o++XC38mLy2ciOIRvOJp6FEIwfE+BaScuYdOgkebUZlO6ItU4SszyfpjCrVZvGBNiZiQUbOz5vp47O2/hoapCLsOJs1Sqlhk+AQ6Yg7BA3hOBYWpA8kMllW9ROhNIZIj7lZKLdzj0jtvfS7cYkanDpxPmq++5Ncb5+r10Fzhy7US4Wkd7ji3sTH0yZzLnnku22Y/eIgeO2DEfTT8UTVAigA9/kd3c9u9MFTH3pfj0cNzKtS6ddCNopI6534pMwE6vVmkaboe3MT1eMSdAL+QIj9cTbEdfZUVNyrp+z8Z2YxS0icJ4jkFblYLhOuqfxTCgMBcMdwhUNDRXMaViuU7Bhwt1fsKFlrp/z80HnMtJxQXwKxMVPXnIDrsjdYC5LttOBbepP2Rt5p1jY6YW0JN+QZEX2gsowJP/QcFDZVHaOKdMa5Hjk8RWvoDQpBQPngvjhBuXjeac7C6af7+Ru4MbzKWfvWSOHaEhy5eUcHh4yv856xjCRfC3iOedxVeaClzWYl008Q0hzwoWyI8MfQjDigYUTaYXXUC6HjlO+wp3wjIaVj4crXoA8n2CmzclO/wIBwSyEYJ5XzqOLcuVlzss37PIEK8gtKF9kDsrbgmkLIrkhJdMvyF/QjjjEJc0Q6ZR+CKIc7i4tn5cNOf1cMOIW8HvaYPAKBbnwVh62VX+STZuZyxlwzOVG9py8TAXz8lFmp7Dm/WYpPgXzOpvzIT1++GdukD+ENH8Xwjb45y8RaR7KVp40b5dDMg05ZXIjr8jrWA91Eh4F8fG6EJSFBUvzwp9TGhaCXDAQER+8CtQn5ZtiGYyw1F+wYcKRBTero6QrwCeY/3jfdM/ynZ8Pxl87UxKRjuSh/M6nEKyQye6uZEEeaEj+VJZgbVdxh0VDLg+4rU1pXNKn8eCbUjDPX7xwg+QIAdlMMpp+qV+euEUEIgLnEoGgzEUhBH8vM/1a7b5cw6oLdWMRGvrw9OVYqIm+nS/ip/5cS338FqoR7sXwydq6yS9WpzfO60jZGPe9kZ3DtnPPNjeWtfeyHXavK3bZ5VfttiuuFl2j/vg1ew1dh5P0JFdeu8dYcOjKa+XmRDz56bfn+hAWJmKxsEukE7lEfNEH7N434nmxIE/anx+ygu5NIQTLF+XxPmlr0Sg7720Q52yL/NLngEDUhkgBgINZQfdqyoTuY9+9dvhCaZdJJwQeV0pXhJ7JcQPDDSL0UveWLgW6Snku0aHs2uYLYQ1JzkUB6jirMNoce1vtF9ITmeMHXJOkuWi5vm5uqmLTYwu+mNjEaMkmThTdPyf9HTqHXG/HNSUzLnfw+mmG3zLmDql28IeMn84Rd0jP5W3bh2zn7m22W7o16tMll+00jGlRTnC+gnooAu8ldN0e6ZX2iuTq/BWq0xibu0x1/F6q6+gDL1U9RTdIHW0bjdsxbLwTk3+QkIvgJsCQLcXPKI52bIFdpIjAighQz52o96KC7nu8o1GvaZPUszVJ7dbj5S7vjU7BCvAThRBMm1kw/7lfB7hOipPHHcrzh4faVvoOWbAz8vD8ghWIJ8rTh6AwkTYz5ZGS9fTL0+I69Smf948pj2RFzraM4hdCMG2SK3fl3YQtzdOUd5ovxyHIL5na8iEzx3KHRIWMhoSzk8qTXo/QXf8wi+/XUrzSuhXMXR0XMr6eP8fKO0DBJKcZO3ntfPkJTokaEDsllaWgwLx8Q4VgBZVzaKjgOoUUS/lXq+9r4ac04AcNiWcBEv8gIj9cZe1yZLvUsbP/9EhJIwU5YqLNnJ94k5fLrfzclYy8t521/6x4Hp+yZ7IH8YAvggXl1UnKmWB/9wwhGGWCyL8AD0h8htwFw9OEPJ6XzhOXdFAIWSamx2S7kDroc4OdWTBcJ+FDPgWVC3dIspH/kI69zksed3XsbSLHZJnr9w/iKp7Hz/wF8XOe5KNz5BHk97yD6RdcaZm+cQAAEABJREFUFnniFhHYcghQT83SOoqfuluQh3pcUH0eKgRzd0htGWq3i7Dm88bbEulpJx1Ee4GGdA6+5BPIQ4SrrA3Kdqljm/cLZCUBtFkoWHqvk2zI6TKr/AVwkPzpfaBgQxwrPL2/6XgFv+PhOKTn4ZFSMHgXxA83KK8QTOX2nWmvA9vwH/2VNJNgnj9yIJNTwfz+jf6zK1IZiec4BMvLGeAJBfOf5+M+7XSgTXkHcxw8X/nBFhJ2KYbi7Xwz18/hD34dCjqXY+l8svxCINMg/tbbL5hp0y4YLEII/z977x5j2bbV9X/H3vV+dvfpqn6cPqcv95WfXFESUVBDEAVNFCMQIhgVNUAgCJcYDQRCYqL/IBKikigQIbmKoiIgYAzhhuQaXnrxAVFeES733nNOVVedrqpdtXfVrtpVe9fv+xlrrV27qrvP6ap+n7NWrbHnXHPNxxjfOeaYj1VrrvPxZ36apoL3KHiEZ+Qzb6M8UkDIR/7YfSJnUIwpUg7Kb8IPPFJnD0PENeVcBDmcvmE3LE9SyPnr5PC15B9j51PEaUSIspOcvgm5jsGq8FOnJ3TS/xZh6FTT8UkfjVBS2A35yB+7T+nM4sIShvwjs2EKVTzBY5IxGrqWFxmgQt4Q8gzJcQudKeRNXMD8AVTEJY8iPvkWFBqWOcRJyZ9/FPKRP3af4HnWvgx5spxNY4F8bztePaubiUWokjNG5ZMP5ILsFZJGyKeIl+U7fsPlN8gneQjBRzP9BY55zf2K8l6IMptPVP9CHBGh5NV8Jl+48GIs0iaX/myLDjvlcu8smX/yi4jEQqpcPdajqu9wri5KEVHIYcxTDvN1nvrOuE6TmCODcQjnlUQhqo8XAgHP8bx868lenpLrzqohdJK2Nsn67dxEfpyB5wKXvT5+9fqcWKtdvjWvZa9ds07O2jVh0FWvY+Py/5qs05Ju7tKk+AACHyFiTZj2SjnyUbhwATmA03ykg2siDkSYWc6PQfDhgmo9m49xbXtNO5+vdA/FPf63Dr0nPulStsqTbv1TI3AGAXStCrI6DvoDHfUG6h0c+Xnekbr5gYxe/l8uura/Z13zszxHVernaHry4dqU7cl2cmyioUk/o5iaGcvnIriTfp434XY2PtEsxqO2o+SXeusf/KqPGoGnjAD63GgodZK+YMz6OT45Jp4/T/nZJB/a4rke/+/Nc7jFK1P5/+M8l7t0dVpp9xen0u6j4+NO3xxrZt8SlgXbbOfFOu/XGC1MKHJtoukxEWMjcJqcHhfvE8zw0TL3fzxjBiOesV/2M8wrJvrIq36meZU+leec7jur/vOeZ8++t8Qze8jxSXvZ/fGll2a0cGUq+2jqZNL2BB6atiMRIZ9+Cur+3bzbnMg+kzLcv8oj5OswFW7DaYnLx3O6u718p4P/Se/s7NsGHuZz5EPbxX7+D4Mzlpw2/KM87Ev3Kfw8uSIQwuD5zLqVAeEDW9j83e0DMd7YfHM3n5uvvdbW+us7fqa+m/+33+0UGNF3DPrHKrIKhXGNsBtm2+RT8rUecBxTc8euMchxiMrYibnGyQe5psTz9CXrBXTN47JrvKOR72osFO9uVH6P17i/bJdxG/GvWu94Fo8+Xl6a1qWXpkR7nluYEPo0ZT0ed/+ETjUY50fJz8DcVWRsBiafvmlG4RvnGRK8YGNw4Q1W0Gvs0KT7YP5ngHZzxW0ILPgIV0XXjNdZP2HQcontktvjFbfhReM15/ZNftn23Mc3Go2sVuoLgg/0Bx4KiuK+CtdOBg8GA/Huz+F+3+ONQ7e1nnZ3etn+2ta57u6heh5voFPIlYke00/Dujlm+4xeTWPfZ8fF/25MeawC8b8y4ylbFCXCAGQBI4ow+OIjfgd7R4LXvfahdtsHor3stnuW6SjfVyIemJC8VJgiz/q3RqBGoEagRqBGoEagRqBGoEbgXYYAG2x+6EMf0rd+67fmB7p6vZ5+93d/V9///d+fG29y/1lBwvzka77ma3JDQcbvz4qPkXJr72NCICK81tdUfdQI1Ajci8BnfuZn3hv4HIc8y03Xl5eXxcdynmN4atZGEKAv/43f+I2RkIfz/pE/8kceLmIdS3/oD/0hRRTrpE8bDj70et4y4Xdubu68yZ56fD4Kd95CP/3pT+dG2OdNV8e/GAK1fXlr3Or2eRqfZ9E++WDOi2DvKqRefoYfiOXDZXzArOLlGboPVfQf/sN/WFevXn2ouE8zEh81O+84fW9vr/4g19OspMdUFvVMfT+m7B4pm2bz+VjniQh95Vd+5bnHxf/5P//n/JjJI4Fwn8Tr6+vn/tjXl3zJl2h6evo+udVBNQKPHwHa7oc//GH9+q//utrttng+wAc4eF7Ac4Nn+Xzg8Uv7bHK8yMc+GI89G27rUl8UBL7ru75LtNVv/MZv1B/8g39QD/shGj7cygf2PvrRj+bHuf7hP/yHj6XP+fZv/3b9xE/8xIsC3yPzCd6sTT9yRnUGLywCtEHWo54W0T/fuXNHKysr+RG+H/uxHxMfz/zqr/5qvf/97xf/K/w4wWy1Wvkxzl/+5V9+nNk+0bw+8IEPnDv/N954gzQ11Qg8EgKNR0pdJ64RqBGoEagRqBF4xggM+gP1ukfqbPfUurunrfW9fEmRjac7O718IYsX2fuOB6sNL75Cyv9JCPlSxY/yCP82miE2+eDFr8npMc3MT4gXWdnYgRdQr5YvHbIZxLVXqpcN53Xt1fmRj3L5unwpMV88tH/p5TlBpH/pxqx4kY48F8tNffOFuvlx5Ytnk2NiI5VGsyGF8j06NvMdDI5zIwjc4wHhx3qcB7lRTr9/rP5RX8MPchnX9dfbWvv0jt58o6PNtU7iDc689MZLs7zYFhGKBqTStV/l4QjVBKQMUUSID2ZVOM9dmtKC8biyNCswWjLWy7fmdM34LZcvIYLztcR9XsuEs1G14710Y05Xrs0UL2EvTIoX+SamxsRL3LzoR5lF+catfFnTLDkYqe088hnOAbLzPJ9m0bAbe5g8Vtb30UCHhwP19o/cZnpuTwfa2dxP2t05EC8A85LjwHqB7snARUTmEWGXrIKfmmoEXnQEIvWanwj8prRpoYb7Bmxy03a5YX9zLNS0P2msITZDaGZ46X/LsIYa3Hf8RlLDeYUaLivJZTcaMhvBjzjsk+Rfn1w/FTIfPpOPiFDAX/Ibalh2eG9ynbJYBjDB/1bk+IkVcTKPIl2RV8P5luW4rAADuwoVR8TQWwQ8/l/6iWGuIbnIpIb5aJjfJlRudsYL5GPI8QDiHoS8ldtE/kYhZ8N5RoTzD50c4eviyrcUjkO8RsNp8Dt96k6WGSLvZslPuiN10GgWacgjQvKZJB/H9INlQN4z1g3n3azI+cMzlGX4+qzLPYjwwg01KNN5NMxvmN/MuyxHw9JVHA7nfsM/jUaooEa2hSZyNO3HvU/ZlHkqTllmkYfzcp4+VRWZfj1fh8WXKsZ8ERF52cBthIr6aBSucQDbZmLSUMpvmdN9ID7EC+PZUIM4jt9I8jUuZZQUrv+wP1QeQ095/bicashltyjCv5yQeWiYB+RsWN4mPNstdKshXKiZ4Q29rWusUibjqTwi8S296Y9wWFVulh2i/KbLTdd5ZDnphtgYpOnyCz6iwNZYNn0/nD4iJEEea1pGjR4ZHMXdkCLyx679pIUcBgbk1SDfRkPp4ncZDZd9ii9fw08ScUav7+cfjUN+pmbKGkNZwnw0SgpjE2E+FUpHofqoEagReLYI0AohmmNE+nJ9gM0gmcvt7x6KTWg62/s5l9vZ2s/raj7HPJ/5HyYqIhRxQgrLBtnhrOKMjTc16Xn1zOxEbsC1cHlal65Oe+496zn7nNhciXn70s15Damcoy+lO6+rea+IS3zWVSA296rWRBauTGve6wGzOZef0OTMmCa8LjLGOMf2yqwqD89FGa8NBgOlLF4XYViT956DH7NnLjzSAkAYC1+a4L9pORJLrzGxAdWlpRldXp4VWFz1egZ4sVEThP9JEHnnOorXV8j/yrXZXEMpcB835k013F+Y69QtsFYKlQIRfJosGwHp8GMiOtT3OtxB91Adr8217na1sb6rjTu7uaFYfpDLfjYZYwOlw4MjET/r1EWBV0Qo4oSkEIfRTZYczR2uMtTRsi+bmGxqamY8Px63cHkqZbtcfkAucb4+Z32cO9FVdLPU0yWvKy35+qpd6uOq4750bU5XlmdU6Sn1xoaA067DQkebYlwQ7jtVHsherdel34z6LO/iBD811QicQSAUURBtsNloqNkMNe83prtfGLYSGrnXsJ+xY8NtGh2NhqTIU8URcpHiJyLUsB4nOT7pmrgeKw558PXQ77wLf2Tbw085Q3JekeWFxGlKj85zhMyW+IkIJW/OtyijwKdxDv6Qp0n6RiPzCvudrU6OsryTgCfiq8qMiMw/IiyiyXg1kqcQbhKYO+xEZvNOGHI3G0Psm9RHhjsM/4PofnGcD7oCPlU5WTblmgJKHiUzqhfnMKZhbpP3MOsmZDGlfJa7aWokJlFg6evEEvwy/Aye9w1rqJHpwi7UcF64JWV5KsqHF1WH+YnKf3+XPqS6E+JPirAbKssKl+Xy4Nc6QX9UrAs1hB9q5r0qTukObUWI+w3LBSbOWqH7HASaotRR4mYa5Hbapstu4scty6PsHMNVZfl+w3HBKoxJOC9nOSwsxxvDq4t4QvDPTwR+U5YTokzKblI+/JkX5D5Fvnfqmngj8gzvOW2De45Png1fR1lOhMs0FTzIR5jqs0bgeUQgUFPxE4HfVOpx0b5tK6zb6HiTdmB/E0L3Iev/sE1wDd03rCHaCHk0fD/96YbDTS6zgS2oeFB1mJ+o/E/BzfJlOKIg+BryiQxhWxtqpJwNNcEE/1uR0w8xMnYpu9M1CM9rl0U5pgADuwoVB/wUvif2e8rmutyIUJiHhqlp/oa8v5WMb3UPORsNNew2nGeE8zcNBbI/uPBPIL+viddolGmcbsjDqH9YZrhOHNfXVRkNlwNV+Wl4hJz98OrtPEGEKoEvqvzI+6H5G+G54Xpv+rrRNL+45jOzd94UBXOVN68f548zpqyI0FAOeDBVepz9tXFsPoCG992f4894pC/liXDeJimURzpRXSnC/pDCcmddOW26lOc8Kj4yX8KSQqPXYEc83AbpycsUpe6E8xekp3BkOVEUF1JE/ih5SZ7C/hD6Er6G32ajqPumeW9a5oZlbNjFPypn+onj++l/kDsax/lkXtazBuF5PcqDkh+FiiNi6C0CHv/vqH1xcYpwmWABmb9R2dApaDTsbf3IWWIKxhEhF6KTI4aXEfajJ5RdkdNTB83kJfTW5fl+GQ+cG6Qt8wnyJf+QBOmiR8jZFNSQGs6/6TIbrtNm6kAoMSrbYPozvKHmqOv71TygCA81Sn7JXwpVrh7jMVrfmW0oy4mIonzz0CxlgXeo4O8M/5aFexD3K7dJ+kajyMvYRITzh1QfzzkCuUwYDHkAABAASURBVA7qH9ZwK1ZdfQrXI3XM//DNzI7ns4DFK9Ned53VS16jZq16ufqoA+u1EGu1N+ZzLZc1Wz7ycNlrtTxL4H8L+V/OyekxjfNhFutMRFhPqlK9dGw+/JsB4V/f9q8yDvzYJw7m36xLVx/H6Gwf5P+dsnaNf3/Pa9dHAxGHuKSBQoFTU43APQikrlk9fBb37KFN9PvHQs961Qcyqmd6rX0/R+F/M4983w+9rGgRIZ9SaHhwje6G7WPTfca4n9/RpngmkjQ9rkk/zyNszPdoc8Qng6H+ZrsgpKYagaeFQKF06GLDtpq+fszjF57noa9Tfh487WfQ2PQ5PyNe8LO9BT+LXnxp2s/4ZvxMekb0F3OXJjU9NyHs/oTtPnk03A5Ew7Ao94xNHPbCnAVEZtcNnpM+07KNuR0nTu7r+D/4xGhxUjyrBJ9LS9O64mfNV67NiL6UfvKqnzdfdf+5ZHfJzzvpX5e4Linv2X/V/etVx3kJuj6ry0t+Xnx1WgvGfm5xStRJZUvAORoqDvOaWNvlMXgRqKyGiLAbvpDs4VRYFuLzf+d7nZ743wX+J53+lWveTTjq9YfPiJ1aSfmjd8QxFCVCPhM2ZOb/Nzo7B9re7GrLz9Dvrna09vqO1t9oa3N9T+C01+7l//PTd/B/+wBCHhHkZZLJfkHcvB+VdeWuRdSFf0R82mOz1DE+ArXgtscz8aul3vA/Bbyjcf2VBfFRqeLjXPOq3OVX5gUt3ZrXVY/bUp+sS1c8ruNjcYsvoU9T+f8l6C5tvdCphprWi4jwMO04/x9hMPpOjBlNPhMpDQ/HHvqfuscYwlPx/F+iTYzZjk26bSLbgtvN5eVZgcU14wWBWUXVNdhdN2641xj3Grull+d0xW2YD+LNL06JuiBfxrcN4ySF7nsYP5++FcKNwA1fS+gKOsN7U3zUaq9zqF3rWpvxhql63wfcSWDIcR4LmQ2BDbZrymN+7Db2Cz//W4HdH7PeNd0fUCCY4sJ5NPDB/0B8hI4P5fL/T13bDtoC7QX3YO9Q2JR+f5DqnD+uozMqU2T2XP7WTNUI1AjUCNQI1AjUCNQI1AjUCDxZBJrNpt73vvfp67/+63Mzv263+0w/0DUYDPQt3/Itz+1Gfl/wBV+QG5XmvM8TpHei+7GPfUxzz8nHMtggnI2Mn2wrqHOvEXi2CBSbBj5bHs5TOv3GeeLXcZ8dAv1+X7/3e7+n7/7u79bnf/7niw+SPE1uOp3OucucmZkRHzF5mny+yGU9K/uxv7+funVe7C7yoavzlvE44n/wgx889+bUtC90/nGUX+fx9giANZi/fcyTGO8W+1K3z5M6r3zoCjpTXT8Nlw/mPI1yHlcZfNwngqdvjyvHd24+n/3Zny02438eJbzIR00v8sGQ51H2h+WJNRw2tP+hH/qhHB//1//6Xx826XMTj49qPDfMPEeMMM48bxv4hV/4Bf3mb/7mY5eCD2P+9m//9lvke/rW9evX9ef//J8/HVhfvfAIfPEXf7G+7uu+7rEROv7KK69odnb2kbFhreCf/bN/ls8DGCc9coZ1BvcgwJj8nsC3Cbh169bbxKhv1wg8OgKMI77zO79TfOTnm77pmx4pQ57lfcM3fIN+4zd+45HyeVES87HCi9hgxp9g9aLIWfP5/CCAzl27dk03btzIj/B9xVd8hfh45kc+8hExj+ODXb/7u7+r7//+7xfz1MfBOR/l+gt/4S/o4x//+OPI7onnwVrGeQvZ3t4+b5I6fo3APQg07gmpA2oEHoRAHV4jUCNQI/C8IHCs4h2q42P1j47Fi2Pd3Z46rQPx0tjuTk97u4di498eL2weDvLFPdjPl7b8/MinlD+FExHyqUazoYnJsXyxjZdLF69O5wbJvGi4/Mq88iU5Xpp7dUHXcB2WL8jh5yU5rm/Nl/dO4lQvJmZ6p62uyWPZ8ZeGLyXO6cryrC4tTetS+VLi/KVJzS5MaHp2QpPT4+avqfGJhnkNNcy0TyXzevSDF/APD/uJXW7k3dovXvp8c0+bd3a1ubarnY2uOts98bJbb78vXhAdDFwpFB+ST506RgIiQrxYzYvRU/lC4rjmLk2JFzB5MXjp5pyWXzYZRzC6ZqwSI18nzsbqWoUzmGf4goiX8R1GHi/dmNOVfFFxunipkxeyp8aUL/ONNVS8rFhymaznTxnwEE4Z3SqogX94iXFwNLA+DjTgRT/j4WArqvMq49r3XJ7H8p+Zpe77biu8yNht97It8cG1zs6Bup1DsckIbY3N3k/qu6xcOz51b+WrPmoEnl8ErLQ2SYqIghoh+cwmW7aJwWCQ7Rq9P+wNsr85ODjKD0HywjIvx1fU3TtUkvujrvuggnplmNuQw6q4+90j21nT/lHm1cM96OfLwpR1lPbkWP20JeaoOFUYFTtP4DQMOqGwP4pSKNt8DPrmx3zBHy81Yw/gm80R6G+RCTsBBvQPo1Rgcagu2JQ4JRbdQ+MAHYm8yJO8j9wPgcHAffyxy3V1FLzwayYjIvmzI4Ue6xERiojMk5e+B5a9b7nhCx7hG5vIC957vPBt+8h11/6zVNzvKcMtO5hgY4dyOt8BfcYpAV20MfevsMsDx6kwP7SO9Lp98WI5fECJ6WjZ1rOuiXvUDWn6tu19Y4ksVVGhSHXKMowxeBMX/kgPz6f4Hy2j9I/e37N8pIM38kDGI9fjIMt1UaVMMrY+7RTlwxMvyFcyko706NK+9QM5wO2+ZF06yDhHIg1pqSfKJU/ydheXZRVlyn5JLlrP4nC5BR+hiJB/xGGfAfJpXRuUdYEM1AcyoXfIl7KmvIeFXbH83RL3LnV+hrIt7h2Jtkla9IG8yBOcIHDvW8coF12gmiLCrIUiZLcgPa7DeWZWdimLhw1Q33L3rafwBJ9pXy0PcqVuWedG9Q39fCtCb8iHDRoGtuNKxadEWaZI4oqykR0MjqyvlA9G98Xb/FQ84MIbOkpcME0sXYeuSedPObrPQalFMGUnOQ08DFwPyYfdIS+9I5F38uR+grIg6hQZK6Kuk0b0Af5OU2+oN5nOupR64f6I/CkHnWNcn7KYD/iCR2QquJZlK/CzmvhC9VEjUCPw1BEIuSH6DAVjV4Xnn8c5hsQ+VLaAcQqb6uASfmgbW7VpLFFICv9AsquRg7ly03Nm5s4TnkNPz41r3nP2S14buXJtVlevm27Oa7mcm1+zi3/ZaxpsMoRbEesceS/jLGSaZc/nr5lwIeJAxSZNc2Jd4PLyjIYbNV2ZdvmTYhM2NiCamhn3usiY10XGNDbeEBu7wvOICKNm61TwM7sIGeZIXsEUOeYtV2JqWflQ1BKYgmFJFYaFO6dl1koelbIe5l0PC8o6cFkvef1p0bzMLU5qanZc414Pa3pdjDHUwH0U4+HsRvXgw+LJAibu6Bn9GX0q/TnrSqwrbHlNaWt9V627e9rZ7Hq94UB7XmtgzEfcvseMWRYFiyOEfkJcVcFcR4So81xbqj7ANT+RerJgWfjQGbrKutCSMUO/0LWUGd17eUHgWoQbD+PA9TL42H/NLpTX9uMSd8l1dNVrTdVHuiiH8tj4DvzYcGtqZiL1c9x8jZWbSTWapSw6c9AYzwTVl+9eBBhzDTxu7XsMRptgbIb9ZtzWZYzn8fBbjX+H94hbEnOzYpzXV47vPOamnYFyREg+Uw3dyJkLUDbxGBOSjvJpx8kDcw/IeVdzM/oc2jBjU+L2PF9l3YSxbN/zXOwBcqk8skj/+CxD7nW4FxGKiLwJf+RxD39el2G8T7ln+et63J5kfrlXEXELHgs8GH+TLwWVxeF12ek8mZ9CrMwbufDgDmxvwYs6gMCQcXnWhXHtef29NzofyHkeaymmUTkt+7B+7E8chu6Z+UCVzvMBsDmgDON6CPl5CroAL/CWOFEZZjgijBEku3puDrOV/ESYN8ZIkd2Sf44F/wPrJPIgF3ras5xg2kN+8KzwsItuJ1nfTzAs8TOeibHjpW6RvqTMz/XUc53RjikL6ruPSxzd1qr+zIy9LXYWRbIc8nGiJ4Ncp0wZXGfMSQteD9WF39JWMGeFhrahDB9eO27yb3nA4NB13rf9oRwXNzzhIWDC9T+wDSHO0VFfh5YReVN3jN+B55dVfuDTdb5VWftlWcSH0O1+iQkFRbgEE/6HJaIXVKaNAlH4H9a3x7+0JeqCOkHH4ReblbxSh/AJ2d81n6fp0Jge5jOwYfyyrsmLPMmbMvrGbmAdo+zkAUHMU0QoApJd1UeNwDNBwCqY+hdhXXxI+3hgW5btxe17qP+0k4qyvRRtJNsN4W5L+5D9maZqL3Zp+0m2HUW7GRRjk9IW0G5G7aNNzhPByhCUWMiu8SBAPlwg7XeAnXNbxnbDZ6/sK4Z4WBbGPtjdlBV5S+raLajsL4Y4HHrdGjpSgcFRzt+xHZQzMAbP9PmH+ybGbX3bTGROWc17lzo+23e83bXTUPfoDs/QyC9lNKZZx4Zawc9xVreLzvUMbCh9wyF4m+CBfMA5yfl2K3zNG3VA/0ffA6aUw/81ZFng6XEVpVTVe9bP9SkyT8SFVDCoPKwXqRO28Q/NH7yaR/hGhsTC7Qldgk+ewZAnsmcZiYSUZZsPPc4D/o1F1i8yuI57HjvAUzefafXEWAHqPqBuuZfULuKOyoQ81N3Ac5isUfMf4s9ChMnnsF25fOIf2gaABTwU/fFRsV5d1S/4lf5sY8aSeiZ+zziSx5HX8LNct1f+PwMsg3INok/Zqyd7GNiyAPQ6ZTTOA+s5BG/oYqEzfSEvhF4n2Y4gTyH/ocAUQmeSRjAY6n2JSZd7xoR4pKnaAfmBD+VUGKWu0R6MExiVLEsGKcKIJUkKPdYjIhQRmeegxAU8su5dh8k3cljnUrfsPkj/ToU7DWlTVtsJ5ARrMKceKJBiIfxQ1o3lJx42gjTgRB4F/kepf6lrxnjU7XJtrAuMj0Q6ZBjVP8oF25D/QhotWw99HIt8wOrI9QWP6EnaOZcPH4lT2Qbxn8LlLH7mmzSkh+fk1xhQBry6sIfm7GEiRoTljoxK/mDed3lHtHm398QanswnvEMP4p97o0R9kB48TmFvvaKsLLT+ef4RwGSa0JKIGK7nTuYzhwmxnrr40rQuL82ID4iw/so6bJLXaIfrteX67DXWdU3EW/Ka79Xrc/m/nKzPzs4Xa7JjEw01/WwjGPeqOAqdMSPF5VBvuTRbOCbao3JsQlvE5uzu9LTbPkhbjY1Ft2mvtCnaUziV8gfPC0Q1q08cgUqvKvU49pgPvRlgIz2WwUajY9jsrsdl2Dz6d+we+tf3uCL1tsoAjksVjgg1/fyGZyPjE03xvGlyekzTfrYDcT3ucNpBg+cSbgtOIrOg5+6wfPB2Hnoh2tyIXC8Ev49BMUr1xDQOc6Ne0UP0cXJ6PD+kxTM0nvXOX54Utps+gOekPA/muXA+1+MZtJ/D8X/6PI9Le+9rnqPyf/Skn/Zz4vGppsb8jDj1PHTsfle7AAAQAElEQVRyVMychDxXvrPsZVs3hxGhiBDPPpu0ccs26bYNZjyjByv6S94poM+8yvNK05Jp2f3kNfePyyVd8/VySUt+Hpr9pvvVys3+1dfEIS7/l38t087nBzCX3Mcm3ldnRNnwwEd0Jnh+fKaP1QOOCOTxTVw72KAcl3uMiO1j3IcdxB5i9xi3sj5S9LNOECafpWPfi3/SD1TjZca3Xa+57ZYfAOUZeutuN5+h8zFQPlq25zEI/UJi434BbKpGFhEKIOEHwv8WhN4lWeF8Uh1yFkV/Uura3OKEaI9XXf/L1gfe01h+ZUHXrEvXXvGz9HQXiv8xcPiyCd3hfY2kVxeK92puL6bLvdQ550dbpn3TziljweO/6tn67Pyk+FAr//8x4XaNzWhazxrDPuwhBHwL2R/XrcRvIGU9OFPaKrwyrp3hf2kuT+WYdsn2qsAMrArclsHOlK5xq7C7ZlzBadl4gxXYv3Rj1uPbGS04v+m5CU1MNpX/C2M8VEJBHYqj9FCXec/305/3zKvHHX3PM9Eh2lq2vZxbHnqt8kisWzA2IXoSQqbn0X7CYw/qEJsxlR9cHHcfMJ71PM37Tw4DuwYySVZrj5SGZYdDCJPH5YPiWZjtBmtD/N8TH/LrtPa9noUMh2K9gXET9ZJtLLU7s6h/agRqBGoEagRAoKYagRqBGoEagRqBEoFm8/4f6Pqe7/kefc7nfE4Z68k6Az9T/tqv/doXZsOvJ4vGOyP3ubk5XfQDK0dHR+8MEGopagQegMD09PQD7jyfwc/qA0DPJxrPF1eHh4e5GecP/MAP6Iu+6Ivyg0Lvf//79W3f9m0X+njSo0rHx0/Ou7n31atXdfPmzUct+l2Rng1Hl5eXzy/rY0jR7Xa1vr5+rpzg96JjgXMV9BgisxH60tLSuXK6e/eu+MDHuRLVkS+MQG1fHgxd3T7vxeZZtM/n9YNN96JThLxoHxAruH42v5/5mZ/5bAp+iFIZF9DfPkTUYZQn8TGiYebPgYePzrz++uv6kR/5EbGB/fz8vF5++WWx5vRrv/ZrehGPej52/1q7fPmy+HjA/e/eP3Rvb08/8zM/c/+bFwxlDetHf/RHz5X6T/2pP6VXX331XGnqyM8/At/8zd+sH/zBH3xs9N/+23/LD14zDma890u/9Ev66q/+ajUajQuDQZ4f+tCH9OVf/uXCVl44ozrhPQj8zu/8zj1hbxewsLDwdlHOf79OUSPwAATQt+/7vu/Txz72MfGxvwdEe9tg5lp/5+/8HWGb3jbyCx4hInTesTYiY7P5ABr+mmoEHicCo8/z//f//t85TqA98iGvRymn1WrpO77jO7T9Any4ijnwzMzMucR94403tLu7e640deQagbMINM4G1Nc1AjUCNQI1AjUCzxqBtyz/WMVLWINj8UJYnw09ev18SYwX1HlxjI05eGGsf3Ss4UZWTlflG5Xn2Perl7AcGA1PlCYa+QIYL7IuvTyn668u6uZnLOrl917SK++/nIT/5nsWdf32gngpDuKFuaTyhdX0ly/NXb9dxL3hNDc/41LmdYu8PuD8Pmj6wJXMl7CX3+f7kMu7Cb2nKIOXYasX7nghcZoX7qbGVLxc3FDDvHuep0c9+v3jxJKX17bW97RxZ0+4+bLn5r52+RDX3qHAl01cs8z8cclgaGd4Gl9XlitMIkpEiE0BeGF4dmFy+BEuZLt+e1HIe+t9l/UyhOyQsb/he9dfXdS1WwtafmVB10pcwZ1wcH3ZuN4ybrdIa7plP/XEPeqRFzp5oZsXICenmgI3s2PejisNMKsjSqJ7jxgJIibisdnTwDqYLy6yAZCpetGvesnvpISRDJ4bb7huTgi54J+21GkdiBd8cXMz9075EbZSRl4SPitGEMAPhL+mGoHnEAHafkQUum/b2WiGkux3cNqFgfsYNtXp7ffFxlW86N7Z3hebyfNRwq27e9p8c9f2cTc/VLix2tFdaMUu9EZbdyH8EPfudGxTd1V93DA3pH9zT2lft7pqt/Y1bGu2s/RlbDzQPxwUL3RjdGikkB7fEWEsUvbC5SFNgYfLcJkVFvDC5mPVC85t9wnw3rIM9BObax3L1lGBRVtvrpxQYnEGj43yI4+b67vach4tY1pszr+fOHRtcxKDw/6J/GbJ7Io+D4qK7+CG6RFP8o4IkS9ZMc7oHfStA4fmqZd1Bb/rb+xo7TXT6ztah3y9bvnuodfbvt/WGq7vb6yVHyHY2nd+B5kvNpf+QkGJ0HH2S5QN5mywwGYUnZ192+SuWht7iRf4Qejdm9axUby55t6246K33d2eethu91fUZ5bl8ii33x+IjZzZaJ241AV5It86fFdk/h8on7F40/FIBz7UJW0FXaEO+y7XnayFOy6KDhfuK2REfuLAY36wwe2gtdFNGTeN113ryZur7VP6hKx3HcY9MIVn0rSdljbU3T0UeYIfZbgoRYSo1wi7Q+LO0yEXWXxE1Tqb7Qu740CfRX1XNqfUt6LOD9LmbBuPk3a2m3akaGcd3XXdV+0LXIZkfIizgd2hbXpMRx7kteO2S99O/bDJSWLldoYuUE/wRPvCFgwxM98RIfnUIx5kQxboH/qIfhQbjhwKHdy23qJH8I586OEpfTyri9Y94iSV9zZWd4U9AUfyphybM0WEEn/Lg6yU3QPz7pGI29k+cLp9te52hzpY8ZHYkn+2+XZijz1H/8CU9IduZ5TjglSQJDCDVBzHrnHGUOhmMYYcuA0epc5iY7F9uzs9Y3GQ9U/e6Pe2bWSr7HfoP2gf0IbbSBL9DPowYnuTZ1/fTbK+OM4G5DSk3ar0wvJSTtv9XGfnILFgU0raEBid4Celblh/wxg2jGdEyGchXP1bI3BBBOpk50MgHJ12B9nrdZFBzs8ZM7BxH7Y9qXuo3v6RjmzjsTnEzzbccCoyscOJ3cImQ3J4c6yRH2Vi8765xUldemlGbJK07Ln4Dc/LmWPfLNc2bozO130/5+zM20eIsGojpkzv+X3m4Tk883jm7ay5sFYC5b3bl3TD8ZjvM+8nD8pfujkvPtgFT3OXJpWbgE2X6yINM3+sPI5ta9PzTH5cesVH6ZozgW2j2dCE13Hge+HypC5dLbBl81DWLZZYTxohrgta0P02TSvuzfvewxFrL2zqlJi6vkh/5fpsrs3MLUxqemai2NjJfMI6az7oRfr50b1HEGTligi6VuvbINeUGGfQr9Af01dW/Q5jkO7ukeP1Mz76V2ahaEgRoZCSqEbuJw94HBARxQZhXrtjk6vh2tL1OS2/vCB07carC0JHX049XVShX4tCtwq9WtA1xwGH5XIDrOVqncnh6B3xbr7nkm6Sh110NfPxdeq9w4hz3fGvGUvyYaOsK8szWrwynRvK0oYmR/VT1TEC5oi3ulu77z4ErNZuD8ceEw5yjrjrMen2ZlesOzDfYX53z1yMcSk0Oha2/02HQdXcbNtziY7nSYwx6RNyzO8WRnsDadoXY71qXsaYtuMxIW235fHnlsefG55TkB9jc6gaYxbjyo6yfXtOTxrS7rGR7N6Rel6vp/9x0xUynlAobLMj4OCEIsLxQvRV4fsKL894nkQefFiSeQsf6+0YH8pqeQzLeHbDY1t4GfJoDIrxr8fsnheAIXYILHa89pLjXc+RyY98kT+bosuTeYAoH68I0+M9KCvJP9QH423wZ14CT/The57TMj9OWV1/8I1OtDxXapX1suX5MrIlGQPmx2BQzZ/BIOvKeKRO5FyhI+KAF7hl3XlNppgr7uVcqG18KXs4r/Z8CT7BCSQaDYk5VbiOIkIRkOzqqR8uOsuteGmYOXhrwBvcuO/o+1lHhW+u73UOvB6zn2twYEo727T+VnOsDesMGKHrScYv59wj+N11m0j8jPtpDLsiT9ZDaMf0hdQnbY+5FeuM4Ei7M2tu9zD51hQRGYF06Ap6Qp6sfVBWtgHP8eA17YTtQK5B2R2dI+c9y1KFYVeQE/0BA3SNsSRlwBuFRoTxDbzq59pRX8wT97xeRztCTtoV+JHPXeNR6d9oeegfOKG7besz+sUGiuBB5i7G5dhXFGXP/U9uF3HD8UPD+mZ+KtsLM17Zi16u5x6KOsAGtt32t2k/o3Vtfu+6LsEB/MAEXpNG69v4Zn27zaEnVXshz47tJWUwBqdu0qZY56jjME+pj+YPXiMi+bYjheqjRuCJI4CuBfbQHnQw9TGvXbT7IOwK7RDdLdr2iX0s+tm9Ym3M/QRteMNtoWovtJm0jbYr6afNcN9tivYCkeakzXSH9rHjfibbzcjzj5yzDga2i8emgj//PrbTEKjCApd+osDDRWA7PN4AC2w1NjbtnPlMO+cxWSvHHLs55tlMGTvuT9uqbB797f3w2HCfsmlbU2Cx5/XGPfe13eyDsOPdajySY6ZCfnOksI1I/mw/4DciHBaSTz3q4TycncL9OVlh9w/d13f3eqLvou43XefYxOwz6E9cz0O7fj8/cUykoe7pV8iH/MDzsGfZjDHlMS4s6DjXMnqWnTj0DW0/k9722BU7C2bktYFeoV+5tsnYru218Y5pV1te1yQ+9TSKZ6FPx1lMYhaF0FHpfzJS/ESEIkzcg4JwNxDrxbDvs66is/DHs8F7+Ese22LsRXuAZwgZiHuax0P1vH5M3vQVLsYFRvLQgI8kBz3KGXJ+csco99/HnmP0i/67fSDGlLRLdPYt19urena9FnqwI/pH5GJcfW/9ymVSsKTSoQJoVz3rF3WcGLpdbW/sa8tzDPDZoD2dwQ8MsTWURRzqueXxL+OejnWE9onNIl/0FxwNm2jX0YjiGYwDfApe9DgPqwZyUWa1vg8PR9Zx+GEs1fU4Hh75gAv2ru2xD+vu27YjyFGt7yMbtGEbsVHhkFh0Upeoo1Gq9KvCZsPpSJ/4eHyDnlEOGO362QJ8MLfArg08joNnoACXe+0Ldx4DUfclkRvYHHhMxly07TETPG6etS/oWKVv93O5b6rsCxjyvyu0efSKsReyIZdc4bgQ9ZT653VRsCA+dQEPZ/VvFOfKz/PHAuM96+tePhtuW3+pW+oZXMm/KhvdiwgVrmRW9KAjorxjfWLdLfvjw4EObGs6fjaDroATdU27W/fzqKK97uTzZsKgoV02PusmwiratE5t+zkg7Q4bT10UelCUPeShuLzQL3lEhCqZaRPFvOtIWefWffoD6u4t5ydVvVsG5Fj382ZkY5y+iZ13P9yx/ux5naGH/fTzZsoC+2Q8pDAJUn08FwhYt2mDWUf4YcqVVOhKiGcPuT4+N6H5S1NafGk6PzrAhz+Wbnp9t1qrHboLud7LGixrsdVaba7b8mzCa7NXb8xp0evss4uTmuIjLXy4wOMoWTGGfMALpOII3yt85W95j/j9o2OvXQ/Usw3JNm/dQ795ppv653ENfXiZRJlVqD5qBBIBq3u6KhUjdYUPeHitAD1Cr7q2+Xu2+VDX4/AD6xrjCXSPfoH+QXlYsY7DccZaCAAAEABJREFUc6TjJNoWczv+75Z2NDkzpik+dGS95wMX6H/x4Y5Glk58dBoe9Jwc4BMRwiY0wi7UsGtiPDdKxDlFxIUc144gxXMimNmAn4hQhAkeIfxJjvAOPId20J6zetZohib8PHR2fkKLV6Z0ZWlGV/0cb+nlOfFM7carC8K2X79t9/ZiPhPGxt/ws2OeFRfP5C4Vz/X8XO6anztfWZ7VwpVpzbgPmXTeY+PNfF4oH1X5bi05F3LQc3sarlO8VbyDGf3kGM8/3a7zGb1xW/KzcZ59Xn/VOBmLCh8wKp6xXxZhSb5/Y/j8cjExvjbsU+e1bD/X1MH1rIPFIfb0reQHkcc1Pze96j6WD4HxcSCebYN7031sREg+lYdRPytUhquIQlwp/++z77Fc/6jvfravvsfA/UNck+csg3JdyFHfGafxQXTsGAIN3A8wj6AfYC2ZMW7LayAbHrszt2OuwvidsccRuDg+NjwiRB4RIVUkH77078OfriN0bVCOY7C3fOhp3PrG8+w5j8suX5u1jixYJ6rn6IXOLPG/C9Yd9GfZeoF73e516+T129Yhj8lSH993Kd+BeYX3YkrK92HsL97lKHUVPXW6azxfdz48X+fdjoXLbt+2GVPu3/iYE/1dNJRHips/efmUfwrwqI8cCxpI2uvYeEMT02PiPZ75S5O6tDStl9xmrhqvJY9rl2zvTmhelb/4f4158b8K190ObxgP2h//h5Dtz9iQD7aTvLGl2AbqzEUreXA90s8nqTgiHX4hqfg9aXvMDfnfYOaezK2O3B6PR9qdpdTjOCJC8DvuMfmkxylT+dHQicSJPgF94+NrxJGPY8uS2CLciEARoYhiHHTodRfm9qwBVmsCXKcc2BKP39HtkeTOuT5rBGoEagRqBGoEagRqBGoEnhYCdTkvHgLNZlPve9/79Hf/7t/Vr/7qr6rX6+lXfuVX9OEPf/iJfjCj1Wrpm77pm7SxsfHigVZzfF8ELroJ3MrKyn3zqwNrBN4JCLBZIJsGvkiyXLQtv0gyvgi8stHt//2//1c/9EM/pL/6V/9qflhgYmJCH/zgB/UN3/AN+vmf/3nxga5nKQv2m415z8MDG9HPzc2dJ8m7Ni4f8+OjEs8CgP39/XN/kOtF+tgauH7GZ3zGuaDlgw7n/UjZuQqoI59CoLYvp+A4dfE8tc9TjD2mixelfb5oH8xh3v+YqugdnU1E6Nq1a8+tjLQPxgfnYfCdtBk59u///b//p3/37/6dvv7rv17vf//7xUcT+MjEX//rf10//uM/Xm+8fh7leAHj8tG1S5cunYvzn/3Zn32sHxv49Kc/nR83OQ8Tf+Wv/JXU1fOkqeO+uxHgw59/4k/8CX3kIx/Rzs6O/sk/+SdaeISPOf3kT/6k3vve9+qHf/iHxYcM393o1tLXCLy7EPiCL/gC/fIv/7I+53M+58KCf/SjH9V/+k//6cLpX5SEs7Ozuf56EX6f9RrtRXg+b5o6/rNHgHnP937v9+oTn/iEvuzLvuyRGOLZwvd8z/eI/9N9pIyew8RHR0fvSLmeQ6jf0Sw13tHS1cLVCNQI1AjUCLzjEODFL9694gUqXlTkxbBer5+bIbDxCsSLiYe9gfpHg3yZk5e2eNnKz0QEnQKFDEMZHhEaG2+KF0jZ+IEX467fXhAv/PKyGy8IQi+/71Lxwu+ri+Ll03xR9RYvzc0rX5h7eV5F2IK4f50X524vZj7Vi3O33n9Jr3zwsl7lY1x8mMt0Kz8kdVm33ntJlMeLijfes5gvx/JC3qmXXOcmlC+mmd/mWEO8cJdC6NGOQX8gXrxrtw609WZXbKa4tb6n1t2udjb38+MA+7tHAt8cYBszny46FBSdP/YYV+oJ8lVxNiRe5JycHtPswoTA+Mq12XzZ8MarCynzLWMLVfLzsnCFQb6EaZyXby0YV2g+seF+4lqmHaY3jjeM+9LNeV1emhEbekwbt3w52JhFBGohj6g5k8eUKX1v81PJNzhWv38sNkfoHfQF5UuxR8eq9I6cfIVzQnHifR58hkLRMFOWi5d/aUft7X3xAiMuGwDx0i/hh/t90e74GNnzwPsj8lAnf7cgYN1GVGu5nVCETCH0HvvZbIYaplCahNwMkBf/ewdHQu/3Or3ckJAXe9n4rXV3zzZyT5vru7aTHbExFJtjQdWGXSeu7692xAZyvEhf2NXdTN+ybeWleuxru7WvbGsuq7t3mB9n4WXobG+2NWlPSznM5qOdZT4RlpjTbtgGNCq3EeKaQugX6E/Bgv6VjbR2zSub9+UGhGBhHNggAPnAgg22hvRGW2exACfiFVjsGYvd3NAMHDruf9gcjReni81n+lkfJcvDegvqK8xnmEvIjioX/4Uo5CzLTftk+z4QdcCmzfBE3cMzH59iA7SkcpOwaqOzymXDsKS8v6M33+iITdC23txTbli4c+D+9tD9qeUbwGzwU5Arm3HO0eEg9SAx3z7Ij/OgL+gdeINj4myM150/ZXB9d6WdesnGbR2nA0vqj/6JvomSIsL9lNR3f0U4ek7cluuT+io2SNvJDd6QA5mTXBYy5sZo9q+zGRwy2g8/8NXy+IG6pN/o7R+5jEGWZbFSvghz4BMZDw/7Ig48gjH9zrZ52BrVKbefN0eIciD0jfKISxrS0oa6bGbaPRL4DQYJrtDnRoTrF5Jd+Sj89jyV08WnbqXNabhsj4v8m2VTL/ALFtQF2LFpKTJt205sGdOq3pGb9gMG1Df1leQ6KK47yo0r73RE3M07uwIjNr9Df3LTaLdhNoXs7h4m/vT96AJ11DCj8Hgas5Dy9I8ufjhrKX8qW3ts/TjOdlBsOnKQtgBZs61Zl4c6Zl1DF9dLfUu38lv24T2HgQ+ygmPP8wTsWI7xzD62vmHskRX7iuyJeedQ2B/aOe1gy+Nf9GtjdVeJtdsYZRRtoy10Eh63aNNb+7nJIPaC8REiFhTiT9WBITPBC7rZ91yFeoeHou6PtGc++Agk9d92PWEvkCV5clnVhpHJm+uWOoa/ioa6YExoq0nGEX5TL9yWSEP6Tbcz+CdvyulsHYh2iF6wQXrPY1vGueina0yyUGl7G6GGKcLShXwEt+zWZ41AjcBTQSDkNhdJ8kE7PfT6B+M0xiyjlGMpjydoxxEx0nZDEiQfx8ImQuEw5uysNUyVm30xb3/p+pxycyXPr2/cZj3kUrG+waZe5ZoF8/Vrnq9DuS6C32sjy68s5Pz9+iuLun57UczRbzrdy2zO5Dk7c37WPnBzbu97uJRz/faCrnutoMqbdRHWEBavTuf8vth0bVxj4w1ZvDRVxSTfYj3r0/Z+lIWIEHMONkTkQ+ELl6fEOgUbyLGpEusWYJzYGbclU+VP99bccL0pr8/ef9hr6gVyvZAP5VPHuWHp7Hh+jK0xFonlgDkIQymUQw84LJdP4x/Wo+NcK0Dv9jynKfrVfa8n7eW8iT6H9QX6XfpA8s+CFIqqX6GYCH4Lctk+nbcvjSnx0NExr4UN15auzoj1MvDLzatuW88+wzoKWZ/Qt4IWrX8Lun6btTz00mt3xqHQrwUtvzJfbvC6mHHQVTadQzdZcypc52ud5x66ef3VIq/llxfMw7wulxsCzi5M5sZSrD+Nm1fGH4gFyQdjAeSytz7f5QgUOuH247bGmJD2wXiMeQBjNMZsjOEYhyZ5rDscB+P3mC/D7TLuw4/L2HDL41nGtm3PCWmTtE3anpucIqJA3uUOWNf0vIx+pOuxaNtzctK1PA/ZdB4bHnOSX0XMOdLPfGNtN9t3667n9LlR9oHHsz2RF/JkeTbMEeEylaSo3JCDxRH+wU8bhxoNB/iknQy8Vn3kMT15wl+H9UqvUW8zb8zN/DvDNRl4y/Gwx78Vj3fXOgWPG3vFBzCcvmsbRX7MhU9skTTko/Tg6EkctmeUC/WRz/iDF3VEPw5/zNeY3xbrUPs5T9p2nWBLqVvqBv2gfjaoC4/z2TgefSlw6Hgdoq0Kj3QzToHXJriU9cccg7xZ5+l4DoIOFnOCI7HJfd/rBowlgKKon1ADuw0ZpAj/SCodPY2jKisistwwL9ha+lp4U7iHSZwH7pv66rG+1z1M/ey4TbQtJ5vUo+fID57M75hLpu4YqwLHUQyNncM3IDA3flvDOVXX/Z2fn2zsp55Rd9QjbZp6pX77HpNR524SZu5tUDL/ESGfGZF0OXf0HA0doY5Yd9l0+XfdRpnvwW8xX90ZruVgE5KwF1BpK9AH5ER3Wp5n7rpdkC91nfypKBtc7c1nbMjAPLHbPsw10spOgcGmsSAv8iRvKMulvJWOwBasSbPXPkgbAR60ccqIcHkUlNKO/LgOuYryJxzHUUUa6vlUfac9G3gtqK8D1zdrq7s7PVHfYMW8uqjrXVX8UpcVz6ylgSGU/tW2aE/IBZEGvMmDvJClY3vJR2Qoi3o+clvGZuXm2SFVPIb1MyksSISlwDXVZ43AY0SA9lRlZzWz17oWEro3tI+sp1sDGYsO3P/3bZcO3V6wVdgs2kv7Hvu46zbcGfa1VZuhnZ+Q79s2cm+0vWzavmy578r2X9pH7BfjEspkLYzy+14fw87BVzHw1yMfQzyMgSI4FR5fNML+Roj2GXblY+C+GB7oKxgfgAV80s6Hzz8sCzYAe3bXfUBld7EZJzjQZ5xgQTzib3k8teUxS/a1HsOk7fCzgaKvPXRf2/fzDxs8n2bHvIbgr6KIkHzmT7q68BHOKMK/JjIZuI9H7tF1WfjF/lV2/NTYk77kLNnWE5cxaMprrLC7HctIPdN/lEv0FJlVTF0PrIOHvSPt0z+7b0D3SMdYB5tb2Wj0qsC4I/zgyv1NY8rm1TvWWcoCz9Qp6zX6VHW24VIRFxI/BDgsT/sjYoi3fC0f6E/yV7aPHJe5nGLssJdjS3QdXsCq4M/9RtkOCN9w/wyWwz7D4w9w7rkvR99ybEWdU6Z5iAj5dOlhusBJMpNPJ/b8wkIM3LYOGUfvHYn+inHlpvURvR2OGag/1yn1N0pZ77635jX5tdfaOba4i0xZv918lpn1676P+nShomxIFoQw5Owlhkfa9fi7YwxZg2bsQR2CEXUKPxWGtC0wpSz0adNjnS3KtA3peLyC/WA8glzkbzEVbsth+0abiQiKlyIU8pE/dh/pvDcT6m9Q2o4jY3DoesV+gElhQ3oeg+znMz3sCHqA3MiCTBDybXhMnjjYriQW1qHEwtiP1keG+R5x7jruhgkMyWfLz47SzvoZRdsYoa/wwNiE528Dt7VifCdFhBIvMAv7Q4/tCPmPPJ03mVI/tMk9P6/rWP/BYHNtL+coa9a5SsfSra7Pusahsi/Iu4UueN6JjWYTceaJOe7KsilVMgsW99jPnQaeA/RFu9tjTOhnH6f0z+NXsATTQgc7njuZSpwTY/TPbQbe0V/0D5tFfSMfekB5Df8kriElA7LHp84cjuaQ4K55tJWyAh+7fhjnozu7xqnleSuyYgPhC9LA9GIAABAASURBVKzWXtvRWtkOEy/jwvPayg9GFaErG5YNWeG3ZzvLnBO7SLs0Az7NQ9h5pDOEPMguRc4XkIM677rOsenoPB+vXLcdSTLf665jeE/yNXpOGPyvOd4a9x2+kfZmN+fBbY+5ybO338965RmcoUsMQz7MSOHaX5/PFQJ0c1lR5srVJOx0c6whPirA/+3xoZHFK9O5Rv7SjVmvfc8pny147Zp1Xuia12tzvddrsNdvL+T/ad702ixrtTxTuH57UUs35nTJzwvmFibFM42JyTFRjlVT2Aj4qCj54SKkCP+oOux3OPFp3/Qzvf0jJbkvxdaPtiV0sEpZuzUC9yIQ1q8iFNtLfzHIcUO/+N+j3cMcmzE+o59Cz9A5dG/gfoE0RWr3FXjQTRPehsc8PBvhORPPR6ZmxpQfupgb15Sf6Z3ofyj1tEyn5+AomlwkNhG4pkakbcA+MJ4bJcIqiiji2sn0+eOLkI/8sftMT5iIZKsBXyUVfhgL/0B23kmn9cvnKYm4PraxjUYIPeV/8PmIFs/Oio8v+rncrQVd97Pf67cXdMP2/cZ77Nq23zBV9v1m+fyYZ3s3bi9q2Wl4PrzgZ6v0IfQl4xMN0SYijG1R8ClenueL+7GLvvP8k2eKU9Njmluc0mWef950//jqoq7fXtQNU9EPXhL94M3PuKz8H/vEy/f9XBQcr7+6mB/7oR9d5jmo+9ZrJS0by2vuX3luf6PMj2eh5Afdeu/l/B+Aa0531X0sz7IX+FDS3IT4+FDDfXk0lPouQ688XOsIlf6Rn+q+7xW28Lj8ENcg13D5fy0I+9fH/vFcOo3XSB4vqDdFt276TAkYj5+Mlw/V8RiXeRzjXohncjnP8RoJ7yEM3G8ABenRjXCbwl/km1me4+c4+wTyg9xERX6Ml8Ynmu4/xjR/eVJXlme0jG5YL66/uqBr1oFlyLrDuAy6Zj/hOT67vWCdXEh9ufneRfHOxq33X9It3oOB3n85P9BF+Mvvu3yiq27r128v6rrLIM+rN+Z1eWlGC1em8p2Soj9rqjneyP+xjHhbUZ9sBPR3SPa4NOpkzNhNTo2J//vgvZTLtFePaZeqD3G57fL/H0t2r2bYvJb4fw7+5yPb4YKu315IDG98xqJuuv3Snq/bJl69Pmc8pjXt/n18sin6furMNanR+VDBjRmqzrAHspOnIzC+pZ0xj2U+C+HvV+tnjpMKkgke/Yf6atpOoFuMVaZnx1MO/q+HPmF6dsL9w5iIQ2m0DXhEL5McSB7Yl2h4LGT+GCd1PX5ibsh6LW2FZzKMoY68JtN3e8l8nLY+awRqBGoEagRqBGoEagRqBGoEagTOjwAfYvm8z/s8/dN/+k/Fxs1sNPuP/tE/yo92nT+3t07BB8DYUHR0DfStU9R3n2cELropfavVuohYdZoagRqBGoEXHoH9/X29/vrr+rmf+zn983/+z/U3/sbf0P/3//1/mpiYEB9c+KzP+ix97dd+rf7tv/23WnkOP17Y7XbzQ546x7GwsCDGGudI8q6NevnyZT2rD/rx4amtra1zYc8HCNm8+FyJnlFkNrjnA2LnLf7o6Oi8Ser4F0Sgti8PBq5un/fHpm6f98elDj0fAnzsiv73fKmeXmzGBeflb3t7+9zjtacn0b0l8TGDtbW1/OARH6blw1uf/dmfrbm5OVE/H/zgB8XHjX7wB39Qv/d7v3dvBi94COOpmzdvvuBSPDn23/e+9+lzP/dzz1XA//yf/1P/5//8n3OleavIfJTkzp07bxXl1D3md+fl+VQG9cW7HgHmWN/yLd+i1157Td/0Td90YTywr1/zNV+jv/yX/7I2NzcvnE+dUOp0OvrUpz51Lihq+34uuOrIjxmBW7du6Wd+5mf0+Z//+RfO+bu+67vEXPTCGbwgCRcXFy/EKR+NvVDCOlGNwAUQoE3/2I/9mHi+3mg0LpBDkeS7v/u79Yu/+IvFxXP6y/yX5wnnYW93d1eMe86Tpo77XCHwXDBz8Zb1XLBfM1EjUCNQI1Aj8O5D4Fj84yUvafYHg9x0gxfE2FSGl666u0e5KQJh/aPj3MSKuCc4hXhZSz6Oqze47FeEohEam2iIl7/Y4PnqzbnhC28vv+9SviD4yvuLlwN5AZgX4vIFw1fmxcuByy/Ply/NFdfXHM79668uOJ/F3BwiX1x93+XM69UPXNarH7TfLvnect7FC4iXyhcQF3XzPcULsuR/9casLi9Pa/7ylHg5jZeLx8YbYuPBaEihRz/6/ePc/IqNcbbW98QLn7i8AMpGWLvbB2JDmNzg5liKiJIkeySFOHyreBsu3+J0iIMjIl+k40U7NidefGlGL12bS8zAiBcKwQCs8UMFzovifuKZL3XOK/2vLOTLw/ly8Gdc0svG9dYIcX3D+C29PJcvbc5fmhQvQFI+uJmd5DF5HdEF9EtnDrNfhji2z/JCvAzYZ0Orw74OD46SwKZ4KfbYuTqyzyp+Cc/w8ll7wKCgyBdYqS5e/qUtoQPtrW6+AMxLjGzaky8yWs7+4SBlt4A6ewyxGnrOxqivawSeMgKn2mAInecHt+GfaIQazYYadgm3YRAv6RYvIx+lzeOjLrQJNvfjJXhs4tb6brmB627aSjbtusumzyudYtOu0s0NkXMDryIeG2lBpGczKjbyIs92a19VW8POsnkbLxRjY7IfcwM9Hml0Zl0XOkbxcAZGJMWOsM8YNJohKOyXj8TCbf7woF9gwcZ57gvYvA/eCyz2CizWLGPK2lHKbTzYMIwNwHATn7zveCMbxoFD6+6e2Pw5N4zb6am721NurOeyB+6bLL7C/JhNUVcVRYQiTL6XZ+TvuX+chfORwnJD9uUYgjqgPnbNExsuUndsDHbntW2tv8Ymx6Y32iJslNhMLDcRqzYQW2mnniBr9qfOj3zJn36nYLv4pYoS914/MWDzvNS/rX1tb+yJTefYUG3DGKJ3ia95wE2MrXt8hKm1YRu+va99Y3m4f5QbW5AvgoaL4iV99Ase0DfKoB6oq/WSb9z110fkww+5vPXROL6GF/BBRvSDdkO+lIGM8hERAt+wf9AfiD6zGMP1Uv9JB9+bb+6pkHHXutRxm2qrkK2dfjZm3Lizm3pHXNIUL933Und6lrfabDBcGPqS5TZk8R3gQJ+S7NeTPSgnIhQRgo9mA3tj8rVCmJy0OX2PJaoNKsGO+qjwoF6o903bHXC5W34kinZGfVH3uIkRm0ZnO+sIjIi/6TFd682u9acr9K/tNkwZ3d1DgT/10Hd9UE8RkXw2yrYQuOYzgh9d+CC5ENjZ4FAW+oh+YF/gBZmpS/i9axmQKdvVGV3L9mWdK+61tY5OlsQGfhvGBzlpO+Tdtw3BfMJDJRflE8599BQ8KJ90rbtdt7Pd1K9iU8Z26l1Rzo7L2xH8gS31gu3a6xyq5zaLva4wQ04o+FFxHJsRyh6YJ8o/cr3DAzqLTei6vbIBF7y0WwdZX9tuy/DUsp3ccl1uWg+SsLlQZQtKzAp9aCfPhb+jQjfsGhv0gra65bxabmvkj9xt2wts3Z7tPJhgG6gfbEXa4JDAr+ojwu3pRLQQ+BZS1r81AjUCTxKBbGshhe2zfGBPaK+0W+zIKKWNt53B3irTNBQRCqeD7AxPbBM32PxmYnJMbI6T8/ar02KTtGu3FobrGjc9z2ZToJP5+qLn6Ata9hx92fGIy/rIMvN3yOHXX13UDYi0kOfw5MEaCS554TKHv3F7Uddvm141vVLm7XyXbs6LDdcuveR1Eeb38xOanB7T2HhTEYGF1fBgQDW8ePqeY3NzUmoofMGcIzdmMt+s61wytleuzejq9dlcF6kwWzJm6fcaU+UuvbyQcZYcdnFa0LLzyTpynZDPS9dmtWg85xYnRZ2zQV7TcyP5oE9DL+gDfHnvGUq5wr+GP8c0jGfQRfrVtuc3bABMX5P9jvucjvs2dPTIY3zyhUIS6SPCrklnDtdl8uHgiBA4jnktbNJ1nzpq/quPxrEGd8O6c6Kjl4ReoV9sKHf99qKuv7pwoq/GIfWW9Tvr2MkGYou6iZ5WZH0tdHUx1/YqPSV+pnedsYZ4eXnmNJ5T1k+vM9J/WjhJp+WzaIlb+aP6eHchYHW2wGGyBrgxMCanfXR2DjwG7Krl8TvjNjawzvEv491qDIzL9Sg5LOPZZay66TEj47yO2yLjO8abjO0oEJ2kZNoW/QhtkvvEYxzK2LAYe+56TtHJD4yTJ2NLxpWM0zc89tz0OLRq38zHSMsYPOfyHhv3c44hIWuESzRFhK9N4gh+TFGE+V7yZteBXns8Vt/jZsbMaVs8TqWMbc+Nq3kDY/K7HuPeNT8n86OOuN4wfxvMG41Fy2P85NH4Jo+eM5Jv9pHZGF1iaMhHspA/usDx1kmO3UdU2Pf9/AL8D73eioysvVIPuWm8521t1x+2lLpseT7Qsi1lDrJlmdjQHvyRsZi3dMRcOXXmzHoMdUbdJS7GizSk3SrnBOBJvVMea1PMS9CJI68F9b32nThZLOqnwbqRxyE+jZcDfUYYPLtP84woysRpNKQwQ/QR8BfhcYHb1ah+077on2hjzLXBFUzBACzAZMM6c9f43PW6CniBW0Xo193UM9rFbs4XSUddUC/UEXnubB1od7unPc8R+cgVODJWq3Ck7tEB+UACs2rf6TMUyrO8yUb9pEdPkIM6oqxN60HyRH277a+/sSM2sV/3HHrd9gGbAK3nvbbnsgWlfJZlw+2j5bbRsa7Rbimjag5y2WAqH+CIDOjoHu3Q7Yh5MGnRR3AgL3hJvFwec/N184Hd2FzrqGX95VkD813yYd3V1i+fSUQExUmhk6NipHSDmyGF63pY3/Y0XO/BPdd3YS8G+Xxw3+sdfPyr43nujm0G9dOyXd1a2xN2I/m1/PAMwecoVRjdtT4QlzRbtBfjRV7kSd6UQZ1Qz7RleJB5gSd4azQaasCj+Q6TOIK7eGqqEXg8CFjlMqPKlduE1UxQw3oX1sG0j3YVygO7Tjvs2c7zUZOqbWMfeVZBm920ztPXZBuo2ovtDe0j27ptJW5lHzdG2sum16u2bKNa7reyzWx6TdJtsWN7gy3uuo1iC7At8AE/7h45TcOGn7ye9+cEB1ncMNk1GBH2GwP6CQhc5IOyab/wwqa0e7bf8EmfyPOAlts9siDThu3Zhu3nXSixaAsMCvvREX0H+NxNLDpFX1Hi0LIdxHbn2MzPBhiPpO2oxkyDQm6zqUbJZ9gN6jCUcuSv/brI4XTkHc6T/Mmw77Fab7/v9fRDr83v5xh00/wiz7r7kSHZrg/7Evux8dDwvuOShrFh1rnr+/T/EyCbGUi+jzGTHuMN/Ey972dOR6JvKPDuur/oJm4b2ScbU2NdYXzX/g2wTf3ay7VudJZ+ses11WoNhLmsFSlLQ86IUITJIcWvPT4DAl9jAi4RDjGr9NVgg06gp4zL2uWYrOW+JHXhHv461gU/wyh53LSubOVHw/bxgVUTAAAQAElEQVREn5k87vVEm+t7fHtKT11swIfL9yn5Wuc5yviF41+fFmOIMX38nvtv+i54oq7W3UcPxwyu09H6HfodZ/21ttZ4DuY41An9Pu0Ceej/mMMgS4QLLck+Df9/wjYmx7ftntpu/9gX8kDPaE/FGLatN98AP9d3tqtOzj82bXe2bIdaboOkIz1yHOwdibrJcYvbTUQInY4IhXEc4he+1qMeziPkLP0jHwYW/YAYH8EDGPTKsXyOP4w1+JzYka4YayMHsiPTpnU4yTIWGOwK/caGVPpOPZ1QR9zLOGUb2HRbJb+WbQt2lrZAmehr1za21z3y87dB6kG2CbNvQQRWFUWEIiBuPgKFnA8UObaj/YFNz3Ourm0qdQcG8Ix867YZqWeVa/3Ka7vYFijjcN9Emg1j1rIuoMe7tqHoH3pAXVgEcRSumbFSVuXv2zZQH223YXACM/jYdBvecHsl7yHOfraGH5wpjzpqlf1YYms9xiZQLvlTNoIHNsTFRvjHjAx/C49DRDRJIwHmkfRFH9RPW9jxGBse6XvvWjfgZd3tjza4RnuEjFFiY/denNyW3IZoq/Q3fAiv5zaIzaEcF6mTI1SyexL0kD7SJSE3FMpnnMyvh3VuvMGaPnHNdZj1a/7f9Hwl/eY/5Ri5x/Wa43CfOthy+6ftgz16RN5Hnj9jX1IWt8chy2bIbAwvn66nLu2+CFA/rqhjGwTqJiJEWxkba4j1cdah5y5N5ToqH39gbZe1ap4nQNe8Tssa9rLXXFnvZT2XNV+Ij7MU672X8nkDa7KXrs5o1uvbU7PjGp9squlywoyZBYmf5McB95zEOgnEXvY9PqKdM66ADt2OGCv23X/TliBnepKo8p3Oqgqt3XcdAlHa1ygkt+6hM4wb0CNsGX0YawkQfTZ9C/f61j3iDu1ckUOhws6HS/pwno1M+Bne1PS4+GjJ9MyEpmdNM6X+NxsKR6afsXNfdc3wp/gTMOTy0vWPT2ETkiKEXPeQ1x+DfsbEvWhIYX9EyKfysCfS8yx/ouAnzAP8mE/4hcL+vOl7vkUE0zvvRD0rqhSu4frj/9r5//bFK9NKW39jLp9zXvPzuOu3F/2sznR7Qdh2qLLtfIzr1PM4xyUN/2O+4Lz4v/5Jnr352XDT+q483OOcMJEhL8JPdlHwbQWJCCHPmOWa9PNPntteWpoRz8av+1nm9VcXi+eW1fPK914S/1sPJXbvuZT3bxiv67cXjG/xLPSa+1L60+WybwVL+laeb16/vZj4Z3ryLfPk+prjX3Wd8dyTZ9rU5eRUU82xoUKLYyiD+3z8hEGhwCl/rRmeuw1s57B3zKHS9bPiPsTzB9/L/0tyKiCxU5zOxtAU/hfp10z7VIQFMN8DjyOODvs6yDWYnhjjbm/s5To18w4+5LzreU7RJ/TVZ9xrQCNCMbR9IfnUhY5j9ycm14N/Fc6HuhyfbGjK/QcflOJ/Fq5ZX26M6M+yr89SpUPX/bz9BjrkZ+m0Wd7VeOX9J+/CvPKBy7rFB7p4n2NEt25Y127ctn46/TJ6dnMu3+1YuDyl2fmJ5Gfcusa4EdlTXPOb7jP4QR9dFYkf/bRVXQ3buPHyfxWwSXzQ7NLStKoxLePaguZUuPOFe7NwTzBc1PXbi/m/B7Rl6IavX7oxK+zdNB/Cq8a21gPKZrxKHw+5ZYkjFCpPHBWHw+whft/trMe6hddTWAfGf3TUF/fIAxlxHf2RzzCf6Bb/c5JjFcYokOt2Zn5SKZNteDPtt7WxABfRyrLhOxRRkHyf8XjXay2sB/Acs+O58z7rHtU4HRuCbjtumUnt1Ag8IQTqbGsEagRqBGoEagRqBGoE3h0IvPLKK/rWb/1WsaHcb/zGb+irv/qr1Wg0Hpvw3/u936v/9b/+12PLr87o2SFw0Q9y/eZv/uazY7ouuUbgCSOwsLAgNg18wsXU2T9RBC6eeb/fz81qP/axj4kPCnzjN36jvuiLvki3bt3y+n8zPypAP/vn/tyf09/+239b/+pf/Sv9zu/8jl6UDSP5YNPROT9QxEeQ+BjSxVGtUz4NBKhX9Pc8ZaHLbBZ/njTPKu7Y2Jguwms9Znl6NVbblwdjXbfP+2PzNNsnNqQe392/Hl70UMYpN5/jjyHxUdO5ublzwcyHE/b398+V5klG5pn2xsaGPv7xj+vf/Jt/ow9/+MP60i/9Ur366qv5UdqJiQldv35dX/iFX5gfpuXDW7/+678uNlV/knzVeb8YCPBRtr/5N//muZil3/wP/+E/nCvNgyLzwdCf/MmffNDt+4Z/+Zd/ua5du3bfe3Xg84jA88sT60vf933fp5//+Z8X/dVFOf2Jn/gJ/ck/+Sf1W7/1WxfNok5XI1Aj8AIiwPjqX//rf62LPsPh2eDj6k+fZ/hefvnlC7HH89MLJawT1QhcEIFmsyk+2MmHuZgnXiSbXq8nPsrFGPci6Z9GGsb/zBHPU9bzNgc+D+913OcHgcf3nzDPj0w1JzUCNQJnEaivawTeQQjwzhQvtvEiev9ooKPDvmmQGxjxothh7yivuZ8vjBVviyUC4d/gx26e5T3CkhohXmqdmh0XH2+6sjwrNp7Gvbw0k5tB8KIbL//xEiIvvkJsAFzQhGYXoEm7BXE/6dKk85wSL6hCC1emtHBlOvO8fHVGl5z/leUZXbk2q6vX57R00/TyvPKFxsq9Na+rN+Z06eq0yHN6Zly8uAbPzWZDyJBynefHGIATL32CJy+v8bJap3Wg1sae2GSGF9nYqCY3Atjv67A3UL9/zLtuRZnhAl04jn3FSb4mIjSaYVwbySvYwjsygC1yIhMvIyI7L/FeNh5sCL1wZUrgPG/sSDO7MDnENf2Lk4nDnO8nppenEs9LS9MiHzaWvnp9tqhDu1dM4Dzn+NOzE8VGHMat4XqPYJNOpUwIwMMd3FMUUvjPkjuef62MfBQOHeyxodDuYW5admD/Ya+fH3LhTUFgEEfw8zxSyOJLIR/HrtuBePGZF3ypczbH4yVGNiriZeDubk/I2y9fykysLGREKCKcR33WCDxnCFgtUc1QJGNW12zs2L60e26vtNuu2zCbuaHnbFzGy+5s7oUd3Fzfy5fgN+7sik2g2PiMTbrYFCqJDaLYFOv1ttgsKjfH8vW6aY0N67g/pLZI8+YbbeUmyavt3FyOvNngiw2m2KSKTaZod4X97Qkej7C/7vtshFKWQqL0PvyPE43iYTDEpi6D/kBseED75uVrXmSmbPoDNgxs8UGYN/cEf/B5905nBIt2yrQ+lHEnN+lbS/lH/L4PPkW8ttaNV+LwRpnXakebxnhzfVdgvs3mai43cdg+EJuHUU9gQX91ZCwGg4HSDg3lMhT2+/ecZyiiIPoFEveNSe+gn7a9vb2v1t09Ifcdy7X6qW2tfnpbdz69ozUT7ilynDvl/TuOCxboDnXLRmjo2V7nUNhaZOmlHh5mWWl3XR79LxiwSeLmWkcbxhy9AzOwWzN+5JvkstK1vq0bZ8pCd9vuz/dst8GM/mowOLacls6yZhuwjJQPru3WfuJOeuSDb2QiX9wk5DKtDWXeVsZ1+fB11/WHjOgv+sOGQvSJfByLcg66hyIM2elbTmTcU6VXQxndRtYsC+WfJdoWfA7b0kpH4LO5tpsytDyGoR1Txl6n5zKP1Ds4Sh0Hg9R7w5Bn5O9j/zHEBdaZ83FuSIdOUQ/wwsbcVTtrG3s2sty2voMf+l/gsZvtjI33wHfddb5uTJKoh7egjENc40ha8mDzu7vWo03I7azFpqDWa8oFLzZKLfA6FLaAusNOglm2s2NZpjBJCp3/cBpwIWFld8i/RztzPYEDektdosPIgK5VOoYOck0bxIXuWPegSkeIg6y0V3Sw53qnDGRBB7kudLCnTuLezfEu7WzD7YxySc8moOgXtOZ2tWasKWf1UzuifHgjLjoHfnudAx26LHBCxogwRIGoaaMGHjtn3XssTd2DM+VjD+C1ZXuH7Fvub7ZcN+RLPVFflMPmxtk2VtqiPuErKXWi7b6nnR8JhM8183pfF30YUjvzIU/0Asw33H4pFx5apV5g/7FXbIzbxZa4DR+6vugvkImxrkVNOeufGoEagaeAQJqVsH2RqraX/bnHRNg5bHeS7dGhiXkdNpA4ISkapvT4x6entLZR7hVt3/HLYc2xpiamxnIzHObdzMkXrkxr0esQEP75cq7OPH0u5+kTuUESGw7NzE9o2pT+uQnNzE/63qTdiZzPE59084tTnu9PqpjLT2vRZfChrUteD2A+z/oA6wRsqMlGRcWHqeZ01eslV7xWQ7z5nNuP51pDjt8sB3YpST587dOep3RS2H0oyuLDnuZYQ+NspmaMJ2fGclOpKa9PTM+NC8ymwWyEuIZmvE7F/Ucjl0HdVORyppwv9T0+0RQbWzW8RhIR4kAnIPz3I2IV4h6nHvXd1/Xcz3Xdp2cft9UV44u2+1v6Esa4jH3RS8YW5Eke6J38Uxar6hiW7UgRoaaxm5hqGqdxVXrJGk+u/Xit7OqN+Vz/QX9yXQmdvTIl1vDmrG/o3azXkWZH5D+FZ4ZPpr7OoteOO0e6S0UeC86LtSp07zJreF6/Sx112ejo0s1izY61LvSXeKRn7Q58m14bazQkWRZxIKDJ6HFV07sYAVSCNoEdzzVZz30ZX256TMgG4eseizL+zPFdzsOYh5peM1VjYbtr3CvHgYwXGdcxpqMd7u70RNvkIxP0D6NjYua6O5v7Od/NMbHnCow/GRNX482cl3kcueax55pdxsJr9ud95huej5Fmo5qPeWzbdp7D+YXHkJRZ9UlpNFznyB5BI6cvOvZa6kDM8w893mRdIsfMnhszV2KOt+WxMmWAC/xB6/ABTym7x8Xp7nh8DLUFj+CR/LHmYB6Zc22Xc0bmDHteD2KuSh30PUem33TzhKlhkzW75z8RzURC6hj5KQNb2HWZu+0DYSOZP7c8F9z2GLyaE2xS/x6fM0a/u1rNCztCZuQp5NoR8mddWE9wU08qDEZdY8T9dYetswk6uLnu1k05J2BtynVPeZvGGYy2XI/wxry9suPwDf/IQV2BlYFyldIjWNJSXvuezOn8URkyZ+6VZXudY4it1+XhEd2hbsGXOde28U1sPQembaBHd60PEPKDQxK4GKO1xGtHFZ7gtpYYg/kIgR/keRprheS3AY6eW1IObaplHIt2eKAucyrzyPrewLqGHBGRemaHy4JCp8LQn5xPum1UdgKd2bCOoBOpB+ab+XC1lnPHdgHbAa3ZPkB3HLbmeOuWDz2CX3QN/rrWSeq1fzjw859+rglQFraD+idOyzqKTMhG2aQnnwK7E7woM3mhXJdHPMqhLVMvzMmP/FyPMVv42Ywsr3yUjn0+fQEmUHEfHTsWawn9o2Ov7/SFXSEv6ruzc5DtKevbmKPD6DJ8brhO4CGxcl2d4tlYgMl9yffACvmqNLjkhR1CjyiDstAxykbn4AWe4A0e9tHjggAAEABJREFUkRWevYRpwTiRRUrZ9IhHnbxGwAigS6OEbZQ7Mmx033NFxt+sDaOT6Ga2aY/R0VlsyZbbNrp8qm3bRmIf0XnaQLYFt+c128k1t42qzYzaxwz3vYyLbYRoc6ZsN7ZZlLHlfgZ7sr25l+0Wu4Ctqfrigdt4YeMRznTOs8JCsiFRoiGwGHi+QntkzsI4gzJ3PUYCD9a/WrYdrTe7fv6xK9o3PCeZf7AocGhn35tyW9aUGVwqKsO4v26sIDAkPXlhj8h70/08toMysR/YWPg42ZT/0OuMffVtk+Hb1SnEQSIIv855VOkSH2yv06Mf2CmwaPs5AvxsuJ7gmz4j6dSYc0drtu2jNr643k5ckHHL9ZsyeQzHeiJ613Pfd+g1CvxdPxOhzju+X41B0YsNbLXHlGmrrTtrJX5DXTO28LXOOMb3wZW+l3Sb5hk8s1zrdsdjrBzfUa6fuwzHd5aZMyIUEXRDpW4MRDuBT3hM/rb284NfLT8T23R9UQ7yVfwlL+ZxzXyN8sj1usPW4dHyFOuuu6lTW9av5NF5UwZ9L2VW9Ux/P9R9GH0YipFI+E0+rfjHon7p21mLRtcpe8NYoZ/3rLeP1Cv1W9TrTj4Dy7jWcfQYLMin4znLEGP36UcmdIl2jJ1BvvbWwQmGHoNTdoFhR+vUo/GDl8QPzFzGWjneShwTw3aOf0mX9Wz9wmYlD9bZ3XZP+x5fgSPPoPpu51RsYjACzUW9VpNMSr1UePa6Rx7THSrH8q5LeEFPWralW9aXLXi0zhR6vZvPFOH/rdf3d4TerBmTtcRhR/e4vkecE2qX6/vtfIZEGWC06bLhA362N4t1mayvxOownzWjF4zlR3UuZb0gcJnMP+SRYzujRv70PehD2zjBD+Ondctxx2PSs7TmMKgKX7Ptqa7XrR+kZRxK35Xy2JYM5yVu5+gfut5lTcr6SZk85wcLMNnAxtC3Wa/WIfMB3uSdWLuMdBP/tuujfQpf0m8ZW+oaXJMHY0p/cugx+vB5iWUXWODeh8CI+6O3qAf4Z90Mviljw20VOwdPd9w+10y4UBWG/w64gRV8Ow73sFOb1kXyAo8Dz8epc3SY/iR5GGXg3P5CQP+KvMiz7/6Kdohd6Ni+t9yn8mwLfuDxZI6yo7w2v3dKWjPflSzYG9JsuL5ablMd6w46lHXtMmiLQ3ZLBuBhGFZ7njkCzHRGKRmiruyhrrARDa+RslbK/zpOTI9pcnpcrJ/mGrjXq1mvnZ53WOmf8Zot67ms17K+ywcPeJbA+u+lpen8v8t5Pyfg/rTX2Vnr5n8oKUvhgocnnA0vTnm4MySvMQw8X6fN0LZx+74mjPaKzifR4ZzKpb6oEThBAH3nKnXFOtX3GAV9om/c9/oLYyWIsedh70h96xjrHdg5dDFSecNjOp8OYD4jZ9jwOH5svCGek0zSfmbGNeVnPNOmSftpVzxHyeSkg5zuqZ4hIf8oqQwzO0LGgfHItsV81XRoG3/YG+R61KH79YqOPMZMcpy+54mkq9qhqsMF0d6T8JdlUWZSFe8xuy5KEWEqM7ZwyNa3bIyDqO+KZ+qPe67NMvI7yLHc95MGXUVPseE8U+ZZHs92eX7Gs7yrfq521c97ecZGeD7X83O3tO0823tpWguXp8WzQGjWz5rRdT4INTbRUD5vc3/iKlCYAdqanef/HMVrxI8MYEb7pY1P+hkyz43n3b+BHfhcMT74efbIs0r6woXLUwIfiA9d8gx+luebkDGbSZrwc1WT+9MZU9Xfztqf5Ljzfh5KXuRJ/sN6uDKtBerB97Ez2cf6WS280uZEBZSoj4hThpw41A9E+x14gXRgu0h7pm3gL+yf45MJZG91gg3+kaK4fL7JTPtUkn+QE1vGmJZ1H9Zf2l67YLzOugh+xryMp/u2d8QvbIbFdPqIkE8pdOGjgjVd/0SEqMNGo6Em/cpkU/Qj6MisdaKgCc0uQJN2TxNjsiTrKPpX/L/HVI7L0M9LbsepS9Zbnpnz3gYfmeL/Ppb9PJ0PcV27taDrry6Ij1MRTrzFqzOad56MB9E3PuwEnxGS+MHVszgMms9i+HecrDRsg7BF2KQJPpTpfph2O+u2BY6jRFjSCJ6Jn9sW+C1emRK4XeZ/YIwZeIL9lPv6cedNHTUsP+0I3cAteHl7LIhLO0O3WDehz+2XfSr3oMzr2HlBdh7lpIpSr2wrxieamkS3LEcx3h8XLv0Dti4ixFEUW/xyTXBBXrtzMH1q1X46fg605/UA1tQIy/m42w02JeUgg5pqBGoEagRqBGoEXnQEav5rBGoEagSeEwQiQp/5mZ+pj3zkI/lxkb/39/6eLrrJ16hIe3t7+p7v+R4dnfODHqN51P7nA4Hl5WWxOf15uXnjjTdUb659XtTq+C8KAhMTE2LTwBeF35rPiyPAhwV+7ud+Tn//7/99fd7nfZ6uXLmSNpHN16sPCvyLf/EvcvNs7N7Aa+MXL+35SLmzs3NuRhYXF8+d5t2agA9TzJ3zoxuPCys2LmWMdp78GANEFGu850n3rOIyrn1WZT+w3PrGEIHavgyhuMdTt897IHnqAfX47qlD/tQKpC/jueZTK/CcBU1NTWlpaemcqZ5d9E6nIz5MyybvfJSWNQPw5UMyn/u5n6u/9tf+mvi4zE/91E/ptdde04vyUdpnh2hdMgigOy+f82MZH/3oR7W2tkbyRyI+/vgLv/ALD50H/cWXfMmXPHT8OmKNwMMg8Kf/9J/Wr/zKr+hDH/rQw0S/b5zf/u3fFh8G/7Vf+7X73q8DawRqBJ4CAs+giNu3b+tHfuRHdOnSpQuVTtrt7e0LpX1REl10rWh1dVX7+/svipg1n+8gBL78y79cP/qjPyrmWRcR67/8l/+iX/zFX7xI0jpNjcA7GoHGO1q6WrgagRqBGoEagXceAscqPmhwxIvYUF+8iN33db96UWzgSD7D0ufzfDz2j56+fXLpSI1GeKAZ4kUvXmSbXZjU4ktT+ZIgL8fx0lyj+Xi6TRcnKYQbLpcXB/Pls3yZdkKzi5NZ7uWlGV25Pqelm3NavjWv668u6torC7nB8OJL05pdmMgXIccnm2qONUReOufBC3r5MvhhX72DvnjZf6/cqGZnY19suMnmL739fm6KquqttVDyL1x+VNyxU8XAq4jQGJtNT48LHHlZ8NLyjF66Madrry5o+ZV58TIlGxvPzI2LF4rHJpqFPE6rcx5gQHlTM+OJD/ny4jYYXnd5EC9zL16ZUvXi5th4Q9S/jo+VL7SW+lMJYhEl/wQ/OjmIO7De9Q6OcuOlzvaBOtv76Ses73uDzMva5nOYMnQmJz3xg3q+l1xnyVf+qIDbzPkSvnlJkbaFTuxatu2NPUHt1oFl7KW+9I/61gvjZuwQgjyS5HwIqKlG4BkjEBGKMNnWRqNkZqDsR3hZt7t36HZ7IDZ1YnM0NvBbf72dm0GtfGo7PzS0+km7ENe4prxnl42hkio/blJLK580kQYiDPcsEW5aMZ0qx/HYgAp+2Chs+25XnbLtHdrm0D6xUW6upVAP50SEsHcxggftvd/vZ5tmYy5e+N9c3xMbBbIpWW6IZX5WLQ+yrpTuKjwTfh9a4Z4pcfqUcbB/1W6mSX+FaUsZRh5VeOlnc65V/CXdeW3bPLVzQ0xsEfZ2f7fnMcBAmKCIkGQqTlWXOs/htOADRYT6Hlf09o/U7RwK28fGbWw6yIe4Vn6/pSTjsWJKOZDhDHEPQpb1lbayPjddn+4v2GSHzRbod3HBnjLYOA89XGMzsk9vW5cKGpZRYlJdr/z+yf07jk+dUXeUxWai9ONs7sNL9dQ3kFi8xK2fm9v01TWW9PlscsbGZ1WeK6PyUO7otf0rJQ7wsvb6juB9681dsSEdG7sjGxvSQchLGVvWr41y4ztkBBvyIY8kyqnIZWSY3VO8+LoKH3VT57j3qZ3csJAN6yqeaEP0aX2PecCBflFuSK72i+kLQJ4hcI0I5xe+E+lGhNhA5MjlsiEgGzUmDnd3Ey9wu2N+U+eT95ZWaS9ggG6lu+2w05Sycs+U2OCaEo+zbpUP+WYZzstu5mF31eVTF2u2f2CGPaQOK93JzcLdHsDM4ggb0ohCPgv6kKfjO2ZE+NfIu+Fiy/oeLzFu2qOdbe67jZT2x7ykLpq/FXTclLL5Ol3LuDKUq5Bn1WHgSPtBzzoev/S6R2nfqHs2ZmDDRtpZpYO0GdJlnpm38be7YqrCV4wb10mlzsMbWNFmWrbRuzs99TxetkopbUgjXP9KYsx46HF2lw22zNP2RldgjE2gjGG+I2USDt0h7CxZziG/+EtaKV3SnSLSc8/uPXEcRlx4yDyJZ3nxg+UquvFpt23s19qu+8uu7eF+2oyeZaItaXhY5qG/9tQI1Ag8UQRKW0oZ2GbaYt92+sg2tV9S+vuD0/M1Ejht4J6iY9ks22aF5+8Nz8ubyg2DFiZy3swmW9MzEw4f0/hEI+0c5WLHIdYU+i4ryeUzT+73jwWl32F97qd7nDzBc5ZpPrCbTa9psBYw6bWD6bkJzbnshctTYrMmNmhjTYTNmZZentNVryfwESbuzS1Mig2ZGs3Q6HFsg1yMlf3rc/Tes/QnbhYc+cGuoIEGrr++Mcvr0l9cc2+QWHL9yOQ6GEDUR0nwQl9ltuigT8FjdTl1Pbww3AmrE5GWPIqxzqHof1t399R6s1v2GYfqeQ6Dbg5cppOkrmXe+TPM1bUGC8fWR3I/zniVfkxMjonNqhZfmkkdSJ14eV5s0gUVa0uslVknpsc05rWoXMeLIk/KHhhjMByYj4r69vdHwvt5PdDAYchmZsQBH+TJuhVtAt1jbYlN8NBJ+LnmNTvoxu1FXfM63pVrM5q7NCX0mrTwg8hgMPCPTzNH7jW92xBAD6RQ4VoNvH7IeHHP8zLmha0398Rm6szrcrzKmC2pJcZpZ2klx3DbYvzGOJWxPfMg5vaM6zutfXV2DrTrMSub1mc79Zj07p1drb/WLjfa3ynydl4r1TibMn09Wt6Kw6DVcsy4Orzf0mo5ViYMHtgIfMNltDxepkzWYNjwDZtxLB8GAPsdEWnneh5fdr0uzVySNBt3OrkR+hrzXI9LyRdeVuDPfODPMHgYpepe5XLPaUi3Yh5Jd8dj3DXLDsaUw8aHzH96XgOgDx3YFmQbTTZP6sqXD3VGkMbkeQEJsIHk3fW8p+P1nZbt5Mbqbn44jDqm7k7JAu9nMbYcKw6v6rtyh+l8D9kg4q06fbqWnTCINBnmvFYh7jke95KqsMzLdWoX/sAp16g8J9j2GjH1yfz2MPsUpamkTi2x9dq/gdSPjwxn5tuwJ6LM3AWiS0de14CXXL82rsy14JX5LfWcciIXZHnyetSt/BUOVTzCjc8KRNjo/bzeVuZ11u90K0ktvfEJY+j7zFFpby3aguuf+SlrNBZB0YgkCyiFlCQpIkzKA31EztQhzyvbWwdiXsva3RprR6bkJcvdztp8yAsAABAASURBVHWkrE9fV+6K5Ui/+QEXeKJesTX5oaw2c9ojHbjP3nM7ZD2J9R1sCXPfLId2OJIn+aFTlL1ShhduyzyYaG9Ok+WgO66fju0R8vPhk6H8lnUorCW25L70b4WNvK7i8Fxb8fMIPi7IGtO27djm+m6urSAPugpPq9SV5Sz820oX/jKsVV5Xru8TDhEHwg/hT6ri2q3CK7fCtXTXbK+QF9zgDR7htdc9FHZg2Fgskyx31r9dhQWszxqBiyBg/YkIMVaFhDK5cTHWxG5gH7HZ27bdfAgK3Vz3Gi79TtVeqzbCddWmq7BVdB2iLVQufuv8CkQYbY6w9I+0qbPXo3Hsv/Pptt58oyPsNvaxbftAP8l4gD44LAtkRw97RDiFCSwa5fMgxvSM8cl3z/1we2tfmx5rJRZvtP0saCfHUIXMLdsvy2D+UnbLOHTxV+HIZv+KiXSF2yrti9NzP8lhuGU84kJFfMdzOOvClIGdxa5vYS9t3zp+fsBaYtpLjxUDEPixfKWj82BD5IhQRKS+hJR2ibXTPdv9tvHPvmUVTLZPcCjXZAu+LY95xl/RSokLOoX921jr+FlyV22v82LzsYHkj8t4C9vIGHHN4zDsNumQP/N7K106Va75MK4rDiuolfyS37rXlO+WesU6MGXTf2KD0QVZ8Cj7F65pJwfdvohH38f4mWdAPGO54/HikDeXtYqsLncVf+VW/rPXhEMOXynTIeua+wmIvnXLz1E6HhcwRkY/++7jBp6HMjF2NQmS+XVVve2ZcR05o/uHNnTkcRqyd/d6nqfve113L/vMVcu14nqFUhb4vA+tuB+H3rBLPHimvfKRo471Zc/zC9rswd5R/n8JYzHaMmPrrGNsjcsCw8QAHCjnbD0TZirsT+ukHTn+isMpmzySuDamYJj6dqct6mzbbSbH8n4WwPjwBLAQ2EAnYW/jC98v6ZjK8CV58j8TXeZrrrOWxzQbnufAA3ytJJ7wbjJ/yTO8mor1fYfbv2qZiJ+U19tKv9PcI6vDqnvpOn7GuU/4qu8Rh/vQalkOOoeNWXNdYPNo47QL2uNwPOY+I6IQmF/lj4U+1xlOZnLbaphISps7cH1QFmUWbb+Tc094BLNV+C6JsNFr/KkTvn/HeoROba7tpX1B/8i3a9u177Hxnqnj8THzaOSkXtY8PsYmgAt5nXZdH4ljK23H8J7LSj/3Kj9uSfC4YmzJl/awYXvNhy2Zv3bNQ693lP9/gPwGxGfIP5xS+avqAHMT9ojxIWtqPEft8PzIz5C3PMZNW2TZ4Z9yV102tJL8tMx7S6v2F9foUnGN/WI+RB5gzzoA9Y0OY/ewDxUbyZbZHF6/jccsFzGsNz5h3etnA6/7YUcPRd20POfZ8Fz+TdvjVc8FqOuCx1bymxinLObZ/FcyrNjWQOBLPZJPx3YGXOB94Dk6hYNZw338OdgmWU3PEgGUxeWXjhcQlG0F2zpwvwf1PdZJ19d908Dr4wPXOX7sSd/XffdrpAkrbtPPEngmMMWzhNlxP8uY8LrxZD7LIGy8/B/Khm1SRMhJxMHavLDtQ2YIHSHCTbQT4kKUeQxPSYPknbZENiMpM9tT1/XFuxMB1M0659PyR2EnU78HSlvvdUfGndh7+rLCPg+ETpEmrKy4dpzeyoiiWSHRRTtiHbU53tCEn5VM+hnIFDQzpqmZceEfn2hmHPlgTkg6kZB8HPZEz5AiQg1TNOyOksMk42EsaMtg0fP6Ezae/pz/lQKPXa9dg01FrGPveQ7X9RjswOsqh05DWuwDcrlIl6f8OFPTzwjBp9FsKMuPUERBCilJj3g4n4gQ+UfYDclOEkag7zVKxt/75nfIs8cHfduwtCWu0qwO+XBa/74DToSqxLC/9FIPfESG/82unvXyTPfS0owuL8/ks9+Fl6bFh2hmFybTfvMxoImpMT+Hbgo733CdRlhvnC26XJCRzmsXZNe/L94J31ByXnqsD+gVMtPGh8/LZyfyefnc4qSm5yeyrU+4jxvzs3owIg05oF+0C/rTPv2n+0zcDLP+9d2H9R02gLh/hkgv80Ce45NNTWJX3L/yv/6zfl4/6zqaNi/UD886m66b7GNVHKnXMPJQtsYFFcmGsTOpwyrX3hf6HEpYesAX28D/CrIO3/IaHWtT2DzsBfdYmxiwIavTUK9JVMpbIWHgi3Zh5Ox/q6jVPWcvsnUKNybOY5vT4xzfDNCTUjcGtteZZUbUuY6IELo85v5qvOyvsAXo8SL/+7E0rfzfj1fmdeM9i7r5nku6fntBPGdfujmny8uz4h0T/lel6tfCfYqz1fN0gM8JHRvHi3EXDYm2N+G2nX077c/9Ou0NGnd7H/PYN4wBJfCMJMvl4i3IHJV3XYk+uch0xQ+XT4ZCCsvUwE6YsGnYFWTJ8QqyWS/QD+JEhHxKsr0XR8msrzm5wn71eH7seTfjBogxFGMD/h+atVPi0B7IoaYagRqBGoEagRqBGoEagRqBGoEagYdD4DyxXnrpJf3jf/yP9YlPfEJf9mVfdp6k94370z/90/r1X//1+96rA18cBNCLhYWFczPMZoXdbvfc6eoENQI1AjUCzxIBPhjAB7i+6qu+SnNzc+LDAmxo/Q/+wT/Qf//v/11bW1vPkr2nUvbrr79+7nJePufm+ecu4B2UoNlsKiKeiURHF/hQKnU7Ozv7TPitC33nIVDblwfXad0+H4xNfefhEahj3h+BV155Re+0vuzu3btaWVm5v8CPOZS9yRgHf8M3fIOuXbum+fl5feEXfqG+7du+TT//8z+vN9988zGXWGf3bkTgPe95j770S7/0XKLz8SF081yJ7hP5Z37mZ7S3t3efO/cP+uN//I/rsz7rs+5/sw6tEXgEBN7//vfrZ3/2Z/U5n/M5F86FDyF+8Rd/sf7H//gfF86jTlgjUCPw4iHwR//oH9W3f/u3X4jxj3/84/rVX/3VC6V9URJdv35d09PT52b3k5/8pPgY7bkT1glqBB4DAnyU65u/+ZsfmNNb3RgMBvrhH/5hXWSt6a3yre/VCLzoCDRedAFq/msEagRqBGoE3l0I8NIUL/8dHR2LF6kOewPxQiI06A806B+Ll8oTlZD4/4NQ6K2OjNMINZohXvSanBkffsyJl4Jn5yc0MdUUL5LqMR2UKfNFns2xhnjpjBfqpmfHxaa+lMtLyLx8yMbC124t6PqrC2Jj3/yg1EvTmpmfFC/U8zIeeUS8tZy6z8H7dQPjxgaQvf2+2DRpr32Ym6WwQUt7q5ubUPX2j9R3POLzKmaW5J8Ifu7NmBfhCG00JF4CnpoZ08zChJCLD42xWfF1Niq2XGykzYezePFyYvhidYisyeM81HA9jk80BZazLm/+yrQuL89o6eV55YbIxhBMFxxelTfGJs1Ox1u+bHKAjPAPKY9QpHvygx5Cfetbz7jxIn1ne1+d7YPhBwr6JV7kV6U8kelsjlWMx+/CJ7nCx5AIQOCkvPBPwRPxwQG9oF3x8mJn50B8ECg3vrGc3d1DsdFB/2ggNh8h3wQJAZOcXX3WCDxZBN4y99TJMka4fWMbcNFydHzgtssm0MMNKXNzqF2xuRWbdLFB1Gq1CRQbb0Fc456lKjzdYjOplSoOYZ902Oh15T/j5mZUhDkNm6TBB/ywwV2+jE/b6/RyU6sBL76PtF/kUjZCPfhwpGye/qG/Aw/sOe2dtkyb3nP+bDrIJl1sdsXmhfBRbI61XWzuVfKYYfgh83war1JmZOee4yAfuCQ5HDfT+N4pt4w/DPP9Cg82pGTTNjbXS3u7Z1vU6wsZEN+iKWIoqOxT8aO3Pxw5IuRT4EMCNqPAxoNLsSElOtLW6qdbYhPCFeQwjfI6xCXDW4lZtYEYG7RRn2yI3m4dFBuit3vuNw61Zzc/0vTmnvWwXWzK/dqOyzIZgxXjskKe9md5+E2EQRnme2CVm9O93hb1yCaX8N/rHolx07H7pgjLqUjcqPvewVHyQL+/cWc3NyGFZ2i1LCPlMg+rFX2qVXyQrNpo0GWjL3dX2yrqaE9svMbmOWyUTF/C5hKpX2/u6i6bsa108qNZVd4rVd6jrvPN+6WbemM/7ijB1zC974MDusvGe3dXd8VGg+3Wfm4MeUTf5TYkG4phX5+YuNbDdMHTWThlCLciB+Q1doc+9aB7KDYOKnDYyw0w4XP109sayon8lgGZhmGj19w/Ra0iretqmIb7ZZo7rqvMhzCoDB8Nu+MwNrlbf30n9W+j3DiVjY/YNPHosD8cB0ZlUy2kTyn09gdxKnJsvGAy8GItuPQ8zkRPsw2s7Yq2Di9sHLhiuUZpFXmQw+HIu5L+ba1U4ZZl/Y2drHPGLwcep1U6jt3AfmzxUTjr+vobba3lhoYtkVeS0xduS5l3eU17gN74xFbGpd5Ijy637u4JrCgHubLPsZCJj+UdWN/YMDD7HMZUG93cbBibsOr8yTfLKmVa/dSOCC/42C78jpdhuMiMC+F/G1qp4qV7Wq5VcCO8pJUhD0W56AayZn+0viv6I9p2t2P7a9tBf2oRT84U2sKfhNS+GoEagceMAM2MVhbBr0dz7sxoi8w/6dfp5yD8EDbIXV7JRdzXbOd95xMRGhtvaGJ6TMyXZxcmNeP1kOm5CU15rWJyetz3m2o0GzkSJW829xp4fNH3+LrvdZp++gdemymouq7uEZd0A8fPMZw5Y+zVZF2knMtPz05odnFSC1emlOsH1+e07Dk96yLM7a/emNOVa7O6dHU6402a30ajIY7j5Mw+y2N08vTVc3OCNXJXlFi4nxgYN6jvcQqY4Yf6ienxEE/CHpXIn3yLfI5zTs86Gn1Y8ldiaHW4P25xEpzx/UNejBdyzOd5S8vzq5b7x47HvF3PMQ7dH/fZXNyykposIkI+TYVLOBVG1SUvBISsb6HmWIh1uVmvgy16PQwdqPRh6eZ8fqDryrUZLVpniDNlXR1nrcfrfCHnah4rXYVX5C/IemrMGfdDffsLOs6xT4GLM1AIHcv24XWr1FG3j4XL07nmBD+po17nuv7qYq7fLXu96/LSrOYvTYo1MdbGms2GIgKGVGyYZfyVl/6tz7dA4B12yzqgEKqAYLjYBMaSXY+xmLfQfhiTM15kfpfjQo/ThuO6cvy3YhfK+zme28kPSgw3XPf4jTkheTIWZszK3BM/63wbnpcRlzHfaqYvxoDpd9645J/l5v3Wydi0vD8s29fEXTWf0HAM6bkF8rS9Zrrv9cQjr+V7GmDFV2LQsP2OhtLOJQa7vfyYH+PODcbsnqPw0YBqzlSUcYZPl706Ssnr6ThVunQ9Br7jOVjy6LlzfpDIY3Sw6aW9Gpgft8+0WVVdVa7e/ghHMUWEZQxfKG0KeXdtEzulnWQuAQ+r1fgfvhO/kndkyrD7XHMvqaVVp1kx4a5atlXCh+62VoZ5EHdbq74u4hf+In7ldxzfJw5EWjbxZ3725mpHG56vtYwVcy3m+szn6Muw29my6edTAAAQAElEQVR9WFyLbZnDstt5bGeRX0RIPuWDMmk78ED/k7iaN9Zd4HXddUs9n8jXSixWjM2KZawIOZMSt22tgqXvr/qaOMN7vk6/03Ov8Ds+cc+S4+Y87/dbmR/tbGPYFvbV9XoW/abFUIM5tuXymaIhHn7uyR76Rfow1jEPctPBXtFGvH7EGkwh506uH61U5SKD/auVW/K8wrV5xa7AEzYGvlin4qMaB56b90ys5WA7Nj13zvk5c2fWqJx2xfkm4Tet+joJP+QyuL/KepHvUQdFOeV8EltQye/+2eIrbAPCgh/LPwhuJyIUUZHkqPncr384EOsU2DP43rSdu2vdZH6Orma9uNwhT/jhCzJveR//kFquo+0k6hvKtJnO94bxHAd/5uHwynXYqA0FWz4+QPuGN3hkPQxsGWOgt4iokCIiSWE/P6qPGoGHR4A2QWyrj8INaUgOOPaNUfu4u7Ofz/ewj1Wbzr7V+lu1idT96jr1v9R5wqrrdNH/7bSnmZYwiHilrcnwvN5W+n0/7QJh9meY/Wvui9dX2qK/z7ECcwePA1hDo2/JZmF5wp6IsFSQnfucFR7cSrtaYmLrIfLqe16V4wz3wzteI077VtqOYV9s3u6Lg8MrntOl/RNWEXJbnkxLmP2rVZz0lzjgr6iKV17f8frkHY95Ttbfurb1B9ov8UjbYfGBwY6UnlDIR/7YfYgzkxkbMJJT9z3/wT4xBmIzaNbQ4QF+kGHFcqzA6witOKzAYVvp9z1c0uQH1jx+2/ZckHVe5oOdnV4++9i1i00Ee8oAd2g0rxXntTpCp64TK+tfutsq4rWShyJeS6wl0y/mh3vcP9CXIVvP/eeRZUUX5KPheWLDfQ+4Hnndm76PMVpi4HT0W/CGTCdjUMradnnbqnhOF37ABMIPIYPdFXQDP+Rr+gv6RfKGR/Bue1zIOOawdyTGNBWPEUXF5m/+mPGz5zAcT7hGHSEkkiIb9dvz+i35d7wmTTtjjAQPK+a3olX4NH+rI1Tc27a8lpvxjOPQ12JHqMe22+uu6xTceObB/w103Mdvb+xpw+NF4q5bp++8tq1Vl7UKBpDzST9lEY5bEfeh8noFP3FKN6/Le9iwdT8DuOtnP/S3PNvKsYzlZc1DPgyFNPwJgYve7ggihPjDBx17kDvwBKZnPeLDT23bkJbXPDY8l1r3eBPcctw35NUyV3wi79BfhiPPaDjXUBUP//3o7H2uiYc7SvAxem1bu/ZaO5+5bHlst7Oxn88y+ADGIc9XMaAhFfiE+POVzn2EFBGiP5IP9Jn5As/D0Jmi7bdV6d+q+cw6RYaS8vpT29aZbevedrrgu2YZsBtbbp/bHu9TB7vWaZ4pod/oIWEt2x7Gx29a99Y8dr2DbTUWmS9l2L866o76uQcRZt4odxjX9bXCvZIYc657fEx7oMyOdaKLvbaO0P8qDACn3eAigqsRCkJFMEQVME9GlqIddYfPj5BhFX7M11AOX1f+FftXuQePduF7zXLfdR+HjcEWM7Ynb+p7kHPcE1ai8g49VcC9LrxKocIVXazpWP2qjzUGbduGVraPXYER/OTzdNuRFfO3UvILz6v4E9OWVrnP/MEu+DJe2bY9oZ6Td2M78FpyuNiG+7GIOOHDYfX54iBA/zQk6yNtBr2kfgfWpcrtu77Rrb77777D+14779vPfVe/+CgBa8VTM+NinZZnGTzHwJ2aGdO4nzM0mw1Fw9iE5FPVwVjZyltd3uPmff/QNuEPgkd4oHz8uWZ8T8o64N2OQFjRfBYw+MKnRxHHno+wLngs/r+Z9Qz6DOx9x30Z/THjUUcU8aEiA4m8Ug9ljcXjSNjAfEbBRzumxjXp5yBT2Q4Kf6X7TpLrKCSzOjslIU+e4D8i1DBFIzRKCET7py3TJzEG538nul4vZryAzQeXUZexPP38vuPw/8yMx/peF6ItIpt8UAa4NBjjm6pr3AgiSBGVR490hEJ5kp8pIhRREPwgW8/jUWTqul9krsX/aKX9KG2ehkdIPvWOOKxlAGAnlc0udcL/s/N8eeHKtJ/nzujS0rQuX53R5aUZ+2f8PO/0B7mmrcuTfv42hg33M2PyiAg3AJ+Dio6FXUaXCnL4C4+hAbMMjYbUdN9FH0dbnvSzb/DjeTk0Mzcu2nv+b72ffzbR93BCJweT7J+yvyzGZ+gjNHBYRehin371DJEWqPNZLPaFsmfH838EeI+BPpZ3GibzIzpNNcxnuI2LRDp9mJ3TAQ+6gvez9x468dmEz+F1yhcKswa+PY9nsWnbns9se7zMOB1717V96/mZFLZi4PGPoysaUpAQUv7onsNtLuHix+TTjSF/74l6/wC3JW44ibMS7Qk+4aEiwnybWOcieEdHqv5qyvqE/vJBrgU/x8cGXL0xp2u35vN9Dj7KxbP1ZT9j5z2ZK9dmtXB5Suj/mPWRvBrWt4h4EBrn4u+RIkeRGsywd4kR9t1AlYgmlkWsh/uNCDVt88Yt65THsWkLjRk2gPEu9oC2CQbyQdmUS/lJDnvQCU9mzdHss6dKV+RhlXlQwkcKD0WYXGfU3dhYM8fmyINsyIhcYxMNNZoNyfruBFLo9OHrCP+Yb9b0en5utb975DXGQ6+XmvaOxDiCcMZY6C1ync6kvqoRqBGoEagRqBGoEagRqBGoEagReNwI3Lp1Sz/+4z+uH/3RH9XMzMyFs2cz24985CMXTl8nfD4QWFpaEhsWnpebO3fu1Btznxe0Fzt+zX2NwAuNwO///u/r677u6/JjDXyA69//+3+v3d3dF1qmmvkagRqBGoEagRqBGoEagRqBGoGLIrCxsZEf3eIDtZ/3eZ+nH/iBH9D6+vpFs6vTvbMQeOzSRER+kCsizpU3a5dHR0fnSjMaeXt7Oz+ANBr2dv6v+Iqv0Nzc3NtFq+/XCFwIAdbl/+N//I/6wAc+cKH0JOKjjV/5lV+p3/qt3+KypodEoN1ui7Whh4ye0aamph7p+UlmUv/UCDwGBCJCX/M1XyM+zHXe7Pg/w5/+6Z8+b7IXKv6NGzd05cqVc/P8PD7j+ot/8S/m/61Sb0+T+Bjwq6++em4M6wQXRyAi9B3f8R360Ic+dKFM+MgnH7C9UOI6UY3AOxQB/o39HSrakxSrzrtGoEagRqBG4FkhcOyCefmvfzTIl9V5SfvosC+uIe7xkikTA5ZUPX5URSLA6auTvAgjOCLES2tj403xEuAsm/xemc4NoNm0YWJqTI0mMfXYDhepiFC+UDfRVL50NjueG0ovuGxePuRjVWwuvHxrXtdvLyo/yMVLh74/uzCRL9qOTzYzD2el8x7g1O8fi01eegdHYmMcXv5ss2nSZlfVZlW8JN4/OvbE6+RFvIhQvEWB4BuN0FgpGy/nzl+Z0qWlGfHy5LVX5rVsKl6inNb0/ITAIF8i5MVd569zHpRH+qmZcVGHvJx5eXlWSzfndP3VhSQwBV/qdXKqqfHxhkgHv5X+pKAiRCqEDEWE/SYH8/Ie1O8PBG7d3V5+WIXNAbr5ouyRdfJYlS46iZxS8m/h6qke8ErNUd9ZsBkiDMpr+CoZIwziJUVe9mWTG+Ris9XtjT3h71peNtTmZcfBYOCsj8lBEWGSQvVRI/DsEEB/q9KtkkqyLWqkJ9VVg0Fh99i4Y3dkcyg2eGIDtTuf3i42+vokbst+U24K5evSzc23uM/1iDsMr8Kq+2evy/AVh0Orn3IZ9q8SbmKzMDblY0Ov7Y2uig29DnV40NfAtue0iYqUUwo96Mg7/omGFI1QhPIAi6Et6/TEpoOb63tiY75i48FtwVPyCH+Q+SMs6X7XDlspN9Ia4kEahw832PL9e+4RByIerolNCikn8eBjT2u7SjzYqND2FjvFpkehEKd8VLLJHoc65O1P4jm6EpsSn777x8rGt1v7ar0JLu3E441PbukNy5DywO99aMVhK7mBWIFh1icbxm3uZ33uuq+lz2UTGTaZYcOFLd9nozT0EJlTF43DqvMCh6HrMPLPa8qo7n9qJze0W39jJz+MxYc1u+2eDvYPxXiJ+g4LC9EnYMfRKew65bNZ4p3XtlM28oeyDPKvqCx7xfKv/H5Lb7h84rCZM7xvWgY22GMswYZ4bCzE+GJ3p5fjCjaBY7PCQr92RNqVzLt1apM9wqHi3nbGu991hpkn3CH5eu21ttgEdGO1k3XXQWfKTZ/RmbQVx9YN4+FfPVhf9JBHkIXj4p6QFKIs8AeLvfZBtjP0CRzW2RjQ/Fabe57Uc6uU2S73IXDCHaGqHaXr8MTLbmJhN69H01V+XFOms81bMx/oHXq6cWfXddUVegnPbJ44cHtAEHSnaCeSRePU2x3hCAWFSO9L8REK2lj/qO+xVF+0BT5Uhv5gf9Zeb5cfy9q2jrW0Yj1LMs+rtpcpl+VDzvRnuPXEYaTdenNXHbcxxrA9282u7QUbmjC25R6bY7/pdjJsY85z1WnJbxV/md8wb1+/kfpuXqz7pKOdpX55fMQG25RDXSc+FjTC8sr17z6HOUv2Odu9tGHY9vU32qLeyXfFeRZlb2t1yIf9LjfDR93qPmH4Ryjrc+S6yivDR+KvjPgzTqZpFWWn32WXLpvZohfwzOYw4LrPWLDXz/6U+gx+SrLY9o2G+LI+awRqBB4LAsOWhack+nP6977XSI5MuFDhP/a48VjEgYGifdpHWjuc2C3GlcQhmPWJSa9/MF+e9Rwdl02SprxWUc3XWTshDX3DwOPSwp4P1K/87jP69xD3j5Ofge8xVyYPmSnsJuWOe22DMqbnxsUGXwuXp3P94KXyg1ysiyyXH1966fqs+DAT6yLw2xxdr6F/T+H4eY4IvkxgTp2Bw2AUM6+5DIwNlPjl9cCYDYzt8WOmIk/KghfqoxgfweBbYBbFvdJxFR67L/Acy30d44Vq/WD77p6gtsdf9ME9rzelTlo+dE3OoEHdm4oc/euinaEzO7bOcn0sbqNv6Aeb980sTOjS1en8AFfqw8vzWnp5LteYcm3Ja2XEQY/GJhq5eV1EJI/Imriah37iPngLTIt7YGNOCj6sY+NeM0Tf2HhudmFSC17jYu3u6o05wQ+bh7H2dIP1O6/jXVme0dylKU16jYr1xsZYCH1HTjDHLYRVfbxrELAOxImwkX509Njr3H0xN2ROvvVmV4zJ3/R4cc1j9dVqfMoYzsRYDhodJ+Z1jt92tOa5EOsbW57DVnMzxnDMyRjj4295DEsZa54HrDpdNfce5umwYZ5lmcN7jF3ve7+V43byI1/4p4yWbQJlYiP4qBDt8dgwRIQablsRke2xt98Xc8hOrtPsaWOtI+YoYAB/EHknX+Yp+TEfhJ2i6l7llnFW4Nu04nA2+V5/fcdzxrbgkU38wSbt1ZmNXaWQWZQUepiDWMSHsGGk6dumMzfpehzdtnzYSOYSa66rQq4dpTzmbdU8ruLCd+nCc8pYXXPPlON8u3kPN++3iryqa4dlPLsZr3Kr+5VLuaN+F+20SAAAEABJREFU4hFmHWSOlfN91mTudnOuRX1i+7GV9G3Iieyy4D59mVd2H/F0NuQXEQrWtCIyQ8qkbOba8NLZOXDf09WGeUT/qd87n95RJXNiUMlXtSlfZziy2r/6SWNXusPwvHcSPqybjLdd5I+/IsdfMW4r1fzR4cz90LNsC67/fc9PeR6DIOhINMKwhS8hO5z2lqJ6LHAs4vf2j2wnDtX2GhXtmw8TrLkNr7mOkDPLzfK3R9ZXWqW/peTd93M+a92r2uiO1x3Rf3SUMmiHrBFVa1TEW3P8O+Dp9JRV5YV/hTBTupaXe/hXjAP3kT8/fJe6s699twM2SUwxU3Z8I1TKnrj4fnWHvpPxBB/+yPo235tew7x7p21bsZPrYatlmZS7ap6GbhVOGP5R1zyP1nf6HZbp7xM3w4f3t7WKPvn6jt3E1msNG6xhmjds8K7Xw1hbGXiszloIumsRleSfCH4qKWu3RuDtEUCHqlipPlYh+lPsSSqWI1T2MduL18datBfso3UTm46urpb6vZLtAV024bc+r1ZUXY+42Ua4hqz3GbfMK/2k5V5FXEPESdfl2MWm5Nqt+dryWIExULdz6OcfR6K9RwpTSSohq3919rC4wyDiQIlHFMHkxfifNfA951/ZN2xoYd923I63tYIsFc+45nF11MV/lqo4ZfhKXrcyv9UqP8JKeius12zP33T9sDa6XdrLrvsL+OYxbEQpkJ3KCyi+LAR9u18iOmFECPtK9L7t0qjdb3k9lT4U/VjxWmzK73pbMRX+7ZSN65VSPvyrxLWM4Mn6Ycv8U5/MB6tnIB3307ku62cHrDMiLzoADbEyjuS7YnfV+Z0iwkaJ8onj/nbFRNw191NrjO9WOvkxG+qaNeeex5jIii6EBaetgAG6Qzj931A3PH4+4W87P3a7Mip/5afs5KeVmFD+KEZDf8Yxbrjur5EXPsGK5wMd9+n7ZT3Tx9F2lRNFuXrhVsUx4i0Cqt9wvNIfKv2hSrZeuS7OWBw7wHiOcXCuR7veViB4uw8hN/eJi3zr7t+o33w+Z755zoGOsgEyMlAGurtxp5NjbOoYWUm7Qv7UWbrGA/yg6rpyHbZijFdGrld9vZrXJdb2k++6nx/w8aVsM5vdfJbR6x7luEnlYUhKTAiIET/XZyi4DkXh2E0fV+LjqD2va3R5hmrZGYdt+BkKmMDbinVwpcISOS0HcieZX+KsDsNbpc5UbolHGW9lNG3pz7Dy/moZVuRZpiUs75d5pr+4R31TF9T9ltsfY5OOxybUG2N5xiaytHmWIke6+aOHOhw1IkS7on0x10OfGf/snmn7q36GOcTKdbtiSlng2XKs2F2xOwzzNe2GdlnVNbq2axlot+jeqXrx88A16wYy33Gbq/Ai38yzzHulqg/KL8OG96vryjUPq8SzSz7kCz/MO1qeV7fdz9IWeAZEGzYSAk+dOWL02hcBeawLXsyTmdOA17bzpK0N7bHLXS1pxXyspL+lFfsJr9xKVmTP+rZNz3mu64CPmCR/XhMbZQM+zUYRNPQUl6O/8Coi6/SBrRl4jQ0723Ufi01ruU+Hf9po8kf7MM8rporHoWsZCF/BJZ7bEfjCf8t9ya6fp6GrBe8DwUJEKCLsD7uqjxcAAXQ82Sw9OKk7rlLazMB6CfXt9r12cuIOcq2obx3DpvQ9bqEvp+Kb4w1NTI6J/wtkY3+eYeSzDD/PmJwe17ifMzS9DtuwrmCbFPSux+5hXXpxStL9D+6b6EzhkzIrPukPuCbcmRXpM27hrX9rBBIB65tVL73oCfqTenzYV69c18HeM07G9vP/TjwziSChVDqqDu6hd1yjz/lhi6mmJqfH3AZM1nnawtTMmPh/WeZC8pFpUNanoaOwbpIpWLtrhBgTVBS+Ri54oi1j18GC/yHqeo1oz/16x/0VuHTcr+KHuN7z+Kvr8TLjCuZGjF/AFFyyPGeMzM0mz4OKcrM8+PC9CDMlEVXit7jUhQ6njQj5NIXEWRI2o3/U16HreN8y7SfPnt/2+rZlAyH78BkcacQx9HDxjiLqfsJ2Ov9X/PKUFv1c79LVGV1ami3I/sUr05r38zOeB0/PTVifx8X/549PNDVmO99wnYI1wFDfp4jAJBQ8PS/0D3Kitw0/K2nyYR5jQBuvnpeDEX0d7zQUH7JpquF4pMkezm0dHevTl7rf7CcdW/fuRwOHnybaFPqcZU82NDXdzPqY8fN6PgbG81D+T2BiakzUTdN102g0BN/UQFE35iQv3qoq4p6bJHm4wHtiPZ8BiAiZu3T8Q91g81ifYD7W8niZNRNsXGXfKtsGpg3/+Ex8cZ3VPWfi5p9jdzSQHc574lUBZqPynnKtOoLQgUHqzSD1A56ht8z0VE4nFxHh5/NhXWlq3GOySfdTtPHig1zT4rn6Szdm87n6jfcs6uZnLOY7HTxjX/Jzf56tz9tu8Cwee9B0uwioISn07I4zZR8bHLCDrP3FWVwYU1fOQ3IaEWq6PVdYTc2Mu/2NifdaJmxHEwPfL9q7i3n4rFUdsEU7NcvmzXn4BvwXPl88xtPiKCLUaISoO8bt4+iB7Uch27gKW9JUg3p1XJ8KjRy+8KmIe9e3uuW4IPvZvSOPrfp+dtYX44vU2ZFsam+NQI1AjcAJArWvRqBGoEagRqBGoEbgcSIQEfqqr/oq/dIv/ZJeeeWVC2f90Y9+VGtraxdOXyd89ghcunRJf+AP/IFzM7K1taU33njj3OnqBDUCNQI1Ak8Tgd/8zd/Un/2zf1bvfe979S//5b/U4eHh0yy+LutCCNSJagRqBGoEagRqBGoEagRqBJ4UAq+//rr+1t/6W+JDXN/93d+tVqv1pIqq860ROIUAHxH5Y3/sj50Ke7uLX/iFX9Brr732dtEeeP9Xf/VX9fGPf/yB98/e4GMef+bP/JmzwfV1jcBjReD27dv6qZ/6qVynuGjGn/jEJ/SX/tJf0qc+9amLZvGcpHu+2ZibmxNr5883lzV37xYEXnrpJX34wx++kLi/8iu/Ip7nXCjxC5CIdvr+97//3Jxubm7qk5/85LnT1QlqBB4XAsvLy/rO7/zOC2XHPO5jH/vYhdLWiWoE3qkINN6pgtVy1QjUCNQIvCMQqIW4F4FjiZfDeHlqMBiITewG/WMNBpDv2eXFsUzIW1nKn7x88M9InONj5+98cJ0Xm9DkC9Hp9z3c5OHBuZ3nTrjo4ctnYw2NTzTFJsOT+eL8uKbnJsTLybzYykuJuHy4ampmTPlimuPzQh4vp4nMdL7DYooXOnnpk5fUePEzX2Zv9/LDCIRxjzhgbmSKAqJwVLnlJfnhhZWUa7yhyamxlGHh8pR4mZpNsxevTGmhfLEa+SYtz/iILNEInc1bD3Fkuc0QL/+OTzY1NTOu2fkJ8ZLmpaUZ8XI35c9fntTswoSmZieUOBp70qo8KjnKy6FjroZ+9HDQHxi/vsCoeNmvJzZM6B30xQYCvOg3sH6CndXmIiINy7uoJyJEXfAidLPZKP2hMMZJYX+oPMwlpwHwqb55741sMMXmZWx+gJ509w7FxlaFnMduN05Y5vJMBK3Krt13PQJWaUH8oJXZVm27j476RVvd7YmX2tn8j5fc2cCLjZ3urrTFBloFdcRGbht3Otpc3xObqxF3e6OrnY19kZaX49utA3Va+6JdJLFJyPZB5s8GIRnma1w25CJ+2/Eh2lPSZlfk27rbVevuXpa1tbbncnfF5nVslkVZuzu9tC+0Ofq8+1V0yn32htt3EW6PASEtdgm7zqYl2PyO5YAH5GQDMWRnQ8DclHKlIzb9KrDYTf7gk/jwljJYpo4JGZEVAuN0kd+44O9ULmGQy207XeaxuZ/YkjcbcII7m/XmR3OomzfayUfWVVkvLepja99495Q2ab+vo2ozprM4POR1yH8FYDm26Ds/sGJzl/1usfExNhB52CSns219ah9oz7KNEvIPyfd3XX+k22sfiv4icXca5K82XNha3y02jl7tCDkT87Vd68KewKRlHSEueLW3DtQxfknGchdyfnwUaM99OJs2sElZj/7osK/+0bGod2y7Shnx0z/1sy8bZPug3yf9LnJVeZJvRSnLQcqLTJSXcjqcdMhF2SmjwzrOAxlpMy3r90l765Qy7qbMm5YT/RvVK9K1t/eFbOQD4YfwI3vbGLStA+giaYsy9nLDTfBL/Vm17hjTTbdl4pAW/tB/Nu4GA+XhBpLu+X9KlSkTHos8+9Yd2isbelIe/FJ/8FHw1bHN6WjdbQy7w2bstL8Ki1ZV37SNrW5+xKvt9kI+ScYWWRIP6qe6tp/wtq/bxif9TtfG1jgvMCBv8KY+Nt2eKBudY9PXdbc12v7GnV1tWSe3N/Zys2/qmjaATiHbaX2y6GF6uzPj5I9jGm+fHs6L8Tx10XMbZmNA8IIoM/ULfbRc+Gln6B4bM3GdZF1j8/CMb/1nM9DiuqcMMxZ87ItNTjfWOqXudYSMUGJu/WhZR7exK8apaGf7bmf7AstOqYvgTZnoe7dzmLYHXWIz8YHbkgUT+gDhZ+yM3WUzrYPuoeCN+qOcLZe5sbqb/ID/Bu3AYfDZcv1j49AZ9Bt+KkLn267btuu1Y2rb34EsJ/x17BbUU6fCjjBjmOFO0zG1TZknumG5s8w391zveydtyG2H/hH+kqwv4AVvpO92ir6px2ZS1nn6XORO+auqJqCmh0PgCcaiTiLC+llSNRe4iDvM5wkyXGf90Ahkf+4fbM3A87dT5DEw7dK3H5hfPPDOsUiX6Qe2Zs4ry3BghtnNpLblwzWYyp+uf4hzhqq0lUv5VqnUTeatzFmZz495fYC1ETYXY5OvmflJz+Enc21hxnN8Nh6bZj4/OSY28mFum/w8Tz8pnBkadX05PAn3RelIQ4+K4+x1Efrov66arDNce1zTWdf2PlTeyVb+OKV1jnEBY54eGw16nYDxYIc+x8TYknDioJvUO+UEwkZZXOkmO2UQDnXa9FoNazuskVHnrIuxlnR5eUaXl2eV6zuXpqwXk7m+Q7xx6w7p0CfyIC/KTbIeM057WAKYSoXJh/warDnBl8thPYl1p+nZcfMwoblFr3V57atae4Jf7qHLY07T9JoM+o6so/nqHXIgW0GhiJIu0s+QJtPL+egddVisM/KAk4OsFLQR5p6Mtxk3sr7I3CrHtZ5P7iYdKMeibl+4OdZNf8/jTOjALtQT6RizQsRlDMkYlLHmpsf5jD03GOuVtOFxMnOEFmNijw+ZwzHe64yOM11WpyLGlx4jE4e8+aBPy2NY5hCMFzc8tq3mPYy5W86XuF2PodlsFRmZK6W8th/YDu6zDgJ/mYfHnjkGNY9cEw7/yJHjZM8FSZNjXPOzW5F5ROaO+YOSP8tEOubWfKCXvJI/z8coY9PjcO63PdcGM+Y+2DbshWvoAid1a7I+kxg7yLpCd/dI8MY4vGW8No075W9Y1k1jBl9b5qWoi67gCco5QTlPIW0b2fT322AAABAASURBVE0dj+nb1BFk+TslgQV+ykoi3LgQluT47Uy7L/JjvkQ54N9yXcED/IAR/LEuxLwVIgz+0BHy2vM6WzEn6uc6StpOhH4cFJJPshTPaGgn/cOB1y/6ORfbdbuAf3jf8loavMIjc9qCivWADeO8ZXzhG/mIn5gaw8TSWHSMCfIkGSswBLuO/RkGhibmhwV2B0rXeYAFtO01w5bn0JSDTlGvGzm33su6pCzaJrqPTsgHfQu2ATl9OTzzOn88DnOnwTiMNEde30SXaEPYCNrOrudlxRy5l/oF3wVx3VM1j8ZmMCdFx3c7B/kBPPwdz6krORNP6+aW7UTi6faHu1HqKLJV7XCIofEDi062uQPPQ007+7meQ/7Z7j1GQE9o86zdDbwYYNMnKjgi5DMpf3zDIov21/c8E3mxibue71MO9Qcf6CL1jX7CY0UbYE59393Ntda0F2X7IX0763q/4NN12jFV9Z24+ZqwE9p3XR+Y9k+1lxbzaM+hN617G8Yny7dNKXSvI+bS2FlsDjy3jQ/1Rd2BA+txPH9kjJLjo9C757CsRZ2Hq7wk28tsD+d1nVEEeRi+ML0o5yPwaXGHuLm5CB3CPh7ZPjD2Zp181/YRm9Nye950v4IuVuv96Ga2HbfvDbeXTbd39PT/Z+/dYy3Ltrr+71hrn1e9q/s+mntv9+VxL5cfYnxF8BGMKC+NiCSIQJCgKBoTjYmiIeEf/zKaEGLURAIEiUFECSJBEQhBxQASeUkC98Glu7q6q+pU1Xnufc4+Z++z9/59P2Outc8+1VXddaqrqquq1zprrDnXXPMx5njNMec+a64Tum2doXzf+n2/9jF1pslPOQCbgq1AB1JnGGOsN1vGCT3e9j0+BG0NbG/R9fFoKpsIyfyMclF7RBtZCAs9pIjydE4PjxfYHfSub73HFuAHbNo+tHoKHW6ZDujvhtfoeAZu4AXO2HbGyN3s14HtBmAbh50wvtiO7DdxoEnPNLdJu32XpX9Zl+lK3fQ9+WJcsGXYMXAhTLBNwbZAM2iIHcfmYzvwF6ee14gDY0l4HwB1EnyJ8MVloPPEvxuwbjn2b8H4P0OP69hu7CE82bMsFTgU4whxxhyAPJnX4wghYwy2GpoTIjvQj34gX5uWNWQu+2i6b2Q/9wQ9yNPSfADNTL+ko2madDZ9y/1B8gG6wFPKJV8tUxum54ZluuXnltuD7nu2v/OxyH7nkX8vGft3E+ar1ImMgsMWdRgnyiMX1JUyYZmlHdqj3eSpcRy43kGD357DwRzHQw2MP3ynDP1Kvid+A/H7G21QP+1Sd9/5hx7P0WF4ghwDZtPxWdh2fO/YG5PCuuAHPpETxhrGXfxa9GG4Ny58bNeMjTPydScUXh8KHhcYKXlsHMETIH1gOvT92wV9xI7AA/qGPG+YlkDS0LzYvjUU9EAm+i43cJ8HDQ2hXdLQdMx6SXceaAjNKYefCk+pb8O+XeqO9RZ52jDfoTH1gie2BH2Z2I+Ajo3ImypvfgaP8+JIGzo689oHNKReZBu8aA89zf4uyrPlaBuZsX0DZ3BHxpBFytEfwr7nHeA7oJ9Ji0NBj5YOA9NiYD4Be8TNq5LmfM7fb4D6qB8eIEu0vWkckk6mD7wAjuVuoC3zA7yob2idR+74+OvE/XR380yaLdAgE9/s0ubNgvZfbaegP3QbYV/sCw4tf/AHHhcYWcaAQ7Uy18pi3tu2ZD77gJQDhp5PwgNwT9nzPG87x7o9/94zyN/cikwMtGGdg0fo2Y59dPp8Qv5Me2SPugizLdM66W0Z7Pv57vbQcnsgeAndNi1ryFsBt+H7TdMTPoAXekafJ7at+LKQLCKKXgZ3BZzktBC+D+tXAHGAHBP/1kQ91Jd0s+4lTSwH4Je4Eje09pi07Iv70DfuKWOeq5A2NJ+xe1PXi07McD5pCAjJp97qCGcCMp8dkKnlJfH0eIsMDc3fPY8ZtNcCOIHvwHhm3M9LeKgSjjJM3hrHA8C/xWOnp8YVxKpKqhr/sKqqEg/xSBynGArJ3sE7TAH4VWBmKTRYlub3jqR82n6UsNgSdAlgXGNdADmsfGGdlTVgfkdgPZh1WtaRibMOW9WVogpFLHTa7S3cvUnUGX0aSc70tzOzccyEvOkuHQXuQgHLm898gAil3Nqe4cOP/Fs660H4E/jLzNtG9kkn6a9kEZWyvvosKdRSYshyzW8TS5WWl3viozzL/n0M2V9Z7WnJafVSrcpyT4nHIq7hlgw+HSk6S3+yv+5bmV+MxfjO2MC8ijFzh/UUj9/4LVv4LR5L8V0S5vF9+ywFMp99q20DZfF9+oxx9ocYT5KeHodob2S/gzEUHBhLsCeJnJGEhhGhMI0iHM5BcvQusJDHZeSD+uBrjoHmKW2yNoof0PcYnP2zfwKOjG+M5TmupW1zBe0Zkk+9U8ejbjcilDbaMomc8tvdytqS8jdf/ifesIzcrtSW3Vo956v5Da0XqqpKEWFQHtAcecb+ZkiqIz6JPTPgLissZ0BlXYcePev7kn+LBHrQyPd1XfwhZ1U0vYcWADS6b2jK3i3IutoHmKEWmjRus53m/m5B5mkfGNGIUGWkE3/zuqIfDYTTI0IRIQnQ/GjrOYHT/OkTFllAHXzxW6b2mbFH2H9s1cDzjIFtBXH+p3Nsm5U2wmMF/k72yPVE+JI3d79EhKBbVSEP1pmGhnfPfY/UReI6Ds7tWnXq3T2K3U9yRKgyTvC7Z7lFhltbsMpv6ueW8/8+zl9ayfc6eLfjnH/v53f1sxdWRB5sBHoQ1ofK9UWEdId86J08TLO2eWjXxh84bOrLIC8PXNMbCkYlwY9FiAjnM/hMsrahU9/uSdURoahClfnX69Vasr1fse0Hlu2/IBPIBjwGr8RBPug74Gh75rjreSfj+8j+BWMr/hS+FCFp6Bn5khd3lG/r6cKOAh0FOgp0FOgo0FGgo8C7kQJdnzsKPEoK/ME/+Af1oz/6o2LDugdp5xOf+IR+67d+60GKdmWeEAr0ej197GMfOzU2rDv8v//3/05drivQUaCjQEeBx0EBPjTwdV/3dfp9v+/3iY9HPo42H6SNiHiQYl2ZjgIdBToKdBR4RinQdaujQEeBjgKPigK7u7v5EQc+BPNv/+2/fVTNPJR6Izof+aEQ8gmr5OLFi/rKr/zKU2H1+uuv6xd/8RdPVabNzLrVj//4jx//z3D74E3CL//yL9dHP/rRN8nRPeoo8HAo8P/9f/+ffviHf/iB1+TB4lOf+pS+9Vu/VTs7O9x20FGgo8C7gAJf9mVfps/7vM87dU/5iN+NGzdOXe5pKXDu3Dk9yAe56N+v//qvE7wj0DXaUQAK/Lk/9+f0RV/0RURPDT/1Uz+lg4ODU5frCnQUeFYpUD2rHev61VGgo0BHgY4CzzAF8oUpX3zOe7kYnyc68iZr5tG8xTWT/2Yz8UIWL2bxktZg+1BszgIMtg/EBiK80DWZlHwsorqIG3i8Z7i5BP8Y4FMFQtGkOzjVSZ/pV/Z591D5wmd/JDZGHR9OBD3oMy98zkwnGqKtOxtJekxhwkzRvEhXL1Xi5bm1c0s6f2k1P4Z16T1rOn9xRatnl/MlO16oq+sQL9VF6KEf1EkbSyu12CQ5N+4+v5wvdJ67tOJwOdN5XteVIoyETwEzeZHcKDn09eTZMJ8A+oxHU0EvXvYbHUw0Ojgq0NCQl2sh32IlNAEspj20uHEGN+oL86PuhXiBcWm5yhDe9HqVoD3P5SPzu5yjeUZFMEsZyJeCLRfIx97OYW6M025qQJ/H40nqTyEY5Qxvv3OupDs7CpyOAhGhiFBrU7BdbPgxPjzSwd44N07FrvPBmRtXd7T+6q5uvLqjG1cMV3d16/WB2ESLTbXYRJcNq9gchLLI+sj1LL4Ij+0TR0hhXQMqbJqh9j14AKSH84jDekY57AK4sRkedY5sL9isY5ibao2sZ4D1zbrHi/jDvVHaFfJiu6nqrYA2K1/a9imHXcdGUR+bgbCpybr7fqOhxTrh1b6gERvasQEKm5pAi73dUY6H2ATGDurCBkJnd0t00c0p26sqVVUo6bEYOh4RighxYHsoP5lM80OGI9vQ9oM82Bw+gMYGK2ycxkaZN1/rm2e7hh2BNxuJsuEdPGO8Ptwf58en0uZSOY3QFED8LWCWBUsmUIyIxDX7Ytyxm3VdKW1or27CSjU2dRE8BmJ3e0vOY+C5K0pbCd2QJ+zp9u2h2ByOfmVfrg1Ef+ALm+f17Y8gE+SH5sgMfPQIJYVP2+rK8gbUxivBeFSOV04P4xwR8mkIlQNuAb5zUkTks+yjy9QuC76MFRm6vgzdJ8LS90o93/egQdM/yoeMmf0B+jhsde7mfvYJ/t0y/+gr8gVPt2/vp14i4/giI+sYfUQmYEXIf00fa+NWJVTKtsKNORNsnjbyg/8CvZAd5BY63rRer9Nufmiqn3rOJnx9+3e0eXRkWlAJAVVSL0D8LcCkE9Bmy2pcD31ATxgr2VR20zRgE09k9vorOwKIw/ON6wPN9WzrQGzWA+2S57YL1DW1/4ndcHezKdqsfEk6mF+EVRNGFUoIFdyMD3hNzBfqYsw+NJ3pO3RPWm0eCNu4wQaNptP6a7u6gV0AbBNu+h5a7mzsiz5hE0fGjQ9pyUdpL9xe+O5+TvIBchmDeRwRKv0I1a3MtaFljTRkLkPSM60WaT3fH0NknWwkiywU+u+lDPLxs/XGvtFX+swGjAP7wHOajya2IVO1MqiQKuMWVaiy/NVuqzatM7R/RbxyetX0QXc54N3R0VTQjA0h2DgRumODdzaGAvqWR2gLT8hzeDDWyPYQvacsMLWco/9mpajTrG1FQuBpNBXgCRjHxCtxC1VOiwhFhHzJclmXZYu6GVvAD7lj0yhoAn6t/cUu3bQe5RjhcRPZJQ25YDNRNtwdWa6Sbm5CPjLIi2+68x2lQESY7ZFygFzUlosClVKWLS/1fYPrcfloZaoJFeqOd5ICGIS7tj9LfT/x6E5e+d4ioohI2zIZT4UtYDwa7B5oYBsJcI+tHOWmqLaTTZspC5aJysC8kzChqpTPGhmJiGwjIuSI2iOr4eLBKm0boQ0d9iTtVBPnPqEpGBGupgGFOIHgoif4CKkyTeZg3YNec130OFMZaqennjp+fG+dzfQHCF3PvE7zqgKMRwANLe+HdAFpm4tZlR/DzbnW/pGGg7GQEfwENhEbeV2EcQz/A15SdA5ZR3Nn/s9m8o0jvirxkdcrKq8p1Vo7u6RzXkdiM64Ll9d04blVXXxuzetMK2JDLjZddREhH2woX8KZ74tf2tTqGyo/HdDHxYJFRpU+PX3KtjyWEkfZoGvPvjGbhK2sLYlwabkWfkptHsD3iDhGwg34PL5/GmPuDl2KCLPOUFWCDkCdvlIkL+l//ZbyS95jqFxXhOs06Fk/QqafoZIq62VVL9KxUsqQ/d82rC1PxBOcfjx3q8Uz6kBemZehi2z+iW84iBFwAAAQAElEQVS3sT4Qvj4+HXOzMuffS3900M49rbtlM3bbettghRKnAK+qUt2EESHx0EqGnzpuxg/sAL4uPi6+In5jzv+aec+25xRsSAo+bJzabqK+dXPP6zEFv5uef7A+c9vzk02nUxf+8tDrJcyzWtuCDspHRAj8gAr7VlflPoKnQs8mnvexfss4NrS9Gtj/3vZ8fOPGQMzJbxs/gHs+JsDzw+E47Zys4NRB6Arv4wzRdAsUSBp5rjGynw+N8P3pE7509s9zQei253UX/HHma4zH+NhHXnfFZ2fdBHtDv+EvOAHUr/DVUCV/QkmHxTh08X0Azpf5zTvqmdqOUT88pD3aZl4y2DlQ33PFbc/bkR3m9OvtHNEhfIVmW57v0hfKgesijtkO7el0R6Fd5FxMroQ+Tyxj8J75ErgxV+HjAsh0mb/u6LrnKinfntcmL41bS19oe2DeF7pOvOY9EXNaaHBMx1DSyHRKGppuNfGqUuUwgAjl4UKUpb8TaGj8jsyrkefK0ALfaeB1dGgzMC3hObp4sD/yXO8o553UE5UU4Tp9CtDCYR5xR3Jmadqf4wZ+jT1Im+s4NgDb0NqFedy2ouc1nDqB/lSKiBzTWIdD5lNnr/VzTRD+Any4ZxM93Bz6t6MDDdFD+4OM/xPPc/lAhUkBmlkfdAK/uq5Ugw84GqoW3IfK7UbQqyyWl6hClC3JM+M1NY+mjV96mHYKnoLTuuemuY7p9Vz4TRrPtuC38exDb+OJT4INHI+OUpfhFTxTHpH4RtMubZ/A0ek8iwjnBmwB3FHqwLaOU5+P8sNwzIcHtqGsJbPOAC7YPnC8bhwJ123XbhpvniGTlEFWJkcToYMFryg4hZt8Vk/3LSJKPxsaQ/fa8lHAcoPs3A808kV5+Ae/qqZuxbNKQCkiErLPUeQSXRxbzpF5bA66gH1M2+h1vRu2jcgiNhzZbG03skj++e8f9gFGXttBxqdeg8L2WuyVB+1WoaSz+QXda99XVaXKYQARmTXl2QWnto3Y2SPbimP7aL3x7xzYxIFtZIb+/QMbzfh4aBzIm3VkbScvjVmcJ0aEaBt8ImTbMSu2w/UwluFvJD2sg6mLpsW6aQItbjotabG+px2PddACfIbGj7FibD0Hl4l9iKRF26obyjbps4G2kwamSwA8N5hRWYLNjLEdE9OUOkceJ7C72FNogC+A7eAjL/gk67YVN4wnv1mBJzy7db0vfKWB/ZeD/P1jav9mZg9FCXLfE7LF+78kmpVEf4Da/UnbjX7luFGJ8aTX3PPsRNx5Ms1zoMp9V5RxhXVZ8KR/2/a3GEvoV/bF48zGjT33Z1/0HZoju9hr6I3cwGdX5epC4EXdVVVlPCIkhfsvj6Wz/E0Jfg0tR/iW0JIPD6ED8BcfZtPjAx/toj1wos2B1zp27Jcy9jGOQOubr++Wj/nYB0Vu+HjPwL4ZfUn8LBOJnxEM4xARqkyzqq6UQNzgZHEk3y3/8B0c8Q1SJm/t2+/dE744NKFdcN3xOjG+Qo6x6I99cauSW5IiaFFS6L4PskaE/Skp8TRutfkEz+ArYa/hIfFFgM89+ww875m/PIsIoQvo9IF1DBpuG2dwv2nfi75Ad8IN+9jwAprvmdbwGP3GH59OZq5H5XCdiZvxSj47DONJGhnoP3TELlF+6N+cqI968QVp56b5tm59vmkc0CHSkDvyUYby0M1NUaXaMG/e7ELjPDe/qQMckAN0t13fR+ZyboP/YV+ANveNI7/10vbIMoM+TCwHCbYD2ISs2vW2CgxOESH6DtD/KuUqlHRpaEJ6hCTAheEHMkndyBn4sR4Djsg6uEEn5BxfHhphC4FFPjEnw2Yie9jfcHu0EVx0nwf9uSNrRAicE7I/lZCl3p1y19z3Wlvje/JwT1hbLuQDPtBPdHJgfw8Zyz4xN7HtJI4Mols8gz/wqsjfRMxzoVfS3/WhHAW3UO0+V26nqoutoevQAn5BX/iJ/CH32IYt+8e0c5N2DSl31m10HD2ezyVDCtcd4Yhss+d0CpFO+/Rx5UxPbDyfa17Pe+3r8qrOei3szLllrfrZcrNhOfQDz9p4FvrUavW5dhrgZoS8Dj2e7XrcmOPkuSj6i9xYfDidNaQAHOhNjjZP9kVlvLUfO2ZMsz3gt1n4su82CeET9KN/4Je4wt9FML6Vac6zpZVaK6tLWj27LPrM/3RBj3MXVnTm/IpaGpCXMtBOITWdcDibR53anc84BdBhOI6MARYARYSQC2QuKomwasKIyOctWeZq2CbcJXQJKXwmhM1FKMKADrje0MLBDbCQ1EXfxRSwgPlELO3vzMQcAJuMvWScBvg/DULmBfi/E/t9KcsLclTkHDqGwoHFT2H5wwZiV5eWKy35d4cl288lx3v2107YSHEYkzx94fZhgRGKOUTRD+OGIWbMHB1Mcu2o7zEIPwRfcd1jJf8fU2Bb1142vFKAuSpw48quCK87ZC4ElPsdXcv/ryE/8W29nuV3Mn/68a6fOQDjM/4PPhnjUUtjxj6jLPCujCvAOhr0TKgqVU36ceg0j1M14N85SKeP+BLwlLF+z3MFfPgNz2/SD7E/ii/CuvaG55n4rIyN6YPg2wNmR8h/IBMipmfzsKWmvwZ8OOg2tS88SZhZN2ZeD5umT8FzeFTA6mMF8OnIScrMYMDJpGfqzqLhPufVoU/TDl8U+gDYCe6TTiZQ5rQMQYTw2ISMpjxbZu8Vpjz7OfI/j+OTWf5dZa6fojfMX4ee1yDjfa/dDDynG9rPwycej8w383HqH2Qpk+1bnn0KUIOTe1DORFQCP9rt2WYtYb8Mvdbvd1jZTyQPdQSVtuDybTtt0hMZGmmfivAVnM2/iX8vwC+GbtAUuzQ0XQHueTZp15wokx2LUkfGIaEfNPEMQvkcHmP3l5KelYiTFkEGnTxchc+TaY/v7i1bMsZFPiybPcYzy0PbH2Sicp98inzAW1b4qDLcQcSIkM8GIluNOBlm4ltc0G1kBd2by4jX/tp1BXwInqP7VEUToSA6hxY1QqB9QK6oQrX1HP+hh99gqK1vpFW2HbqjLj3kIyJUJW8r4bfwvxPLq3XGlzzPhefgUxlP+cDWL/bBSSiCsAPQYOL1FXQHHWLtY5i/+Y3F/8JOG58KmpI/y3aXjgIdBToKdBToKNBRoKNAR4GOAh0FHikFvvALv1Df933fp6rKCcap2sJ3//mf//lTlekyP3kUaDZ7OzViv/qrv+q53htmgKeupyvQUaCjQEeBh0UBxqUf+ZEfyQ9x/af/9J8eVrUPvZ4/9sf+mH7iJ35Cr7zyil566aWHXn9XYUeBjgIdBToKdBToKNBRoKNAR4GWAv/zf/5P/eE//If1L//lvxT/IyKpffTEhB/72Mf0Az/wA7p+/br+1J/6U08MXh0iD5cCX/u1X3vqDxD9+3//7x/oQwPXrl3TT/7kT56qA9/wDd+gXq93qjJd5o4CD0oB1uS/8zu/80GLZ7mf+7mf07d/+7drPB7nfXfpKNBR4NmmwPvf/37xUa7T9nJzc1O/+7u/e9piT1X+L/mSL3kgfH/t135NR0dHD1S2K9RR4GFQ4OLFi/qar/maB6rqN3/zN3X79u0HKtsVeldR4F3T2dP/p8u7hjRdRzsKdBToKNBR4ImmQPs/d4RAIjuP5N38EvPYyUib7mL5wupkJjbFYVOWfm7iMhQvh/e3D8WLkOWF0pl4sesde2ELnCPkU1E5BMLdCl98Onaqk75kn/fH4sMgg51DseEOm/XwMh+bskwnU/EPRVRMM1psx7Tzw+alN9/4JE9VV14wrnLz5DNnl3UuP8i1lh/lIr52dknLy7VqXlqvQxEhCdBDPaBRb6nS8kpPq2eWxAYuZ8+v6NwFw8XVDNnAmeeVcQGNiEhM3BXRsRI6GobF0w+gX24oN56KlyLZWGB0cKTRwUTcJw39LGk4dYHF8o8q7mZ8GvW8qrKM1ObHkukN9Bzy0mo9f7Ey5C4bm1my0pG8Jw05LxsJHInNg1JGdg812BnlBzlSVoZHqTdT6w8tUoYwsiJfHPHpSHd2FHgMFLCwhWU+wXFs16R5EZcNe/vbB2JjZTYaW2dTw6s7uvHqrmGnfNwpNwMcOM++2Eiub/vPJnmMAbzI2+r0xPI+tU4j7/QqIqw3IfQt3H5VsTmHwXHu/djPpRCqOVOOOS5PPbw0zYvC48Mj5UaMe2Pr22HqGG2je0DiYNuCTlLeVbmyvJ640FYmuLGIkM/cBEUh/9g9E+2N3Nb+YCw+RMNGbGwYxmYmSYuru0kL0tgcZfPmXtKCDbvYuGS4sMkCuEwZI6ZuEcV3EBGq3O+EulIQt53Pe8fzPgJ0xH4ZaUehBXxi42LbUF4w3x+MbGsOVTY22y8bFJo/4LUO767s6qZxZWMTNtnbvLmvvscwxi94npWrHKW1UGlUdznuSGoZ62SjqqhkCNXuB/a0QK25LcWeeqzh5fU59GrV7UYBPHOeCGNFX93PskGL+3fbfbs+EJuhI5ds0JJ0X98Tm7cwLpeXx480PpwImrebHbs6RYTCdK1Ma6B2OwXAt8ggtI8IidMgH8kux8OJ+aiSsrzroTxjJ+Ecmj7M++x74uRLcH/DeMiVQT58pqFlub91KGQIHtE3+MWmOPSVTUazj9ZLZBzeZR8tC6lfFhBXJ/CvXTchOFbmQ/ietpzF+jQTPEeP0KFWdtBhNrqhLTb5QXb4OBcbDyL3/a0DIWuUhR6ASdOcIfnUmxzgxuOIUEQ4Sg0GE2BivUge90cpw0kD8xk80DU2G1q37YEeGzcGptF+6tnANidpYdqlzWHDRujR2hy3kqfbgwZAS5eMmzZ5z3ND5vUl9cx1ID/4faNWz4wfMoYtYINCcIFG8Ai4YRxvWN/AG1qyuTR2ALqNR0eauE656xGhiJB8Jug+jza/y1YpgyH4W7sfdV1Z5wytrM1l22lNvJW9XqNrrbxGhH8AnqRPiw0B940beyqyYNvBpkymO31mI6Q92w7kho1Q2KRhYv6lDJqXiSK4WeaqFqemfXCsGlwrP5/33WKgPGaIaNpeaJ90N2/hMXRHBtEBoG9dYSMb8IC+8B9bPUYG7EsipxPTG14m0IbxowF3VwA4JBjPDI1TbQDHIDQQkhf0GCPp5+RoJtqhPTb1wOZAE2izbRuFvmCXkFfkgQ2d0SfSeAb+jFcjj1HUl/VDOOWFpjp4hyiAiGTTZkXy3jKAPBzLcljPDJ4HMS+7H6Bs1uG6sk4YTv0dv/VOHpiEtn3iyfuMLKY6bl75+sbT6bASm3LU+CnYKmxBgueA2P+h/TNsJXmwIZSJtJFSkY3KYai1QRk6E2EgM477TGmJCAkwnuA7B/tK2JKpbV6G7b0z0CY4isNlw21HhKsxqACPHM3gibuEZHQTqgpaASFoV9eV0MEqx5UQcca1xWclrX12ypB60XW3Q52V7wMwQhEgJh9t6OibnpF9gBeMISP7qIxd+H6s+61YzgAAEABJREFUpw33j9LHYizDt5t4XDX7So3md4n4Gob52TxwWqJjeamM79JqL9dy2IS3fJBrVe1Huc55TYe1pSX7ARFsDF58beZKyEoBObGp29EHOQvuM7X1MQ5PnZhhK5+WV55Xxru3XGnFeJ/4IJdxTJr7uVEtaFBHiT2915B8+hKiX+H+QQOgbmSNMGXX8pah+XrP0GUyv8PK+akvIlSONvQdLAUcfaZO9xXaAbX7X5sOdet33hnaR158lnMz5yFkHlq5vEVMR0cTYbfxMdmMFN+t9fPx7TY8R2EujT+Hf7rvdQJ8uvSJPQ+hDigPL8ArwXgRGl3xzMpR/F37rSPPM7AFjBnUyYeQ8cHTd7Q/zrxo5/ZQ+Jl86Il5SN/zQT6ii2+Ofwle61f7Yv64YZ8d/JjblbnSWMyzmNNMjB/jBLYocfGFflfg5/6Dc+Q4gRmYifyUOzw4ynlC33MvfF3mCnzkgnki7QNbub7AfPEoy0EH15Li5mYyvJ8LeSOSSmJcY/ws/vbIaz4jDdx36ARv+p6fDowTfvXQfMCujg7GZR3AtJ14fKYPU9tU+t3auhYPWokIRYTgT1VVKrRwSNz6GYbKz51JHKgRfZtOp9nPMieYCBz3PeYjE/CI30eQnduv98VcgDkBc0R4Wza73VfffYH3fNRratuITaSNAiH51KmOUEE1JJ/USf8ZV6AN6z98WAO+IS8Fr12xWS9xcNuwzCFX0Ljf0pY1La9ljz13OWKe1dITQZLUtllVoaRXZfrVhuY+wunhfPK4YwLCh6nHgKnrAT9kbGw9OPRvLdCQduErtEQvkr+eEzJ2kl8+qqZOuU7d62jyOBB4AbXxSjtACNgu9AyZNrcHlcp9LZ4BtfNU1pGqCtel1F/0qm8ewmdoh/5l6LkzNEYndjYPNPBvAvvI53Ccv33kb0fmN3YA1CMkcKNu2qiNB1ARGsdMz3bjRG8jXA6Y66zxMk3RGezK3uIGx8Zp3euBAB9gQx7B9Xbye0+7G8bT/N7vHwpZOTQ/kO0j28OpeYXMzxp+yw2DU+K8gB+6k2nGlTzyQRnKTsHL9oc6qZs24GvfbaLLyByyl7bM6yngB67tGuaG7RrrFPja9G3iuqbWQep2M01z0YSkPIMQcv8iAfonmP418GZ+wp3PLMfIV+2wAszPCOp1/SrHSVtU0p7Waysj4J80s3xG2BZ5XR45wq5gh7E5aR9fH+QaP/LXru8RIpsbqS/7uRbZt+6jY5Rt/XdsGT781Prd0tBNzXlW9KNSZZ6BSzS4kEcKoWJpH11+Yr3D3qIzY/8mgb2hLfQm7aL1mw+Ccb/vsQe9Ij++tjhcnU9iJ8E2OBP8sHLDiYfjlGttx9A2n/EV20a/c4zItc7dpE36J40vhK9Rfv8Y5f8DgMfY8xxwQe/pD/2S++fmlH2uQil7FbRwnPsGwmEYH/mAhlPTAT7hY6H7fLiE/jI+pO3w+lvrkxRcd8tHJm3vbr6+mx8P3fLvNPCLMYa6Ep+WDm5Hxo1T9zhOZG0FyjhGhCrjm2Ce1oDtdvqVCyH6lmkeRwjLmFKLEKidVz6QG+gGrwdeS8AuMpbcbD+YZJpv2BbSH+wheYaMjQtjc6IXUnhcaPGq0HPj2fYRXkMH+ITsQk/og9+CP3fTvyURbljeN0070mmPPPuWuz2vB8N36A5u6Er6N9cG/i2K9XqPKYx97gP4HRo//BzazHHP+ClCUTX8N37EwzhGWDdlVWj0E/nP3y28Fo9MQpON9YHAr9Cmr9vGF3zQBfR56vEGWiI/2Y7rm4fE7wdCFDFEAjSsF/gLH+FbgvmKjzAH8xO+9jyXXfIz8rpb6TcU/h6lP7uD7JqnjMU37SsC+BH0jX7iS+6Z3vw+e+gxGfsy9Vp0yq8k6FWZdrWBsDL9gIjwQ9PQwjC1/tAmugMvsB2pN7f2RTvwDf6BA349PMfPJx9lKO/asr6IjOluRz7JyxufIm/YFvqwb3mlT/iju9vD/B2vla2B/Y+hbRn+AXIJL5EbfCbsIbgkXy0b8HZRL0Gt8oX+V+ZThlWoNkAbP0o+RoCkZcyFqWtqWaF+aEt/aRt9wL6AF2NCkbd+fpw5fRPbQngFrQqfDmz7RvkbAX2lCUClKZ3uMGIuEBHyKXgM1OZx7bG8Z0DmeparDC1r89BpyFrPvzcCteUPqJzHVR7PqexrQ39wR97g/3pjY26mDu9pi3mnf3PB54Im0AYbPLU8zeUvQtAZ3KBxVVmfobfB2FsA1cj8JH3flD/bDuaztH37+l7SNGlpPdiyPpSPmx2K9tJeqLQh1ym3Jx9JoVDe0i60WF1b0tkLy7rIR+ifXxNrYNyv5Qe5lrTMhuXLtaBV4muaEO85BGrTrK4L/lab5CX49j3OY3f2LJfIJDghN/BZHCH5lJqr7nKANnkiQj6dI8S6GHWNPFelr/y+S3tD5grmD3aPdirzHfyAGlzNY0IAvtbGuXba0nJPK2s9sc535vyyzp5fMT0MFx03XfL/uUyDLGdaRoBLFFa6w0nTvOiOo7t95iiQfJ7lUJx2NO/dy1CqWWX5AMJhQqiRW/nwja/3dWbWyLIWN2VdrrMK0lq4r5q6TO9SCiCayCjjDj7EeHTksWGS67TYTXyKsedH+DhTj+U2ZUkpymWkvYQjCSFkGzuITe15TFhaqbXkkHjPv0lgT+sqLLehPFyZtUXFWGbK27+4ap9yIwlWCUVFNFO9Fj3NPqYv4jEIn+y2x0jGaj60xf/I8HGthJe3xT3AXI3/oSEEiM+Bj3Fd2S4f5XKZ/JhXE5KXdcCbXiuiHcZnxml8NX6rgtaMV/BCRjEiFKZRjqV1pcrjFHQFwumLMH/mPDV5/Vw+pvYl4CnjKv4m6460nb6ofXo+xkWc/4XCF2ZsxE8r/+NlpriO9ow28gyGyHSC1wXwO6DbMUzt1xl4ZnriM5AHPgGNkXdgCYZkLTyDdDrRJffTp3WWfgOOmkbQp4VCJ5ciI+BoWJAiQmFdRJarRmaR8zuBZxXy3EDtsLZ/Hsi360Nfxl4L4feBof1HfOnBzoHXhA/9m8rYv80cCfmf2G6BE/wK47B4Lt67yrkJoo20Yfbx03alD1gLX7i2n1gbb/JEuDbAwdN0JspGPkMjDn2Yp41bf9nr6dilof1l/OYcB/xsTkvzGmK15V1FOSEiD7hrHkbDa+jWMz0B4vCfZ2TF5mXosotVWKpK8pN0hW6WQfrQs1z03CfiyGc1lwt33udxv96hDiQxm7YTH1/APwNf/CiihI7e14leIysj+wXIyIHXM1lDYpxhHGPOhW6Sj5ojfOU0nKDHIm5ty85r0go6QtfUPXwH0zl1zs99nqimLfqwQuqnLdpftu/C3HZ5pZfv8ywblyV8GNuAAFE3ythhseX03fGJvQEYS8ajadqjok+jjI8Pp5p4TIFOpQ4TxOdxDV3s2adA18OOAh0FOgp0FOgo0FGgo0BHgXeKAl/91V+tv/bX/toDNf8bv/EbD7Qx7gM11hV6JBT46Ec/queee+7UdcP7jY2NU5d72guw0S0fMfvn//yf63d+53c8l5087V3q8O8o8Jgp8GiaGw6H+gf/4B/o67/+67W7u/toGnnAWs+ePau/8lf+in7qp35K4PlLv/RL+qqv+iotLS09YI1dsY4CHQU6CnQU6CjQUaCjQEeBjgJvToHJZKJ/8S/+hf7Mn/kz+vSnP/3mmR/zU/zgr/iKr9B//I//Udvb2/r4xz+ub/mWb9G5c+ceMyZdc4+TAh/5yEf0J/7EnzhVk7/4i7/4QB8R+YVf+AVduXLlvtv6vM/7PLHWc98Fuoz3SYEu25tR4O/9vb+nv/k3/+abZXnLZ9/7vd+r7/7u787/0XzLzF2GU1FgMBjkGHWqQl3mjgKPmAJ/8S/+RUXwD4ena+i3f/u3T1fgKcvNOH7mzJlTY/1//+//1fr6+qnLdQU6CjxMCnzpl36pHkR+kd1XXnnlYaLS1dVR4KmmQPVUY98h31HgWaBA14eOAh0FHpwC+eZUW3ymN7yF1T56QxieIB4nUg0vYvGyFi+789LjYPswP8bFy9psVEIaL0hPeaG0eXHLq0rHlTzGGHPbCPqwCA+GwNR94cVPNqIZ7B7mC7TDwUhs6DU6PNKk3eyTlz7v0oSpnmSf+Zp0dBgRuTkQL0byEt3auSWdv7iiS+85k0B87eySllZqkaeavziph35EhGgDPFbPLAlczlxYFhvYnDNOZy+siPTEpa7UvtgnhTjoE4JFP/Oeyxzca2fgRT5eNh4dTnJjgcODifJlSIfQdpKbe85OiEupvVS0GC8pb++auBqvDF1VFZE06C1V6vESI6EBulRz2hsLFzCWor9yGYCXGI+O3K/hkcpL1of54TY2FUBe2ESBTdXo59S6Me+k63JFcq0EOo6oOzoKPDIKpNi69sqCly+ZOwHbPjma5gbGvLDct23furkvNsdiYw42oWTzMYBNQNgYIzcgcx42zuhvH+SmcthI9JqNB46s02wYR902eW4xFGFww9gQ2ka35uBnlcE5pFAe6BYv30+sN9R3NJrabqBrYzHe7PVHbvfQQGjw/cHe2HmORH7KWs2zrvbiJtpohtmULxGhqJRNg/ORdXpk+4StZzOSzZt7uWFYblby6q6gyZwW1wfagha5idhB4gN+I9uElhaTo5mO8XFbUSDpUIUq29aWFsF9PpfkUD7ox9RjEfUkHWxLoXexOQdqN9ZjwxI2J1x/vZ84Js9e6+cHdm41eDJ2U3ZinlMvIIU45tcSIeme0JgwgWJEqAIqh1Xl8c3gPvUMNdCrxKY3tcNFIC3B9ra3VItnUiSt4CEvzg92DtVuQnPz9V3RPzZrATbNF2RwsHOgfV62H441Gh1pYv5Np1MVWy1FhCrjVtueF6hUNXhVTuNZ+LkzcmrxSFJwoQ5DVBJlwBVI/OmX+9DeE9a+77G5m/tF35Yckk671D+1z3Bk/wGZRYe2LEP0ic1nbpp/bIhDuLG+5/4P1bdeslHy3Pcw/6ij6JdxMv7gRf30p8Rj3p/UJ8vQ2PQ5NJ2Q7b51F/qx4Sp0vdlsxoeOs7nlpunbd7vDPWg69fBlrvsEf9esIMK1RPLubpeIOzK4DuQOGYTH9ItND8GDj5KxATObCl27sp0bvyY+1/esZ3u5cWPfeO+xQaX1/fDgKG3XBJvj/rUbv0aEIgos0iPpAq0MATR5wBucip5NNU57cyQ2wWQcH1gOsQVsSsoG1vBm/Wo/8Vu/upv6dtO6hg7ubOynr4ieYQOwYdQPHm7OeEmh+zyajARZ1jhTT/LZclf1Qj2HQO0QuZuHKYOV8pnjNc8NPcdJoz78dmRhZ2OopL/tBJsz3nTf6E/a+lv7YrPdQdJ8JOSHcvBvavuMbMk9ighVVWX9d+h2sj30q3aa76F9GP+IkE/lgSxkxNpqnZhYJ+Dp0LzFxifdtw6S78hI37wnDZ5gZ9nkZmRfnE0ijzKCiRYAABAASURBVFy2xQndAK8CTQMOImg7VBmPFmri4EloCOt4hPMpjJRPm5KpZYu60/5a5qDB0DZn4HkBm0Rho1r6FdnY1brHCuLoNboEjbHZ4At+cv1uhkB5uLkMu8tjpQB6XxoMRRQoslEJmQVSli3D87CuVN8HVFWlCpnKepX1K9Qd7wgFbGzaAZMoODQhAdA+5tGdANsKhMzOHA+PPO60Yxh2CXuwZ5uwZ1uJjRrZVmA38CsVUkSkPFTYG0NdWz4chmUk5cRhxp0vbIdcwKcLSipX+ZgZTYMFN+2b7Sb2BBuV4PuZ/R+e2Xo5v+TqDKFSp6SQ5qAn8wgjGA09CKEP9AIq04wxcFEfj+/jvnSzNu3fAIs67niV7YSqynwyLpUhQkoQBzeE94JQ5KOwvMi+qX2Lxn9n/Bh6nMNPABj3xmwmZt9uZh6ayVmyXGZNPdzBe3N2RrwBI1TXlVjLYf2I9ZsLl1Z14bkW1nT+0orWzi5ryescEZF+tkVIbAqM35ShE3y68qbeBwyoI8H9QA7pz9Qy2crnNNOlMD3xjVfWel5r6hn/nvHrCf+E/hR6R+JDfXrKD/dEirw69OkofUR2K8tabR5Wlrv6TnA6z94AbT6XzTpMz7DdoAnALejEsSgzJx48nTf0MSJU0X/3HRpAu5Sfxs/FJ8570yp9X8/FegmVeAbwPFweJZ3YpmO38dXw+fHr8IVvXN3JuTT+f34MwT5z33NP/Gd0F99wYj8RWZf5GmG8XGfhr+PGMdvwM9iALhzZZ6XsEF8y5xhD4SvefH2QazB8/GvLc0N8R3xwfM2+/WHi+MPgcfuG83ruxmbq+O7ps3vutnObeeOBGIcYo+a2xTjKR0QocQNH49bGI4ygrHJGcmL/nnKUHw7Gnoce5HyUNpkz8mEp/FuA3wPm6wsul3rvOlxVnk21Gb/rxc1mHl/CMkyeqW3GvH3byr3+oXE4FGseLU36phsfJaGfzKfBdeR5bs4JbEsZf6E1fGlxmtsS2gJMg6gqhcMaMD1qQ+U4QHqEEQQpG2bqmdqGUXfi53EeGw4OA4//yA1zAubv8GR9Pkfc9RpGPz+CsHVrT0kv94v5VMGv0J1mSmu++uT+LcH5QDEiFJUQQYvzLMeckccV8MNHYQ7LehA4MUdhPQsgzkc4NixPyBX0RdbwZ6DrKNe0jry+NlFLT5MiG4qgzQLQq4J2LfhZZfDTzCsfi/Q78noNvGJexIb06B149pu5HvQkDRzGnushk7QbEZLBpxzTvY9QBCC1uMHb2nPnua1obYPDeVpjP3rtOg7P6kr0LcLjp2UcWQNPbAR8Zq2COR+ATmxad/lw3qC1E/tHd6xXzBRGPCJUmWeJl9vIMNtzetLR7VYhZ1O5yEeIeES4bBAt/LZ+H1nuD73OA+/4SEnqq9eVsBE3+NjVlZ2yZuG05Lfn+NgT+sK8G1nBBiLbE9c1tR7CM+iukNykIUq7xguaAEHcEBF+LilkgfZphZsu6At1w0/4Cm34iDl2buPGXtrYG547l/XWnVx7vem1v9t+hkxiA5AV+simzO603JwhDG5PweXZAnep9FEKy0llGkPvFpDZOuWmenPfF5lqwfkrwHUF4DbuJF3yXE/3YdFrOhCKKFBZpyLCojNL+zi2T85aX996mvbxWl/YR+xiwhWv59iGo98bd9pHj0kHHr9H1rex7RNj+snfP1TahcaGO3lXGQ/AuZxPeUD31BfbmIn9EXyLkX+TYL1r6N+g0QF0Gxh4rsn90OPIyONQ6oU7HVnT3S+zJtlNKxp5iipyLkB59Gvf4z3+xqZ9Cfyfdetkgv0gQtKwcVt+nr7G1tC/fxz695mRRowVHnOoa2J7VOYWpdGIcD9DSQe3GeYF/EjgHggp/Ccf7oqSFv4dJelgXmGfwG/gsT/HWtuvDduHXD+2L3Qjbdwxz0hf9E+Yt0PjpIMvtBVuS7RZIrrb4awYs/kjsro7CuOcukRfPK70Gh3reQxJ3XSYaQth63f27IvWgHWR5ukr4yG8HiCP/m0JX2vd68vIH3257fXwTfeZvu/tjMS4Cc/4cBFjM3Y6IhRhADfAuIFnRCT+0BXbjo0/NL/2LVeM99CJ+mnztmUdHwYZwJ/B7xp4XEbeBqY99hi6gxu/FyITjIOU3/LYx5jCh7tSNq0btIU80DZIRCN7VVWpQBScGxyhxcR8H3s9HnowNuH7giPt3m7Xq00b4uDDmDKy7GU7HnPatlyxgkaba0bf4hIRijBAvxbXBf7W5mfL3wwbvhPv+dkx1CItIoSfN8HvN8337Cvm+Ox+3LTc3vR4DI/x/6E9/YTH+EBDbAz63fat6ZirNO1Clfm7CFHJh9uz0E5MhyPbkRNzDesr9W+Yx7SNvaN96LixPtC2f8cAP8rABxNC4Rrbk3bb+J3hYj6ezSyQ1IH+ImvYMPqELCFzfLQ0/SRky/Zs37YHe4w9S5tKn43/BF/E9gQapv66b66aJhQRBRZ55XhtSLoQGgLIvFlM1ANu2Fnkc9TY2X3rw8D6h8xv2VffsH1BJ25a1nJMsB1E1jdMP8YMfCf6RR3YOzdR8CnNnOLqTvlUlCIRoQpI/laqa8MdcoZsHduXWjX2xPJXG1oZrF3e1WjiMQUc+S2R/qHX9Cv5774hA8ggckC/0Lc98yRtjGmDHE3gwV3lr1LldoCo3AGfdAWbBO9Gll/keGC5L3TdF3NcaHrT8n/bNKZNaIkeIysT6798UB/4O1pY7va5J71yWz33eeVML/9/6cJza7rYfJDr3IWV/N8m/pdpedVrS2xUbhpWhhqAlkmnWj3fVw3+tIO8Hnhc7W8dCjokTu7DkfW3yKBzuYPhQEbGpwh1r8MZfSY/yUIdjJHJD9uDQ/sQyD2yN2SuYLknT+lfpZafhd/mM7gbKtuk2iH/q8VaGut8fJALOHthWawHEk8arPRcT4g6q0rzw+T02Da/7SLvAgrAc+wf6782hNljZDisT1UtVYSWkcqJUUWKtqOZz2Kf4Ztd2rwlpHwBV6VSX0g+dedxt7Q783T3zy4FzP875QtZnXjsYvwZeQ4wsj/JeIJ/Aow8NuE3Tzw23cuQuVpFhEFC/mrb+p5tP7+JtB+x4PeI3lIt7GnFeBDKAz0pA0/ePpRLVh15LTg5HhGqKvfABJjY3xl5vGE86G8fattruhseI9ev9sX6SH5kiw9svbKdH9jiw1zXHSe9PN9Vie8e57+yrevzMtuaf5CLcp43rRtyLLZPig/PHBA/kHFpZLpDf+xFyH+Jq/GFTqZl3YRhBa8Wwc/ynrDJw7176bnd1GuKUzHW086219XpI2uR/D8Uvkj6Wet7whdOH8vjLz5b8sN0MioyKspL6Jk9kEEAf+qeYF9/5vU6fFAHmnFvGqE/DkybmclWwDfP/ulOZ98zdL99kzSBLoDvoRV0nRPDwuRTyDGQdmAuu5WqjIdD4pV98migUmU/LPNb/qlzYv8VveFjQEP7ksxhB547I+tDz+mwXWm3nG8u01KKslKW84KqLIA7IyV+tNVrbBh2jHgP++W0xNO2pNSjp/CIgnp4HmvskfmJbeLYdgi7iM3ALmETkpb2ofGlyZM8Nm9dLM+IUKlMeSw8cnIoIpKf2H3oCBCHvhF+rlB7LJYtTGmfPDmhUVZlGawtqz3LAkB/uCc9IhRR4MnBumBitIyb4xlx+AAnPEIOxvYLWC8csqZg/UMPR8iJZYixLHXO9Yf1hOYcPXGmpuWlTY6MRIR1vhI0Zd6FvEDjyuNbmO6Z6/iih31EhGiLNmmfuS3//0Ec6NkGYIvCuNjqCXoQauHINPeN8Xxi+3NkmqROmVb7hsPhRPw2ObHfZVPpOkoNLrJQSxftKNBRoKNAR4GOAg+JAl01HQU6CnQUuAsFxuNxbrr22muv6Wd+5mf0oz/6o+JjO9/2bd+mv/SX/pJeeuklfeADH9Dq6qr+9//+33ep4elO6vV6+vt//+/r0qVLp+4Imybv7OyculxX4MmhwIc+9CF9/ud//qkRevnllwWcuuBTXKDf7+uXf/mX9Su/8iv6x//4HyfdlpeXc9Pm7/qu78pNztn0/CnuYod6R4GnkgKMQ9/8zd+cm1A/CR143/vep2/8xm/Uv/t3/06vv/66sB3/4T/8B33lV35l+hJPAo4dDh0F3hUU6DrZUaCjQEeBjgIdBZ5CCrznPe/JNai3gzrrXMxZWeuZ8o88b6eyh1CWD9R+9Vd/tf7Nv/k3+XElPlL73//7f9df/st/WRcvXnwILXRVPA0UYF31r/7Vv3oqVLe3t/U//sf/OFWZo6Mj/Zf/8l9OVebLvuzL9P73v/9UZbrMHQXeLgX4OOE//af/VH/0j/7Rt1XVd3zHd+jHfuzH3lYdz3rh8+fP67M+67NO1c2DgwPt7++fqkyX+R2kwLukaT48xW+Vp+3us/5Brg9/+MP6zM/8zNOSRa+++qp+67d+69TlugIdBR4mBT77sz87f2s8bZ34vFeuXDltsS5/R4FnlgLVM9uzrmMdBToKdBToKPDMUiBC4gUsXtSq6hAv3rUQwUMtHLO3eJcwygtYs5mm05nazUnYmGTj5l5uKsmL02xGyMY+W7eHuXE+G62Qp799oPbFUzYyGQ5GYnMTXo7jJVReUuXlSV6KmxxNc5NH2uEl1gUkTx+lmw3I4f1UcLc8vKQLfmxEA/7lBdpxfliq4DzT4kufESGfc5jXCZlNQ+55Dl/YPIeX5tgg5eyFFV24vJrApilsqMLGK/AtotSpR3C46pQPXijsLVVaXu5pZbWn1bPLAo+188sCv6X242BVKAwKHR/uWytEi8kik59Bn3yJdjwVNBsfHiX9DoemIy9FjiaC9/C8IZEe7TGT0UqUwTd5sVRrmX6vuf8LQNqS6UIe+k1+0S+puSplls15kOVD92ffMs5mQ/2tAyH/3CPrbLozmbht65HAgMoi5vUcR9QdHQUePgWCKvMi9Ay9RO9GBxNhl5FVNkXbvr2fG0Jv3BgI2LSdJw17Ptg5EJsJDPfGYnO8kXV5dDixXgPT1GN0vbXh2Y4vM8s7QOthQUeXsG1zYJxqICIkQNYSKyp4Ut9kMhWAHqFv2OWx2ybknpeGsS/kIb+Lnzhda7nPSLiJ8L2BNsDReknd2CVsPf1lYxDGNca3jRt72ljfExuzsckg+o2eo9+MZ9ARXICJbd3Euj71j+hT11tsmxtyi+25SIPafa/rKl/uhiY8iwiFM7dlCalr2tCB+sEXGtA2tge+gPvA427h5VBbN/cTbzY922CTPfMX3OEjeFMeOZiZRzToZh3Qshu/35PshixL6DGi8g19aYE+tfF56H5XCZUIXcSyOUt5wmYO90ZizAVfZJBNP/Et6B/93OeF8f2xigxO0xYjL6AdEYoqNG/L8ZiDFGEQF0B5kJaRu1ycSyV7aLFO4kEfXHfGCZv7aOPc5yYdrsViMLVsICPwjT4Mmo12kLWdjX3RR+TSEWpbAAAQAElEQVQP+UI3kcmUK5dDBiyusnaAjrgUvEMRgJPCoMg/X1SOWdI223Y96Ap1UvfQdKQt6MymiNu3htpc39eWYWdjaB/uIG3EyOMbZXKz2VPKi1EzGrPkEXUcHow1tB0Z7BzmJkOb1i0249twuGmZTVrYn4QOe7sj5x0Vm3Nw1PB7IuQf2Z1YJwpdZtlHdMWNiTYT4EOFjFWqq0pV3ps+lTKPmgO6Upa6ptbdielE/fi94Dxy29g98AanQerZMD9Ou2k7uWH9IjyBe3+UGw1Bb+qjftppmryvIMiVF0cIDWHcK3eOvkQVAoi/ASx7d3tGGrig/+gSGx1tm947tg/wvLVx6B/9xb5AA/qBDLV9iHhj29RdkT4Hzens3PO42sM6gThR59T2cmp+Ho0nor0RY4zpjj0AB3gAzjwjz+RoIng0Na8oS5+oJ6tu2p/TxLTAzhR7G2pD0sgD3gmUExoGzOYyxXxgarmgrQmbV9jOM+6AD7hhT6HlwPqc9te6s216pj5ZpomjY0P7iCOPuwV31+8+u7lyRgm66+OjgNndyOQsZQmZS16aT8g/Ngo7hI7Mwf59pt0ttF3oGwb2l/ZdB3VRJ3Zk0sxzH1/vupZOUiCS12H7Cd/R+6qSqioEkCZ53UN3OcJpDZAPs3Vk+4Nt2m/HUPMd+7l9a1+MA1voP3Z1cyh0v8jFofIDIh4bsAWsiRw28+GRbd0Iv9b2D1s7sbxMbA/xa7BtWCRjYQwjgXgBsGnABtCn7ZZzk0ROEHYoQ0b1BBxhHBpYxAmUgantIjQY2VaiQ/vWpaKPB55bHxZ6Wv+g667pTtgC9w8Erg+9busZ2D+hzf3+oX2Qca5dMPZMbP8ZDwqR3Y+7nU3fTHLRP3gyMT/h78HeUdZ3AN/Nc8aQ8Wia9od+Z3WUz8jiZcZQeZzgiqORXdZxWLNYO7ecG/Cev7Sis15bOuN71nF4xjoP4518gE/KlIndhk5+6Gdpp8gi7cxl2Q+MvsC/Zv5jH5kxOfXQfYoI082wiJFxXbx92uLusuj/1H7EXBY8h8FvQM4GHjMGd8oyMuk05PJe0LfPQfmD/VH6xxP7Q7SjbNBUigVw9Jk6m74hR1WlIjOWn8pQ0kJ3hjxrgWfhcvIB3dDv9PNtb+AHNMd327YdJw6d2QQQu4/OHlmn8QlPaqbbDFfYQEQUvJzUnska27ip7TuyQLv4kYwJtNE3z/HDczzxOLLlOQbziw3mSMw1AKeRzlhDPuwWZYcej6iLOiceo5CF1D3rj0+jEAafDiJC0dAqIpzYnM4IjtPEcZbzLWwXG7lTP+2AY84Zjd+2567cY6dpG9+Yfk0ti63RWqy+aeUNwXGemX93UM4ZqQd/nw3jRp4TQHtglLbzKGWevvJBiiPzY4J9drvgTr81R0AK8zp5/6bzgTJPDOgSodDxAU0Aq7DxA0eD25q4XXAEj8TR8+WhZYi1lr71k3k9MgSvmO/CN3g22D05tkwtD7QWxtNNu+3F1nlydyCXWWaVn6lssDfVyGMn87c9j2P4rtvm06bnIqwH3fYaH/JEGrgh6/vMtRvZGUFbr8/DR8bhSUtT9/VYntyWiUG7tB8RCtMs6duGDZ0rhxF+bqAHlHHR5O/UdVI/9KO9sXkMDaFlQusPOR90p7wJw5nRN71EeRoR8mlw2OLmcBHfMI7gPk/zfRsndOEUJfBGzg5su6EtNNwyXbexEZsH6Z8MkpYjr1uM8yNc5J+Yt0UelVVRJ0CbAPGA7+AV5ImSL9QcoXAsfKUvjuYJPsg6tEI/8Vf62A/PQVmzZP3yttcwWdcBx50NcDzI9bVhy2/TnPLJA8vyxLQGqBea0wY8K237Co4G8K4Zvw3Ew2kRfg4YT8pQljqoizqT124DfR3b34XX2Iwh+mK6Je6mI7iC88b1PW1YXtEd5JgxEjuDnQZn5CcZk9TwJQzP0NnSbwLNrJPYPuYN++bdnu0Hdr8FxqgE8/+ED4wfYZpCvwTfU3bf66zQfuR6qR8eQbqIUEQQfaqBLgDKrtheeSzAfk2si9g47CO2DxvIvA3bjKxtWF+2PL6SxjiMTO5ZNqE5ckdZaIa9OmEfPV6i43OgvYaCYSTQD/RkDrYxlQHfN8I5DJndigOe8ANc4c2ENSfbQmS+hWzfvDty+sQ2mjLIi5vKahYvpeqmDW5ow8BchvL0ad86SF8Zm+g7NNiw7uF3YEtI53nKjvMe+0KTXLObGEfwnZq+U9uQxMc0OYFHY+OgAf2ubTsAaJMAbmGNNm4tHaHD1HVS98T1Htmvoe+t7Uhb7Dl1n7HWso0/gr0A79vgb2A+jm7gb/O7PrZnMplqZh5BL5oVEd37MErkdgZiDnwaVVEW3CtHMqxCbUg/23gbklaZ7+29nD/HbdNvZJuIfiNv6PWOfSvWZsF94LE88ff6OfzKzbxNF8oqGd8gRBAyXpF4RDg0qDnICm+mpuXUdgUZznY9J6V+xrXS9nC+xr1pfdj0OIdNbuNbTttyGrKCDg1Mf8Yf+FHwm5YxHhlIkuXFeEnGiEtChO/CUYMfyLem80zIJjhOwNFyPrJPA+/2sX2mBbZs237NVjP2DmwPoR02bew59RTa0Fmd7qD9xRIRoeRVNKH5lTy8RxgVPmSlGtn23LZyPmQZP+DQ/B3a7qJD0HjbuCOrOx6vk8e7B4IHSUOPy/R9aj7BL6hnFASBIoyLIeNyHPB9REiOywdtIheE1IF+pt5AR8sQ/ik8Szq6ffDABsJTcNmzzWN9CnsD7uihq82TZoC8Wby4eZ8lBYQN2b5lYOJ+IGvggP7Bz5FljjGNOGnZlvWA9ia2aXxQjHZPsNENQ9M5WJcqw7E9CdM+RBp5wvRPUDmoC5ySpsYr5cxOysTyMkHW3P4IeTOvDvHlk1aH9u0O8jc6eIbMbyF7Xu/jvm95HDof+E/cz6nroo3S4gNcIWIDESGfyj64L/QJ4J4+Zuj0NuTZIkSEoCG0h9bgiY6js9kP9wH5Qx7hOfqF/I0tf8kH9wUaQTeF++L6IkIRIV8U/EVGFREJ4jDvbcndtgRNaB/6tDgMrK/gQNuEBQ7U0nLk9ud0zLqo1OA2fFU0F2jAR1X4/6VzF1d0/vJqroOd8RoYa2L8X9XySk+9pVrkjUqqEsJhgTD9KkNEgHL5Ldq83/c4x0cI8U9zQ3fLRNpdywk0hSYuoflx4maealz9gLoBJ1MWWYPGh/5NlPXAA9uFoeEAOXI7U8tRRKjCjlSVqgaiwdOPFOHnvl9y35bXlvIDZGfPL+f/ceX/cnkNcO3sUv6fU4//aXJehY6PRboep3axJ5wCsLCFU6NKwabQLEdai7wFeW4PG5vopPIUGTFw3xQ7Dpx+fNPEXH9ECF0Daj4aZ/tMHFmuLINh/XMWnZBFdce7mgKWG/qPXCBWyBtjKHYQ34WxY+S1Kcbkke3j2MCYgh0lD3kpQx0A94QJrpt6kb/asljbL1tartV+yKJn+0kaMhqNfIoCejRH6Z+vRhjc8YnacREfmrGYcRFfbMPzUT6Sycep+EhVfjjz2kDlA72DXB/Bb9v0OI4Pt22/JMH3GXLvOHXhs5N3XufrA1FnguvMj2E5pD3ybLY+vutgvZePdPW9vjDw7xX4sO3Y2I5b+IvwZw77R8KXYExjDMW3Zdzve66A37lj/xcfZNPziA3P02j3Nms+XuvGv+L/KWiL+uH51D4hfAVstWS2GsLQ8Cma8BkMLCp252dvAe54yWjbbQpZxJziSF7fvRfToSGL6WdyNPcQifSJfVzsyJHXUrAryC9yi7wyTypw6HXTUQI6On/meVLqgucAA0Pf+lFke7/8L8CtPaGHO57L4+P2rTv4ldgy2sxx10jMQKbhUBFjp4Cn0xzMnzJ+LtmXw6/FxwPw8Vbs/6U9w5bVldKOoRkUbupw8HScEMAQBjo+NX9aG8kaHL44PMJmjjyfhW/wsNiFhS5S3rcBHRwunsGNL9CpfS9jebUWsLRSizSeUTS0eEBQYDHtyYpDN3BHVhjTCLmPCPmUQu/wYQR8FjwidXLq+Q76wDgPbxkz0DF0ivnqIpB2J6B3jJvoGOMKYyFjHSHpjFXIDvpNO+idTIyIcFBACpWj8JerVVPKPBJ0rOw79Ow7rKz1hN6tnbtjfqVyRAke/tUVw9PaeCx5XrsMrPbsyxRYMm49+zjgKkFb98IneuRb2foZypnJ7iB+FHo09Nxz6PU1xnHWQKDT1LrHfLXoFiVK2e7aUaCjQEeBjgIdBToKdBToKNBR4FFQ4G//7b+tiNDy8rJeeOEFvfjii/qKr/iK3BCYjYu/93u/NzdwvXr1qq5fv67Dw0PdvHnzvlB52jKxkR8fCjkt3rdu3dKNGzdOW6zL/wRRgA1J/9Af+kOnxogNtP/P//k/py73NBfgo313bl459W/8fKDrH/7Df6iPfOQjaU++6Iu+SN/zPd/TfaDraWZ2h/tTQwE+NvDt3/7t+THNdwJpPtr5dV/3dfrX//pf5wau2Mb19XX90A/9kL7pm74pP6YQ4QW2dwK5h9QmHxV7SFV11TxCCvR6vVPXDm/39vZOXe6dKgC+p22bTe5PW6bL//go8CA8fXzYPbyWOv28Oy2fJf28ew+71MdBgclk4t99n9zfE/v9vl5++eXHQYp5G/zG+t3f/d36ru/6rnna44y8973vFR/f+mf/7J+JNQNoMBgM9OM//uP6W3/rb+lzPudzVNf140Spa+sJosAXf/EXi49mnAalH/3RHxUydL9lPvWpT+lnfuZn7jd7ruN8wzd8w33n7zJ2FHiYFHj++ef1r/7Vv9KlS5ceuFrWJv/u3/27+cHDB66kK9hRoKPAU0EBbAW/QZwWWdZ+jo6OTlvsqcmPLf3CL/zCU+OL3/zf/tt/O3W5rsC7mwIPu/fo9ed+7uc+ULX8ZvlABbtCHQWeQQpUz2Cfui51FOgo0FGgo8AzTAH+f6SqK+ULWsu18oWsZe5rL55X+RJZRMinfwBRAc38d0wUnkklj5pj5t9KmOjwsiMvkO5uHIiXpW9c7ev6Kzt6/fe29eqntnT1k5u6+rtbeu3T27r28nY+W7+6K14cv319IDbG4qW4nY1hbqbMi3TUxwuvvATGC3gTNjiZzIybG23af6cCXtSbsCnPwZF4OY2X1HhBcI5nblhh7EA1HOY5j/jOD8rpeDkjQlUd4oNbvES3cmZJZ84t5cYxZy8slw9gmXflJTo91iMqJV7LK3XisWbcVtZ64kW/nnEC59q4R4SFx6hZMNw9R+48/TyTSuhsyU9e6Csv/Jmee+N8QX9k2kLjqWlZKm2upagsinpYB3iksBtpeEu9vFS51Pb33LJ5YTi/otzMxvcra0upR8kP99vnMUquZ16fK0d2kQ9eGN22jG/fspxvHwoZz35atsvLwrQsUVe5OC6p7bK641mnwGPrX0QoqlAVDsO6ZZlFBtHDlNXdQyGrbILBZhxpp2/siY0xklRfrQAAEABJREFUsNNsMEA+8ueGfxZ4V+XxJAxVAroB0E4KsdtRc7g5677bnRqsIyTzmLyVxyqA8apm84Ce6wOwMVWIPBFBkYSmeGnC6eW5FBHKeNXEQ/c8eBTkA3zDuDbxeDMeTcVGtmwSwqYJt6/3c4MS6AItSGNzuv3+WOgytoxGIkJhXCvjXLs/tUPuI/yUi0PwLgA1ZHwbaMpVLgMNKpcnTjH5ADcHJ08/9KnK+FdZvhJlsGPc08LU/clNC4ZHgn+8mM4L6Rseg5O/63vm70DJ3/6h2MwAexgRiqa1iDbWJDziIKK0hw1lw5Xh3ig3JNzvj1Q2wfD9YCRkEV7Rx0TJ5Xyqgh7Q0TSsgaVKbKRQOS3BtIoobRReSIw59Bu5btMy1MM5aC3B7frMSqfTqdAlaN72EZljE4HiD42zj0fjSW5iCT8r496jPwtQ92rV1hWeRdDKzHoGyKHBeuq7bDOZ6jw+TacoAF1cb0SUnB5/2XSPjQoGuwe2CfuWkb3cSGSbzXIMyP/Q4/ZoNBE0i6Bd5RFxHM8EX0gCSvtKeuM74e+xASR2Z+vmntAxfEQ2GsI/hBZs8kpe5AE9CONag7N5W2UYou+VG4iIbEILB2W49aPMR1mAsuE6onIZP/RJNpG/QN760j4PUWYOWU6i3NQ0Gx9OBE3AGX3auuX+WL/oC7q2fXtfg+0DHViex4dHyftWdiNoQ4/8cDPZRhvmjS/YvdHBJPUMG8FGS8ggvi7pyGnS3/109uxzSwdomfJnGaxNz7oXplOlSPogUzJNj8Fi39zPMtTdjnBiQjT1qIRNnRHhBECu2OATfXXgOtEUx5wn5cJlWhzBs+hPrZ7HmUWojX9l/Fu8w1VYIbI+5IE4SccQpkOobaOqbH/dFnUQd0Hr7VSt/cV+sXkVcr11c19lY+dD0/zQ/u+RkAloTDsRrls+wtCdj54CpnNEKMw/ABnFLqMDm7ZLN1/b1fUrO3rN89urntte+eSGXgU+xTx3Abhvgfkvc2GHzIGpY9N19bcOPA84tG0fK217o1OPvpPv3hYai1BsRd7Aa6ny+IHe9zyeEtYeS/EV6tq67GcRhWboP4BulpRyzcdksvGZHM2swxPhO+7tjsTaCOsc8P2G10auv7yTayGve03ktd/byjgydYN1EcvXrWsDj397Hmv3td2MsYOdA+G3Ma4Uf2eSH0NhvHGTRiIUlVRZbquqcjzSJkWU0DfOs3jOMEtNwmK8SXqHg8j2Q5GhL3TSgJ4MPW7id2x4TnLztb71cdc03PEak/XPOvdqA1cdXv3dTZV7r0Vx/yBgPX/VcOUTG1nX6+YZ/Fp32xs3Bukz53zeY/nE83nGcqMqkI8I+UyQj2hAImYxdEbKjLzmMdwfiXE2+WsfAt+r8NeC6lM+5nVl8bw41aefp1w6SmogB5Zb1mhWVnu5hnH+0qrOGdgoivWcys+dvZzz8kSM150CXnI92mtpOuXSZBEbPZf+Gx8n+HFpv41HuW1I2dw8HUHhY+kAfTw6mgr/IP1g6/qWfcZbr+9atnf0utdNX/PYUWTQ8mxZvAogy5ZvZBxZf5V7oE379Kau295sWE/wN5GxSbuBVkOmiJDP5u5dHsRC/5ExC1zyxvMufIADz3PQ8/3B2OP2KAF+MSdB5yleW6cS7EPOxw/rIvp4J51TX90OrVI2wRfyVi5T1Yw9leQ0+WBemjJiPPAd+AACG6/esh266bHjxpVdrXv9HX4z72DsafGbeExyFapcXeW6a9dd34lj0w6qPysXK55LGUdwB8CFMFxHuK/UFeGCAPTyOsPYtgsbPdg5FJtPMg8izvi1b9xTDm0nnV0RLqtQBm7qnieZ86HzEoayTEQIXKqIXM8ijAidPFyY0/1wIJ5GhCKgb6ilRe2xH56lD0C8mReQDq0q9zeqShEhDuoqxspk8o2rJ9kQziO5elVVGNwOoWmedYTnQuS3v8d8Ch4NvCbMWL/p+cD27T3teI7I/GtgW4AfwVggH+F6IkLymaC7H5mFPH6M3KQcm+aso+wPDnPOseE5KWtazEk3PI6xHrRjf2NgvvFxC3DD/51ZFqgv+2KZoQ9FNkPgowglyIf75ewmiE8TJGXcyZnFuGc51wE9W7qWeWIo63VGn6U619WWVzYRiihQEVaOV3KaQceHix3fPKKYmy81uzHoO7HcT/y7ELIPP9E9dBRgvseYnvR0vpN9Uum3ZateCs1p4vsKqCr3LyQ1MkN7SdeGvmoOZznGaSb4PbWtH3sNE7vVt3xt3dpX8tx83/CYAGwxD/FaBPqadswyCf+oqzJ9k18NHtxHJfHMV3EYFSNCzJA4hMhXUyblvbJ+lbQs5zxtgSwrjsg6w3VTNiHLhojzEJrRJ3Aces2vb5w3jfttNmi27JaP6+xp2/oz8DN4MLG80wbQtqnQ03kY72P6uTfuFDShj8gWH83DXkCT1m+4+uktXbE/cMIv8P3VO4Dnr3oOe8X+Lb4Evi3jyrZtEL9bYQtoB9oVmQwlLk8nJaXw6Q5EBNE04fSPj2mw2SjjFOMn+gEdbje6gn2EJsU+MmefijVPc0NWlZTVtGtz2Xf9fhDh0KCFw+xz2ZngIcnhSzhvlXJvncFGegzK+nIdLQTtwzoS4dw+5cPmwFfOUEQD5AHa++C51AS625H1Zhn3xshBD3wNZIv+Mi6ga7mGaXrge2zbniBzad+8ZogNBJ9wS+htbTrU2R+nuG9GR+IStNECJSQ5jUeUC5erDPS9asv7uXwYNa6GhdMFI0KUnUNTjnv5mNruYjvozyJ/c67t30A2bBM3bU+2N/bF5rwj9we7HlEaXry6ukd+Ns1KtsfwYuS5JX7A0P7T0PNfbCB0H/p+5LkjY0vKkguGaV27//gyjCdJQ6f5kYCCPLLnGOQ3UUmfg/NCtyxnPkTKhSngc+oxhfb4eDg6gk6gI/if2A180NvX+rl2wRyd32mgecFPbj9Uuc4asIyDY4V8V5XC7TqD5HbUHMaS4ajcNekRoYiQixgcd7mopMqhnPvI/jofsYHPjAUD+1AFDnONFToiC1PLhBXQJZSHqyyhIsNHcaFm2gEqLm5kYt88/QbzFZ4O/Ptr3z4YYxxxxu+x+c8HB5xdEaEK/to+tL5qbVrW0LQKhWkhDvMVmShgysBr0g0RzpcghctAu8p1EpcPZH8Cr90usoYfs2V9R0cI0fv+lulpXAt/J5AycVO4Ap/hEHD0Tc4QeRKMd4TvjY8DgUtESD61eLgfPkuKn2UWXxblCrmHNr3Gh29D0qEVeUv9pRquSSfrm8k2lwnSZQQiQkkj41ZXlSgPvSrfMwZM7Gugo/AKuYM+W/ZF8K9Y/xuYn0PPG4vsTfMjVDQSEfIpSe8I4FOhm4n7/jjntOjsntctwRl5ZPwv+jKVvVCF+0zf0d2kK7JnHa4tP9DDmUpfTMik6ZxZJTlCAriEeU4Z6mvLUwZ6jj2PpG1wABdo2t8cCvri3438myP56ANlXC1VioMmkWHi8DzXwM4v69yFFZ05bzi3pPZ/mfhfH9pWyEqSpyM+uXdACvURpS3apG18BfgNLkPTjhBdGI+ORB5woizlgHl13MyhpEIPgGTsUuHJJP+vgA8MUDfyQzgyXdDNmQUoy1AFQGHAyCKT4Cp36rj/Kzrb9H/t7LJWzxxvFh/mqasTNDPbFtFWdzw9FFgUgznWmZgXJzn06YgsGgnIUEQowiA5NMhx38sHsjTxWIl/PPZ88sgw8VyX8WjqBQLWaZ0tz8hruSCfdwpSRKhinLLN4H9R0T3WqHsey8o6QKWwLEYEGKg7OgpYEJIISISaG2zr1GP1xD7Kkf29kf0UxgpsMuNG2l8/tynUvQ7q4FlEKMcfj2E9+wspl8u1kE3i2E9kVk3b2Mk75VoP85i6duM+Qec8xu3bL2TsYz7K/8Twu9ONV3d0vYF1r/3een2g257H4I8zL2v/p2Bg/2y/f+jflUZqxyrGEMYp6AUwhxi6jT2vqzC29u0v47tTx/atoaiTum+7DX5vW/dvlDde3c3fFq6/su3f3rbzNwr+55vfKnIeYNzIC76UZX6F38j8ecvrCsSBTc+5bnv95tbrfa9d7+qGf1un/LWmXkLSbrpN8mw6L/OOXJdg7uOxkLFyajlo+XmCFVHumqDcdNeOAvdJAWwM8sWcFx1Bn5C/Ta+BII/rV3cstwbrA3oIoBvoZ8Id8oyO8Jv/VX7792963N+w/qIj6EV/68C6Ok6/b+J54awYm8TWZkpA3mDY7KilzBPPRKUdW1nrpZ976fkzuvSeM+IjtGfs+5Ley3HW8xePsRRxFQIWmiH5yYUoqIX8FyU+se6PbAewa0PbBOb+I6/fjG07J56XTW1Hs48uIwgIlKJ5Lc8yWi7U6zw+VZtOveVKfIgLnxkgThrPyFPqLEXvl47RZA9FE+sCKAA1oGlEiHkh5EEH8T2ZBzEX5H/nGJPQP9ad0Ll1/+7Zws2M71ovDdZLxpPr/h382ss7x+PU723n/3DxDN3jd8qhx7+5zHj8BZeqkoyKLyoHujYHIsrnleUEH2H+Mbxzy+L/Lc5fXNX8/y2cR640ykV3HA/lNiJU15V6jR+DrOLHEPI/H8TTnwEX+XAXTsq/sQvJ1SRgX4p+HanVL3yHsf0t7OLEugV/mCPcr+yrOzoKdBToKNBRoKNAR4GOAh0FOgo8IAX4aMZpi3784x8/bZGnIj+bxD/I5rPQsN/vPxV97JC8NwW+9Eu/9N4P3+TJT/3UT+ng4OBNcjxbj37t135Nm5ubb9qpqX/X4gNdfPCPzTGXl5fzQ398oOdNCz74w65kR4F3LQVYZ+JjA9/7vd/7SGlw9uxZ/YE/8Af01//6X88Pb/38z/+8bt++LfT9ypUr+pEf+RH9nb/zd/QFX/AFWl1dfaS4vN3KP//zP//UVezs7Jy6TFfg8VPgfe97n86cOXOqho+Ojvxbjhd0T1Xqncv8ILL40Y9+9J1D+F3Wcmdf7s3wTj/vTptOP+9Oly71dBR49dVXT/WhntPV/s7kxma8HZ/yx37sx/Qd3/EdjxR5Pqj3sY99TN/8zd8sPrz10z/907p27ZrwLW7evJkf3/pH/+gfiQ8jnDt37pHi8i6r/Knv7gc+8AH9hb/wF07Vj1/6pV/Sb/3Wb913mZ/7uZ97y7Wbxcr++B//4/r9v//3LyZ18Y4Cj5UC2Mrv/M7vfFttXr9+XaxFPsic6W013BXuKNBR4LFSgDXKD37wg6duk3XMZ/l3nIjQ13zN15yaLhT42Z/9WXW/3UCJDt4pCkSEPvMzP/OBmv/t3/7tByrXFeoo8CxSoHr2OtX1qKNAR4GOAh0FnmUKRES+2JabpyxX+ZI5L2txX/UqVXWoch4pJM3yB/18QYvf9QGncmaWzMOdczoTm3eMx1PxEiQvb/Nxj/VXd3XtlV2x2fTVT23mBsZXmxdPX395R7wAxwurN1/rz18g37q1nxtE8vazsn0AABAASURBVBI4G6/w0h0vfx0eHokX8Sa8VDmdGbfS9jt5pc+8iDY6OMp+8xIfuI4PJ/7RYqoJeAKmHRQtdLsTYz+EfgaeVPYual6iMz+Wl2utrvW0dm5ZZy+uiA1UVs8sacnpVUWNeqxHRAhZ4WU+8Fg9u6QV47e82kucauPMZgbOlnhll9w9i5KFxEmg3EDmcbzNQ8gLfYWek3zhj00DRuY7myxAa9ewwHcX9kmaFmRRb/MAD/4hLDcWcf21daLt7xnz4cx588Hh2fPLOnNuKfuf/DDPIlzAJyiUbs+ML+AUJ7CRavmgyaHazQjYaGs4GGvUyMwUeTGE+5QQUoQv6o6OAo+AAhatiFBgTyJSXnlpHVvLhia56cDtoe3znnIDxmajDzYXYzOCvZ3D1NW5jlrOqauyPhR7EKqsQ2HAZoXbCZXDWW0XZtkmOgc4IeU9IkR+6gCwO/VSLeJVWxcVtZCVqRxOc3HXo6wjKjkeDehNj4gmn/F0AeOm3FALeqTuur/b0OPaQDdf3zVdBrlJyZbT0OX9wUiMB9iytHshlX6E6l4IunAfrt9NKcRh5G14sv8OSYkIkQ+ooSVA+SznUj61cGTZmMnFDJFA2QpaUTbDgLwCN/jFZgVsugIfN24MxGaKhJvrpU87G/ti/B3bBmOXqNsVczYtu74m9uiCyPZoG9JM7GNAX8aG3Cyu/SDX7kj7tqMHHouPxhOBL50NIxYRhZYNDSqPUylPDmvTpnJ6JF2VB7RkvKEOQtotMMvnydcSe3vXgpzkMMIXSal7o4l40Z0+7g8OhY4hW4PtQw0tXzxjswDyuojAHb1IX26pEn3rOazdL2SA+sG87YM1TtkHEsUhsigiRF0A5QCF8oAmE9Me/wa/bHthI51tfLaNofoNfmOPZeQPl43gklUoIgyag/JwmsMw8CI//cKHpI0dt7F5c19skpA+onWOtqADtGHMnLBRifsBrpV5WbvPQN6j9wCVu/7sM+EcZsYlRF7KAMgC90C4rDOIA9oRAu5GJhOSL8FtV4ZAjgxym8gPOLKJ0mD7IDdW33J/0LFbtqP0a9t2g76yiR958X9m0ynNiPqlUAn1SI/FNtq+Il/43dgANqnAr09c9+yvWM+widiSltdJB/cdOqBjdepXqISVavOGPAqVww1RNsE+zwyY+ZHT38grp/sMFw5CI5y0bkPzqtz7ofNwnddBnZkgObvCeStwMYBTja54bEFnFiHT3Yc2L+VE464YFJX4znKMyHtJ4ecJC21UlovabYVpQz5oxmZ2bCqyZ7sFbdk8fPPWnnasR8gKNEfXRrYFE895KOeqs4EM1R2PhQImdkQIuUVOR8Oj/IDe5vqesEnMX/koDxuZX/nEhq580vNcwPPdq3x4y/DqAlwlPT+SsiXmwNSxeXNPzHf3G9tebMCC0IrDiAgg3sHDogB6BaVn1mnqjIjkdY3OWvfTHjhMG+awqipFmA8uRFmKtWXlIxTK0wHPp9ZdxkN0eXHj6nWvebD+wSZzbMTFxlyvfXo7N7S7/sqOkCtk49b1vjbsj23ZNmzbNiAnA4+z+D7DvZEOD8ZizJxMpuk7YIxAr7KtqRqbQzx8HxHyqZAUkVcdH+6QOwPOx2lPSKxFlRCUjCq+AnYRP6C/NUwfHHrdeHXHerWt/GiR9e5qA686fLXVPULft8/uN6R8Ah8saHScj/HBx5uv7YpxnTES2z2yzwx++ADYDVAvJCcm01/l8C3pEQHrct3o0P7T0GMsfgNzjnFbFzy2a+DuSy4nlxGhypHpJZrXvPdz+F/VlZDllbUlnfHaRW4QlR/kWtbSSk9VVak9shwXw8wywdk+e+whOFgo0zdYGG+TWEbMj49Rcl+Pb56OGCyUmVhCu+XuI3KDTmMz+vYbt+xf33y9n+ul19g87NNbuZb66oIcXk2Z3izpC/GrlnN04arXXa9d2dGGx62+7cfI/ttkMjMZTUHTNyLk06g0od6dR9DtvDjShKZQ0gldZmweHUxyzWPo+ebQY3YL2KKxdXdiPYWY6Fxd4/ca8DEZP3wfUSo22d3I8Uk78ztnIVtgt23Ha0Nl4J582BRwwU70kRH7EHxQCTlZty3CDqZNMr93Ng6ajcuPNDJ+U/BzQ9RVGZ/aeGEb8HfbNuT2naWcbtCScoe2hRI/XyrjeAzKdPmgHdprcWSDyYFxHewUfKDbyHLIuqgrd7lSpxR6s8PoHD92Vp+KCIMKGB/6lhCSWpD1qwEH5cYPI0LkzT6YxrVp0s6hS1irpU9tWjG3qZwPiJBrkOsyhYxY8pRLC34UEYowGC/K1K6/przvI8JllWP3eDQV80Dowzx3yzzdsu7nuL+w+fyR1zdcrcA3bLapwrWQ9AbgGYkRJQdyM7HeY2NGHlfwI3Y3h2Lsmn+QxGtB2Iltz78HXu/CDtEmNjj5ZLyrpg/0peARqsAFUDlMDuuNDI7ZrkESnkSE8xpMgxowTaEz8pf0dVrlNsJ1qaDtZl2HykESz6LJQ1i5TkI5FBnIelyEu0cKNEsD0Be5R6axBWxynDTeOvD6yEGup7F+Az2xJyYLxRQRos8ANJgDtDB9oHNU4XzKI9sxQX0mfQlNpHyWl5B8+pnp70am5jkf1Wl1EbnauLGXfM/Q6xFbXptAR4e2a+SlDPVGhCrjkbwy38ExEpdwG6E8yHgnvf2IfJXLlP6EqCcW+CqOthx1+D4iFBGinQS3TR3h0MnZJ3CDvvQHn7j0Z+C1IvoEDERaP+X3KP0q6G0tTTKFmmMeae6f9MD4+pQJpAxl/pp+6CY6zcci+YgQfmjOUfEbPJ9g/H8Vf8G+AT7sVYdX7RssAumZ5xObuvLxDV11nusuy7rwtteCB7uHXpcci3GHtmv40coBCcblaTvDVESmIvsBLWdpi9FP9BTdZU0Ge8jvH/yuveH52IbH1e1m7a61jylf5gV11ci86VM5RIZJq5B7YIFIiDy6XMDt88wIRYQq41R7zR/duZt95LmzuQcqBanMURIyPaSIULge8gIRpElyqLscEaGIUOZVmZNM7C+kPzocpx+x7XnohscI5IJwk3HKYwV6mHMfj+nIIormqhS0735UwAI9IuQW5MNEM+6FBrNMiwhlOcpSxgAtEq8IZSYaUDlcXKTlIx4byFslD0K1y1MfRaZeX0WGD5v+oCsb5inrsWwIv4FdNH/h+57X5xgnXUSlblfsU0C56HEctA19oCt2j3Fl6Pk/tnrf9nq/P9bQc8aRfVPGHuhBGWgA3XrN+ibxME14dhLvmUkzW0gKkSciVDl/QlXl/4c4SRwTjylFRw5z3RJ7Aw3xP5kT44PiU2zZh2GOvu/fasiPbtGXsC5U5m9t3uTYj4/seEV7odK+fBgt8gO+Oz7bPISuJwzUBxAnY+HzkeV2lONv33OfQcJBjsX8BoZsYz/JbyJkIIUiQo/0oHpDRKjFd2pdG1l/4CX0Qv4G9pf76TcfFh7bh584X8vj2vSq7SPwfwjYCYB76Bjhut0J8h4DBHXiHWdEFP66PspCR/mANhP/zoLcIW/gAk/h97b1Hj0hDVtZbOHUY/TM9JOy9dB9HW4+80WEIgzmpwNBmwjfJ2SWcpkVs1duyjUiBN5VVanQJQQ9kH82yO4hYw30rBOV6VbVVZaJcBtynSYUstYCMuGm/ETGq4FGdgudXN40i8BezjTxmt/IeniwP9LA9oP1/U2v323av8LWIH/wFl1A9lgjlA8X55ptOPLYT/rb4p7y57kteCKDAHFsJh/hmdqnBMGISNrVpmMPujqsoSf0gH8G+YB+JquJ65Mbp4VB8pUzIRTOX7ksPAnzkDKJk2WeD5jtGyf0ATrueN1vzz5JmXcfJd3RH8o01SoPEgzhG2RhZa2nM+dW8v+p+D8e/r9qLf+Xif+tMi89TkWYl87/Zmeh10zoBbxMm7x/lGsD4ETayHiDPzqEHCVkpeEr4GDxbJOa9qHzxL+7jj1Xo76D/XHagKHpcGD7Tzr1U0VEKMLgmzCY0qmH4JntOw0+lf4vZ/9ZC6Tv/D/XympPPXTCPIBF/A9Ulk2kSXEF3fnUUsCiIeSiQDRxh6F5PGPha0IoAij3iEHKo+0bNoA54sRrEfgbjEdT+wOsyyMz4nBZgjdCkSUeo+s9242llTrXoXvLlWWwUm07UmEHnMmnuqOjQEuBUIhTHBYl5A37NrVPxP8g59hr3x57jP09Gs+E/478tvAGmXI9VEd6ZfuH/CGXveVa+FXL/o2E30kYP3hOPupqilH0IUNkffQNnZtat/AVsPvpT3i+kh8hYa336m5+vIqPVeF732z+L23Dc5gt+974Z8zNBjsj4aMxhrLOyFjCeL4YHngOMcz5xCh9F3wVylLHln09fBjmR/j1N722sE7b/s0Nf/+a1wru/NAJ6wf8lkk+8GV+gN8IXgDrnPiQi3XfvNbPD6gwf7j+yrauu97XX972b6M7+eGx9av9/F9E+gdeA/tY9KHweprzdw/3Sb97XQp17/W0S+8ocFJC0ENszNHRxL+5HwkdST/U62Ib1sWb1rn1V3eVYPlERltA/oHrfo4sp47wO97vbeW7Efz/yGv+TQ8ZX7c+oSPoBXMqdHVk329q25YyfafB8b1P+3n29hzxWVhnA1Xbj122r8t7A5fes6bL7z0jfvc9e25Z+IDYNewcPjd100dsGhXM6+HmCYUwXkCOBe4vfZh4njqyz43tx5bhM49Mv7HTWj8FYjm7opLCFQC6x+HHTZ4Q/kjP/jF+Mj4zQJw0nkVEyatynIaGLloKRQm6qylgWkCXCj55TPatbftU+J78XwTz0f7mgbY8r+YjlDfmemc9tB6hSwX6WvezG067cWU3x5NrHleu/d6O+N+bhE9vZzq6xwcvmf+2MoPey41HhCIMBbVUFXjcgpOl8Glcmb8iF8gHc6zzl1Z0zrB2lv+3qFOWIjPrkR3hmivj0mv862X7MO3HuAiX8LXxs50n3An0x0WyX4SgR+guK4LalHPskXUJ+gDwgfsjzwNYx5jaT8GOuDqKdtBRoKPAE0+BDsGOAh0FOgp0FOgo8PRSgM2DT4s9H+Q5Ojo6bbGnIj8boj/33HOnwhVabG1tnapMl/nJowAfkXnhhRdOjdgv//Iv6+WXXz51uaexALL+kz/5k6dGfeofEw4PD8Vmmacu3BXoKNBR4E0p8Cg+NvDhD39Y3/Zt36Yf/uEf1ic/+Unx4cnBYKDf+I3f0Pd///fnh7f+9J/+03r++efna11viuQz8PB4095noDPPcBd6vZ7quj5VD69evaq9vb1TlXmnMoPn66+/furmocupC3UFHhsF3i32BTns9PONYgVd3pjapXQUOB0FJpOJgNOVeny5+UgVtu40LV68eFHLy8unKTLP+yu/8iv6G3/jb4h56DzxbUb4QNg3fuM36vu+7/vyo0j9fl+j0Ugf//jH9YM/+IPiw1tf/uVfrs/4jM84tS/yNlHrij+jZ2YrAAAQAElEQVSFFIgIff3Xf71OMwYgb3z07X66y/zttGs3X/u1X6tz3Yfj7oe8XZ5HSAE+8n3aj9XdiQ4fo/ue7/ke8b82dz47/f2zVQKbc9q1Wej4MMfTZ4uiXW/eKQpEhNbW1t6p5p/odvm45oN8rOwTn/iEfv3Xf/2J7luH3LNPgQsXLjwzndze3ha/p5ymQy+99FLnj5+GYF3eu1Kgumtql9hRoKNAR4GOAm9NgS7HO0OBUL4IxuZHS82L5ktLtbiv2fyAF7MMIMfLWWyuUN7OeuPrVZ4nCsjnfkx+XsriBVJeGL99fU+8AMcLqGxafPVTW3r1k1t67Xc3xcun135vO1+AW7+6q3xR+9pAG3e8QL63e1g+srF/pNHBUb6Ix0uVvPSV7YLoOwgs4tBnNsEb7o3yJd18ATQ30Z8JPJt9a4xlJCTNHGtPk65Em0hEJI/al+h4cXbt3LLOXVjR2QvLWjmzpJ55Fw2f9BgP2qx7ldiYYOVMT7mJy9qSllfqxKnu1eIFwEjc3CGfugujQhyhIDAgOwD0YtMBeM3LtPmSPXw/muaPT9B7Xl8WzotreLgnuAAyhjX9Nb3pK3w4Y17wguVZ84N7+AM/KuuPWecSLU7ufDlz0RTcJ0ez3NBwb+dQ27eHhv3cJAzZGR0eaUI/84VG5RERWV/kXbksxktKd+0o8IAUsDD5lMXM4JhP5J7NdY7GU8vqkbDBbMDIRoW89Hz7+kAbNwb5EnTZ6HmU+SbOzwZOYBIRQh8YUwDixS7I7UhcrBqpyrQnG0leegbEYTzIn+WsV+ggY1RuhuL7qqqy/rCdiQiFy5T68uq7kJMNx6GLiPxO9BnOc5eTZENEqDL4FDhNrJO8BI5tH1h3t27tiw8l3Hy9L+ixeXMvdZmNSxj/RocT2/6p6GAoVFWGGpwB4gZX7lPtAR0SSAiJZ8AxDcI/hLu86wpAxwe2ZX6XZUOlTYemFzyo3X64nHxMJ1Ox+XP7QRg2NWGTFDb0hrcbN/ZU+jRM/jO+4QuAD5DIuZ6Myw06/qhO2ogIRYTJOcuNdaHvcG+cGyryUv4cBkUW6dvUMpVDj4tFhOg7NElZ6oVKaHravpNeVXIbKofFiPLwPqsxY1oaO1ryPMRrhPEzUGWRtYlGwyOVPo41sB/ERsn9nYPsMy/Bo5/gaKKoMl/pT2+5Um1/Dt8BXSGNZxFBNtGHxN/9I56JbtRPRecjwkG4Pqmy3ITrjQhxUA7fCx1ox6+UkVt7Kfvbtz2WbRm/wdiydaTEzUUpHuEIlSQsxp3AbUIkfmPrztC+1MB9RS63XP9tyyO6xoa46F5/+yBpQ17GTPoCrsg5eM+hwT8U4hSH++6GfBJxAo+cjzLQq60jmv5TjpwJEMFFOCNC0LaFmjoa8CNxQIPxyHy0XIIzdnTT/dl0f25f66cdhW4D2xT8nTE+ABsb2N4guxEhn64qDI/3pKvIIr7YnvHf3RrmpqvgOvQ9NgEZTPpj6oxeRBSamHZ1bVkErF/EK4eV78M0inB/TFCf5oOl0OXh4RzkNMOdp0tJXFzepyJCpT4nZ70Ow2kqB/VDxwxJCsmnIkJVdYwfupI6k7pTq9eGxrluIKjf4MJUabxnBuPpysFb7eG6yVs5bws19HA93JNtaj9w7DkCm8GyQRa6veUxZevmvnY3hvYJDz3vGeXGjmPrA3xwS6LtEEe5Ensq4WlA2iQ2KyG5grHB/ITPyH3f+rrpMR+bxEZkbOjy6qc2deUTm57jGhy/2nywh/Sr3J8Az4N9f+3l7fyo19b6vpABxrHD4djz3Emxn3M6RcEjSMgLkQ4eGgVQ4lJZRKhKfQ31PJ+trbf1UqUeYV0JHXYW5WEj6ZIZnV/MnogwvyKTJva1Rh4D2CAKX5qNZPGv+FgKsnPt5R2xERdrIq83m3KRvv7qjpCvsun5XuNv74vNgvoeG9l0f2gfiPE4bYTnjvgrRkly02F5BVcgIpSh5ViORziDRFRSiVMO0BN2RINfg3JiZ8tr2zsT4w80wO9m7ejma33deHVX16xXV393Kz8ogP4BRQdL2lWvQZX7zcxz//Gtot/otoFy6H7y67Vdj+d7yZ/9/qHGB5Myn59OE1fRD3ci5MOhryJJ7cEDCxM+FmMu/QLYhBh/l75O7RdggxiAqKJAqISuyOXhIXkIGTMi/NyywBjEuMZ6BWsY5y+t6tzFVbGpGOs3yLwUFFE5TGUqcZ3l/h24uu3Sl4ILceaYhIman78DWD3kJkNmkcpFaffxqdI/2B9rsH1o3d9LW4CcIdvYiqteS33VMjgH1lcNVw3I+xyQdQNlrl/ZtowONLD9GNnXnNo24aMmGUPypLegkQj5/t14Rul0S4IZymYCIW9T6x8foYV26CZz/WMYF3/Nth6aUh6dAmrGjgaKHaYRQLYNbo/KAdryrfwofAnrbUSIMtRD6FsXUsrJkecKzBvwHTbtj7BJKmvprKnf8PhBuOm1GuZRe82mpTlWuB/yQX3YhZr5cDvGOV55nAg/P3GaBsf3YeykCIfgaAC/nDM5TXnMEsex5Yz5wsBzNuYQfcvzwP4TYyHpI+yk147QaYpGuM7ICt78sohPUyYiCk4h00yOH4N80AYkJkxyOy3PkPOHoVLtMX7OL2iSc4FK2M4e9/CRPIbK/Q6DFDqud5Y8bev3Ez8NkXcO+BeUNxhliiat5vw0fbY8n4anzA93NvYF7aAbcwbyUSjcdkQoIiQBuusRcfwMvKbW+zLOTHI9AZ9k07+9MCdlPQv/hHs2Bd0z35Ax1r+QaxqICFXzPpQ4fYsGH/l5sseXlta0m4SReCzyUkdlGtTQtKUtcafxPCEa3F1XW15OItnNKfMgr0CEfIojsxN5jGDOCx9sav1atOHIOj7K7tahmEvP12/MB/InbUKiL4UmIfxNoG7o0aaTJ5w3++dLGQ8tfl6ogtaOiSPCmXwSp42JcWJMwW71rYNbnm/iM8HrDdsI1lhI65vf5CHvzGVa3JJP5kuLB/yu3EZEKLIRXzJzg4ET/UjgS5m0MZSvKkVEgksgxgQu5M44FgmhqgqFgbJAbXkjVMh55fXVmdgQfuj1JnDe8tx5w7850peNXKO2z+w+Ynf4HenoaCLo06DoSpRViYM6CZ8CSFQjr6IDhWpy35T+JvMBbD2/waLDjAfXr+z4N9fNY9/Vc89X7SdcdXgn4E9c4cPShqvOwybfrAvv+Pcq1v2g5cRzDdquqkqVeRTR4KP7PJ6UbEYb1CMC10f0qejK1GuYU2Fr0d0dr8kwjjIXm9tHj7fY5oF9KeZ297KPrdwmnRpaRbhhFZ6lTHr9y9ME0baTxWPyI+9VXSltwAn7GIpKmU+hPFo54Iak8CWa9irflLgUwQPd/fAjGcgPkBWc4Df2AN4PPDbteDzCXuBvbHgtEznbvjUUMoc/NPJvtlPbNvdQciWlL+4HfWn0OCJ4pPZAL4G8D+UzZ1Hl/DVgv6R2eeqKKhQ6PublSHKhiBD5KpcDsjxxl8NGT23XGENbXdkxf+kH/bmNDfFYuGl7wnotczn6A5+ioXmcaD30uA76mbzwmiCyie0bei0WgO7Ybdancq7o8UCmQ7jPlen2xjWM4PEx6osCJD/zkwiHLl/qCEHL4J50KW0wtNm3b7ljmUAOWKNfv9oXNoe5ODqDbWbsK+tbRwK/pKfrST6Zt4x1ALJOWmnHjYSBUQL8EriQFoo4CRX8AT9DZYBetMUcGj1mnBhYXwscirVXZJpxZGp5BSfRFtU/JnAP5v2gyYnXhkfw13M/8APvgXUucffvQEP/NsJz1pDJD53gby/91FqEjLXwKsE0IR/dQpehScYzsVxMxjkOWZ9pR1niCtk3LWML7SJnzDfgKfze8hiL/0ga4w46BT2zHVfs01W4ktKUfMOpex2Z39kjQj4FDhGOG6dwXyIcN1C+lQTiBXgmka9G35F7A3LVw36aRvy/U88hUKdvFUJWIuvW/OD3TkC2zSkXbWPhNowLZaBRG9ZuJ5xOvyeezzDvwW9mzGTNDnolrWxrWL/bt98CrbCr+GbwJMJ1ByjkhchjBfqLvow8Z0Mv0NeUQa9nIYPEGevAeWobCnKV6Qate9AXejZQQX/Tw10im6BLAh3NFF/cTZ5HhHldgPoql0sZdkj2if2NpKd1ApwG9l+ZDzHe5Dqo08GJfDlHoSFX70q5ijroGzc9r+murPbU/g8P4Zmzy1rND3L1xP/FIRcRQfaElvV501xmrhR9Yh5F2/j07UdO4Dv0Yy2fZ+BF3qao2ppLE+1d+9ShH/h0RNa9qX/znmhsm4Btp07q37fdp42R0ye2GWRG/rJyqgRINECOtv2e+bO82P9zy+L/mPj/JtKXzEd4B8MoQ1l31bV05zNFAeQDyE454rOVHaLyDTJIvA3lA5mYWB/xd8ejaY7l3APYBJ6nzDjvW56uHFlD39C7BNvm2jpa255iB4C5XL9lhV2GZ50CYbnkVLmkaULesPsT+3D4HiOPX/xvE7YSu4lsplxKmd9Bnsh1RlzBrHkSEao8dtWWv9qy2DMsrdT5P67Ly7W4r/xceSyMDAvRfPS2LiGjkTUYNTF2TT1BpG/79hsY+zY8R+H3wXX/5rXu37yu86ERA753mcf0tbk+0Nzn8LpOjuH21fcZO+xHMpYD+CEtMIbt+xl5GFvxVfiY7o79lm37eptu97bXi/Dz+b2N9vDz8fev+bfMa/7t7VrzoZOMv7KTc4F1/z4GvrdZm3EdWzl/Hho/YF/UTRrPWbNYv7rrcsCOrvHxFOp1yHoEdZEHXMCLftEPeI3/MrFvkj5bUrC5xB1hc9sFHQXeSIFI/YuIE4+mnlMjX8x5mYchd8gfcngLPbTMIrct8P4DusE94Q3/JnPNa3GtPPPb8Wu/t+W1uS1dbX77Jy86gN4y52NuP+I3Ets2YQzmGIEb4ATbnpR3ngNO4kltG7aytqSzF1d08fkz4qNc/O6Lz7tiH5DxFn+wyn7OsnrqySpcp56Gg44afBrbWa6Bjm3/8Y2He/5NbjjOd0fww+Fd8VGc1QUiwnyOciNCR5szadDEeeKsOS7gH0M75gsAcdIqjwnkIW9TLIMkY17y9j4ucQcm91Hkmc0SkokaEcIPlG/hH7xkvGI+yhxw02MJY8vNE/rXz49woU8toIM5TnlMuuaxCv0DUgethzzb8Ni2s3mQ/1+KH8Fcnt9YjIKiCoMEHglqDoQleTxzcghcc068XGllrSf+3+LcpVWdtx6unVuyL9ET8uLMepRHhLKd2nM+dH0p/ZiemOfxPx/4MzwL9ws8shszx4DGHyo4hqiLJHypseec6BfzUPgw8j26NbGNwkYC5HVN3dlRoKNAR4GOAh0FOgp0FCgU6K4dBR4BBeq6PnWtv/M7v6Pt7e1Tl3saCrz3ve/Vg3yU6WnoW4fjm1OAzc7+5J/8k2+e6S5PNzc39b/+1/+6y5NnL2l9fV2/9Eu/9EAd1ibdAQAAEABJREFUg7bnus2dH4h2XaGOAveiwGuvvabv/M7vzP97uFee+0lfWlrSt3zLt+hnf/Zn8+Nbr7zyitjAmk3i+VDl6urq/VTz1OT5wAc+oDNnzpwKXz6EdPSMfoz0VIR4wjPzsYzLly+fCsv9/X3B31MVeocy83GF69evn6p1ZB26nKpQl/mBKfBQ7csDY/FkFkQOO/08yZtOP0/So7t7cApsbW2JudqD1/BoS4IfY9hpWuFDAqf9aAj1s+k5/vHbXbOqqkp//s//ef3ET/xErn9B3x/6oR/St37rt+oLvuALuo3SIXYHb4sCfDDjj/yRP3KqOv7rf/2vQp/eqtBv/MZv6Od//uffKtv8+XPPPac/+2f/7Py+i3QUeKcowAd2vvu7vzs/bvh2cPgn/+SfiI8zvp06nsWyrO285z3vOVXXGL9v3LhxqjJd5o4Cj4MCrFc+jnYeWxsPqaEXX3xRX/zFX3zq2vgf5x/8wR9Ut/Z5atJ1BToK3JUCrDcfHBzc9dm9Evl/jYi41+MuvaPAfVGguq9cXaaOAh0FOgp0FOgo8IRQAN+nqmK+6WRvqRYfceDFLF7SWlrpqbdUqe6F8iWt0PzId7TmdycjM/lvNhMvYvGyHC9C8rIqL8vxovXmjb386NbN13abl+R4We44fvO1fm44ywdfeJkc4KVUgBfkAF56BbZu7ouXVdkMjZdhd7cOcgN7Ni7iJXJeFBsdHpWNIpoXxJiAncT44dzxovxkMhN95sU0YMTLaaOpJm6bdnMjgDcQb4GwC6iQWtWhulcJPiwt1/ny3spqLV7sW17raWnZ/HGeILMe70GbdV0lDryImjit1OoZT17srS031QJu2X/33aclRM0RTbgYzERe5GdyNC30PDgSG9BAW9Kg9WKJ08TvP+/MeBpby7IRymIRodr8WHIf0ZHVM0s6e35Z5y6u6PzF1XzZcnVtyXyq1evVqui/dcwVlSpcnXxklVPLiuWDTQ/Qj/72odiwiRdLh4OxiuxOvFAwddmmoMtyBheVa0a7S0eBt0mBWJSncGVTpd3EhiGLbH6FjGJnsbubt/bE5mKD3cP8YEhueDIq8oruIvNUaZVR5UtUoQQSXX1EKMcf24miT7XQp7VWny6v6rzh4nNruvieNV1KOOPwjC6/54wuvbcBp+cGA8+v6cJzq1mGjQbOWR/Pui42mV9BJ1d7wjbV1t8Al5CMgt5wOF0GnyceobNsuDXyeAI99nZHGlhnoQH0YGxj/CGd57yofDSeKO1Vo77ZniuOCNH3iFCEoZLvK2Hnlz3urp7ppS1Ju3JpVRfdt0ttP+n7AkCf7LfzsbkC/cU2LTGeu6+tDYqIpi2HTf/lg34xLjFGtX1LXu8cmr8H2tkoG6RsO8RO8eL12DSYHM1yE0bKupo83USGj+MCSZEzaDyyHT0BlkPwAw9oumLer51bFh9OPH95RdDsUtJw7YQsXTaNLzn9ImCaX7DsIYPwIWl7pqdlj78907by2NfyUBwgRPg2YE6/KJVAW/jCxu+MfdB97L4CvPROrp59tFX7AuCHzIPz5feu6bL1A7jkMGHep6Ij0CI3BDBteov9aWUjZHkBwmELvlc5wA3aMy4P90ZC7rEP6MDOxtCyMxQbmOIHTTyOM2YzrgOlhubqTkdQv3KcY5MF8tNH9Ih62RSBOgH0jU2I0L3hYJQbbEysZ8hCW7erU2Q/qNcgQ4TQhdr2hv4u21dZMT/Xzq94/C40ufh8q2tnhBwUWNMly8JFwwXbo/OXVnLMXzu7LORqyb4A9bp6RYSCdoFwPFTSHMoHfTsaT4Ws0jc2L+1vH2j79lDbt4bWNdNtayj0DP8V2pEfHXV1rksF9PiPwu+pxtZ9cG/t/cQ+L9jU1gfszurZJdNzRegNsgjtko6Ww8uWwUuWzbxPXVsTdAXI3+rZqv2qlrY1PlRYNtzILAcVR5oTmqCDldvuWQ/gxYp1gfJsfIFOIOfoxXnbR/iH7gPgdRF8EtaO+Q2eC5C64/sMm7zZD8sDeFMX9SbutjFrxh3ZmtvfuSyEUjbCYULpBDILbYvMHwl/kM2vkIFFwCYXeZgIXXIVUkhzUHc8EgpA47ZiEz0ihMyhk+gCNoi5LRuIMTdlMxg2e2HDJWD91R3Pc3fvAX2xodi657xsKraFT2X9h/9ssoydwOegLTWHm29i0mJc3fEQKGAL43G8pTd8Zh63ZJ+McX/ZY8Zyxntacry2fxXWb5dSluGyUP5OhBij2Dz56GiSY8Bwb+xx81CMb1vtBnfXB2V95PX+PESmkA82vmNTa9ZCbrebha/vaXN9Pz+aSh18vGP79r7w19gcGdnse4wZpJ9+mPPKuWylnzQV9gc7VKysnly5OqGLKug29J7axxgNj8SYyocMW31k/Yg1JTZEYzOmu0KuRe3eQ0ffPP3Gq7tKPb+6m+tWt82/Ta9L4atgv3NzQPwTj5Pwvx3CUnfdH5/uSDmJk04IP6b2sdl4EbsPjO374XNN3FfqSr41FVKu1PLGK3VlNldcOWPlMZXxctmynGOl50lnzi1pxfOkHr6g8zhrqaihb7l5Aq4NPqha9ukJQOmhoQDRDSZ/Vgl/p147xAdkLMAnxL9mnOBDI8eyvWMZ3NW6ZfGu8t2k5yZlHmsYb27bfmAfqBO5mlo+aW8GURdwSER8n2F3MXUQQJseCyA0gzfj0VGuU6Zemo7yM3RsyfrFfBzfFl8Rv/eyfckE+5Kk4Tueb+cU6Tv2xLjC2BOVbItNfJ/ygVxEhKJqIByGH/iEd2Pbc3xz1r/7XgvH9mMLsUXIDWuLzNfAMyLEesjqmZ7Oev0SX/0CPq3xSvyM56Xnz6R/zjP8W+bQ+OU9+9r1HAc3HgafBAmuOyIS94iQI5Ak10JG4Gg7jd+ETwvseS1l6DVPcIOeJrKLuJzKQRUltnA1G9q7NkoJ8kKfem7jauW8xLQF/zInWBbzAfhy4fKa140KlHWmM54LrM3hsucplz1nSZ//ztC0uuS0BOfLOYVpCL0ueL5x7sJKruOsum1wWPJcsfb8MyKyfxFNCC1DcqII5AP7jq3H7g89z4VGjCcAvGWtuKzFTPxbixfrWiK47L3PUrubtQAr+YHup8z0D/3byYF9kWH+poIfwVyb9mj/kM0sPf4gO2xKOG/DVUaEoHmEwwVAhuEDc6Fl+0vQgXnZ2YvLKrRfTdqjB5egXwOXk65ndMn3c56Yrhe9vge/4N25u6zvLSGX9slo12gkLSNC78hhftgMmDczr5NNk9a5cblpiJyP/JsGtAQ39B35wFacvbCsC15nuOi1CPTvErQA0EeAOLCgmxcsw+eTHiuCxuW3odp2xFBXShIYn6n9hjHrD24b33Ngn5C1lPQb8Vk2h5aBQ7Fuw/PRwSTXgLEtLp71hPwX0hv4bRlGtpFx+sI6ALp23rYN/C6af+gHPM0+ZV/WCo/97IJ5i42hTPbB61LURZ0RoYgFcFu+lVOMSIpy0hnbMRpOcgNN5lB9r88yxtE/fOLUG8v5wd5R+t/o19Tjq3xEJZU69dQd4C2FCTGznS2AbI2btRpsxY7nldCBDbQZ/9/UH7Yvix/R+rbXmzksZbe9VtX3fGLoNT98EtoJtx0tT0I+8uLw6TnnGBOBoBZ4+jZqaMg4Rb+RJ/x7aEl8sHOgIWOXx7SRdZsyb2UfBb3cBnYK+WYcZn6J3GMfz91pH20Hi96spb5cRv8b/WntIyE6dsG24wJjj8d0dIkxD78e+7vE78Uef2g3IkADTJSH+5thc/FTP/NNE+ExaxH0sYwXI9uKg1yzhBZAjhe2KUU2juY+EXbQNSmbdH0RoSIvDkOOS+CEX7Fsn2nVPgl0OOvxE1t/wevwl6CBbR624zL9b+Cin12w7SBf9tfrjyuN7egxFri/kbIZbr+BvHe7QmVmwr7Bt5H9OPoGr+ErthHfadtzcz5C1/dvIkPP2Ue2n9ga1j5P8Nr1Pa6TOV36CLbpzBHx/cAJHmHTwohAT2gJHZEL5OOS6XjZsgMQJw36nUNevH654vXTJfwUjxuVfaigIsD1EYT858SINuRBQMgc4xjboFHrg7b02/aaBPoztN3ALoE79SP38O2cx4nz5iX4XEr8zgr8ANLOe4w763kq4wqyTN8q45i8NQopYxZSo6UCcRw2tp02oQ8ynH6VeZm8tszuG/hwA8/ga9bnek+c4TvAwSM5m7rBn/qn02nSdGy7MrIdGjmEz+PR1D7FTOgMtEDH4V/LY3h7+X1nlGHS8owYey+YvhdsH6D1Gf/usWq/dMn6hv8R6IQBotH+MYSTGlCAlqDN1PMccGF9I8da6wb8Zc6BXSQ+tN8KztMcY2e49Vn+fi8RIfBKG+l1iWX7kMgna+zYhzOWh7P2l/B9LtjmXbCMXLAtwCak3FjWsRfEoQVyBdwZX7zneZaxT4LcXTC9zhugL3QuNKuF/IEXPIgIRRhMvwiHCe6l5RH7MDWt0E3sxtBjReqGfZOBacbYzD3zcJ5jh1zS9ekE6DEfaV8avIv8TdKeI3v0BZuZ+muesHYEfaATNIN+Rf7WBO3xYy/anz1vHqHD8A+9XzJP69bG3NE/k9D9j2OoMDEz8dvHnJ7WCX4vYc0vfVbLGx/cG3ksRjbBczqdKVx31udwBiDADsG/ZxzSX7UuwFt+EwVH5GvFaWkLGUda3mZtxqWVZip0XQTTRl/THhs3cMHeMe/GzmBzwGtqnBoUXPL4TBwTWacROpAzJi9cN/1Bn7Cx1E19hwdjjTwekT6xbz91vhY16hP4ghwgcScO5LZnfwB9oq/oUsq31wDb8bNu+k1+o2FUTH/fEHfQnU8TBZCnBopcGPn2PqO+8VkEhIgTfSavfUmds6+BnPHBuYP9kYYeP1mDGDp+sI8cToTskxeZBVzFidNV5X0bcgM+KY/WReQRHcSmrNgPxOanHGInUgcpcQc0sn1Hanf7LqEA8pNdRagMyB0yiL1k7Dr02hW2EtvL+MrY1drILLdwSVHKi0S9yCXyx1xiyfayZ994yT4TIelVVQltcbMMCgX08A5wyNqMU+nXVNj5kceXocc71jT4/7ONG3v+HdBwc09bhp2NfTF/GXh+im+RugodGCsMY5eHHqxJQacj/yaJbzwHjyW0k8/tb47xPQ0jrwkx/vAbIjoPDoxvtAMuOxvD/F8WcOBDYawZ8Lvl4m+Y7W+ZpN++3tdt437bv5tt3Bg4bnCc+9vX+srfOJrfQonn75/Ox/9/M6fIOaf9KMZXcAJP+gD/4TM0S/pxgVEA8Q46CtwHBeb6d0deZAv9QB/QA3x45j7oIrLLb87IfAvI/E3LM/cZ9+9wmcfhun9/znjKueX/2kC8J7Gda22H2vecgbkp+jrxGLxouxBncEzw+IhPi13CPq3Yl8s1Zc/t0zf33Ih5IL45PjprszxnzYUylctTD11Ne0bkqYKwLTa4E+DPPJ71buwVAK+gYbEP01wznjnNYlEAABAASURBVDXEdJHS0yjB3a9+6IwRIWjV8+8NjAWrpjNAnDSeRZS8MkZ6s8PZShYiHj6w81P/NsPcy7+VgTfytW9bv+ffyQa2dX2vv2JrE4g/TPDvhtTL/1fS3hDZ83xqZNt/NJ5o4rn8CZv6Zn17yM9akkbKaST/8Deh0bA/9nh34LFvX4wR61f7WrdupV6lfu3O73nGb+E3yWNgnXudPNY/ym54PGI9s791qKHpzpjCeDL1vK0RF4FLdq+JEADoH8DcdsVrafixrLegfwmsc1kfmW+t+nnPPgXyknU9youRA6/ix9T5jsqy5+5Lb/Bnihx6sleEsekwqQm+uKpMnVhG0aecD9i3GOFXWGbxJyZHs+QPemiRVnd0FOgo0FGgo0BHgY4CHQU6CnQUeJQU+PzP//xTV//JT35SH//4x09d7mkowMaUfJTracD1UeL4bqy71+vpa77max6o6//5P/9nsUHpAxV+igr9wi/8gq5cuXJqjCNCX/IlX3Lqcl2BjgIdBe5NAdYY+WjW2xmPL1y4oO///u/Xzs6OfuAHfkBf+qVfKsbBe7f68J9sb2+LDyc8/JrvXSMfQDltP19++WX1+/17V9o9eSIocO7cOfGBzdMgc/v2bV27du00Rd6xvLu7u+JDoKdBAD0/7UeQTlN/l/ckBTr7cpIei3edfi5So8Q7/Sx06K5vnwJs9n3z5s0HruhRF/z0pz/tn05P94vng6xV0Y8f//Ef18/+7M8SfSBYWloSH3Lho0d8/OirvuqrdPHixQeq60ELHRwc6NatWw9avCv3lFAAufqmb/qmU2H7q7/6qwLeqtBP//RPazQavVW2+fMv//IvV/dhkzk5usg7TIGPfOQj4qNcEfHAmDAufvu3f3uudTxwJc9oQca5Z7RrXbc6CnQUMAX4jesbvuEbHDv9yYdof/M3f/P0BbsSHQU6CjwUCvDRzNP+ZvEgDXdlnm0KVM9297redRToKNBRoKPAs0eBUIShivJRrqUqX9JiEwRe0gR4oYwXtniJi5e5Ike7EG9j8Q8zAHG1hx+FQpzykZunTGe5eRAvdvPiFi9v97cPcyMvNrrixerb1/fyxWteVF1/ra/1q7u6cWVX11/Z0fWXd3Tt97b12qe3dfVTW3r1k1u68olNw4aufNzwiQ294vDVT27q9U9vudyOeAlv48ZetsELjLzQyEt15YXC2al/MHFX3vJ0re7nNF+Wp63FFxh5mY8XeAutyo81Jn1T56wk+86U81XiWZgv0Bza95ZrJZhH+eJsXYmX+MJ5IkISoMd6RITArzZOyAgfcustV+r5vu6FEj/nCXBzl30qj3kk78olSsA1X+BzHmRrOpmKl/t46W88OsqPU00ns+Qf+cjfwkIVbdLbD8FjXstM7o4hDEqdQT/OXFjRhefWNN9w6MKy2NiHDYd6S3XSQT7oDwCzqYd4vtB4OBGbRfDiJ7qx17xwi9wO2bzs4Ei83Eh+wFXlGfNrieVtd+ko8AAUQB7nxWY274aJdW98eKQDy+Bg50Bs7sHmFwCbbpSXlccaW37RxUhbJOtGKOOV5BvND9dJPmQYIL3uVR5zeqkv5y6uik0C3vsZ5/XChy/qg599WR/6nMt68aOX9dJHn2ug3H/oIw4NL33E6Z9b4EXnedH3lPngZ13UCy9d0Hs+cF7Pvf9s6icbt6GXSyu1KttPKfTmR/PcSPu0Dk6FTR8OxvnBnP72gWlSoL91kGmMM4wxqePQo4pCC6oKLm2Ls7Rh3JEcEcLOg9+5iyu69N4zes9nnNP7P3ReH/jMi3qRvn7u83qJvtLPhEKDF02fD/n5B9zn933wvC6/96zOX1rR2tllLa/21LM9dvVmqo7B0TxD4lmAa0acxXyC9zle74812B1pe2MoNqREBga7h9rfG9tmmfejicjrIq5I5XCdJfKIrzRqxuBjMLbysnwrV3SFMYgX3s9eMD3fs6bnXzgr6PMZli1kBLq9aHl50bRMOWrj0NhA+oufc0kf/KxLyYP3v3hBl98HbVdN2yUtMSabtoyBavpsdPR2D3Bv66A/877ZjyKd57S55LF27dyyLj63pucbWaFvH/zsS5aX54qsuB+LMvMh9/GD1iv6hH48n7rh/pxbsh7WKSuM2/KRbbtDPn23cBoBi4scWFh8Gi/GZDZGQP4Zv7APwMBj2dCygo2YHFlWjiz3zk9tlJ9DlSn2n2Ye7ydig4V97I5lDXuDn8gG4X37jUM2SDigrmm+8J8ljRB4z+VYQbJ1zPi5A/SFpNp6v7TSS3tzFj17zxm917T7jA9fOLY31qUXoRtysRC+6PRCt4t6/4cuaE67s0tashxk29kP+UjhdFjOiJDPhMSTG2c5Oppaj47EZkJ921jsCHTbvr2vnY0DsQkHNgfZbmpqgnAIOHjMZ9E3N2r8qzqsB5VW1npig4mUResZugKtPmhZbHUNG36CrqYtOtamv2hb/8KHL+q9Hzyn56xnFy4XuVxa7pluIfTArFQBN24UIkLoOTZu2XadOcu5CyvWiVVdxoYal/fZhiZ/rccfdBvw8SW3/ZLt6YczPKkraRPMa/Il2L6mrUh5uHyHXhUb/CHnx/6+1/b3kts9d8m4Wy5aHxDZ0D2OsMyE5TfCfXTnctN021V0AN1hs1M+pjDweDO0Toz9DHl2dkX+yVd1xyOnANRW0hraI4hz/bVN6tvWYat2rLt8MGXz5p42b+5r61aBtGFNfKtNv70n0lPfczP8AzEHwI6ObOOY+0zth9GWuuPRUsAmxernAcNnRqTK9q3ncR4/At9s1T7VmvV61YDN4xl58Pew0QxtTdF74xqyDKHrUqvro+FRfigLXe9bzxkDkBvkh/UR1jLYKOjW6wOxodd8jeTVXV2/sqNrr2zr2svbej3XSbZyneTq7255zWTLaQavnVz3WkpZFxlo5/ZQrT0Z2cdHjtOumwbKIxRpk3wThifojCgIlWuDmIkO/bGNbMpX6HgoNkjb2djXVuqkw1b/Mtyb6ya0PjWg37eoY896vid0esft0Cbj+J59lwP7PiPm7+Np+ipzGjfIN0F2YjFuAVGRqakm9hGYU4xZ/2BDLN9PWQOxsDEOkE9ZINSQRieOOU+Vz8PjDT5IjS9kH3IZf8jj98qa/RjLOuPpXetRdzxSCsQba7dYC15P7TfjX7NOhE84sB+MT7Ao25uWR8adVo4ZV7YybV9tGiHpAGPVnud21In+oz+0hzzNUZlH3ojbuzKl0aWZiYTuJaCH00KNOtczajE+MI+//N61k3NO+4kv2p/8sH3Pl+x74l9+wH7pCx++aL/3vOf9a/lxLMabntcO0dHURbebbSWD3JbvYQ3PAPQZ5SYP9mJsHxG7jg+Z4PGFORiyVFn/GbfA8YJ9bNZHXvDcFv/1Q/bX8cOLT/68wBX/HT/+hQ9fFHPo88+tirGQOlizqDxOGCO7KEbKdCGeAbdGEvwA0kEfHPBrwBHchraR2Eps9uFwnGu85FNTlnL3gszHhbbI5IbAp27GbWwac+RzF1d18fk1z9/PlHUV9/eFD18UtP+Q5/gvwZOPPWffvlljSf4Qf17MWV6075/g+fOJ0OnQ6qWPkve5E2tUzDVeyDWoc7rsOQGb0bPRNPYWHHWXw+gL4HlFxP1i3pM89Tobm3Iy/x14bAGGXotK/R1NleswyCL0CGU9cqjmoLoCoajsfzgdHjDP7m8NtW2fYMfrPO0H3PpsRmjepNy4XoXLJchR4k0oDiPqgKZbcFalPngNavVML+X6ktdh3uP59gsvFdp/0LRHB14yHV80tOGHoHMDpAE8/5D1B34Vebyg97K+l3PFtZx/rjYb6Fce24ykEvTOHegjupA0sY3gnjhp8AAdXzVtmDtfsC5edl+Yr6Yueq5Kf190n9FDZBQ6YDdaeDFpdFkf+sgly/LFtDXPuQ7qos4Vj+s9r00gT9j33JzUa3qsNwzsZ/Y3DwTPk/eef+x7PEh/xf4FVIOHCZYX6lA4FXDASV9aoD9L9iXQtwu2EfTlPR84pxesA/AM/tEPwuyH+U28gPvgdakXLBfIx+UFfaHObBsRa0HNAS4GntN+ix84TdwH+kJfy1g51I772/dabd99x+ak7tg3o7aIUETIF4Oe0sP4NzSC39hZaDBseN7HbzCfGf+3mIPexT/ARziGPW3aV94kn+eq0DHtju3CIfNTjzO0A7Ggf4Tb9ymAxKcKjLTPRNkh/Rq5f/jwA6/N0Xd8e/QF4H7oeT/2ERudXbeeRCVVvvGpiFC4QsCBx0i79RZO7AD32Efke9V2q12nLjpzMdedU2+s/62+EL5ovflQo/fEX2LscdpLBsbuD9lufOCzL+qFD18U61HPve+MLj63lvaXMZ/2Ko+PIGb0QCMBsckIl0Q4L0aYBNkPneYHWQ68BjXwWgd6BA3QKcaMvmmEnCFz1EXdUYUSQorwRe3hHD7LXYg/aLFiOuA3XbL+v+czzur9L57XZ7S/f9BP+0z086UML+tF0+ZFj90fcojNfJ/X3y67v4y1ZzxXz98/erXAQXc7IhRhaPGUx0Xb6anXXMYeUxlvsRPwe8fzSOwlfcemsEYz9tx56vlYa89dlZQXPZYDOUpgfHaL9BN7D49Xzy3pwuU1Lfp3jJsvfs5zxU8xDV+0HH3I8kL6Cx+2f2eaX3QZ1jiWvZ7aSx/U9AmJPvpaTvOOJLoaEaoqudumndPRhfRXTL//n713j7Fku+7616rzfvQ53T3dMz3v+7B9HftnCAhjDBLCMkYRsmRiGRkLCysokRACJAQKIggHIhEQiD8AK0GEh2JhQaIkEJHIkUNkIBjLCTE3fl4/7vvOe3qme/p9us85v+9nVdXp0z0z987pmZ7pubeqa529a9d+rLX2WmuvvatrVw+fRT7dhvwU+IVsUE9J4zNjU6tTs+lYg5+y8EHV1+ATfRz+2Kwh4+DJMz3keUay0dLaPToDjqVMloMPoVtCFTwENjp8FEsjw5iPM6fig1J8jIt+Rn63hXNf/Z/WR25VpOIik4vDB7WVNyJyAk9sEXzlViJZLWtMr8uvQlfgx3GtmZ9U/516YtrOjPlUoSf4stgGwRn1NT4vefEzZuYbRh21esnw5UuqW+deOyXyc3zMzeBDEv0tPkvu4BXPCnuaY2ys9GxVdmBZfiSwKn9iS/2PPLD2Qd/b2OHm6ZXa0JnGxzK5kEFWypJDcGxIp6fU9/jys/Jz5uRL8qzh5BMdPb+ZzmiXfEu2zwnyedY5eKBr5Oqs+HBWNmMEsh1nBfEMUPfIc568KkPeM7qX6kdHz5PbRtvIbcifnk2UNOeDJyBPfxHmQLq7G3RAKv3IXLunsZMPKm1o/FgTj/DFVuXTb2pcRSaRPXeVE+R1PYoQPALUzwiFCwn0rSz5Q3+RnRnpI3qJTCF/4dMHfzPdFU/h9enw7+DhlGGj8REben5Zkc+YqJ/hXQ5q5o6nu5tOC34qx0A+HvxEoxGQAAAQAElEQVTa0hobepzCdqylInesm5FHWVXOTT+25yBJbdN+KaMJnLAv0MaHquqjdbGSJbI1rjKIaOC6pzJdSIjhV/Sz/ErwWpftW5G/uSLfi/7uCVdwIt9QFamIGXWOwOPSdJCHuvqs/6g+bBPlmTNjq/BfSetrDBrIZpEXvFTUAk8ieRvE3cxFLzJLHzIXRY6hGVobmovwzKoS64CJQS8VgSO4RN3xY8XxmHLAzYW5m/sYSCY8sTTNTKGlh/qacacvPdvW2jP2aVW+H7b95rWNmDvi/61orWBN9guZZE0hl0PkRuKX1jX2q2pHV+5uNJjIjuKvIYf4LUBrqmbVsTmsu/IaoLGHSmgAsOJ4q3IglQbLpEJyIf8dmR1IZrGLyOOWxlt8UeJ92ckQmbygZQeJGWDrYryTXiSlxHJ7WZYfUpFtrMg3JiQdvYli+qGcgqzCBxCM4Ui90IT/AB38LzXzkBWNK0t67gSwpo9+MuYwFqZjg0YZFXZ3zUvNwJfxLgWuXWkCB3QdoeKiXVHzLEzzp+l5fJfpQ80Ph/G/Oz3xGl9/Xb4NPg1ri9gL1hxYR+BDQ9f54NbFVYvnma+t2FU+hiK4IoiPpBCSfnHF4qNdl1dt8cpqPMegrhWt4WBvRjSqrzEHbmaun8CPsRrcASXqtOIoODARByRLt+WXLpHGh3aZz/a0BoAcprq4qXX0dYvn9ch4DpLf64JFXS9eWouPzpHnhmR68cqa3RDwrG5Za/D8j+WK/MX4PxDNB6gfOxZjKn44jQvcPWTdzI0DPcUeYZtq8llbU1XDx+b/1JjrMU86rvUR5kysCeTzmJrG1xL/r++qJQN0SZYUE6jEjGDFJj0fbn5POeFqFVAQ44B8Y+an2Ez6C/sJP2McED+hNbKLn2kFKnjHU7nS08iKjSlpbOB//6oaDwDipHGPPMputvsDSy0/SHbddCUE6Adc6GfwA1/8/BXZ95tag0VesIW8G8P/clx4ccku8m6MgHdkSJsYVDavY3/I/5XwPg42G5vLuAI+MaaEvR2GfICzSDj0U+wRt8zcPcYx0wGv6NOe5lQbrEuKV0vSIcYX/k/mKmMIcGHFbr9eNT6Qd11jDPkZl5Y0jo7Glkz3qH8wGIjWu+iBGKBT2JjhK7COgizUWxWbmqnZzImWnTgzJejE89NU76rG/YrWcMjv7nbYB00kSWLMc/FdKpp3p2HJsBmVqu7JB3f3QOX1fRnlEdHoEHIK/5mLYquYj7MmGjyTfolxqu8uvNOd4iw4UHCg4EDBgYIDBQcKDhQcKDjwIDiwsLBgjUZjoqp2dnbsS1/60kRlisx350Bx5+hw4P3vf7+hE5Ni9MUvftGeffbZSYs9VvnR+1/6pV86EM7PPPOMvec97zlQ2aJQwYGCA3fmAB824GNad777xql/6S/9JXv11VftL//lvzyxH/DGtd97DjbK3tzcvPcCDyDn7OysTU9PT1QTH2U4yh+6mIiYN3FmfNoTJ05MRCHj28svT/6xyYkaeUCZX3jhBbty5cpEtSHvnU5nojJF5oNzAH4X9uXO/Cv083a+IC+Fft7Olzd7ymHR9+1vf/uwqr7ver/5zW9OXMdBPg60uLho//Jf/suJ28oLfPCDHzTG2k9/+tP2KHVze3vbVldXc7SK8E3MgT/1p/7URPMS/geBj84R3o0ty8vL9hu/8Rt3u33H9I985CNWLpfveK9ILDjwKDjw0Y9+1D71qU/dV9O//du/bT/zMz9jr6cv99XAY1r4IOPr9773vceU2gLtNzMH+v3+m5m8+6Ltfe97n73zne+cuA7WaP/Df/gPhd2cmHNFgYIDt3Pg4sWLhk7dfufuKa1Wq/DJ786e4s49ciC5x3xFtoIDBQcKDhQcKDhwJDjgwoJ3r5LELSm5nKHEeEmrVi9bo1UxNo+sNcpKK1m8sKl87m6mkzcLh7xjJRju33FB9z3NFBMcXszq7wxiMy82oeHFVTbyWlrcjBeseRl18fKqXb+4YvEC3asrdvkVYDndbPrFZbvwguD5m/ba92/aq9+7YXyQ66XnbhjwssKA794wPtrFS4lXXluxxUurtnR9w3iRkBfEe1t9i5freCFfeNsDPuDH+Avz272daA/aBwNxSW3GQpnCtGlPA34pTCiIVPE5AUqJjV6gqyZWrqTXeX+QR9kybtvDPYRoksuNcIuX+iqlFMey8NQ9ZAvkgmT9jJG5i6unUd1OI/wqIy/T9vtD29lRv/X68eGf/vYgNh4VO8m1X/Ii7TB+9uAmfN3dymU39KOVvfjMi5a8gNmaqlmjVTX0iP6CB5SHHhAmHjgq0s/0AvncWN2OD3PEJgZLm6ncxkuhfSPfqLzKwdMchEpUV/wUHDgIB1L5kVBnhREvk4INZCexmRuSQWwoNhtYvrFhwIpkdF332LgQu+bu5glg5q4QMB0K9Zue6LUaID8JJdmJaq0kfanExnAz843Y9IzNvU4/xQZrM8aGaGfZ4Osds+nmfLHBl+Jvm9E1MGuxgdrbZ42N1U4/NWNsOrdwvmts2MvmX93ZusUmahrXKtWSYbf2oCVkhJZ+0zPueRonHXzRwe3NHcs3JYIXvLxNCKwu94yNGRhjKJmokhzEEE6zvE4qtd3D3Q07z+ZY7em6sckZG3MeP9sJWuDBaENe0c+mcUDwBT4I2JCSjdGgt92tB0+rtbLlL3wPZXxGoH4wHaDjiRs2yhOLA1oZr2IDpvVtW2MDJo2jS9fX4wMHXG+sitaNnRjT4QtlorAq9JzISDjcH8igbfDFPnKNb+JqtiTZqrExRacam+ixmTgbUyBbbEyY8m/Wzoqf8JHrPSB5g++nJIcnn5g2ys6eaNrUTN1i47JaYmHfNc550Jx1ahaI3XbQQ+KQFlVd0IYuEkIrN+gv5LjJppuS7aBNsrJwvmvgC97jtJwVLdBI+pmnpyMPmx8fW2hbJ9uAs4KsaPxORA9tpLyMmPw4QhOVotQVCkF3RUzcBkeN09saoxnHGL+wDwB2A33pbe2ELwQd9JNKqaSZu1sicFddOqExNo2Wno3bnZvX1uXLrduqbA7p1BdyJztlOuAHeBNmVSmVUxIv/HK+4TdVZW/qzXLYg+m5ZtibhfNdYyPBM0/LnkiXzgHBs1k7pxBenn3bbPAN+UEW4HnKu6rkoGR52+aiTm1adgQ+SnN3cwcsaOY2/gwbK7EZPbSxGQubKqW6thH+ALTCM3c305n92MM8kIUU4OdQw8MwxBuay5IZfJ3mVMViAxjJ1IlzHTv5ZNewxfAU/uX2C33jehRm/CVf8JZN1qVn1MXmbPQXpNO+Gk6ZG/z14HlsgiG/mM3cmLewkWJ3tmGzx5vp5vtnpox6+UDYGY0NZ+lb6XyMGe84lo4dCsEpxXFmZBPQGfLT98hEjjNlAcpwL3CXjZg/3baZ+WaMZXWNNWF/hRsybmNHyj0z6HJ30WERZ9PSvsZdNrXobWzbxlrP2HhqRXK/Iju8wXireUzwQuXMzQKsOB4KB3J+i/f0wc5239j4c31lK2wTmxPy8cqbV9ftxpV1Y5OlG4pjv/bCmnHNJmV8LIhweXE96qAuPiqE3lN/X7aVtoI+2o/I2M+d0sZuF9HJOMBYgb3FwJU0/2acrcmPaGhOh32pS6/rzYrVWBvRvBf7gzmiTAAFA+7U7m5n0af0Lf7zVjbesQkXuh5ypDHv5tU1ydFarGVcv7QSm9OlGwvdMjZmuvzKstZIbhlrHhe0TvJavkYS6yTpeglpF15YUp6lWF9ZvLwWYyntrGvOSduMpWwwBu1gLfE2gJ/AOH64czTAHYSAdDiA3QPpSeqD7Mhm9gz68MuXFzfio3c3s49n7YbroYPo4YFBun1DEPqu/lqSn8z4zVi+dqsn+70dH/FlEzB8m5S/SIvB2vQnJcPGjzRpaEPRRFnoYiMs5hbRVxoj0vpUKq1OkTufu7fd4k+8Y9zGF+KjOtV6SbJcsTryLJ8WmffErTgePgfgutNLnraNvNDPffV32Al8As29VpY3NReTXCPbkrlcfm9IBvP4KEQ+Sc9DzeOWBMgpY82W5nF9ravRFoAu0TooOLhw8XjAw8EShcog7L0MOX1E44nmTlXNoxgn8EPxBedPte1U9qEB/El8xnPZxwbwG/FL8U/ZLJH8lKtpvCnjN2oOi67Kyo3mYNFHNJYBukoeqbWBD/YBW9HTmAJsbfblo+yEHQJP8jOmgSNzWTZsPHF2ylgzCX8984/BM/dtT2sOvCCfnrwdzX8ZAyuaR7FmAc0SE+MQK4QqzOHKItndY76jwLiPnQ4cewPhtW2sJTDu8VyAudCOfKqhhNDdzQTuCu3ux6g1RcgKL0oat+FfrVEy5hDt6Zp1jtVtJjbxn4rN8eA5H3mgD85qPnBO85Dw6RUSDyBdAB+YB6Q8YX6QAtcBlFE+ykRdip8JnmkN6mQ6J4DXDfkQ8C2RnAQzYIhgvE/pnwCRLZJsl1998WtHc8Jtrcn0BFu2ofkBfcy4QD76V9VZHGKGqjCLH0sPxT0xc+fjGcNYU4f/6Ti5bsvyQfFfY+6uOccG8w3N65ErN/1RVmMDPHaFqkaVWRwpDWAsCCTcWHti/laXz9Tu1OLjG3MnW3byXEdzQ63vaT6W8n8mPhIC73Jew2+uU/5yXzzXHPy05ujI48lz3Zi7z8y3tIah9T2tu9elN5Vq2QK/wCr/yXFKr3WVRh7C71CyDP/gD2whpFl3N/SwpnGXj2ehV7Oa92IH+LDBGelh8EAhH4s4K9qDF1oLJcSWAGd0Hx6efHJ3jaoz0wi5r6tu2nD1FTgwr0TH0jnllrHesMwYovGBPmcdYkt2Y6DxBhwByo5AOOskWeILF1OAJniObPPcEFmf0fx7XnN57MZprTmlc+vZ6Gfw3w/kIS/rntOaQ1NHQ/qC/FD3ED7mACOFBbi4I5e7oOQ42RSyJ9uHj8uHlJY0TkIj8RXJNvYmxj49g4EK2nBXPW6SdHtMDr8jrrCHtQTsAjxgDQ4by3pczC00/offqn7Hdx35ClzvB+YgAuapyzc3bJWN92UX4B1rdQP5qCCRwLvEzRTaY3cI7304Y0vxu7GB8A1/CfkJfRH/2Gh8Q/Onnuwjy5ChI6Ld3S3i4oW7KuWHUFENjtIb/dJBui5pHEBn6lqPZNzvsh6p8WLhfCfs42nZx9wGnNWYEiA7cFY24CyhIPRK4w/XZ2QL0KPwKWQfj8v3mNGYx1paS/a3rnkr9iCVdSEQJ9JPhFAgfN3cOC0OaZ6S6edtrePu8mPT0KWcL+gU9+AZRKZtuKk6C364RdxGhyolnqWX5Otgr1pdjRPS/znxgU2kc1t47h2MAbIf0JrzIvigcUFjAv4L67Kzorc9UzPsELYVP8DVBjZqHLKmDdxyXEmja+j7sJXZ8w9oxH5gL1fle6+vbulZTzq3w5ehnKsNE+jk8nAB1o0B8gdt0FEql4w5HbaTfsdnO3FuyuDPGckTuO97NQAAEABJREFUMhJyFDycMcYO5GxB8hLPA/Q8Ad4hl/AukS9lOiQFEtyI6Cc/3aA70Y/LNyAV3vXjAzJ9w/ZgJzbkp8SzMekKeJbU16wZh09wrBHjOO1HXwvHc+rj8wLCFNeZwH/+9JRNSzbQlZBl+aCJ6qJd6qXvCLnOQahlUc/CNEjluW+stWEbAexkT+urA+GP/aQu6oySqijCtPjh/tKQ+jdtfygfcCCVUoLSS7IZ9AuyDR9mZDPwGU6e74pH3ehPeAbv8jH2rNa3SaOvkQPyUmYGXnaqRl25L+/uom2o9iKIEVcxIzVA990V06mbgRs+O34DYy12YEn2cVm+JH4G/kafMVaMzOkx1eZOBbbnEIXRrrKaslgqz25sdF7l/5LaVeP5aHeuYbMnWoZ/ceJMx6AnnnvJDmAvofu8aIYHeUha2MqwGbNGvgCuM12IPCF3x+K5z1ndOyMbC99oA5s0LX63pqpWx9eU/CHL7qk/vasgUGIGDe5ungh0ET6Y5to92VHkDr3A54JnPFfl+RnPXaHfEzMVMXd7tMfAbCAInIRMInswLn/TkiH0cuF8N5U/6e9Z8RPeBz/Fw7OMSzEf6qjP2jYr37CjeWRzqmL4dy7+GMKUQS4naZsWPIANal5xxXSaAB0OH0drGFvr2wb/cugpDRvO2gm9kZa1OKiXiKsS2mY+FnMVZCybq6BbzB1rzbJV1M/cT5LE3OlrYZsaXVUzjDRzpekK+5fjhe3Dz+T/BOhj9KMn+wJOypoWCJqN4rugNlRd3EdmyI+OMf5SJ3YKQOcYb+EBbZI3FMg4ogYiqmcYobtbIl6XMhsC7+uaIzT1HBlasanYZdYFd+k1lddJFWIcgVKK83HlAGKRgcTBPDFzXY+DcaijGQNTeR7E/3qgW6t6Drkk284zK+w8vhGyvab1bu6HP6w5gYpLaKjoDiA52pVTMzVvpVJifHSRuTBzP3wX4shnSc+YkVtwNR0UV5BpTrTEZQFvUQ54TrdEIcYOjVfYw/zZSU9rGgA2tI9s5gKUl5MEqujoKo+4uyF3jPFlySBQqZYMwEZiR7lvHHmdd6qI+wcAz8sQUf3oIr7Udqydai2QZwE3N/U8b0OwHvMx9HND6Vt6VsDY0M/WckSKuXu6FqsxALw9Qot04inoWunublwnnobEAcoBxN3dOISa/MBh/I8PYxR2gLEOn4axb5k1JvmEN7WOwAeI+AAKH5fhgy8AzzKv8BGuV29ZhK+tRMi9axdXjfyUW9IzPObgK1q/CX9d87NtxlP8yxiPLWgBvxwCxRRNywLbfzzALttfdXH9GHNgJC9EgJwWCQxjY+ii5C/kfaVnyPqS1hmRVWQ2B95FyOPXL6/GB7sWs/DGldV4xs863JJ0BPleXdoyPhJNvSHfmjPg26FnADINmCQ6DS30Gp+tKvvEmIk/151tGPMk5kgL5+R7n5mKuTb+N/+vzlpLTWtCZT1rSvXZRgftMICn4Sj5aEfcxBGBQtMBz7B/2H3mAoR98ZJ+Y3zgfx7CD1F+nWlZlSOuID3V12nE4j4/rh93txgXxO+q5g1AjAlaj3CPHKZsnBbHWD1xzY/rR+CuH0UZu8LGy2Zva47I/HBVtm4Jmbq0atjDy6/cGn2I62J8lGvJLr60PJY2QVzl+N8R4OKLWbmXVJ/qvfTyLeN/TW5cWdNzoY3sedO2MX8ZCD/kAnyF9sM5YZH4pNOQVRqN/49QfzK2b2hNmufirGWja9c0hsAvaIj3inQd8Qsrlt/jfowvGmMWs/+L4VkYviz1Mb/q8zySsYUGM3AXMkB2jZ7Q0Yw56BLzKv5HuDNdN3TtuNYoeMY6t9CK/0VG7xrSO/Lh2+b0jKo7hIi7W6J5XyqziVU0p63oWTX2IvwZ+TepP2Nx0L/oRhoqyXdBVXHLWCfbEX/gf29zO54nco3ODfCzxLeQkTvJvqp7wGdRXcGBggMFBwoOFBwoOFBwoODAW5gDZ86csfn5+Yk58PnPf77YIHiMa+VyeeyqiD6uHDh37pyxIfKk+Pd6Pfvc5z6n+d6bdxL33HPP2W/91m9NyprIz8bmx48fj3jx80g5UDT+JuLAf/yP/9EuXbp0IIp+8id/0v7tv/23j/RDAzniGxsbhg3Nrx9G2G637cknn5yoqZWVFbt48eJEZR5W5tdee83e9ra3GT7dn/tzf85+/Md/3P7zf/7P9o1vfMP4iNhbaZNi/LFTp05NzPqvfOUrE5d5FAW+9rWvWawZT9D4yZMnH+lH9yZA9U2RtbAvd+/GQj9v502hn7fzpEg5OAe+9a1vHbzwIZZcW1uzSXFrNpt2/vz5ibH6zd/8Tfvd3/3dictR4JOf/KT96q/+avhTXD9KeBT+8aOk963cNh/L+KEf+qGJWMC6DD7+3Qp9/etft9/7vd/j9j0BOHzgAx+4p7xFpoIDD4sDlUrFWLd46qmn7qvJf/pP/6k9++yz91XHm63w9PT0xCTxociJCxUFjjwHlpaWjI+t8aFH9O3jH/+4Pf3008aayu///u8fefy/853vTIwjc1J3/oFv4qKPVYETJ04Y/XkQpHnGdZCP6R6kraJMwYH9HHgzrWEfZOxkbX8/T4rrggOTciCZtECR/83CgYKOggMFBwoOPKYc0PzM3c0Tt/xFLV7M4gXNRrtqbNhZa5SNNF7iIo8rr5vpgXn6c9d/0YtMaT5ezOIFSF4OZ3Oe9ZWt2CyZl7RvXtuwG1fX44XraxdWjRfkrry2km42/fItG70o+MJSfGzr1e/dtFe+e8Ne+c6ivfycQOFLCl9SSPqF52/apZeX7eqrt+KlV9rgpfD0xdadeGEcfCZ94C9q3/DkxbV+fxhtQOv2Vl/xvvXZ3EnpvByaV+LiD2Dxk6XmzFSabhu8Lonf8L5cKUU/8MInL90mpcRG/eFuptMe8kGz4FCuJJa+3Kewmhj4lcqe4WdGPtMBfxS87iYasGCoHIRsAtTvD6y/PbDtrZ3YEIQNFkb9RyaASsfgUFiRt6PKocezfuElXDYN6c7W40XLqem6NTvSnWbFuFdWv8EjkWQD1ZHzgDqQwf4OtPXTjVbXto1NBthQYWVpa88LsPCBsgCkCg3LgWuLKyuOggMTcQA5tEx20riF0Q7ZlM1C7zbWeiGLvKjM5jtsGIBdXVnajA2BsXXIJTrh7uYuSCwNiVt6SPxj3KBuNjMgtVRyq9bKxsvJbTZinGva/MkpO3mua2wSyEZoZ982m27iykZpbPT1tpl0MzXFY+MvhenGX7NG/jNPTceHc2IDgtNtmz3ess5sIz7AU5deVmolS5LE0sPTAAJAEEVNU0a/cUvKi93hZXT4gY4GP25uxiYMxEljnNnZ7kdZl41IwYIX+rXdYxi8EHviXqJIuVyyeqMSH3OZFh/msg0pTz7RDXrPQb/grAB6oR3enBE/ADbaO36mbTPzTcMOxfhdL1m88K3670CamesEEosNHUwH9EIrGxiwiSJ00d9LGquDTjZk3bPhixin091V+uGeqSwNjU0MgGAqKAiXUjmxmvwXNn1k84ljJ9rGJoQnz3eNTUvP5nIl/qX8nEk34YO/grOSK+TptOSJjwsdPzOVypJsfL1V0ZhXFm8TSxI3NZexV4yg/SzIEkmZHFTHUBVEfyB/DIiqhbZcbVaqJWPsQbbZSPPEmY6dPN8xNmMN2kRDStds6A9pZ5+esdNPCZ6cNj6aFB+V0tjVyDY+LmksT6ST5mooa5v2uQpQurubOxCmInjP+IQdQP7xt5AXgDj6si1fiLEOuYo+E23mqlEALcFDXXIfuett7IRtYUNH7M3Na+vGphRhcyR7o/rEFxWzqEN4E7pTqVJpI0BcHFg0Vyol6reSYQfa3bpNzzXio00nkQn4Iv6ckVygY/R/6JzkgPCs5ATeLpzrhBzNnuBjZnVDz8rye/K21bpxQCdhCm6BlvrNXXGF8HVHvs3WxrbFpn0a89Ev+Aat2FrSe5v94LG56XSBjR0+Fj+cKHjmNROHrtSXHVoinldEe0161pqqhg+ETC2c7Rj26LR054z4Bu/gKfIYvISnguCxQtLJd/J8x9jccRabnW0qXpG9dvcQtrT9iAZK7m6MIWXpelX56As2Hu7ONsIOzi207fjpKTt5rit8uhofpmVLpQ/SjfMZnMs27gQ/8AnIcUYWADaVzPA8p3I5kPeM7mEnTspOHz81ZdOyv4xloVP1spWlU57Y6BhKr+LC9Sv8dZq7C6BrGPMFNuXc2kQHtg0dYKMfZJ9NGNEzbJ2KRBlXNaYfrokWcHgcEJvN3QW0MdT8bmD0E347/cOGzeguH0a5cXUt5rY3r62NPvyzpLnu7nWaviTbFpudL25oXrxl67JvjLv4GtiHgeZA6BwtjsAVAxQU54PjwH77ktq3kmHf6hrzA+RDEpJW1hjM2IVKo5OUJ253OSQ6uqOOI6KxiXGT8Q4ZYpxE11c1DjAGIBM3JC+Ll9fs+uVVu3Zp1a5fXNEayS1jgyE2sWNzJtY7Lr60bBdfXDI+vMUHuF7jg1wZvPY86VoXUZ6rr7EusmrL19eNdti4ryc7Ax5h04WTEDQLFN1AM/0xM7cje4D2IOYrg9iUN9XHLWMMhZdLohcf4lAAPb+yZjcVslEp/sqK+pC+xB8K/mqeP0CP5a+EjOzn5Bhv8yj5kCn8JmQkQHMLrkd1UZ8EjjLRV6rXnStFOGHMeKhbyGsiP6ikMTM2utb8q94sh4xXJM+kuysj5Qp4aBwYcXwUwR+w8P36WkNkXslmzOur26G7yNke2ZatuJnBkmQxl/UYX3RNOALpA7rBxmP4n6yrof+MM7nIjOv7GEoPjR9Ht6Ghppk5mAXfpIdSQ/miyWh+MTVds2nN49k0Ht/w7NPTqe8pPxLfEx8Sn5eN5Bcyvzf3HWNskd9Ykn/tmisYhwyCTmIjcHdzFyiPAqP/dmRn8BF7mjf0ZNsBxhfSsCfof0U+O75yZ6Zusydaln/4Ip8XnxWOqU8+a+B4WvOihXMdw7dns2TWayq5raBtEx8y5EJ+9ONKy09ocGcj82EmzwOt6fZj3XODdc9bPVuT34N84/NQlbKLtlENeeT2UG1BtwLld4O+GLe19lqrV+LDHPjjXeYEx5sx3zuuufzJ811jjoLvDq3nsnnA+Sw8l/v5GS/IczbmArPRj8RJG4HKBd9U7qzmBKfV3/BsTnOCGc0JOlo3YONz5ingaNkB3llU+FtAkigUX5Ep5Av9p/94fsKYzZrM6nLPNmQLttTP2IaBxhjywgvLDzHR87h5+kea6obH1An/+bjM8uK6LcsHzWGF9T31CX4o4q3CZpQNIOr6sb0HxAh0ktUYS6C3Lp+p1a3G/HBO61oL57vGXBren2GulfH4rEJ4dxY+56A0eBz3JIes71F24Xw35ooz6tOp2UashfDsCrlM0Bs302l7DhENbnvSDnzxxgXVnHQy1Q02/8z7hvREfcDcEF1nHWdqtiNz0wkAABAASURBVG6zmvcim6ee7GquOhO6F7wY4wG8GIe4Lx6e0vxzd+6s5xBTNY3pFStLDxL1GbpPf2+tb2frDZu2u96wbrfU9+l6w44N5EsJa4OBKmqeuECXie05oAMg0d21llsyNoLtaO4+K5mfP9W2hfNdo8/OCsfow4yWcwrjmn5W/IzWXxbOqU+1/jsz37JYw2xXjP6kfXTB7nB4YpaCm7uZAUKqLxqwfdDE/Bm5ZsyD5hXJ9mjs0xqM6fCcRsUfvxOiU6xFenQdfYgt3dIYsDHe5zc27KbWcmMeir+g+Sd+wU2F++GG7t9Q+o1sDssHmLA967IL1LvTG1g/Mw6ufoD3YAKk2DwOv24juTE3TtOBLUVf8OGhGdrREeQIQI7gA2uR6LW7WyIeeC5HunZ302kc9EsKQ8uffyTywcM+am7Z6uIvNGJ8Oik9wMbl9hFdOadxJUKNLaHz0pmzGaTpjEuyGdIjyi6c74R9ZHzvHGvsPv/QuI19BKe7gmd3FKb2cqhxexCb8Y74oWcfrHfAB3gT80mN5fAMOuHDiB+qZ8QIqlalOokZt0xMKmlOgi1krJ5hXVa2g01ssYVnZTuCRvEAmiOe0c69M7qf278Z2Z3UdlStlq+/qf5obP+PGucWuALcpi9z3YFW5nH09/L1jXjWgyxgU7i3refSfflbJoKjnvihlkOEnHFqAlwDQgfNoKEsv7GiOR3+Hb7a7ELLWI89/cS04ZPAr+AfvMT2ines056UvMwpb0fjEGWrWk+lriTGUjFK7Q5zI6w4UVeyuxvturvszlByMtQa5kDP6weSlx3Nx3cMH4NxBz+Fcvi19HUq802bxydgzVhj2Bn5TeAXftjbj+nZhWRaOOKrHddaLv2LjLAGUxWdJemQ6UCn4AX16zI7hZNioJaDuoruCjyRVfqRPgaI531KXeRV8d1TlejcvT7EGCyGFuwQYzcANYmUin6Bf+1u3aYl74z7C+e74c+elv7v6WP1M/wkjXuntSZ/UnymDGVbsjtV9ER8TEqJeWLpIeIDh/TKjMYF3HdsnOLwCN+UcYaxdkPjworWPpakK+gMPA2fHt9UlalK43CVJdwDug+9adowbU7t0L9lzVegF/+Zvu8ea4avNCe5OX52yqAHmxeyI1nBVp4X3eflkxMHzuo6IOzGjJ3N7WimA2cJdY+8OUSafM7gmfiLnPIskWcM4FORjoDfnehxERKgn4QMCunD/k5fetE39IHxAx6xkfjq8qZ0ZdsYUxFQdzd3z2tR+PBP+jdA9gU5BJ0kcSvLp8S20hfoI3p5UvxBR0+LX8gaMgcED8XXM5K7hXNdm5ddn5Gfi4+Ir8jHA6kzl429VA53L8dY4c6FyU8dBL+2NAdizRyeAujxlvwe9BtbTiXulHHjz/RrHEpLgCQJmtCDhp6FtqVX0Mb/wfFMnk3LeTZaCltoOoQXJ6Cr0Skicn71tVY3rhPoBfpBGjoT+SioOpyQn31AHmRmoDGmLz+VuRjrNfhzAPHt7Nkq4xB5hQK1ZRSqQtWvM03TJfYcv6MsPwB6mTPxAUaAeRppFelbKeyBm7vm7SpN/0fdeWVKK87HiwOeoevu0a/uWZgoBNzSdDOj15E/+h3Zwi4hc9grfCGeT2Dj8f+YX5GO3oU8au6FDbOxw12Vcy350blr6knTPXQL2Wu2a4ZtmNIcssUcVms4PN916ai76tBpOnJZpC5dPoKzaPLocUDSwCnhGAwG2f+O9jXe7sRz2h3ZUGypbu+ijkxlV0NJJfcClMYt7CW2EPtfll0sy24y7uc2El9IWUPc83Kmekh7ICB51xk1QhM0MK7hV6XPuTZtSev5S5rTo4try1vxDJn75It1QfEEPHNI0HVBhCLS5fO5u7nnYDZKG7uXuBv8CEjIa3FgJ1Lc+sHrfJ0Sm7CitRaeVdxkHUHrCYt6lhkfKLq4anyU6+prK9nzzJX4CNdVPaPk2Wb+8RSeefKBlUU9B6UObA72Jj5YpPkmYyI0BoOEjVAc4eg57ko35+d2EGtuTyxSCg7kHJDc6EyvFMnlhXERXUT+ttZ3Rmuq6OINyTgyOw7I/KLSA/QsP8K4XosPct3QGhtlWUtBZ9BtxtOefNu+5k8DfPC8cQmzu5vOwMtdcekjdgrbxNyENWXm8jyzYU35hObXx093Yn3pmJ75dLXG0u5Urd4oG+Vc5c2jOv0MZc8ARR+3UzToDKzhWT97doot3JFPvgMv5U/HODDOUwqJj8ED4lFD9jPiu+m2burEdsK3isYD1koA4qRxTxl1KqO9/uHuptOcbGoHueoLx16vbxt6vrOi+fRN2c5F2b+rF1bj3ZhLLy3bxReW7MKLS3aRD2m9tGSkTQrxfyPUpTouqY6LWX0XdH355WXjnZzFK+vxXGhV4wr/f4a89+XfYfNB+YGOdWmFd/0NPunH3U1nrOHQp+C0rrEAXi1p7eH6pTWL8SMbWyKefYjrKmmKkwZ91zUOXUcfr6wZYyhjC+NW0Ko5JDqOHEEvkCPnEUl/GfeJ4cPiJyAHrKFNzdSM9ddU/6bi+Wn3WN3anZrVteZbzdZd3CkdFR7ej5pALpFP8GNOi60IkAwzp+de2AEGUxElcRQ+6a8iOt1cv/mJDvF/KT3xKfwNrYfCL+QXngGsy+X5i7DgQMGBggNvDg4UVBQcKDhQcKDgwFHkwMzMjP1//9//NzFqX/7yl41NXicueMQLsEkWG0ZPgiabRRcfG5qEY0c3L5syfuITnzgQgr/wC78w8UbjB2roERRiTv+v//W/tqWlpYlbd3f78Ic/bO7js+KJqykKFBwoODDGgZs3b9qv//qvj6Xce/THfuzH7O/9vb9nbHB976UOLyebye/s7BxeA3eoudVq2RNPPHGHO6+f9P/+3/97/QyP6C4fZrt48aJduHAhPiTxz/7ZPzPGsve85z3GJryMbe1229hs/1Of+pSxKfm3v/3tQ8b20VX/vve9b+LG6duVlZWJyz3MAujJ//k//2fiJpF1ZH7igkWBA3EAXsPzSQsjg5OWeRj5H7R9KfRzb68hK8jM3tTiquDAwTjARwmO4liG3/rcc89NRNTCwsLEH8ZinPylX/qlidrJM3/wgx+0z3zmM3ZU9HFxcdGWl5dz9IrwTcwB/PSPfOQjE1GIrr+e3/D5z3/e0Id7rfRDH/pQzBnuNX+Rr+DAw+IAftJP//RP39d6IuuYn/70p40PHT4svI96O3xsaVIc3/jDmpPWWOR/mBz4yle+Yv/u3/07+6t/9a/aH/tjf8x4juXuxnPBd7zjHfbDP/zD9lM/9VP2i7/4i/bCCy8Yc8BvfOMbDxPFidva3Ny069evT1zu9OnTR8bfmxj5CQt87GMfs+np6QlLmWE3//k//+fGc9KJCxcFCg7cBwd4BnnQj8G9613vuo+WD6coHzyctOZjx45NWqTIX3DgNg4kt6UUCQUHCg4UHCg4UHDgQXLgMOpy0+IP4FYqu7E5ChtztKdr1pmpW6tbM17s5OWxWr1sbOCblChkNuQ9Lf3oVFwXOm3s4BJHM323a2j5i4a8sMWmDb14iWvbePGNFw/TzWl6xot/vBTHy+W3FjdteXHdeCGRzWZvXFmzxUtrdu3iqvHxrni5jhe4X7llV4BXV+yKINIvrESe2Mj60mpsjr50fT02IVzLN7Pc2DFeKBvEC4YZTWM03Es0pV9leblTMOgPYkOq/s7ABtSrNPiQ5xuvU5wcvxzFtW4Q/ZKUEuMluXIlMaAk3idAYrrvAjNzeySHq2Fe8EtGOJasVAZft1KSWJIoB4RYfkgiYAICkSftD5UlbisMnol/ffGTl2jhJ8BLfuRRllFpH8UOLzJCnYZ14aKvUk2MTWyaUzVjA59Wp2ZAs1O1RqtitUbZypWSBS9AzU1cs9ExrhPoA7rARpFskIr882IoGwyxGUpOe/CFGlQXQcB4PBKKn4ID98gByU6uphLreMl5gM71+sZLttjm2DBsadNWb23FxgOxwV7YTtk65aWlqCPqcnN3M52mI1MXGUgLPSjJRqA36EZzqmpT03XrzjVt9njL+LAQm6yxWRybfAFs4MX1/MkpmzvVTuGkQsE8oLT5U1MWeU6n4fHsmrqOKQ/1sglY91jDprr1dExrVozxriTb6tJl4xDe7m4GmFDGdrOxi+wQL/TDj/XVbY1Rm7YqfqytbMXmJ5vrO7ERCWPbQHlVNKpIq/GxuOoUk/OXlBPZ8kq1ZLVm2Zrtqk1pzJ0WL8AXWoMuaBHMCeahVfTMKYQ2wnnSoTtLYwOGmePN4GlLtDZUd0V2CjudCCF3t/2Hu9Li1I86TCjG2DVOM7SusXE2sNKLzQLgBy/EY5NMRffA/kYe8DU4xjgAvuonqofGivhZF80tZCv42TA2oJg72QrZgV8hVznPxL+Ul1OxWcW8+BiypHBOeYLH4jkf9OpKfvCJ6shOrWTY9pL6MOgWHhbHKBJXB/0ZijhohLeME9SDvFRrZWNsaWmMwUejr8E/cBa+EQr3+Uxf5kf0tVP6x/KwWQAb6kFXW3rY1JhF/SWN6e5uOgNs30H6KEnkIs/IPfLCZjzrqz1DVggZ09KNRXa02N23PvqhMqo9rdtNIdt/mWRuYGkd26FXjH+ry1u2Il1D37A7bL7Ql80Zij/GQfnEoo7AS9eWH4q7uyXqo7L0vKbxGJvTmWnY9FwjtTnqW3iGTADzp9sG7+bhYcCUzYuH+wE9m55vGjrb0viPTFQkE6k9MXPbPYSCLjzS3BW6LnXiyzCuQxOb62Fr4Rv0rohu+Le1uW3Ylb74Rn5kQkWzuixCe0iHUDdP3FJ+lqzWqFjwc7Zu8AJ5mltoS86mDF4C8C3VoSmlt0PHuJ6Dp5JF8rBhBSFyTB3YQPiKnKPPLn6ltKvXMwaQRp9WpQ/MT1ryvTrSd+T5mHR9XnWPA5vR0EbAmY4dF6T321n/KkRnJA/gwbgxp3qIB01Z+rzCKCf8j0tWjqudwF/X2G3GscAffZJNB79S6JPFAd4RCR1QTLS55FcxQ9cHjDeaO2xvD2ITsdgET+PMhnQKGUEWwh6oPGVSUCWKjOpWvDgPjwNwGzGkH9Bf+gS7tb3Zt17Ma3fCd6K/GCNHIF0exeU/jeJKp9x2TzaSTc7V/wPZuIHGtWgHUgo4ZA5IocRsdJB+NY0vicaNinynmsYNbBE+WqtTHc31SAsfUj6tyy7m+qdqpMuqQVWqGssP0kdx3eCaPu6rr3M56m3tjGSIcXNzrSdfq2fr8rtW5X/n42Fshr64EesjrGvcvLqmNY41Y+MmNhi6fnHF2GyIdRLgqq5ZN4l7bAR2ZTXys7bCBpsx38TOrG2r/b7GnL6BU8qLDGsEH8guj0SQ8Zh+G2A7ZTdZ0+lJl3pb/bCh+CRsmva6MK6P9xpf3w4939xIw57K9bAB6sNtzZ+wC/1s3FZ3cwbLUhamv5GQ/+xLGkj/sQP42FGX7EJeH/2C/ETCgyHBAAAQAElEQVSl+8rl1Y2HyKa7G3LKekRJY1JJcssYWtYaRVlyzjX3XAVhq4LifCQcoAdoeJjZkaF846H0cWjINuunAPLdy8abVAaRQ0GWNhpfJJdbmYzmaZRFrvo7Q9sjSzQbkOGQBZH0Fv/BxoTOiQ95iAPu8t/KWj9nnGhNVY2NEPEB8WWZJ+ADpz6jfEz5jHEtf3E+5hdKk9/JHJUyrIfgU9flW1c0l0Uf1ZxFe/ygmACJAnczQL+Rh74cyOb0GVMIM5sB7mxsXFO9LXzl2Ubqsy+05JdPWfiw8mXnR/i1bTw+J78XHx8fm/LMd/Bty5pXOWOfud1+uAVunt0R3tg0cGNNFxvJxumMc9hmrvvCF1yzEmZ5WbvDofp0Bt3cTTRel8WzWr1iDfnebT2/YG6LT45vDg1z8Fx0ht9+mnnA1Ih20qA5DfP5ikLRvmc+oGvqijTqyyAvx9yC+QZt0f/IARtg5msH8Axcg2/BILBPwd3NXZBeirZhrMnBF3QfvYVfmxqnGdd60m3S8vGB/qeoqjDPIsSJDjVYwH/y9DVOYjuYVzDX5JkLvgUfG9mQz0Hd2/JFB5IjFTN3F6gWBzzi+tXF7unif5KNKWw2mD5Lqttoro2siXfzyL76YDyckw4wt5rT/Rzm4auu58kPqMyIx4rn6eRnfSbXn9b4fFw4mY70g1iKoEMKHtqp9nRGc/R3onGX/oc/+JPo+wxrfidamhsDU9I7yeSIvrbSBRkv5uDDGMAPAF5gQ5Az6sSG1PTMjjEdHUF+kBNkh81e17S+wPpKxFnPkzwhD8gR+ufu6uO9EESM/SDD1I+dijVM8Z15O3aCD8HkOjcPLQA0COYymFcY96BH90lHX6CDeXyHObTsKXSg1yXxDnso1FIsnMD34mnpNTKLjYEm5DnWL/XcDxlfXdrS+tRW9gGMvqEPrqoABTp3Y7o48ifYAjmi9Dd9iK4PsjEA24F97eGf3uYfZD4D6TnIrmyFz7AtPu2EH93L/FpkCRtO/fA52lWnuHjPGdePw4+bCW0bHVJUZGEgmxcfRRcP1mO9f8tWljez5x9btiFdycergfgLD6Ie/ehUnS5QrS5QZ6haI4rspvqSWE1zSvS/rTX6+MDMfMuwYdgydCIfj/NnGfPSEe6NA/ZynnQBZYhHKF3CJqBPrGFRL+vEtIN+NqWn+fjNemUgJ1T3n8gQ/KCvd7b7mhfu2EbGD/RoTXPSGC+YB0luyBP8UEXwwfSjU4ELlJidOT9K8pnQ6+CF9By7Nc26bNhC2TzGBGxERh/0zOs6eKCQ+Hx2D7pJx34w3k8fa1hL4z9rg9gn7C78d/cMizRw05/SdKYJ/KrPBpIBnrviL29o7Q1bGTTLbhJuyGbiu4S9VBl36jHVJnA79EMoRhvwUisN5u5W0foz9OZ+DzYUWzoXPGpb8Gqcb4rPCUjHVk9LBjuz8K0e/hNjFD6jqo62kPO83TQh/c3vxz39IDfYhoF0A9npy9cgzvhHXwSO8kG7s3Wb0XO/OfpZMksfBoATfmjAlIUsyw/Aj5o+1jRkuDVVjedm1JdojA8c+BHvad/iEDIR3v6DXO9kMo0vFTotGWbdFVyjjry46qTq22s5zJQh7E5BeLi74TegKy35tuhKVzJO/86rf+ERMJ/xjH4F5sW3efipPISRpjh2AT2hjqnpWqzj1/XcLPgpf14CZSI7JVDtp5H0V6goomc2SodPA3RFfYw+wEvG2lWtVa1LbxhDmKsy9iALyAVlVMG+U5WNpSArQa98GHx55hzIZsiLnjHMZ/KS0iwZOSOQPz+vdf3wvxXmeeZFb/BBcjYnfgSoDnhAPPz4LD3y3VZ3x6gLnwadgmdt8SzW/6Rz2JZdZo0T4QavPLEI0dU+OoHcsTal8QW5w5YQwj9kEtm0/PA88nBDcEX40nAo/JG/kiEj6B46CB/oD2zH/JiMwSuuQ9aQR92bUx9gm4FZnk8fa8Q6al3PUhkDSvLtXHLnfneC3fSn++4ezECW8PGQr550tyffBh72xFd8FWzzQPyOzCqSFYtLU13GkaUzNrBJObaJcYPnodDJNXawojWykuY24JjyZUjpPUAK/EK++9KJnnCiXxk78LeJgx993BdeQ0CFdEY94JcDCdQ1UD3Qgf5QH/9rwHi0oXF4S/Tip/SVB5woEyCaUvJSG8I92oBGaIDOWr1k2BL+P6DRqlrIstL29wVVUd6K40hzgH4K0I+nnR/4IotAX7KGrIz7Myt6rs5HiuP5wbV12xNez64JdS+eL/D/l3p2cF2wKFi6vhEfKWUOiVyih33WExHcMRzG8SHZhVkiQQ9ZlH2va9xpaDzHxjMWscbE+IbdR/fIp+yWllVphFmg04rjLcwBiQIyESA2IHbIev7/KH2tJWJrexprsZ/EB9ID8ij7XU5sZiZZEjrsfSL/sqTxCTnEHy6XS0accd8dJPDAKZPDXao+aHLahNYBTaBnAEHXwNA39Jk1Hf5PgDh0QjdjI/Yee17XXBP7znjG3KAjv5uxG5ieb9qM/P6ZCIkDLZvRmtS05mLkwU/vzNRjvGbuiF7WNW6jmzEuijfoM+ME7fKBLHgNLj2NUYzH/B/rptYVGbewF/iHzKOYV9/CDt3ciP/Njg8S3dwMu8J98q1pnsnYubm2E8/boJsxET8J9pc0Nlfkh9WEE7hhR4BGsxofiY++StzoS3ePXhgKWeQlLh6HnwLHR8eBVGRG7YeW6wf5Q9cYV7Ex6B+6uC7fDBnnmf26nqkzH4prrRmwXrKueRGwoRC5BtAPyvfkM4Z8Z8+PB/Lt9FjbQlbTnxEe7m7ouEu2S7JRzN1qer7DujvyHz669Jh5M/NE9Bk9xr9tyudDf5ljUYfp8MyQRjO6fhxPB+n4MfFsqOemA9uRT0I/9RVimwaMAXq2Tv8NZQcso9vu8RDbzd0NvmFbsLEAcdLcXfftDQ9XDiAyKwLfsZ/4aqw9IUvMHfDRbsTHDNeMj0hdeW3FLr96K3vX5ZZdfXUlPmZ4hXdh7hVU/qrgCkAZ6gig3lvGOzSLl9fCJ1zRejlyGz6e5DL4h/yPgUh5OKf4JPZGW4zjwS/GQ+HFOIMuMV6sstavcWMVIM66ndYk1gSMK2u6HtfLDY1N8Qxd+sda+Y7qhE7qp1+iwbv8gI+jg3oWWpM/m+sfuobOxZxXa5qd2YahlzWNx+gdOptIbyl/l6ofWLLYZoGjxmrktCRcy5rPRqg4a7G57NKoulYKROzOkPOecbin5wI9fCytATHu9zPehX6JeTrvXEmRWnCg4EDBgYIDBQcKDhQcKDhwdw4UdybiQL1etx/8wR+cqAyZe72efe5zn4u5I9dvFmCz6Ndee20icti8kA9eTFSoyHxkOcCHAvhoyaQIsgnkz/3cz73pdAI+sPEqHxwjPin80T/6R+3973//pMWK/AUHCg68DgfYnPLZZ599nRx3vvXUU0/ZT/zET9hR+RgXWE76gQbKPAh473vfO3E1X/rSl2xzc3Picodd4Lvf/e4bbjDOx0bZvP+zn/2s/Z2/83fszfxBLjaUbjQaE7GdcW5S/2+iBh5A5itXrtj//b//d+KaDiLrEzdSFNjDgYPw/K1iXw5FP/dw/9FcFPr5aPhetLqXA0d1LMPXu3jx4l5k3+DqD/2hP2STbkb+yiuvGLb0Daq+7Xaz2bR/9I/+kXW73dvuPaqEV1999Q19u0eFW9Hug+fABz7wAZtkDYr/M/i1X/u1O649sab5hS984Z6RrFar9olPfOKe8xcZCw48bA589KMfNT4qcz/toi+//Mu/fD9VvKnK8kEuxr5JiGI9YWdnZ5IiRd4jxIH/8T/+h/3oj/6o/ezP/qzxca5r1669IXbke8NMjzADH9m7evXqxBg888wzE5d5XAvgW/zQD/3QgdBn7RC5OVDhwy5U1P+m5cDS0pKxxn0QAs+cOXOQYoda5sKFCxPX//a3v33iMkWBggP7OZDsTyiuCw4UHCg4UHCg4MDjxIGklBgvNLe79dgkaXahbbykzcZWnZm6taZqcb9cKZl7vhmPxUIpL1yxcDoOumNxuH6VX6fxwhcvoJXUVlJyo03SPHHjj5fAeImLl+D6OwPj5S5e9Opt7tjWxrbxgiIvzvFyYLxYFy9yb9ryjQ1jc4jFK2vGhtNXL6zY5Vdu2cWXlu2179+0l79zI+DC80t2SWlXX7tlfNyLTSg31rajHdrN8bd7PPL8UXYwjJfl4+VZxcd5EtW5iUbbc5AnT4B24vDJ9BM8kXdREm94gS4pJwa/3FWRAeR+hCAU3N3oP/BK+9PNha8Lb3fF3cxdP/b6BzmAPNeQl2TFHDbR5KVIXlAFgs9Kh+953pCznHm7iYcWU/Om7o36obtcZZOiSmxg1pqqWrtTtanpdPMCNkHgpedShb5z8cLM3OKgngBdQU+/P5CM78RGkcjy0vV1W+VF2NVebITHi4/kgQcqolMV6VTkUM6i0rcCBzzE0d2DWGQLu5tupLFjG+s946Vl5JCXmDdlK9ksAJ2MAvqhJKCouecxXUknkWvqxJ4rxdADNgfhpeTObN0YX9gU7cTZjgFs5DV3sm2zJ5pxj81AOjMNa3dr1hK0Owo1DrWkYy3pWotrAfenpmvWVZ2UYZOR2WyjPzZso+4FtTHaJPlEy9i4lvK8QF0qJcLd0kMk5GSAd39naLygzRi0KX6wwcLK8lZszhn86PVtEEbfTEUtP9I6fJQWuh48McOucZ8NFHh5G3sxPd/QuNu0uZOt2Pxt/tSUzQpPaGFjhbbogwfg3MxoZ9OwqZmadTU+sxlx0Kxy0AvdM/NNI0+9WTXagv8u+2w6om+Ej6LZ6Qay4AUQJw82J8bhzX6Mv4y9K7JLq7e24pqNA+hjlaaIcRAnPGwA/aHGCnjLOMTHMeAPMgDveBEeeUKu4GdsSiGedGYblvK0nsqWZKglniJHwJR8IO53xNeu8lJfR7LVVjqbqNabFavWylYJu47s7KUYnB4M7aJQJ3Wl9JVj40RwYSM8fLQ56ct8tukd/Y+/hjxBR+gLuiL6uIamruhgk4CZ+ZbBjzn5efBmbqFlndlG1F+tlSyRf+YhK/h6oggmAyAT4JbLiXkkGHahL78t7MfWjrHBwbpsBpuPAOgQ4xhyRRl3J7D4EZ1sgoC/h15trGzHR7koB2ysb1sPXdM46e4GPzwxU9T2HMIxr588ZfURso9v25INYUPPkItTbTsm3sGD4NtcI+iHd61u1VoZ31oqE7zTmN491jD0MZctQmAm22CwJT7n9mQcscBHchp4uumWCywOoWvc6veHYWe25OuyUQt6hm/KJhjwMeVdZmsoOSJcdXF9CBC4Ua/6hiBJEsMXzfk5JZsE77A1qX2dsjn4Krs1Iz2DX+gQ+gRvRiAbjmxSnvvkG8FsXf1QD72styqGf+WODIpNGR6BSymxiuR0ZD/nmhYbQ56esoVz3QA2NUa26W/6iL7D2tuzWQAAEABJREFU7qMD6EJAN20LfMAvD1vCsRlQDZ1oyj5wP4dcJjrCF52jbtpAnuakU7OSCerHB4SGRLrk7mYmEB066XZdeYDFvZRGhhM2jsHuMt6yUQ8b5KMbpPWlAwM5ofQP9VhxPFQOjHiuPnN3o28DZDNLOWi+hq7sgltJMrt7nVgaT9MT5U90P1F56nKXXLjFkQURL34OhwP0aYB+8M8UGH1R1noHczhsUUtjAjrN+Im9ast24A+wwQ42kf50V2+pMD4Rdn8X9uKtXBagn0RlPHGj35MkMdqNUGmme2bYv6EN+2Z9jROMsYyjjIc9+WVhH9blr2usZeyItRH5qLdYH2FtZHHD+KD54uVVy9dGWAe5+OKSAa+9cFPrIktxjw90rarcxqrG262+0ZbpSISHuwsTXRyl03Nk3NwFSQqJwgDpU0kQPH3QYeish16n9ed959GHLhyEUuBlbvd2jPINY20NOx9+lWw+fU887L5kTBn21Ol3aMQjR/ob/BBOKa5u46Er3V35dFKNRiIrjkfPAboj+kMRx98dk+FUrhPJnxu2ZwQlpZXztDwcT0ssUR6nz1Vn1G861IZ+i/N1OBC6J9+LLKhLSXwsl0tWbVRizoB/if83Lz8Uf3RG6xDMzTuaW03NNGI+3hqbU5A+Pd+IeUU38qT+aIwr9bKVNX8xHdiBaFt6r1Mp6UlaGtOvC9SZ4OXu5urbXOfLGscYw6Yyn31O6wz4xXysA591JvPXUxxrBo5TwnNqpm7glQP4dmbrNqV68L2rmgcnkkk1S+MB4ATkNsRJ1Y8smjEuYsMYVxjD8Ge3ezsGEO/LzrGh7jiNFL8doraojzq5D42MxU2N0+A4Ix987uSUsR7CnODEmY7xgZM5zfvyeRt9w1jehSbRyvwP3z6gAx+q1iJkLqCQeUAOLbXTUlqAeNUWT/L5DD7CjPoe3iIHs4p3Z9P5NTiCa4nxAx30YA4kWMo3RZVEMnyNUEn4JcyRWXPpiWc9zbEDNGckhJ/wVlnNPa2AQBckGXzty3/Y1jya/MwrmVvjL7BhaMyxVVfUIxmnPQpSB7Lk7uYkMHNRB9EDcakf5KwsetjovdGqxvwN3s5pLhT8P981+D+n/gjeZ/IGv+A18hZ87IjnwVf4LoCvAvqFvPQV9VLHvOaa1H3qia6derJrC+fUv1oLQa7JRz9VNEc0HfAl1yHQV9Khnmk/ikm0IqYl4l1ZuswaFfxpaY0BHJGNE2dSGZ3X2h24z2guyz3oZf0u+BN8qVnMT1WWNHQTOedDO9PZ+kVnpiEbUzPsR6VeMk88fLiefDn8RNYUWFsAiPf0XI05JvoIf0zMoUyAC3lAgZK5Rczwad3dytiUZtngM7gwD0bO52Rb5nIdo59nGwZe9GHgL11qCdrdumFjOtI7dGNGdMMP1hDmVB79Ib2l/mceXW2UrSQeunvgETgplvJaEZ2emLlodmUBz77syXZvoGco/XQ9Ss9TWMtG5tnguSddGCgPdQCWHSqexR6/ANyhPyDjB/pZEl9KstVJKZHPIJC+lkZ+Qn6dh24l7itvWVDKIFF5+Juocp02OiTq4/ZglH6EI441czPoUWDIP7YPfeht7Nim1hxH9vFWT9c7sQaJriBbufw5hfWj08YP5Il8AE2VJbusDzYl++gLYy5ynus/62hcM2Zwb2QDJP8t6X/ojsIW9nGqqnEJqFnYAq1PdmYbRhnKhh7K9s6f7hh2ceFs147LzoRuKZ086FWtXjFkA1wDdzfL6Qh+sJ4btqOv50HbsSa7Jl6sr2wZm0gzluT6k/PDVIepEgLLD8kH9xmrATM31sWwU+g/62fYdPQfOziXjRNd2QTuQ+Me+sWHdrdu8BEbwZgA3+ZkQ+En/hc0TikP6/UVPadFnqHVdOT0DgMpJeh0d3MXJAKF9Bt9ndrObWNdmnES+7GaP//Y1qRclSm7uepIf4gcAsBDVRuB2lTUaJeQD8LWm2Wbkg8yG35PO9ZD4QnX8AL7PDWj8UHyBC8ZW7DJndm6dWYb1h0LuYfNrci/c/GDNgLUbrTPRRZREldj4IEXuFHWZTOw2zX5yM1O1TrCgf7GvoPfnGw9/Q6O3KOvW3n/jsk1OALd2Ybo5H9SqsbzxHKlZNi0JLFo13TQd3Stonc8ke2+fKHwpSTfPflSPOejv7kHTSEbdyx9uIkZW6ORnIdl2Y66njtNqX+n1b/HYoxt2TF4B+j5DTyFNzn/4GFLfU1IWkf9y/MP+DwrfzT0TWv1Oe+RBdpALxP1uQPCAj4EPxXPT88jWYhOD8RP7EFPPuSW7OeWfAt8DIA4dhX+0i/j5eF1Vk0WuNGfNc1/mrJzXckL+M6JTmzkwvmOLeDrYc+UBh3QNC0fCPsHnVPyKeAVdAMpH6phM5uyv7ugNLXRkly2JHPkQzfwS6ije6xu1AtvwYG2kFnaI09dOhd2RR3lvkvVqA9JA8xFtjgpv7oPyOdgvrMtuWNtP+cP/j33g99UAlAtYA/nSPuDhs1S1N2gEVrb3bpBOzKTzx3DZ5U8wafObCPGo5bkDhuCTHXUfx1kT7Z8Rs8d4eGsZJh0eN4QD6vy05k/JLIVJlpTHORy5hESlQ4+gOng1kB8RKaCl/Ll0Gc+kMA4zr3go/K6q7BCqiFQzQrUH6oEfScdua9Lx9qSBWQGW4UNrIGffGlsWIoffakaUhapHqO4EiyANgehCwOjX/G1+T+KDfme6MW27A149oV7tK16Uuzc3N0SgZuqQk74/wONMegUcrKx1jPGIOoirb+twqbciUCnisUpsuSnp3VEG0pFp+AzNPLhEuYhKVQM21yplq0E/5VXwqryQwKuCnhsOCAh4JQMgTJzfmSRsW1dz9T54M3i5TXjQwys/b/6vRv24rev2wvfvCa4HnGuX/r2or303KK9DHznhr2ifK89fzP+p5L/rbx2cdVuXluzleVN+cXbWr/pxzyTcUDNG827K6bTHBkdpmlCyt0Ne1LTfK4lXcvHJHy4rp6xA9hudI/5ciKZVBGjKkm0cQz5QTrTSFwVP28hDqTCcBvBiAP2FznEvjIOIPsA4wS6gG0cFaSALqK6LI5YKcmQuUQ/+ELIYClJwi8pMWfWfDhJPPKQlzJ76o3EB/gTlcseK4Q+bDrrc7qUnVY7wl2omgsncK1oPMXOt+XTdKRTjLnMq/CbTj85bWffNmPn3jFr599xzJ545zF78gfmRsD1eaVx/8zbZu30UzN28nzXjp/txP+nzWhNp8M4r7oZR/DTGDvxUUviCzjcCXJm0Tf0A/3R5yMe2bjNmMjYjQ9Jv/U19g00vQoCRZ+5mQOikXaY09U0p8BOMF7j+6Z0toVne/Q/fox55Ke/TOVHPKPTTAd1KyjOggOTcAA5ChFCfgRcpyA9le+GnqagWnUjjetexJUmWUzl2czdDfkM0HiXAJJzB8hn44ca06WKGPmY+6e6UDZ0oaX5DeNn+N7MnzUXwhdvap5Tk76QFxuWoKuqJGrTjzCzN8chhkGPIOyk/Oy+/PGBwriOvpEnofvRfyLaXWUU7j3HOUJm3Y1s+uFU39BfJfERIO5KM90zfiI0HVnZ8Rj3Mkib1gVyIdwGwnVHPv/WZl/rbdvG/9vGOy7X1i0+zHVp1a7L/1okvLRm1xUuKpwI5ANeHytzXXUEXEzr410a3kFYubFprHfxf5xbmtczjsLDnG8i6ZGfYpuGCPWVInt0TLxkrEnBtL4L5PmEdt4tYr27m7uncy+F7um1AqXb7qE2gvYoGz9xL5G+Ms6gf6wLdLRu0NG4iy/bVRx95Hkp4zJyQiF3J3g4oLaQTReeJeRVa/tJ7scoLWyBZFfZgrz0R6jtkqiL9CQP95GDvnSKsRp5BRiz+5LfwWAgfsPrtEzxW3Cg4EDBgYIDBQcKDhQcKDhQcOCwOcDmr+6T+9i/8iu/Ys8///xho/dQ6//GN75hly9fnqjNJ5988kht3jwR8kXm2zjAx9U+/vGP35Z+p4T9aXyQ66tf/er+5Mf6mrUC6OKDYwchhI0fu93uQYoWZQoOFBy4Cwd+53d+x3YOsBny3/ybf9OeeOKJu9T68JOxL3xc7OG3bPbud7/byuXyRE3//u//vl26dGmiMg8j86QbJU9NTdnTTz/9MFB7JG2cO3fOTp48OVHbN27csP/1v/7XRGUedmY+osbHRiZpFxlH1icpU+S9fw7Ac3g/SU1vFftS6OeuVCAjyMpuShErOHB/HGAsO4pz0S9+8YvxHHoS6v74H//jE/tpfHh00rUccPqRH/kR4yPSxN8IHtZ9PmL2sNoq2nn0HGAN6kMf+tBEiKBXi4uLt5VBdr72ta/dln63BD5+9653vetut4v0ggOPnAOVSsV++qd/euL53X7Ef/Inf9Jeeuml/clvyeuZmRnrdDoT0c6a8Obm5kRlisxHhwMH+VDNl7/8ZeMjj0eHir2Y4PO98MILexPv4er8+fP3kOvNkYX55t/4G3/DqtXqxATxP4usIR/ko2cTN1YUKDiQceCgeu3uhj+dVXNkguXl5YlwaTQatrCwMFGZIvPhcuBxrT15XBEv8C44UHCg4EDBgYIDcKBU8tjcqD1dM164nl1oGRsmscEoL3aycQKbH/Eyp7sb/2zCu2m8mBUvvOlCp9KpbS8ou7m78UIYL6MlaqtUSiyPE5qrzNBUfrj7YYftQWz00NvqGxuZsEHaxtq2ra/0bO1WL14UvHVjy5YXN+0mLyteWY+XE6++tmJX+CDXC0v26veX7OXv3rBXvrtobChx+eXl2HiaD3Ldurlp1McLZYP85b3AQbi8wZnTCu2UzYHr9N5QtOxWAnlB427S7TGPXEbg7uKPeCQ+0Tc5vzx7ac6OwCEUDXwS9WciPD0RvgJ30aEzCJkITzGf/Ap0GrwMvvYHkglB1kfIHNkeNqQyr34FDyGYqC/Qh1qjbGxs0+zUrNWt2ZR0qK2QFzDZoDQ2GlJe8sMai0P1iJBUVswGO0PJ+LbkekvyvGHL19dtJTZG71m8CLvdjw1P4EcU9/g1y0MrjoIDE3BAcoMsurvpNH7Y4KMvXduW3UXm2IAQW7uyvBUfoGLDXjbLGAwGhtxafripuH7MFFocUg9Jtymf5Fz6QiJ6UGtUrDVVte5MI8aZuZNtYwPFhbMdY7M1NpqbzTb36h5rGJuitbt1a3eqxhjU6kjHpgSESkPPAMaojuqcjk2/msbGHNRNnWxCAhAnjXvdY82orybdTcpuxgmYjmCIcBfefTak7PWtt7Uz2pBydXnT1gTBD41N2CmVSk/VkUdGUZgBNxSyQRJgagPbgd2ARvAGLzY6A8/5U1PGxm9scjYluuBB0C67EmFGOzSzOUpefh5+ipdsSAkf4Qsbs/AieImXsGWHwG9P/5GQg5B214+uoQv6edEa+hl/kQc+2LAqmeAaeYi6VMSNPxWc/JyoRLRHCfETthJlHKpmG/ixwRO8nFtoGxt0jvipa4rkYCQAABAASURBVHyb7rGGdWbqBm+QnVbIUipT8Lkt+8098nRnG0Z+Ql60b01VDX6yUVS5UrKSxj2RDQoSmDS431/GmahD9A1FIPQydlRr5dj8GHzoW+QDGpGVOfU7NHNvSrQFTeOyIhqDptmGISszx9GRdmzoOB+bWLeDTjZIrdRSumgzEwXpcUYeyICc85MCUXAeSF/YUJBNG3qbO7YZHwnpWWwgJ78Nm4KvRRXulDJzd4HqViKyRjn0io1wRyB/L2RNOtjviymucvI56PMobEowHapDd1WZ4jrBH5lHz/Bd2+IB/iw2JuVZy+AZvAi5EG/gEflamY1BPpAJeNrVffJRBj2F/8RnZK/gOzyvSQaRiQwjYTF2KlGniWSBYjq5G7wTXegSG/htrG5b0L7Wi01g8X17sjPwls0aKbOnjqwe0g8HhsLXLOdnuVqyerNs8GpGcsRGv2yMjp7NSQ7hC3yCJ+gQ+hR8FP/hUUu2q9WtRvnObN3YKBadhb+dWemboC2bX+dDgpXEzNWl9O2QUGAWuFTRh3bVaAM7eUxzFnBYONe1hfNdiw2kTrUt+mi+GXIfOKl+ykxN12PzcnBrgZtwanWqMT61pOe7UNtNUz7kgw1ucpmgzpn5hqGTtAUexDuqnw064sN9SSKcDVIsDtEj1Y4oia5YJOkn7K7kAV1BH+h/IGRAYzMbtiAz5FN2leSkBoVZoFhxPmAOSPz21Bg6qPE0ATQOMAfC3uDnAMSxBRFq7I1Q+dgMKU13S8bSE+oR5PWaIjqtOB4CB+hcQehVplT0R7maWE02HT1uaUxAp/Ed0fkp+QlsSIffUZZNLMWYJPuk8qGbGg8VjbEzfvILQkhyM1d/004O1JEgI9TljgiMijK+DuSP7uz0DZ9sm49yaJztbWxrrN2OtQzGDcZb/LMVrW/ERk6aS964uhZrI9curMTayCWtg1x8adkuaI3kwgtstLlk3LupfMw7qQfbw5iDnQJPN470l9iRAVDKQCyznJeJeJgksrsKS4cAUX8prz8NI0196gKd6j8QSzm1G0uv7/qrjIgIgK3H5+lrfYB4yEDI1ZBuCaAedxXSGQmSY9JyiFv60WmJkNrlhXDWtY/AAt+8eBqmv1Ycj4AD6tD0jH6hn+i/RDJXEkSouevuuJJYxPMx5U5h6IHyKaS8u0fd5pDnaUC0gL0cQA0yQC8xynlflOWjMkYwPjA2HJMPzPwi9wPxTbu5z9mtay1D/qT8yNx/ZD4WebJ5Kb4vmycyrtCfIDIaT+6g4IEPmQTqTqMTCd3Vn9Jt8CxrrtpoVgyfF5+d+cuc5sP46rN8AF1+PGMafjH+cID8V67DJxdu0ABwDY6sXVSYKyaJubuZ5ZAxyrIj7imu5BhfZb+wZX3GMq2tbG/1tb7S15g2MNLJo9xBKWFUm/7EJT+qii4IwCbSBLyqxfpSzTpaM5mZb8XGrMxNFs51jHnK/OkpG9GtOcGM1otymjqaN8MffHvob43Nn1ud6u4cQH5AS0AfBegecwLKdmbr1gWoWzB7AhxaRtiRDFCOfqU/StJhdNpe9/DRXWQAnm1nPNve7GttWLCxs8s/8ZYC7m46BWlIGnyifDqv6Mtn2DHmmjxLAVjv6zHHVr9EP6gu+OxOHQIqcX7k4+z2DhfRTll6UNWcrNEqG/ybnmtofaFlrO2dPJfyfy6bj02LN8jblPqpHToh/oqPLelFClzXoh7up7xtGPpFWeZX6Bh9e+rJaQOI07/INHXTN8z9TUfQI0VJZQuqlHhI53gbeUv0M/JJ39fhj+gER3BlngqPoIePHMzAG8kK8gLdrVwOCQXIGjLKPfJ0xWfq6qrMVCbD0E5fJNJ/aOcjALG2oHUYPkaFj0h/b0l2duRH4k+STyxSX5olY33uY3ziPqDbxrw29E20hF8sPLAtc7Irc7KB0IZt6842DbzAua2+bkU/V21Eh3AGf+imDHygPHV1ZHeQJfxsbGxZdsxdzx8tO3IGK1SycHeDZhEQcglN0IYvyxrSxmrPgv7sgzrwpS/fCt3KRTql183tMTzGkHZ3c3exQqFsDeM9UMp9hjzUvZL8gb2QxNomNiogSYKvpUSh6vREdbqZAcahDhgLiB5pAG+BSDHAFM/tI/aVtUr0Y0Nrj6uSlfWVLdnLbUNeBnpGgg5kFJupAp3G4a6KiHBTmXRayJbS0H/0Bd1EX9ANfIQTZzphI1m7Qu4ZK9AF1sWmZhuGzrTRmVifqmkcEnAtvUM34j5j9WzdKBP2kXFHtpY6GfsA2pk/OWW0OT3X0vOPmmGPEvWlZUdgn9Ew0BpUX2MB/Aj9ke1gXpjqT8/4QAj3yGcQSh2qwN1hiZlz6sdCFUO9yAaflcUqmjPzjLQjvGc0DmPT52Q70P957IfWVaFn13ZAt0Bjb0sA7VNBd8OmZXvg25zKHRc/qQMetjVHr8vvqeCnyHYkknN330VIuKWn0hThlidELDaUZf4LjdjJDa3H8mEV5sfMr1nfZiyFJoeHKuwQreKHdSJWFpzcbcHdDdnK/bucD3NaD5090Tb4Ci+wsfg48K3FOCLgujPbsK5gPORZR6NVNfiWyD6k7Vp6iODhPhzSG9mvKwTEE2QLKMs3qOlZW0vrqp3Zus3QXxrnkMU59RkwI38NPNqMEXn/ztStIx+hM5vi2FVZ4vR7s10z6qxojQabRjue818I67Q7HuAvCNnWc3V0vSdfio8BkIa+xhi+rwKx+Y7VPcjEaFK4USftQU+iCOuJyDFj6EzwrS09FmS8m5XekA5vgn+yDS1BG1A/t6UH8BEZIB8yEqBy9AFjLXnqrYqV0ZNELbuwUNv63S9yFmzmPggLQBneMdZuiZd87BX9iDFXdoM4trPPWKv8Ud7yQ9JEWn6psCQ9xTa1JAcd9Tn4MWc5fmbKsGUL5ztGfE42Dp8BmrqyIdAHndgMZAQ5zvlASH0tySA2eBdq8Vyt1anaLr/q1pHsdSV306qX+gMH2dXgl/qAvqhrvkHfuLvlB7wYZ1jc4Uc0IlfYy37Y1YH89p34vw/sy7b8sD7r+/jdWd68ToNh1GGHe+zHndYgraS1hJpoxXbAC3gQIH4gR/AGPsEz5A8+wnt4RD/wvB9bHmVl12ek6/RrS/2LXFdkn0dyB600fCcQD9xdOeQDCll4uaP1UP5nAVu8zdyoNzA+7tGXrDHWUI2KmApZfoi9MWTxLJ4+4X5ZNqreLFtL+gLO4IbfSR+P8JMtjDqogIhCJ8xBOOmMeeyOcEH+8R14br4hPdjSM9Eez/Jkd8APWxOICDnqcXfLxxLw6svXgBbKhP/Os0H8EfmxyAzjk1Awd5XLwMwtDt0AF+rhmj6saMytazxsyLYz9tal7w3F67LN0Ege95S3lHk9Mx/3H8xPUcv9coAuF6jrDKA6+p3/6RkMBuG3Mve5dXPDFq+s2pVXV+zii8v2yvdu2ovfWoyPcb3wreuKC7KPccUHub6zaC9/d1H5bsSzgosvLtnlV5bt+sUV44MN4Qfp+QOyjiwOZLtAwB1kzPRrew4SBMhZTTLX0viEzcYeYD+6srUd2Vz0D/lEJhONBUZ9WUXDEEqEO0sogrcwByRMOk0giYhhN+RecjjAdsY424//I2Z8GEgXUntrFLHbjqgkTXXlcPeYP+NbIof4JSWNAYlkEjvt7rbnGCu/J/0+L6g2t+WMGTmg39BL9aACXuhWRT5xvVnWWFaVb1835gDz8pUWznVt9EGut8/a+Wdmsw9yHbMnfkDwzmP2JOEzx+yc7p99esZOPz1tJ5/oWvhb8jfRVXSUcbKh8aMqPa5oXCnJb6Tt4JWQSQDxKSmZpbxS94gInQb+fc0vsRn0Szpu92Pc5nonxsdB5CO/6XDAPe0PrV2U5TNgQ5rtquGXYEdmtY7NGuCc8OQaHw8/sqQ+8yShRy0OMTTqVRjXxU/BgYk4kApO/OoHHdwPqW5K5mWL9t7b25C7W+hH4pZk4AoDXPfcTIKbQrRlcXhiRn50LtcF9LHVqUof6sYYyjwIXSWOnvBx2Yr0NJE+UNbVjukYMqZSt+KP6+n7EZeC498PZGf4v4mB+gHA9hBC8p4it1Ww5+7oQmwyo1/EO/iXhI1zIw5wL/LYGx2uDK7sbqaTMjlu+Pz498wbVpa2LN5x4f84rqzZ9fiY1qrFB7TiQ1pKi3A87Y3ji5fH8qjO0fXFVbuh66Vr68Y7Mqz3bWrtq7e5Y9jmofgJrib+2iM+UhQkvUKIeArDWLujjwOUGLqo/kceAsif4e7u5j4G6tdE1+bKQBiBx6WKSWyGAR7pZu4ea+WMM8wXmfOicx2tW6TQMPSQeVZVz8eQF3dK20M9aBKdp32ghA1AdpPEksSDDjM3EwSd+tEpWm334HZcDYPHzGGRCcZvwr78rYH8rgEyIr5j92QBo0TxU3DgLhwokgsOFBwoOFBwoOBAwYGCAw+EA+95z3vsmWeembguPkrxmc98RtMbvN+Jix+5AvjgX/jCFybG621ve5u12+2JyxUFji4H/vyf//M2Nzc3MYLr6+v2D/7BP7CNjY2Jyx7VAnz4hw9yHQS/6elp+9jHPnaQokWZggMFB/ZyYM8VH27Zk3APFwsLC/Zn/+yfvYecDy8Lm8g/++yzD6/BsZbe/va3Gx+GGUt6w+iFCxfs61//+hvme5gZ2CCZjZInafPs2bN2+vTpSYo8VnmPHTtmfFxgUqT/y3/5L0d2/MZH/a//9b9O7HMj48j6pLwo8t8fB+A5vJ+klreKfSn0c1cqkBFkZTeliBUcuH8O/Nqv/dqBPtp6/y3fuQb8lEnXWKrVqr3//e+/c4WvkzrJR4jyavhQwV/4C3/B3EcPcPNbjyzc3Ny0L33pS4+s/aLhR8OBT3ziExN9MIMPtd5pHsUHZnu93j0T8clPftK63e495y8yPjQOFA2NcYB1909/+tNjKZNH+XDPP/yH/9C2t7cnL/wmK9HpdGx2dnYiql588UVbWVmZqEyR+ehwgI9Q4fNMghFjzDe/+c1JijzUvF/96lftxo0bE7UJD+DFRIUe88zvfe977aMf/eiBqKD/+Zjhzs7OgcoXhQoOTMqB3/qt35pYr2mDj3E99dRTRI8MrK6u2ssvvzwRPvjkrJlNVKjIXHDgDhxI7pBWJBUcKDhwpDlQIFdwoODAOAd4QbOWb7hyvGnHTrRsZr5p3WMN68zUrdWpWb1ZMTYtiTX9ocXDc14g5GH6MLtWImdAXr+b/lQoARK3UmkXXNfu6X3Twcty6YvaQ+OlbDbx6W3uGC8nsqkPm0rkm4KtLG1ZbDq9uGFL1zaMj2zxkuLVC6t2+ZVbduHFZXvt+zftFTaV+M4Ne+35Jbv08i3jg12LV9aiLJuk8CJZSgcICO71DJrFh8EwXk6jDl784yVAeLL3Tba7VwrvRnczXigwXpJL4FU5sZIgUdzdR1kfeUS4uPovyV/sAz9dk+bu6nUzBXa3w+90QzyNZIU9YmVUAAAQAElEQVTwBV7ycl+A+Exa3Ie5ykOQXh/+L23Tr+BEa9DNRgToBS87t6aq1paetKdr1u7WLF7ArJcNnaEv3d1yhlBX4K4Idfb7A9uSnPPy6zLyfH3D+PANso78owsD5UG+IJuq8rqsOAoOTMgBSWJaQpHQV11hv/o7A2Nznd7mtvFhHDZuRQ5j4521bWNjqEFfEqgzjDzlx0DVjE6JtmHPc30pVRKrNcoaS6rGi8ozx1vGxhlspHuCDXvZLPlk29jgi00l87EHXWL8CZCOoWdA6Br6Jl1jwwHqpAzjFuMXdR9XnVH/2Y7lG4pE/RrXqA98SrJfI31SxDMK0LXgx3bf0MFN0b++siW9FNzass21nvEicvAjysAUC7VUNYrY7qFb6HmA7BhtlKslYwMFXtaG3tmMH/Onpgzgo5hsUsT4Cw8AcG5N1cTDmk1165bS3TA25WXzxTmVPXEmpXVG4zgvh2OfsFOlcsnoa6Fi0Tf60RlxF6YpeOCvyxjT+uprNjuj39lcjA0pkYU1PsglfiAryI1TgB8gjxM+YADfqFJE6MxM6NCwr7wQD3+CF6I9l4H5U23xs21cIxvd2UbwrS073ZLsUCYHeMxGch02+hxtBNmUvDYMXmLn2fiyWitbOTa2cPHLc5Qi3P0ZYbib9AYx5IMs0EnpIFA/bCbDR8Canap1hD99i3ykm7+3bU40zorm7rFmSpvoGumHdAQ6oQnakamZ+VbwY076Ni+ZmVtoGfdiAxvJZUljOTx1FzYgMkJI12Mnty1+Uj8IfUEntjSWxQZykhE2lWAcw4fr7/RD3qjCXQU5CZVA2ZAzyqz2bH112zZWCHuGn8a9gcZAsidJEn1OHFBxcUm/wnWYxiwRDSX5TZVaKXxXeNCV3rOxI/wiZFPBWekdPOEeukg+5GHEP/Ey9ExlZ+QTUwaA/5QF4HtLelmTD10qJWZCSqRZHOAkiDiJumcKdYppOnUv9KzXDz93HdplZ/B1scFsfAvt+KkD6SP1uPws6iB+qKB+F3rRhIufbD6JLamLTnQFfhw/3dm7obBkiXQ2YOxIh9qyU/ATGPFUMjkl/eM+cgfv4SFx5Lute9hGbKSJX4wheb+CTCJcKvKtGu2q0Te0x2bmbMbEZp0nz3ftxJmpVO/BR7oxPd8w2unM1o1+nlIbU8INOgI6tXSzY/Vjcw9Ural7ADS0kAcgbETdkB0AncTGzC20bVbtgRc+IHaC/nKPHleHWwoK0jNL14XYndndgdHf9Dt6gy5tb+0orW8D6QDjKnkzUTeLKuLHiuPwOZBy2s1dIF3EXgKJdB+bswckq7vXbqXIk4XEBYnyUDZRXamsmOo2HS4ozofBgaGUifEXfwYFpT/QXfwK9LilsRe7gV0D2rId+AM1+bQV+baJxhp3j/EN3zHqQkllQAn200DPKrt5Yka/pzLgkg9PryULmRCkdcpv7Ev3+9sDw+/a3upbTzYhH2s3Y9zoxQcH8NFWljZt+camLWkuyYe2rl9etasXVuzyq7fs0kvLgiVjg83XXlCoa+7dvLZuK1pXifFWYzhtiS2BhrtHaG5H7gAloWcungHBS8UjDN1ye7DxJPqppLrR7aSc1Z+3qdADzFzIuevHJjuQH8a9vsb8vvqdOLKJ7ZcohEzQN69fa9ouzbu7hZwl4J6kceEffAFX3bc0uxXHEeKA+kWnufuePgvZ09hRkt0JGI9HmlukI5tcj+67JYon9LnA1Oc6rTjuzgGZ8FC1oX5zW+7uYQPKsv2MES35iPiXzCvmNKcinNE6epdNhjV3YOxgDtmS74i/yXX3WF3+Y0PQtK7y4A/jl+bjCv626Qi9z5HQ9Z1OzxLd3Vz9Og7gWG9Vw++d1XyHeR/4xRxGOM5oXoMP25mpx9oltEzhH+u6O1u3DrgBxJUGHQ02Y9U8GFkyHS7IT1CNuDviFQDfAOwY9mxHa03bvUGMYcwZuQ7flkxUAEQlZqrGzNxGB/cE2EiAdGhkLG5pnO4IT2iCTtZ/2IiWdZGY62rOy/xtRnyYzucEogna8dmZ/4/PU1p75gK12Ly/yTqU+ruVA32q+QB9Cq+m5xo2ozkAa03BZ7UFTk3hVtPcqVxNQjfRQXAXKbgcRPcAdAMkBt/gGetR2djPulQOO0ofaKyQiBqscvfd0FS9Bg3m2PAav4H1HOaarDmzrsNcs7fZN+Ydg8EgHV9UbrwuLvdAIG7miVlZ60vVesnwldqSHeR5TnOhE2e7Bv+ZJ9IfyB+yxn14Tl50IngJXwNqNuoD8ZZ+IW93tmEz0if4Oqc1jwWtG556Yjo+yEWc+R8yTd0tzQ2Z+5uOgWgHQrQynJX8wM9cFvdXHPzRelGVtQjpIfSCI3KIXJ7Q+iSyyfW01ma6x5rWkUxCdyuXsTwUP0b2Q/yYVl6gI1tCGXQT+aQtlx1A13qSF+aRG1pTifUY1he0zoLviDwgFwP1ObLj7kY5d4WCES3wLRho5u6GvtXl+9IWcg899O0x6Rf9Th/NyK6Q3pluxHpl0CJ9QqfgAfRxL/pVdNN38+pX+nZGOtOdrRu0sjk7NrascQzcwBN0jGMUSfHlvtCT/A4NuqCvJz85l/fV5c3wkTfXe7atdHQmyKIegDo9/YmA6GMCI3xhgC4IsDEB8vVKAYlsjwsUyg8oiad3Ang9SiefIOqRTFGvhMDUhMmy0B0KH68T3N3ddAbijLHIC7ISuiL9CPu43JO89GxzfVvy0pdMDY28htCoJOXdqcd1lZ6IUYDy6DTulKX/NelLS/YNfUE35rCPWq8P/dezinnpDmtI3Au9CRtQM3Ql1Z2q1qiqGoOUltkD9CP0SGtt3WNNm5bOoXvUnT//wDYej/WwqfiQD/YX+wo+ifo1xTr9FSkRgUb4gf5gJ3j+vi77sXarZ9iQnB/j+gOdAarEXTGdUZkkBNtInQBprCM2ZQuxWdA7e6Ip3FoGD+bEh1n5JeDJ/RiTsXsZzS2No+1u3bjXnW0Y+bA9lD1+dsrmT7eNOsmTP/9AnrENtB0yGx2UXrmCQFeRRBGdBp5Bv2wE9DMnXhftzK3hwRbyoDVbSYORHzCVt/THHvQBujneaTxrQW2ip9CJXME37Cd2mPGE62nZ1lye4Al9j8yQvyMZ62jsiPuz4qn4yRhSl3/H+InO09KeNnUB3epWbmUgRHRy4eKBu34BbE4m+03Zftqjv7Dv4DanvgbPacktPlJL/dxSP7fVv1MaNzqzDaOPCTvH0jh4N6VHNXwp1Z2ojehbp3VACBIIHFwEisbJnZhDy1diHQV972mtg02wGSsH8hVyupDZKPQQfsDLZCwIgWjSzcRCK8m3on/RdfgEv+jfOa1tz8E/dEV9DI/a8r3oXwA+AlPiZfBd/JvBL9XYCu+xNayboytT8l/x6SvyTT3np+kQMuN97S6klJz+KqITPsG78OfFSz48hH3IIdavpSvkIa9ZWlrk2v6D6hO1X9P6Pn0MTbOibe5kS3o9ZQvnugEnZDehHTrgCTKVyzC0AMgxPIMHQFNy1ZQMtvZAVTa1Zjm/CLE38Iv6pvHlJZvYl1lslHgd/JKc0icljZ/gnMM4PaSZflyJYqPW9k0w0BgykJ/d19ynH898sC89+Wg7ej4W9lQySP5hJoiUN9OvTjukI+0LtaiG03jekBs01ptlm5JsTUt+kBlkEH8NGYI38Iq+Ik+rW7fQX4X0A+ldjU3wbVb8m1UdnZmGtWXH69JhfNWy5tGJ+h0yTXSP4wDZKbiJncaBDiNPzFeY+/BBPZ5VM15xzb1U1pTbTeVcYOkhGtWEmhG94jWJZdmRerNiyElbdLaEG/rARwyqmueWwS9xM52BW/xYdigxi1HvQL40eOBHrGtdNuZXaz319baNbI3mctHXlFNxd6dqc0/DoE95oIsyjL8bqoP/yWD8RWb6uh/FhZeKmbllh+gSItDPOEZiSbytMP8QjawvMPby/Aw7X1NaJZ77JmTFDIk3EdUPzFJQnEefA+r/8XGQvkfGkEXk8JaeByxeXrMrr92yCy8uxYe2Xvr2dXvhm9fsxW8B143rl55T+NyivZT97+Qr37thrz1/0y6+tGT8b+W1iyvGs4LV5U3L/SBkEXkTCubuArHLBdmppEhzdytpTRK9b8ke8/8a2IXp+YbxXKUrXwT9a8g3rErvEsmtcagcgcR6TDYjpfh5q3LAc8LTCPKHWUbu+ztD62tNDNnHhvZlK9GF4VBlxkxaWlJp+Rn3lMopc5gkiSWlMdB4H9e5zVU52lRwuKcaYUzg2SKQ0joMW61fQ7kS4YRuYcvr8t/b6Ndswxhv57QmvaD1stNPTdvZt83auXfM2vlnjtmTPzBnTwiefOdcGn/nsUjn/tm3zdjpp2bsZPw/RUfzs3asa3Y1T2jL/0nXZUrGeibjY0m6ir668EjBLA8tO8B7oDF3oGdaO3qWGf0j33A8JD0+oiMfHZpD583NXaC6S+qPoFHzaXBoCZcOvq18C+ick0/c1XVLfl5FNgT/Bd6oeGABDtQZfIuU4qfgwKQckKFIT0QpxiSpqPx7SZUiOg07hKyloCzk1w2uaQ15dHdLgCSV7QQdShJL4tpC5vVrHCquQPWrRXc38iLbFc3Z+DAe/ipjKuPn1EzNmCd3Zuo2JX+WeQ9jbhk/DxtG/arDLP2fhag7fuwxPlzUpOiLzYadHMiG9AWEfEwK2wP/AbExzaxfF9iotI0OuB0XyhDsUQjb3D3lv2xRSZCo39zddJq5+tp0KNTveDNcCpwslud1pZBJZjH+vwv7x5wZn22F/+PgnQDecbm6Zov7Pr7F9eIl0u8dris/gC9IeD3qXBt95Gvx8qrdvL5ut25s2OqtrfhfTOYb4AX/TMwNXoD3IwKhoJbVOxkiihn6pqmX0bcjEFNJH12rIHH4rQp0uvohg0wnPA/dzPVncXj87pbjUmk66fuq5laMRege42N3tmGMQcCU1laa7YqRJ0nkVFD0IQJy5u6WiC5wLZVkXySvicISodIdEC3GkfGUaA75La7FQhtq/ManYg2NtTNkg+vQNfE87QfpwR3qoo4CCg4UHCg4UHCg4MDD5UDRWsGBggNvdg4cP37cPvjBDx6IzJ/92Z+1//2///eByh61Qi+99JLxsYNJ8frTf/pPm/u41z9pDUX+o8aBd73rXfbxj3/8QGixCfov//IvH6jsUSvExnF//+//feNDYwfB7S/+xb9o7373uw9StChTcKDgwF04gF5OuqEjVf3hP/yH7dSpU0SPDDz33HP23e9+95HgwwaXB/lo03/6T//pSH3ogo3Fv/Wtb03Ewx/4gR8wPpg4UaHHKDObLH/oQx+aGOMvfvGL9uyzz05c7mEUOKiPiowj65PhWOS+Xw7Ac3g/aT1vBftS6OeuVCAjyMpuShErOHD/HPjt3/5te/XVV++/ogdUw1e+8hX7vd/7vYlq+wN/4A/YO9/5zonKkHlSf4gy73jHOw7UFO6G8wAAEABJREFUFmUPCy5evGh8ZOKw6i/qPZocYA2KceFeseN/NfBdx/MzT/z85z8/nvS6cT7Ic9C14NetuLhZcOAQOPCpT33KPvzhD99XzZ/97GdtEh25r8aOcOF2u21PPPHERBhiX5aWliYqU2Q+Ohygv/lgzZ0xunPqzs6O/ff//t/vfPMRp4Ibz18mRePcuXP29re/fdJij3V+5t9/+2//bWs2mwei49/8m39jv/qrv3qgskWhggOTcGBjY8MOote08cwzzxj/40D8qMDa2trE8/IzZ87YzMzMUSGhwOMx5sDD/8/6x5hZBeoFBwoOFBwoOHD0OMCLWuVqYvVmJTYk4UVOXiSbmW/FS9hsojI9l24SyAufvOxdq5etzMudpcT4v003HUQU5KebG+cucA2YkaaYjRdh8TVgMLQhL1Eq5EXK/s4g3cRGIS9+5Ruv9LZ2YoOTzY3t+GgDG5XwsZBbNzeNDxvFRtS8fHhx1dhEgo9xAcRvXFmLPCtLm8aLj2yewov7vLxnb3gMLf6G+gWEJ3ibQuN6aHFfP2ZvWNduBvjBlbsHX+IlucSN/nFP08ztkR9CxfaC6xqwUWhuBz7gZQ68AArk14ST8vXAiOwrqK5V96rPhYAnZknJLV6IrpUs1514AXqmLj2qGnoSG0miJ2U3daVKSjZCPhRaekAfGxKwkdX6ypYhw7wIu3arF5vfbaxtxwe7kH3kEzx2S6d1eBoUvwUH7o0DUmB3N3eP/MhVf2do2MDeVt+whxvjG0Bt7FjIH8JHEZVzc5UFFOw5JeBcc0uQSPbZXCdeWGbzjNl6vKzMmDIz3zRCxhw2EGm0q8bGAVWNL0BFulOplKwMKF7WOJWC0nQd9xWSt9YoG3rYaFWtNVW19nTdYjOw2YaFXup6is0JOmkbZZXDtproEDkGmFscbATS7w+C5m34sbmTjjGrW+l4oWs2/gp7FGVcRV1lAQUZCxSLk7rd3VxGoFROrCb6oLXdFY6yF4GfQjZSYLMTNs2ClopsCzSCa7mSaMxNDH6Qxj3oJl9T9EIb4zbAS+ApPysW/FQ9bEqZ0mt7jhGqbuaA6VDicDCIcTdsk+hlg73YEGy1F/KBrGC7zFTIsiOP5mGWfN+B8MnrIBp46ieR/1GWbNTV9y31K/2NPLHREy/Fd9j4Tf0Of9iwAhnhxfjgn/q/jDyJr/k1PAXIQx+RH6jWylYR0BZ8LMn2w0vIBB9wy8P9tpl7bwQhR2OZRJoltCH6KsKx3qhYq10z9AQaO6KJ/kbGW1M1Q+br4kEVmsSPwDPCxCpKq9RLVpXM1ZQHPWyhh5K3lFdNa6MXrUrkoWxJ7bpkdbxroQ+w/HDTbf2YGXIwyPSFl/TZRI5NJbAhmxq/0CHsi2kEhDYVIWpD+Ux9/Do2Z89kDDljoy82gejJx0PP0EU22DBaTJs09yxi6RG46Ydk8K9K5lN6qxqPa4ZOdLA9AuJN8a0ummviLZuJkx/dKkseyuJZDqTDW/I2pWfoJ+U7siupnKXjPfKCbtO+kAukhE6E6Y9HctxPE+KXvu/L30XPUr7thH7BP4C0XV2zUR3767EHdexF2pBzZB75QYdanVrGy4ZNzwFNQy6xN7ndynlaER8r8HMMIq1ajg0qqLMmmQzQ/KOmvoCP9EGCDEIT+Ah0cmUuuUzxKVneJ03pPv0S+iDZbmgMoO60P9JNZ/qSz3Eeswl9vkk5vhYbJ67ekv8lWF3estXlTVsBNEdYFeTxFd1LN7LvhX+GfPc0PlJ3X/0okZaUD41+BWHnB/BRjKuASIkfqYMIZHgNnRCu6AV1stEpYy8Q9ese+pbXHxUVPw+PA+pHnWN66IZMoieEAPFxyNPuHprqUz2egelwQXE+HA5I96S0nFJEU1+Y0X8l+a7YK3yslsaL1OY3w+7hZ7GJJGnYxLrGEsYKbBPjD+XNzQywfUeW5ro5DqZrkwzYvgNdxzYwBqL7A+yMoC+fvc/4CbDBHdDrx7oINmlrbG1kVXZrtDZybd0WtQayGJsxrdri5TXj+sZVrYtc37CV7MNcjMFsuNPPbI4Lrzugp9RHeAop15hQkr/EuFHG72HcyUF+QOVBg8avvE58LmQEoG3GnLz/3d1crHH3CBXVibApeJ2Tvg7QYMJchD6PayT0jYrf4b672nczZNLFq4AsLRDz10GmuPVoOaC+UVeZu2sNySOM/sv6MUnMAFcIJOP58nji5iMw1ZGBcTg/BbwRB0Kv+PHgJXqOztfkvzKXn9Jcno/jMCYwP2hprsC4UdO8C1+UvBXZJsKq5pI1+boN+amUxa9mXlbXdU1+MHkS+b9mqe+a23/U3+5wgJWyju4k6mvwwx7RfkNjU0vjF356Oieu2chf172aaGAOxJyHtivCryqbSTpzn4Zwwrdn/tOM/JVYh0hkc93d8rYDj/ix9NCtNKJfGTCdhn+bjl+DWF9g/GID1r5sXWrnqGBo5FWpOGkiItmP7sb9PA+8Au+aeFoXD5uilTku/RBz2+iLcsw54Av1gQdt42Mzzo3GSq1vxLMErb+ush7LfADQ+LnKfEDAfGAEul4DlJ9yzCmYwzJvYy4cY6fG6hxXdzFFJ6RkAdE7A3l1B1zhDfgyDxg9A9FYH+Ozxn/uK6u5u8AEaWg6uEdZ5uGs7QGbmrNsru0Ym71v8zGuvA7YnwmaqlI9JnC77SBJkCSJVSQryDG8Zt0lnxfOsNG2nh0hd/hIIeOSJfShiowxRmc6Qf+VtdaRQsnK3ANUd+SXjNaaZWtI/pBd6szbwRfraD2D/m6pr9mglH42HdDOGBoCo+uHdea8C9kUDeg6c1TwxGcE5xxYy2lp7RM9Q1+ht6IywZPxuXPGK3STPLWMJzXJfY24gHu0Cb3ICmsoaX9vxxrmXtkcGrKVyubQXMzJ8VY0Tu4NFQvQhWucoW+wbdBDPwRN4j8h1/QB9IIj+IxoyfoXugBsDn1Fn7aks8zfO1rbAogDpNfV7+R32TWhEj56hGM/Od7QIDQNm0nf87G/VO63JevbxrwffvS0rhtrS5ncU4bqKB+M4OJxAyGvM9B3V4wzwA3eJeIfkMfzkLQcSAMS99TfUH8rarugutwe2yNQ50cAnRCSywn2GrudjgVa39FYsKH1S9LQJWSK/GYqbNkxFs1S9gToIrKLjCPPuc5P8+wj7GPD0JuW1tXIU8t0Gd2hHD4D4zg6V5b+VAJKVsE2ArIT5K1J9+uyregddU1pTRdbDHS0Dt6Rfub2kXzUm9KPZruZOthdoZnWc83QG8YWaIcfrHPxrDzlRz/GbvhBiayYGRd2l4N7AuwyNoGxAH50tB7byfETjm35Ufga4AhdZdEYkNlB8I45F+OHfCvyNWXz87EH/mKDsE2kc5/2yuWSuQuBMfSgPL901z3JOtfQNdCcdzRmZmvT0A/gL2A7BhrXs6GSYgGqxUYQKQ/2BzTpN3yvsp4lYVuhsa010I74R39HPyNP+ZgimaqIX8hMGflBZnRdU3odQG6UF3412xWrSZbK4rdn/HhjCoayt1kuEU+5RGsnZfGcNsGPusGLvkE26R/klL5m3KOvyUu7hNXAsSRcKkZ55DryavyvCz/uk7dUSgzb5e7GEXacjgVIAIhnMOpb9R06jS+FrNOX3Its/FBOkFWr2CGeQjqajB8zT9xK6tuyxvuant3URTO86khPon/Vz+hOU30MX+EPfQbfyuq3cSAN3tbUx/XwjasWH52S3uE/oS/UTR1ltVfKfHpP2WnId4aW7R66SQZAN/Eh0BV0An86tRk7hs3Az+zpOQ73qYsiOYjsUZWkcZEkiZVFQ0263QBfyTX4IS/oOPG6+FGV/JZKibm7ZG8Y9ihvO/+foA3Z7/ifCvnvrNmzvh8gX35FPvsItL4/8u11j7xrKz096019BuhBVhgnoEEk2+2HeLIvUailKRQQsfih1NFn3U5rdTm/qJu0gWwO9+En7URhVaszog/jh7aQv0S8LUmHkR9kA74je8gMcsh8tymfraG+4D4yVpatrmBfCNFfyS7p3G+oL/HlKIMek5bKbNnKkvVE/U7bYtNeMkncB0MxBx4NpMPwrS8fbgRKG/FQNVFUQXqOLqhBSeoXkkqS+YpwrssWNppVA1fmM0Bd9EEDtCXK54nKqWPdXBGdIKx6dOpC6jIwY86HLOJn8n89zLEYN0Mf1retJ98TfJGHKMSP6rSsTvDnfvitGnsYf/FbkWf8d9KxWdirtFiGi2VHhgyocack/kIDfQVNjL3Y3LpsAukV9Rm0UZo6A8Rjrgs4+hxwp5dTPInS70AuR9gv/JYV2bnl6+vG/0ay9n/1wopdefWWYMWuXrglIFyN/5e8dnHVrl9aMZ4N8FxgSc8F4iMNso/IMrIddks2C12kPTBAP9DlUikx7DjjdE161eT/F+STdnhufqxh/O/PsRMti/8vPda0GM/kg6CDlClJZhOIseIoOHA7B1xJntlLRbNzaOkzskHYYGxoX+NsPxsT7tWkuWpzd0tl2S1JBLL9eei6NndLj8zYphcP9jerOgs0uJjRqrvbrn6VDbve6tYM3WJeyUdM0au5k22bO9W2+YApm+fDz4LjpzvGB5u5JjzOB5sjfcryeNw7lZZJ65gy6jumOo8ttKW3gPT3eMvwCfAjO/Ip8e1b3ao1pcsNjaU16T5jDONn6LTsgrubu9v+w80t5XFi2I6KfIiafP2gr1M16u7MNow19vi4rOwHuOR2ZPZ407pab2zLL66rHH6Fu5tOgQf/kIERP604Cg4ckAMSJ0pGoB+dqYxJ2HSaKcGJCHRaCm4u2+GuUJAkypZdJ1moZCWaDhfsO+8muBp8dRrj/UDjMeMy/mdP866efM1thVxjDweae0Q+PW/ZU/sdmttz/zG6CP9V9EUoxqT+yVDzRBGR8TALlPD6J/mA8Vz0kbtb9OV4v41logwwlrQb9TSaBZgk4ZbiNxgMYu1tW/3W4xmN5gsbaz3bWN025qRres4ErBNqjhppWYiP90awwZwYUBnybqxsx/+xEU9hO+bt+HfxXGg7XetDruBnirl+70qc7j2k03MGmhtxYBTh4g7gTl6B+i3J9C9R3F1pAWZuHOkvsbuRmueI+/FjoYPoGfqG381aYeggfojmqYPMF9nDSxo5RBBZBlG5vEJvgMbiBCADYBaymP/q8o6nVMrQKWjpy94MBGk4jHe3uGdkumPpIrHgQMGBggMFBwoOFBwoOFBwoODAg+WAuxsfzqlWqxNX3Ov17G/9rb9li4uLE5e9rcAjTGB+8e///b+3CxcuTIQFG9jykZOJChWZjzwH3N3+yl/5K3bQD5b89b/+1+13fud3jjydr4cgOvEzP/Mz9pu/+Zuvl+2u99jo8Ud+5EfMPZ/53zVrcaPgQMGBCTiwva31zbW1CUqkWU+ePGn1ej29OCK/n//857WGu/NIsCmXy/bDP/zDE7d91D508d/+23+b+KOJfKwK+icm/ivNzr0AABAASURBVDEq8Cf+xJ+wScdwfNrPfe5zWpLNFqmPEL2//uu/PrGPCvpvhb6GzqMG6FdhX+7eK4V+prwp9NPMUlYUvw+QA6xnMGY8wCoPXNXOzo79/M///MTj6p/5M39m4o3IaYtNzydFFv+40WhMWuxQ83/5y1+2y5cvH2obReVHjwPdbtc++clPToTYF77wBbt58+aoDB/j+/rXvz66fqMIuvZW+zDJG/GkuH90OYCt/qmf+qmJ53jjFPE/ZD/xEz9hV69eHU9+y8VZF3r66acnovvWrVuP/bOfiQh+k2XmAy8H+djpL/zCL9iVK1eOHDcY71ibmxQxPnz5VvwgMs8uf+zHfmxSdkV+7OaP/uiPPvbPuYKY4ufRc+B1MPif//N/Gr7t62S56y3WmNrt9l3vP4obN27csKWlpYmaPn/+vE1NTU1UpshccOBOHEjulFikFRwoOFBwoOBAwYHHhgNuxstZpXJivATNi8x8GOTYQstOnu/Y6SenbUHh8bMd48VuXvRmU6Vmu2K8MF1SOV7q2v8/akNe7eL5Py9mZcA/xGVRPcSwANNBugLz/EeV6TTXKAtunrglSWIlXoofQWJJSaB7roLUOxgMbbAzsHRjtb6xGQovLN5a3DQ+wsUHua68csuuvLZi1y6s2PWLq3bz6rqtLm0q77b1VTZwAW97nSO7T5t5riwpvdxzkSZN9Ct6dKb8mKjgw80M34FDaXWch+PxQ2lsgkrBZQwSyR8biKAPHTbMOtawqem6tTpVYyMBNp0sV0shq7SSyhcVWNq/ivICIxvs8BJubCa1um2ry1u2fGPDbt3YjBdmeTl3v3zCeyCtyIrjLc6BeyPfd8XFVUIgs2mDwcDYvIQPgMSLxOs78WJ2vgEUL90qt0nc7U4yh1wD5OF+IjvN2FCR7NebZWtN1WxqthGbhoR+dGtKq6Y6UitZonGEsumGKkOjvUF/aH3BoD8YXQ/GruOe8EZ/TERgj/O2yxobKpUkxijGqWq9bAFqi3GupPvkNbfR4Z5eQAftoG98DGd7a8d4QZ0NtfhYEC9bc5+Cd+WHxj/qIY+7W6nsVq6UAodao2KNdtVaXUGnFnE2oKuIVyXxIaHSzC4EjWyiEHQPxQdBRnPQrXwl5adu6mCjLTbcak5VraW6CWuNcvAhUZ8IFXN3Sw8VFp7EI4V0AalqIl6uhgeMp7xYvrnei01te+IHspLSR25qEAyjFkUe7Jm2MJS/MBTuZvCHzVbgF7TBSzZh6czUJV/Y3prFRmqiuywZKJUSMzcbSEaCn+O8jPg++RooL8Jk+w7VYeJPwL5b9305tJQ+VZQkiZXKpdhAvCZZgZaG+hMaWwq5RpbhQaI+NeEFutA3yHSlr7AftA1DZugr8iTCH55QL3VRJ5vn1FtVq4lflXrJuF8qJebudscjkl33d+8iiwDygs5gQzbXt40NGdGXvvAht7sHneBK3t3NQ/qhY+hZ5JcvFjIovqQi6hQPcN+NQ1PcV0Rn3C+pz6viW0s2p42d0ViMHgSdzUroQgm+KTc4g8tAvOrnQNuAcCademkySVy8KVnYM9XZ0Xg/JaBueEe75HHlc9+HYyCpBvOT2wKdBg596Ti86LERx2bKCzby29rcDn92IFxgxR6m53U9qFAN6FRt6S+4QQ/+DTqG3e7M1q0t/ybkRvyti59V2VZoh2R4hayN83QgvuYAjwfq2IF0kXyAUUitUt7MzV1gew/XpZLjXqK+K0k+kdOy9KSMzdR1ogzwEvnZWNtOfajFdfn+q/L3V+2yfP+LLy3Zay/ctFe/f8Ne/u6ivfQdwXPX7cVvL9qL37puz3/zmr0geP4bin/jmj3/9Wv2feBrCr921b4PcA3o/gsq8/J3b9iFF5ZU/7Jdv7Rqy4sbRvs7231jPEvJE08zIoSmWcRtdHA5ulBW+AItA/V7XzAQD/uSyYiLf9zP+TYqV0QKDhQcODgH0DtKKyTAZLu74WfgU01N12LzOdZAjp+esoVzXTuhdZE5rZWwSVxb98mHPcQ2YTs9Ktr3Q/0CdHgc0Oe4Jrvup0EW0YXLaLjrNxEoTBIzd7dE14lsYoSKe4DFPdOB/Qn7sT2wXq9vjCtsvrS6tGW3ZKuW+EDXpTXZyBW7enFF9nLNlq6vh/1cX+tZb3PHsD3U4662qV+hqn60p5tBa0m2vyTfmn5ivl3TeMQ6FmNT+MMao/aH3DsoNFoVa8hfos66QuqpyXei3xkry9VEa1WJ0R/qBCFpFqHtO3a7dt8NXeoe/B4ihOmlfg9wupvptDy07CAtixbBm4MDBRUPlgPo394a3Vw2tyR/s6y5eiXsTMUa2APm85oTMMeoyRaQx1UYPxfbO5APhw3Ff8Ov0y3DPuTrAuXMfmHDSvJpuWeqINd/8r8uhL3Qj8pgD6kHPLBN4AdezFOI19jMXnMklx3HvIDPoG820BwE/MCVzcKh390tydYusKvUSd0llU9UXrfNXY3a7iEsdJH+KnL7qYpjnFOW4A9zAUEel3urMrqp37uf4gxZ1DR4JIwB9IvwAreS4onA3W0g35l5FT55rKtqzOMDlFdfu2WXX162iy8u22vP34w5wSvy5UdzAvn2L3zrWswH0jnBNXtePn/MB/D/v3415gPfI655wfcE3HtJcwnqeVV1Xn5l2W5cXbNVPWPIx1HwEQuCNKFvYqBFaNmRXWQBXWRpHw1FyyDG4pAljeesG8M3+EnpKCOadZp7XBl9ypwo1nA2dmKeDS49reOwtsN96ie3u1v6R20p5LimiKRpaR435l7IGPPs6bmmsVFuR+t8XDNnDHnRmhsy6SpKO+A6UCf31S/wYiDdSGEo+oCBwoHwHkY4kGxQJvAAP/V16IvkmA9WxLgrXSSsKI17SZKoNbUoGRkK8SirlMM4wY16aQMgbnBRuJYkg/giLdmGrvgCjzozWqPS3BldrArfknTfhS/1QOtgxJeh6N+FXX4pDZ4Aos90uLsl0kdTSD198ZQ+j36W/8bzg62NbdvS2gLzUj6AZ+KLi00qYpQzsctuO9SATmU1aHP38IfrsnnxYQ/RQl9jW5CDET2qK8VDuAqXgaAvugDig6z/kQfahU/YlZrWbfChWV+AT/jcyFFF61Il+bhq3gBwH0cV3MaviQsFZVP7tKW5c/AjW1+BL1viC2l95uniZZRR5VFOIdcFvPk44Jb9qY9d5CGDfdnS7d5Ac52+dGQnbCRr/egMMoK8Kqu5dMylM6qCS8lXGvCbyiDKYubuArOSxs6a/IFWp2ZdrZ0xT+woRK6RcWS9imwrn7mqUyUDySI6gq4AxFMYZvZgoBDgWiH5VQ4dNR0uHNEn7CD2sCr7W5V9ZPwmJD1Bl5TXaFTtCl0DTAd6O9inL1tah4QXoTPoi3RZWY223LMKTCGJgNgASkTd3ZJSYoGT/KZa6Hg1PgoatkO+U247yhq/E+FmOlI+iMbwS4YxHmC3APoMUDZLksTKsqHQWaduzcmwR9QN36m7Ih5EvcJFp8UhBIc505Tg4J/dxP8ZiMa+7NaO6O3JbrA23ZPN6DFuSl64N5BtAQ94pip2T9+N3n9sHEsz6MD/rGrsqEm2sMXYyJaeDSBPpJXho+RA3SC7rfKSkcBXNEHXOM5Rn/LDP+osi5elUmLuflfUqXf/zZwHidrFL6iI5+AC/8P/1BjY0rjHx6Gw9Qn9rDaoi7LIXD/wG0i+hzYQzqQniVlJ4yj1Ib8V0Q39OZ6J2lM1Up441aNDQRrfxZFW0itVq/oHhg81UP8O1GbKD92XTOwvqdTDP4UetLpaKon38KcmWa4jy9KPlvq2Jf4h13X1OfdL8M9UQjiDP3TAP4A40Ic+ETxeNzykP6Y0dgPUSx/BX9pOVK+Lp0JFsqNf1b/LULWnJPgNZM0r39D64iP+KPYSO8H/MmBDuaZvRaJKcu7WwVUKbu6AWSL6o78lk9HH6vu8jwfSN/RvQ+tSK/Kpb7J2dXnVrr62Ypfky194cSn15b93w16OtX3W9xdjbZ/1/fDjtb7/gvx4fPnb1vfx6eXPk859yryiui6q3iuaLyxeWbOVm5vxYU/kB9aYue0ebiJj93J/TEygLwbqE/onhYFRF/wD4l5a8f7Sr3v9QG4KeXgd/A9bXbKGZLCl8YvnP9hUbAwyRB4fyclQOjUUHQJkTrIAbdAKXi6ZIj96i+yiw9RRlY0oq5+RuddnnJk4a3EEDy3sw2DU1iDa5xpdiHz8iB6C20D8VTWmSs3dLacZ/KrSr6b8W8Zn6CXOPKOS2UXymtueY/yS9geinz7tadzgOSgb4TP3XL21Ff9XETohGdhfidCyvmja0fhC2Z78dZ6hsma7wf9kCHpaw6V+yrq76SSaQhClaBa6+qcsvBn7GSOwH/RnXfTVRGfqe5SMfCYlp7/AQVFVUpyPCwfcPUM1D9WbkgFsSW6Te/JdkKUNPRtdX+kZsgjwAcJVPvAgWF/Ziv8329D99dXteI4Zfg8+j+SOugaSz1xGxloLkXF3w+dlLGGcx2505xp27GTLeFZy8nzXFs4L9NyEZyhzenaCP9zSGFfRuJ7ITqBfqibqMw41JlKIFVBwwHZlLmOGhEOnfJBU5ke+u+Ywfdlh7LFEaFeesmLjAeXHr2nD3c3dDXkMyGRTJlXptnvsL7x754HEfKwWV+Mje65xmTGZNTd06dQTXTvz9IydfmraTsX/bafPJ/P/22btiTlozD2ntQbVqcX/iOW+JboKUCc6id7Gh/MW2vG/37n+8j/hZ942Y+fePmtn3yF426ydpt2szeOnpoxnpJSnrRZ+q/S7Jn+2qvGeMQf7gB8ALYRxHffKxtjEWNUSfqwBzRxvxsfATpzr2Kknu3YK+gTQeko08xGxY8db1tH6GrTgyzKOY0vMLY5h1vtpV+lXZ9wofgoOTMQBN3eByigw9HFkG2QfSoKE+YsA+Stl10l2HXmlw9yjrCemOszMzUZgHGMSm8sqeRTHR2NcZxze0ZoVviHj+C3NS25oPnT90qrxoc2Leq5x6aVl4+Oa+fN8PuyKX4lvSj3ubu4CmnR+3jyAzUftxTKCEWFcjy4OGBln1Xj8YNWlGNEfe3DWRaQNNK5prpDGhxrnhpb+X9kw4pGe583DuyCStnSXm49JssQ1lVlF3N1Cp0LP3EoKXw/QO6AU+phEWZc+5qCKLcDEcyAYFj+62nuSih7iV6+v9uJdjZtX10Pf+F9D/icQHbx+aU33NmLNgHkfujfAL1Ff7a3x/q5er3Quo2KXyHODZ57ZngjzDHs0xe54QPdI5iSbWpIZzb3xt+DJQyTtjjgWiQUHCg4UHCg4UHCg4EDBgYIDby0O/OAP/qB94AMfOBDRv/u7v2t/9+/+XeMjIQeq4AgUevbZZ+0zn/nMxJi8973vtSeeeGLickWBo8+Bd7/73fGhuoNgurS0ZGzyury8fJDiR6IMev2P//E/PjAun/jEJ+wP/sE/eODyh111aX+HAAAQAElEQVSwqL/gwOPKgc3NzQNtIH3UNltnA91f/MVffKTd8P73v98WFhYmwoEPXfz8z//8RGUOKzNjzG/8xm9MVD0fS/wjf+SPTFTmcczMBuPve9/7JkadD3J985vfnLjcYRZAV/7Fv/gXEzfBR2P/5J/8kxOXKwo8GA4U9uXufCz006zQz7vLR3Hn/jnw2c9+9kh8NIP55K/8yq9MRFC1WrUPf/jDE5UhM/7x9evXiU4Ep0+ftlarNVGZw8y8urpqP/dzP3eYTbxl634cCP/gBz8Y48O94vqtb33LXnjhhVH2r371q8bm/6OEN4h85CMfsXK5/Aa5itsFB44OB3h28eM//uP3hRBzvX/1r/5V/H/YfVX0mBdmzXsSEnZ2duzll1+epEiR9whxAF/nIOsjzz33nH3xi188QpSkqLAmx9pcenXvvx/60IfekuOeu9tf+2t/zfgQ7b1zazcnz7k+9rGP2bN6frqbWsQKDjw4DjAH+if/5J8caGx29wP/X8ODo+D2mrBR4x/OvT3H7SnPPPPMW9JG3c6JIuV+OZDcbwVvgvIFCQUHCg4UHCg48BhzQP6dJdlLbOVKYrzM3Jmu27ETrdg4gReg2UThxJkpmz89ZbPHm9aZrcdHRKrVkpV4sS1xixe83PYcQ+PP5HimQGT0ItdQ9zIYL0QV4OTu8eKYZ3UnwjFRW6UksVICuEK3RPeVUQ3oHAyNF8K2ewPrsfnE+rat3+rFy3BspMOGOrwod/XVW3aVD3JdWrUbV9dtZXkrNqnu7wxUCeeQH7uXQzkhK7ISF8kRfyA/bqbTxAojtKN6HBJy8FMiclSpVlcPzSV/lVo59GFKetHlg1wzdWtN1YyNBWr1spUrJUN+TUfIv8I4g2/DeJmxz6ZvvX5sBMjLnWzeEx/kurlpfFSODa7YDAV+AFG++Ck4cBAOSO48QD8qj0zygvDO9sC2t/qynX3LN+7hZf+e5DJso/K65N3dwx65rjkpn4ap2dRtI19szKMxgo15mp2qsbkG+kEYG111pCPNirExV6mcUIXF5imy47zUOxgMpBvAMOw6tj0H8B30B5E+UP5UJ4YGYowJ1FdR21U2+ZB+ErIRdVVx9LGk8QQc3Ywi5u4CiwMcqBOa2fCgt9mPTTrZzGBrYyd41FfbZHannEAXLuAcyjLEmSJlgY/Grko1MdpnjG22K+lmKOJLIzbHqsRGt+WyCw83jkF/aGxkN1BbtBcQPFE690Q3+bAtFWhtlA2bw2Z7QEt1swEX7XG/JBzARShbtCB2gadlB2mACW/6dKC24AEvkfc0nrKREzzosTmTxsqB2lfWtNOpK+qJGiL24H5Uuc4cV5cM0r9l+FkvGfxrdWuGXzI10wi+ksbGL2XxJVFfmyiOfhUv4ScQ/NR1X7zMIaVpaGzqAw+CPjMLnunH3c1Nh0L9PrAzyONHlYNvWb5YRbLK5nB5n7akLwC01TSulLKN291drBmGLqR0DAz6coBugI6Cd8hCnY/kUZ/41tRYFXWii2oz55mqvSt97mYwwl0IC2/4BO/64iebfPfQmfUdG23IKB4bh7ILWeE3tJ0dwcjmKK90i3EOeeMeOFMvxShD6E4FxHZBzRv52KTC3a2s8Rb+NGMTy1qMxS3F0Ym6aIT+kuwNNVGGdgbCbyDcc4COvvAbSAeQA3e3kvSHsrVGRXVWQ96Quab4V5PuldVnrjzKavDGOECOcAzc3dxTIDlvP+yvbC36BR9iA1zxBH6AD3lVLCvL1QME4TkMJisyVm0i3alI1pAPPsTVkX7FJkvITbtqyGZVNpYNWIWYSg5tILuQwkD9nAL4Ayl/d/NAO32nglEc+ojfEXTTEzNsGP1XVj+XxXPipLnsAnXBLzZBXF3etKXYfH/drl1cMXz/Cy8u24Xnl+zV79+0V757Y7Rp54vfvm755vt8lOv5b15NP8b1jWv2/dik86pCxbMPcz2vNIAPclEPH/li8/3rl1ZivoEPty3ZRnaGwVdRJPzNFcY5isQVP3kKZVL+DVNeSjbhXV82t68496Bz1FMqqJMqCig4UHDgPjmAXqGD6JjL3lQ0JjZaVcP+sandsYVWrIUsnOsYMHeybaTj05IvxoLM73B3c3fTj5kptPSINhSljTuCbAY4KLAoRtEMorpEyYpg93LAp8Vec+3uptM4sLHYjR3ZD/x7fFg23GTdY/nGprGJ0CKbGmtN5NqFW8ZaCR8VXFnatI3Vbfm+fetrLKQul411dzOd9pAP+DRqMtp3AxVoZhyoaBzCx4f/QPrBrEqMUXX52OPAeHZQwIcAGpKJaENjf01jZGzaq34va1wajUlu5vqzPQe9vydh78XotiI6QwbycG/Oia/g123oTFxLUaDgwJuXA6jaHurGE6RAqb0pxVy+pnkUdqSp+QVzM0JsQfjDUjRsLz4v9rcv+zuQHcWOuZlhS0uaL2ArmFdUZb8IuXb53aaDvABzN13e9QRFwFVxojUE6gGPkZ3SegPzH3BlvaWsuaO7MqtG6sen7DP/EX4D+ZjgDei2Ma5UmGvLzlEWO1vW/CkfZ8iTVUX0DQE88zZpA6D9UaibOvfWk6KaplFBxNIIbYNjSTiVRVdZIXF4C4+pmzkB6xejOcHlNcs38b/44lJ8pPeV72k+8N3FbE5w3ZgTvPjN6/FBrue/ec0CNB94/htXNRcQxFzgmqUf6eX6qr2ge2ziz0d6X9M8gznHjStrtqpnDMzpQgY0P4qxPWhwSUlExn6UBlEBShaZ0AD01TfUATCeE6b9lUmIm6XFPEJSuQ/9zCeZFzH+97Se09NaH3POPn2uRx/G4foBFNztdHNumbsbfOYDEe1u3di8F+jONuQr1Qx5YxyuaExMRvI8NPoZGEje+gFD60PXGAwUH2T3oDtfjzE1TV1lzfuqWvtBHpHzgEx/6H/ykDf4LP7ZQz7EGnPXWoRkER5gG1j7nM6eDzS1NoduQgO0gC8yD6059IP+gXgzGM2j4Qn34R88wTcQS0yNGbLuuqAe+jTWYdTHyB2wSZ8LtvWsgXpMh7tT1Fzx/Sf1kDZUIykfh6bssU6JHWlP16yjZx18uKAp+0Ja0COawQX8aGegvuwLBqIHSOPDoIl6yQv9yAm8wq9qaW2Kuqf0LJIPIlTlg2NvzHYxpSzyba9zQMNAbSPn+L7bor+n9cue1qcCxB/0iDxRDdUDcVH8vPk4oM7lzMAk0KwB9jU2Ix8hG1pzw0bGB2UkLzwDCPlQXmTV3VXMxRpAgU7kbI8s6hZ5sY/INOuPHdnF7lzTCLGXTdkAZB3ZJp+qSdd7ND6g4wOtPQ5CZ4ayAXeCgXRomNlTtQ4Sahc9ob4KY7ZsIjYSvWQtGR8De1OS3+GuzGqU3wCuFcG2oKN8iAqebElfgh96ns4Ygl0ZCEcxwaDRVQZQVek5FC7EwEehu9sIJ9lt+IGtYL6MnrP5ek1rqhXhCm7kNR200Rf9QMoH6AWGIz7RBPnLmnNBJzaVD8a0tCbb0hol9dc196toDMJHEKqqeewUrkZiDrpFndiWaF9jI/2/3dvRPDiFnmzGttZpkZmBbAvyIxOpkmYi1dKDCtPYA/kFT1Xk7vLHEquIjxWNf3XxLWgWjfieMeZqLsoavmuubjqgB1rAdYQz/acxX9VZKUks+CcbS53UHbwSCToNoHnA9h3UncLQ4Bk9n6jdksYA+rMmnxH+R5/IpoMj+FbUViKfgLpV0NKxYmgD6SF4DtTvyCF1u6fjKGWqKkdfgi9tJMhxkpgpj3GAJED8DgCO1LvLD7UpXnBtNHaHMoeZRJMpDNV8ijh8gUZ4h56gH03kGf5pzb2mPqd/E/EZ3CgF/gHiG7xDZwDSoJl8QKK5QVV6Rp2MrR2Nry3NXWrqp4rsRUn9Rvuwk3opk8PoOjpNqcqkUxFL9VFt9+VboBs92c3c1+S6Lz0BD3cV1hmF9v1wC5oA8KCPU1lMDJzoY+jBJrG+vqL1KTaaX8SX17oVH9dlE+z847r44C9/54a9pLV94MVvXTM+yAWEL681/O/LX79tfV/p+PgAc4BXNS+4qOcGV15dMXx5Nr7fXNuWTZYCjdEA/ruX+4kcuxYj98igeNOHdyH7sm+SR2RiVJeK6hxdHkpEOFEvNMDrMvZFclKVLUF/kRGe+yAzDa17MZ7QR+4pZkGP6ED2BnkIHQKyRJ+qTupFdpHBiuoHSrLdJfQYBMBjHEjLIW0q9ASbiyzcCeAdsK9YfpmbalNFkTbCTzggb8wl0I8945P4AO6JbBa0UCbQ5Cdq2f2hbXiAX4nsM3auax11Rc+j1jQPRC9IB3dKjVeBjkRZPTtCzvHbKc9zVGSOOOnYcQgBD+pwT5lDXePg7lYS3+lH+o3xAdqwwUBV9jToki0Bb/oRHCJORVYcjwsH3FMZAN+8D5ExZAV5Q5aQvY21nq2v9mzt1pYhj3zMI+IruuZDXIDuk2dTefGDe5ov8TyTupDP4WBIM4ZNNppFViQ0oIBdQK6Qr6bGrOljzfigzsK5rp18YtpOnusYH/c5fqZjxxbaxnpBU2NQ/D+pxh+XLLpTqYWOUjWyrqvifItzIJOK27kgIdEpkz60fGxgTB1oXB1oPMKu6eZuuTtURHkJnBmyJ0AOE1xLyWMyBqTrtu0eo5K7SfcbS6sMdPKqQFloGGNUas8rxhrMzHwrnkfGh7Kemkk/WPVE106e74aezZ2aMv6fm2eUzD35HynGtrbmn4zr6CjzJIB0xnjydbVWNXO8JR1N60dnqZMPYp15esbOvWM2PsrFx7nO0O6T07Yg3Y7/Ez/RMspTF/Xix9abZQPvisacinxNxp0yoeZmFUD+APfrzYphDwIXzZnBARoWznXtlOiCzoCnpo0Pj/ExsvgAmNaiWvKTKU999JmbWxzi5zCMSEQi6f9n702gLduq+u7/3Oec29e91dfre3iPTsBP4EMFNTbIsBkoBFFBURE1RuwiaKIJOkSNaEg0jkTRDDQOY8ToMGh0iGhsogJqHH4qzaN5fVPtrapbddtz7vf/zb33uefeurfqdlWv6r29z5qrX3PNNddc7T57rUZrOLBtDlis6n4gTTfMluePrEdbzBENtbuwHWg5HChsFkWhwmmAiFCEQWFyABsoj6cpstgTImOwVqY/67pfY1xnTOc/4vxfnHf5xx+dEd84PHrftB69f1rHH5nR9LHZfAcx63ULY3nX+xrgjihxqjYznyeLVrb4fmlo+oa+ezuWcKIKzDLYJlXuNLXNZ4Au5m6MVVn99sfNPI46x8/bgkIGMNPfnsSxISApsMVJqeJVkGHWCLNxCbW5WJdAclmDi0JuR0Ah5p0bQsvhA1BUbTLNqh3aUL9Ok2rKD6RDCuXT97GFuQXrsfOeM589NadT9YV4D5wRexGP3HdatMczJ+c057ZHe13y2q6st0R3xbSKfNVlLFxgIKIOMSkuk5UtF1G1bDliyp3X+JSH/qhnoSzllMCLd0amlQAAEABJREFU4GiCGg40HGg40HCg4UDDgYYDTwAHmiyfvBwYHR3V61//+m0X8J3vfKfe9KY3XZOXcp0+fVrf8z3fIw6X2yoD4Bm822q6Jv7Vz4GI0Ld8y7fo4MGD2yL2fe97n97whjcI+doWgicwEYesvva1r91Wm4BsLnyBd83hznCjgYYDDQfWcoC9sF/+5V/Wxz72sbVBm3IfO3ZMc3Nzm4p7sUi33HKLPvuzP/tiUdYN49ImLklaN/AKev7u7/6u3v/+928px5e85CV65jOfuaU012Jk5mave93rtkw6c8Ef+qEfumrms7SVn/u5n9tWW+Gi3avtIr4tV8g1nODJ0r9spQo227807VN5YHTTPrciXU3crXCAi7De/e53byXJrsddXFzUO97xDi0sLGwJN2PX8573vC2leTJF/p3f+R39yZ/8ybaKxEH2zGO2lbhJdFVwgHHhC77gCzZNy/nz5/UHf/AHGX9paUm//du/nfbNaPfcc0+ORZuJ28RpOHC1cCAi9MY3vlEveMELdkTSv/t3/04f+MAHdoTjWk/MhVxb3bPlEsBrvdxPZfqZY0UM/Kdtk8x417vepdnZ2U3GvvzR2ItjT26rOT3VL0S+66679K//9b++JNs2igDfX/nKV+pDH/rQRlGueX/k/O1vf7seeOCBa74s11oBfvZnf1Z//Md/vC2yn/GMZ+hqXD8+/vjjYk93K4V6KuzXb4UfTdztc6DYftImZcOBhgMNBxoONBx44jkQEeKjLD5k63Ra4oDRPftG8iPs626ZzA+er7+1PEDh0I0T4sNnDsrjYI/OcEtculK0QhEhCdDKs2yrYVn+8REX9r4pT+AMjtJXJK8gCimKSIC+Pjgv8usDcVQ+vZ7UXeqJg8QW5rriMplzZxZ0+sRcHqTDAZyPPXhGjz90Vsc4fPqRGZ06ek4z03OOWx6ws2xaS2ViS7Tr6w62WikADmD92Fv3DZXctKnqGbBWPk+cEQPEDFh3hyDz0arP20H77mSwcyy5+DBhheV0yO2AAwQm941WhxAMa3xySBxCMFwddFW0IjO1+Jflclo8cPd6y8rDe+a74sCd2ZkFzZye05mThlOz4mNPDlPhsDLyXUZASWzGZz3YTGHBxL+BhgOX4oAFxypjIYN8TEvfyQfDC3NL4gAoPt7nY//F+SXx4TGRI0JWUkgJKh9wpGBbrum36Z8ZU9rDhUbG2m4Pw9rj9sFBH3s8vnDYBm2GNlKPI2CiLSR0l5U0VSb5D0Idln5uP7QLmkUYSeExgXGJwz44mIP2yUEfHCKGnYNAOBQhgthOgFlZ7cpxqdftlW1ysSsOYOQgSj6ohh95ICUHGjgyZSV58mIQB8Q4HJ4QJ3nh8XVouC3GWA7FmpgcTr7Ag7KfaKnVKgT98BM+rCqn8+yZHwkuM+HEK4pClGl4pC0uCAAfvAU/JvyHDy2PnRErRLqq+lSW9DvMSn74qJp8apmgX6LsAPxgjCV/R13BgSOhQpL23dGgFV4CBfXbKfJg4GH3rzUvJy1Xk/tHxEGcHABJncOXIsvtlPCs4h98pXzrguMhT/BWPFmcUARgD5vWd0dRsARrViClfBwq3fG4kuUbG8oDasZTXoY0YnfHcpRlMy/CiaCV+uhabrsu4yDg7yKlXEN623I4PNpJnH0ZGe9o2LzsOM+2edtqFVlerfOQH94RtW3ZuJfV8wSslhf6EGQFuVn0uIZ/plGkvPRMEH7IERf+EZ+4C7NLWlzoiTDiEJmylWnR14KZhqrA6Mu24LIg+8gCfBvbMyzmrCNjnTxIn/KBqZZz8kIWBvnWNS/xgwZKWliOOuYNOMCZ8maZG+cwMfOz5TDqLqo6SfwkxtIHMAkyE+SH8pEXBzXAqwXPXeFFzb/sb1ynZrIiwuBECrTdAXgHnTYxEkBvoMxDlgl4t6c6gLs+ZGnM5UYWhyyLLQ5Sc3zKAqzlJ3zsg+ue8GXLC+2MQjipjVAEYCuqpgc7/jYjQoVlk/yQ07ZlGTt0Rli2nDkHjjN2nT0977n/rOf+Mznf58DOR6rD9x/82ElxYOd9Hzmh+z58Qhyiz+Van6gP4P/74/o4h+//f0f1sf/vmOGo7v07Q+122McMpLn/oyfy8I1HHziTh29wMA6H2SHbWU6Xw0o8ESEXUta17uOILoLKA1eWPe72hGzQHmqAj8vmIek3xENgAw0HGg5sjQNuf9n/VWbh9srciTkV/R+H2nG43aEbJvLwOQ6pO5gXco1qz9SwiJcXM1VjQTZ0N1IrlQ99lG2Jf1n0f4NgD09UHGjlWKtUGFmEdQN0MdasAo9Pg+6IcHryW85+hDXmwkI39zrOzyxqZnpeZ07MKg8R4kIu74twUfnJx2fyIkPCz3stuuD1AH2PnD/5gjYxo+nKPPSJ5FSbMi1kH0XknLltfnOgJ3O+Yc+DGaOBUY/3awH/HYHnStTziM0+Hs83yJuxEloYk6ANMKmSlGLVt6xTvxlWacvEruKURqlXwVs3kllOZtPKlkY1HGg4sC4HBpta3+5+1JEjIvsb1gG092HP+0e8HmN+zDoAk/6n3W7JUb0mWi7B+9L0oczl6rkbfXXLc1n6C6DjeXR7qCXshImnnz+OdYDwBGtWUpi+SBzD7pPqPmp0fCjXP5hJn/tL8iAJfSrzVOaVXa8z0u75JeMSZWC+DV2kAyf9bMvz/cLjDeGAqmeZfquyr2tkhgxxjuk86rzIGzu8Id8cB0EQaBcH+tik0TSxBoO2NnZDRHj+vJx7OCtrgvNeE5wTY12uCe6b1sMfP6UH7z2pBzyXZ03wyQ+dWGdNcEwfr+f/adbrAZteG+Q6wWuCT37ouB7wuoKLAeoLuc56P3fB67puril7Lh6MkEye8umXMxTpYS0tljtHzTpy3ZC+i4k8LfaETPWMM3lm3oOvBtnipOXY73GfNSX7evNzi5o3Law12e8DB3yXQhErgFv1Y0RWtauKJ8taoWG3AfYRmBtxeC4H8bK/x77MsGWwM1SI/TiFRD7Uc89l6JvY10CWEb9aRswAq8wfuaWNDHldCn7aYe7tedzHj/onDpHrNNgvJ5T5DHDIZTUrXe4i+cN+wd4Do4JHuX72fsSI5w9DtHm3RWQY+pI/lNt1Osifmh+Y6Q9fnKkVyURe4IhAXpZTLqjbBc/dgHnq3HsrXK7DPgM4yoTWnUZhc0DVeNN0sTAB8ui4j2L+QznYy2WPhX6PuVBdnsI4kUnquUtZDF2XC+ilvZf9YuJ03tRZ23JCXYIb+QE3eSBH1Ctt3GhNpRNYR5HeUoW1Dyuh9jLtlBUZT354L2oBnnhPG5M2MMgP8EeErBRO3qgnJweyftFcPPZa+vLhfnHe8kFfyf4b+5G5j2PZRR7oV0iGHXBy1TKICWS4A2krjEf0UeN+Hzh1YMTtf1TsUe/xXhp9ZvYBI63sJ2SJy/ZP23Z+tJUaenavC8Q10NbIW36gscW8wu2UtkrboV0yfnfcR7a9Z1ZUY7eHDKewSqJlCiQOtC/50fO4uSTaSfLD/Qf2VfxwuojIdKHycZMTTClNKQqJ/Gjj0AM/6C/GvZ89MTWich/R+7IVbWHaFaGy3S6r5kFt9rxv2HOZAfkJl6XtPpQy0geNMdfx3iR9yLj5jl/HYwX9B3gVJDKJNpJGm6hwQNgCH+EB+Lvuq+gfeOeBLMCHRfcd8AAedU0HdQb/ndypQybd5u6rOg942XYd0lfmuySPI/SR8DHfe3jMbZsfUUQSAX11WbrI0QDNoVCJr9CQ5XCI8chyA68iQmufQX6tCnMA7Qh5Qv7In3kiMgf/6/oeoz5MX8d5tLKeXQ9Ou0Kf5zTmeS3ryFG4HMgO+Chzx3XZcfnLOV6I/CDVaBx9GRJUP/jVdudUKlcw+LvOB+jZtJfTOiYJAFt3WV0cnfOEBiLBF/gz7HnVKLI8MZRtZNzthTrmEjbKXxSFa88pSNtTzvO6rt9B6NlN/SduVye44eHYREf0QYyxY8xFvE8Cf5mntczvCEcGtRNa9XmKb4LDrRwjzDfz3JGoQ/aYynF2SVzkAix6zKWtJBIntnK6FQUeQC5NRKjl9kx9Mx9ou56hKZIml9Gyu+D2l3P56TmVF3LN5Fz+0ftP65FPnhLz7gfuPeW5/Mlyb5/9fc/n2atf2d8/JvbvP+69/Y97Ln8v4Dk8Zs7j8Wcu/48nBC7eGxx96IxOPH5OZ0/NibGBsrrYLr+qJxQRtodNG+uoOr6L4fpadt/Ws9mzuawly2HXAB+zrTtyrIPjsnlZjiJCheUK/pcy2BbzMdrtxN4R0afS1wy5nyBOREmhSS3LwbqkKkPKnnFKYZwh4lOfHdqvATlkbGq7rypcv6pwqXoyadpjbZBSphkHLN898qtNM7bPv0xrLQxKDYtSDktb6uG8i1ZhuStW3im73dHeJqaGsvxcZtlGFh2P+BHGZwKpp+VEGIoI8ZA/9dhdXPa7zK7mZxfzAqQZv4+aOTOv2fOLWnCbIB7xVSZLK3zsuiz1mMN4A/BfNtJle/JajjKTICIUEVhXwHSlw2YUEv0k/TBjw5jHRepzxGPGsPvhIddju+a/EzHuUaYLmOSwRl1rHFiu5lC9lEPmbvRb9J38p+zcmQXNGDD7cHZB57znz74//0Mj7vz5JcvrkngPTT/es3xm+zM7SskrdYubZGvL+y4dt2/GKdrQlNe9XLx1hP+T3jal626ZEu9NuEjnwHXjmto/KuYHHcsi7bAoCtUiTXvI5qXmaTiwHgeWV8TDAoi80K/ShybwnymPCWWftia9ZVVA7e30WPFC/koIFR4fwlDKZigiJAHqd5NVUntcHpW5WYMW+mveMY56jNozNaJ9h8Z0+IY94nKqm+7cJy6r4uK7626d1JGbJsW7Sv63vffgqCbd1pjzsa9C2xybHBbmuOeAmBN+h0n45L5RTR0Y017jpu0eMv7rbp7U9W6/4L/Z+dz8tP15KdfNd+3XjXfuzfyvc9s+dOMekR/tPvMxbsaeHG9yjdHKcbbtNUDHY0/H+z70F0PuM1iDjIy1RfxxrxUm949on2k45Pet9B+UK8t5x17dZLjB9By+yfkdHteky0aaYc9lO8ZNP0I1BZr8UEmArY1qOLBtDoQUEQab9AuA1yyFoWUoWkXOJdPtsNaAuyDcfvQnURQqzRKXwvjEY4vl1Er0Z5j2IZhA+y17rg2U4/qc92XOeV555uSs+J6BC7gef/CMHrnvtB41HHvkrE4dP6+znn8y/i94/cQ4DrJIxNHHnW4CrnUw0+CdmVX20Xb3izRo73tedssmMyiJY7xKqMau0q6czzH3YoxLPxfSqiwmFo+GGCWWTWZ5jUVDRkuw3NpCG8p25bbV2gja4TZZQh03zX5blMATERp84KVZOui1ys5ceMF7xudnFnXG+wKnjp7XsUdm9NgDZ/XQJ07r0U+ezv8EEsb6jb0R2h7pLoZ3VSa76KB0FJGyFi47EIWEn+pnM+9j+RgAABAASURBVMLjOCl/ls+URa8JKFOC/dgLdJQaY2M2HGg40HCg4UDDgYYDDQcaDjQcuOwcePnLX64XvehF287nP//n/6xv+7ZvE4eXbRvJFU7IQdFcxsXlSVvNujnAdqsc21L8qyIyh6B913d917Zp+fVf/3V993d/9zXVJh577DFxicm999677XJ/4zd+oz71Uz912+mbhA0HGg5szIGiKLTVg5Pl52o6PPlv//Zv9eM//uOmanuKCwcYv7eXeiUVfPzar/1a7+mx27fifykbF4n95E/+pPeSn7iduxMnToiDxC9F69rwL/7iLxaX4az1fzK6P/3TP1033njjlovG2P0bv/EbW053ORJwUPx26hlaXvWqV22rryBtAzvnQNO/XJyHTfts2ufFJaQJ3SkHOEz+vvvu2ymabadnHGU83QKCjPr6179+W/OUiNjWmHf//feLeWVm/gRrDz30kN761rdue345NzcnLmh6govRZL8DDjB3+Mqv/MotYeACN+qetQHzxs0m/tzP/VwdPnx4s9GbeA0HrhoOHDhwQG9729vEvsh2iaKv/IEf+IGrpv/fbjl2ku6GG27QwYMHt4TiIx/5iJaWlraUpol89XCAC2u4uGarFP3+7/++fvd3f3eryS5LfP5bx14ce3JbzYALL7n4cqvpnkzx2f9kT3C7ZfrEJz6hl770pfqLv/iL7aK4atOxbmJuxIXCVy2RT1LCmL/+8A//8LZL90//6T/d8ni27cy2kPD973//FmIr18BPf/rTt5TmGo/ckH8ZOVBcRtwN6oYDDQcaDjQcaDhwRTgQEd74MbRCnU5Lgwcp7Ds8lh9XH7xhXHxozcfPmAevnxAfau8/PC4OGZzcP6I9e4fz424OVxgZ6yg/wB5uJU4+Ii8/gCvKvKqPwQrnHRGKwhAroLQLw5qkkJR+YWMtqHqWvdlffrRYfozfy0MkOGCNwyU4EOXsybk8pJ8P504+fk6YXHzEARUcfLJUXwbRXTau5QrvOkZIVqmZLJVgn1TWtLVnVU44lslfSQOL8/TaGsrLGtvkmTboA6CuNPHfUcbJSFX8rEz5qVlam/Z6olRdRuoFQpFtDrzhsJvx+oCDyqQt0A7ygAC3ryhMNWUAbEXxQSMfMnaXenlwCh9unju7ID6wRjb52Do/pF7oijjE5aPc8oPOED/wNNBwYDscQJaQqaWlZXEQ1OJiL+VwcX4pzZS5XtnGaZ4WOKu4IKu6XRCHD6NpFxyyMTza0ch4R+N7hjS2Z1iDY0OrU6jVKhQR4gFHCe7/nCdt7FJAR1SmAYMSV3g8KQC3ucIAPS3nUySECFfIT2o2VTpV9mPwg3LDj6XFbvJhcb408aPNOmqZxiiitDmxfWGVAbrtyrxa7UJ5AInHw+Hhdo6NjLPDo2117ObQrMJ0Jl3iWaZYom764EKmHdP41SOeFCFRrjqPoZG2RkYN5jmHb+HuDBUZh7gRIVll/wEe8YTwxpZe1pxNHgBQ8qGrReQBWNMPUU5HJ6nCeg227lyBuALoiQjLS6iULfjYSXlCvjgobpR5h8sPr1vUtWUgIsRDemil7pKPF5UvpyBfG8knzAEoMQ54bNNKFn2AQOMJ00y74IBEZGXIMoKcjIy5vCMdy0tLKS+OJ3Oc9HJaytYvF2WrgQgZLsm8KCxnNf8St/k1bEBOhpBFzwFblldHVWjgAU867WtVW/Eu81YeFIK8cPAAB38gM7ihqx/ftFAH3W4v+5uyfVV9DrLl9tZz2Hp8TxxrtGVHBOABQbQFyjFiWUD+MeEf5esMtZRlM+/6dNsCfXkYXc2z2jStidvlhR/gTt6ZXylzbmMl7pbaybcQ/U4Yf2iDhwAD+IgB73qeb8In+hZ4ByzQ3xjwI5y4mcZpsV8JoBzwbNiyl3ObqWHRzuBpyc+iz09ZWswuV4M5Zp5Sx5TtAujzVo4LlPGzbOIJY7IZJVSGSk/Hd3ouJ4UvC+6PODTu/JkFnT01q9PHZ3Xq2HmdPHpOJx6b0bFHz4oDMvrw8Nk8vPNodfkM5uMPnbGfAdPAYTYJaT8rwh9/0OaDZ/Q4kP5ndNR+x4yHA3A4qHP62Dlx8AZzt4W5pZyrwY+ykFJNv3goFOYg1H7mHWngW899fMom8uE20TPgJsxir1U41TyXmwNZnwOZ1PWAmWHWrFx9ywbLqh11mK3pR73hhwO/dKOB13Vvha2BJ5gDWTduYC3GS48bjJEcFMch4hw2t897HxwoeeBIuRfCfghu/NkTIc7kvpE8xHbMc1/SMlYAHc8DGS8Yx1vMU5wHfW1EKGIAGEcqt8IMMdgpoRkiwtYKVJqyn0L5YEWeEtyX9OhHPM/n0kLGGPY8zs8s5OVcp0+c1/SxWU27D+WirjPuT89xiNe5xZz/0u8k0r5WZdJ3XyYLxK+H2tkXRZHzIcZ5DhNkH2rvwVFxiB+HApZ1Mlg/A3bqbatw3bgOGsB78Dpwjatf3/tHNbF3RKz5GRvbXtsU1B8Q8rNMk7d5CeW4EdaqdFgj7Laq63VDDMQZDCyF2B2RlfmYByXZzO5m0BxM09ivOg5QjTlmQFnWmzV7WpUyVTpdrZYxxyl16tw2R7Lqx3Nw2p0EawMX4cAgj8KNr3A7bHltxPpyyH04YwKHo3KQKG2euTLh4f4ctMl3z1epu5wP2w7zI4zNQP9QOC5pasAvIkju+nQdWk886bNag74+OBLJilahzlBL0DZSrR2xAx3TzNqSPEVkJ4Y2+vYVkB8HWEdBT8s4217fAK12qDDNEabRSoA2/4DZpLpULpsdmb89Mn9M/EBnE+MCWJOfk5T7FB7bck3guffszKLYN801gce1U56bn3x8RicenRHzdQ6pPOa1QK4LbHI5V4Ln80c9v18LzPuP5tz/bLkecDz8Eh44U64LbB5lTWB8x5wP649pr0XyIEzG0FzXuj16HM7CX1CwAQ+X0arycBoXEvlh/O55DdB1Wbs2seMPD6vIpeHEVA8OwpeqveUFrycXDRyuzbqbNWfPuOr0TkaS9aGuD0eKQkIu2h7jkCvmNoy/e7w+ZPwb9to7Zc1tpSgKRYQr2wocBvJbqe+yfOnncq4y3V5Kt0lyOuuJKyKEDAIty2KrVYj2U9gsiijjqHyMsrRcZr3OJ6LK33S0TBv9RD0/gUclf7zv5zll0edPyZtc7xmRlTbkDzypZYiIVbmcrRTgWc59GNoCkPu5871y/479FcsCuOUnIkhi20VUSI6mKKTC5Wl7L5G+jj0AykUfgxtZyDpwuRWCkGyX5ZxjuSwPtJtmqzIMi6NSZy3XHTjANeL9BvgEIF+8lySOo15cke8guKFRVtoKbQCZT36YD8x/mQcTRhtJxEHitCnLoGv4ob0kmPc263YEy0t77Z9VJfzNrjTr8BW34yQrQJSWa1bLKrZmlWVAPugDkY+UCb8DXvC+0sJcVwv0lX4fUstHpkFDTIASQ+qp2S8i3E4KsbZjPsB6j73CMb/7GGMdyJ6h5Zv+EXkvLPdBmzGz3TxW+G9HXQ8bmv04qitIcv7go72AG2i5n6F9tdx+CwPhGnichGTpU/ODsYH+g7Ei+eJx9QJ+uE+Qy6xEkMmtLbskaViTCoeRL2Vte/4x5D3m5InHiGHzgf6RPqVV8cHRnc443MdluSnjKnBRcSOKBuJTVspIHszFRox7dHxI9E/0Jx2PU8QhbtLqHFarkKxUP8ZLe4AX9A9dywB9BXxIntgNf9iHRDaIm4UexFHj2oGZeAfSQ3/h+oNf8G3Y7wMo37D3ozE75i88IA5xk39OnyY8q8BepTK98KVl3rfbLZEWO35RxriEXjIq8ZtYu4RsgaPt8Q2aoG3Y9UGdDPtdYMf13/IccoXfrmvSOjH8Tkg3HlJEqHCZmbcmfZblwukL0xxFKAplHA0+Tlo7sa5AnddyOf7ADwdCP/Vna53sCpnOsSor5SZTeE85WVcM1/N3m/1x1uNvy/xQuB04AbQn0F4ozyAkbiIZrCJCLfOvM9TWSp20RT11XF9tz/ELh0ODo0pkonUe551BmA5mjKcPBfr9qPvPbC+eb2QbcTzViRJ5lVg8ofSylbi0Lf6Lk//d8dyZuTz/hWBvKvf3Hz+n455jl3N55vRnc58/5/APz4h9+aOeox/NufxZleaZNHPO7rk8fml3vDTtl6bTsOfPXP7ow2dyzcD7BPI+Oz0n3jfQD1JWk7sFFRm3rCvLn+uGsiZ4Dg6+Lib1Z7HIyGWStF4prbBstd1f0pcgF6UMdlS233LeSltERhQlVVkmlydN6AcqNzEiQuG2itwmWMbIo2V5a9Xt2BEpdg12rquMthojLf92WNm9bMDtJHjYQAXaOtCP4syIk+B+pDAtQ+6f6vUMe72M2SPZb7XUMl8K8yeKAaTGMeAyEVYuf8/rM8ZO9lhn2WP1Xir/QZs7t5D7qYRDB+2+fvfYJY3XiQuef3D5Fv/7IT0X6ea6rR53jH9VnjgqOiJCRRFquY9sm79Zh+5/eW/HfDrr0WWkf6YvKIpC4boxB024lfFAl5rnmuUA9QcwpiEqPfcrXcB9MfOXei6DTNFHJ1jukFeg767lzXJJP0U/TxuHMbQZzNUQijBYngq3k7bbC/KH7NGWuKBnYu9wvhNhLTw+MZT9SsfzlpbjF6QNMFqzHGJroOHAxTlAz1UC8ZDPBMt7KbMOsyxleyDCxcDxZNGzGCoiRL8YhVQUYVDfHSHJQHRAl+Gp6Y0I0ZZaraJ61zUk3jPxnqt8xzWug9dPlOB3U7yP4t0jbY3/bIx4HUQbbHssYEwwOo+Vyzn/7dGuK+hiurMgX+IUbo9t2q/HCsYMxkHa7OS+EU35HRv//T5wZFwHrl/Jn4uzoOVQTU+aDve7MvwB3pEewN+0YvbfpVV48Mt4xAFucNkMidsmeVJGLguDFsY01nzUkXhcIVZZxpQDOkH8G2g4sAUO0A4Go4cdRSG1PXdlvGJejOzRJqb2j/o98JjyvwC0CWTb5n6btJMakNt9h8fE+2naL+km3Z4YG/l/7MhER+DteDwkH9pgQWMMZ26FXCPO0NZz/0abXfRckTki65KZMwvivf308fP5/yfeQZz0Wgk4dfS8Tp+Y9XuRBTG3XPQ+FziYf4KP/sxZiOxU5Yf7mgTTHxGKCMlKfVMSbm3uISrQj00FGLJfMdNqkzpJqCKSBqicWzYiQhGholgxsffBfXNtD8fBHhFyIpTBdm38EDVDB6JhTf+0OBTTxhOtzOZ+Xw4tlLftsYw+f8R7qdn+Doy67Y3roMeHTYHHI8Ydxk/a416n578j4KJN0wbJo+W2zrvciNDgA024aTtLnjcveG8025/XeOxTnDx6TvXexInHzon2x38T2T/g/zas72i7NR5wXRGgGC6LleBjQoTlhdwt2BgXgbUxcNMGWL/2/PKql/OH5awvaxfB1ARdXg402BsONBxoONBwoOFAw4GGA089DkxNTenNb36z57ax7cLWjFtyAAAQAElEQVT/7M/+rL7kS75EHCa8bSRXKCGXeXzf932f3vnOd24rRw6LPnLkyLbSNomuDQ5EhL7hG75Bz3rWs7ZN8C/8wi/oa77ma3T69Olt47hSCbmM69WvfrX+9E//dNtZ3nXXXXkJWcT2+5FtZ94kbDiwLQ5cW4nGx8d18803b5loDk49e/bsltPtdgL6wu/5nu/R9PT0bqPeFr4Xv/jFeuELX7jltD/90z+tP/iDP9hyut1K8O53v1sf/OAHt4Tuxhtv1Bd90RdtKc21HPn222/XG97whi0XgX3ab/7mbxaHwm458S4mOHr0aM5BODB+q2hf8IIX6PM///O3mqyJv8scaPqXjRnatM+mfW4sHU3IbnCAed8P/uAPij2P3cC3FRwcaP8v/+W/9OtN3n5uPuU999yjz/mcz9l8goGYzI+Z5wx4bcrKhQ5Xw5yUevqhH/ohffjDH94U3U2kJy8HXvSiF4m2sNkS/s3f/I0eeeQRcaH6Aw88sKlkQ0ND+uqv/uod7f1uKqOrNlJD2LXOAcaKN77xjTsqxnvf+17xDmNHSK7hxIcOHRL7t1spApdYXg17SluhuYm7wgEuYOPimhWfzdnYH/mxH/sxcfHj5lJcvljvec97xF7cVnOICHEZVbvd3mrSJ1X80dHR5N8dd9yx7XIdP35cn/VZn6Vf+qVf2vJcf9uZXsaEzMHf/va3i4uQnowXjV1G1u0K6g996EPiMtrtrsf27t2rV73qVbtCy24imZub08c//vEtobz++ut1yy23bClNE7nhwEYcKDYKaPwbDjwlOdAUuuFAw4FrnwMh8REoB49wQA8fYu/ZN6J9h8d15KY9uuG2Kd10517devd+3f7MA7rtGQd0y9P322+frncYF3bxgTYfnPKB2zgHNO4ZykMX+Ci8M1SIw7HanUJ87Fa0I/Pjg0IgCnkT1aCBh/ceBhbMCVr2byAca8jpwqA8AKzgg0VDfkyn6pCRnvwCp6e5c4viYJTpY+fz4P5pDqA+NZd+HJzCIUAcKsThE066RoXzKCHzKGyvIZRhsqlNPF47r4rFx3mUr/y4bVnd3nIerAgd+F9Y6FXJr4ijpBF+LouPEZd7vcq023WURNi0Sut62rphFc8wImJVHaZc2C8iQ5X8xaon6inLCi+ok3D9t9qFOkMt8SHn6MSQJiaHxYfWtJ3xPcMp/4S3WoXK8shPCBx9sA8faS7MLYkL4rjc4fTJ2ZRL3PPnl7Q431V3sZdy4ehKXkg2YAgg2aHmaThwcQ6UrTBlr+pnehzIYeAwtO7Scl4okgcOdi3vjoOsl7JVyZkzyPRGRf+E3V6W70JtPpgebmt4ZAXo/4c4aMB9fxTFgOyDoOxTxGNE9sG2KXB0xytTYC9pgWZwGtzvL5v+vj9RiehUZXlssZ+VaSLdcnlYidPAk67L34Mf5k3P9hqXU6lMP8APOb8aQOgIRd0/uNyUv2MedMyftsfCtv04iCgcB/6WuGsENjdSxm2VmZVm6nJ2Kjzutd0XJb/N/+x32i1BRzgfutEgosqnTFnq6WOrVWk1n6CJD63hA3LRMx+w1ybhMq8ywYAWA/adW2uKpMJ97ZDLN1IdUoiMDVnWspzmJ+WPcN/qTE2+69RscvJlMxi3vS+uHNcpHNvR0m5zjdrAe02sLTiNsKatcB21PE5Qhx3LCmVNebHMtJgvOdzFc7lcIhIZrCB5/QyNOwtDJKCOFVJEqM5ryDxEPmuZhA5HkBxP+YAIS2Xa3yrzBS1ygJz03Ea6S70cp5hHdS0vzGlImeDkGZd4Dsu4S10tLXbLPsf+4COuyVOEc7ESgOdaMD7KR5qIcHnC/U+hvvybh1kmyw1lcpQSldPVcytbddHHEcBPnIgQeOBby/IG7rbrpmOZxMyDVLKOwvmENnyMJxwDvPRNJe/MN3jiMb6b/Oh6rO8Jfq3CE6tcO3K4aKvTD+CmnG2XkTY2Ot7R6PiQsCOPhMllyMRoLgjloC5kO14Xg9VRlgeSlBSFEwOZhy1Wgg8cFjd7flHnTs+LQy44ZP+xB07roY9P64F7T+qhe0/poY+d0sOfmNaj953OQzg5gJ9LszjMkzQcmsFh/TPTczm/Yj1w7syCzp2dNyx4/jVvsDlTmWcXxNqAwzSYiwHnZhaUbpuEcSAHBygyR1ty/VGfciHL0kjQLz+DLLOzVP3A0plp0JwePAluF7QteGDvMmKjX2EOLLtKAXd7rh/qgb4Nk3qhnjAB/L08Uto9PtI2+nbPSfpxndhKGZ6Nx0UybuuNekI4UNava9i5D1SEGy59XsfjCfsiE5ND4kCt/UfGdeSmSd1w+97cB7npzn260XDTHXvtN6UjN0/mQUH7vYfCIVz1QXn0p8OjHTFOdYbaOWa1PEYBBeO853HkBwTjCZC9SJg002WhSZmpTdnbUOsZ1e6IUESoKGQIRd8MyYrxlwOC6L/o/+gLOdSLtSfmOfeB87OLWvIYjUzXIio/4fQ2LqtySY2fOiltdoh8I0KMTfBxct+oOPzssPeorrt1ynzfq5vv2qdbnrZfN68B/ICbvW+1NuxSbtLd8rQDutVp2QO7xbip5+u993XEeXNJFzIx7j2vIc+nWq7PwvUm+GTyy/qihuzQ+o+LJZK0rBWtQqQP2yNCVgmK9dOu+Jb40es+h7GDPichZcZ0EIFENi+JkngNXEEOuFJQWVfIv+vL4whtMOvQ9qxbh+NOu8cVTOa16ecw7KWfcWQaF8F4rQ82ZZwNVBygnVZW0day3RVS4T6ZNk2/0/E4ALQ892+5nUZExiW+/CSLzX9bPbajV0A8WzGi365DpZuACmy4xlOl9WJaZlZGKExjTR/ruU61z4B/9iVk5KiUEfIAO9eo6LuJHpQ9IRRJs4PDsAW1Er0iNg3LJKahpieZZffFUEeE+RUZpee15mIeSrmYa4JTx8+L+f4jn5zOdQBrAeDBek1w/xmvCc6KA/05KI81Qb4D8F7rGdYD0/PVmmBBM2fmdS7XBQviot3zXh8w90/wvL+e/+PO8PRbzLVCvSZYmF1SHn5pOmmTtF943i9iWYwsS2pr3BnXkUv+LGuwLbs5i/C1DdnsMX+MjXSOBI9Yk+Qa22uTrmnpek+LMQG8/fROaOWEg8p5DjgLRyiKQmU7aIk2wJqQORHzGdytVqEgjfNHgKExrfbL/GxuWmXCFRpIn5B9nbE7vHQ7jjOy08VBL3MwuaXlCurkCcCHjvcFkj9eP48YOEiSPQLCIclUl3Voql0avOxeoT89LtCcqoriIq+E2o/+PuWMfYSs557nbiV07S7rvEySNLiirEoP66vw2R0RKqjvVqG29xHb7u9Y/1MuzBZzHPc5UYQcVfWzgmfZ5al9qxJWgZXRDyyMA3zsfcGzodGWyKdwHlH0o13SEvIvHM0EmSVKnnj93LXMd80DIPem3BZKfphGohucFP2ahCyrtWwPlqc0a7dN5IL+w12CeeIy24K7hjqcesEOlDgc1+nxt+2a5E0SjUykBa10UCb6ZOSgN9BmkBGg5gEpZOEoU2nVAw5ZI6xwW2h7z4x+kLVdH7weGDLQhooCYXZs8xREJY+xGYyn8rZjEyojV7Vie4nLbvpHcNV1jL0Kt2j0EbuJ9O1pIY7TUO4+P9xOsr247fTcjsgj41pbld5pE7fNjOMiRtWmacdD7gsx2+5D2uZRu1WocHgE+/Wm2TTW6Y266izStkozervRDaWyW4oIsWbqeM5D/wF0nCd9SmQ+kkmSKl0Xecp4jmD8JS+WvRe7nHvUyEUNg/zop3GynSpYkTicf5rWIsL724WQIWSpwxzUZW25f2xZ7gqHW7l0pqROh2mwUj4OStMa1oxvcQxDP30GOMImVB9vFTciVHj/IuuXOjZ9nYSW8KN9RETWbfY7IAC08qTTmpWIGhEqitVgL4eF+GnwIdGgu7bjX0Hy1nbMlFPsdbwrbDrrVTnCn5brM+s267elepxtVe3FhTb/lrUR/2qEq3D3HaFIXhaVLBXGX4gxl3pqO+/C+UQ4Xkiyqerpo7A7FNaTDMFDoG4nXY+z2V+43+i5T4VOImcKa1Y4FYHNYIUH6Rfmu5o9tyAOrz517FzO5R+974yYvz/40ZN6kP39j58S8/tHve/PxVpcrMtcnnn86RPndfrUrHJ/3+8IZk7PVfP5+XI+77185usJzNdrN3Zgrdt+s+cWTdOi+A/GgtcaXZeLMiE/5gCkqyqCskjpU2p9fztru62ZjPSUueeN4ppP4DVDM8rl1MgbGMwD2lvuR2inrB0ZuzruP3G33KYDubDshKJMZoFIHDZLj1JPZ2oDbqxkYCjlL0SbDvc79lKNUoPPAI5Bb+zkW8Jysgv5Y+zIJNaSwtSIfSGQFl9MRzeOZUEL5R0d62jP3uH8D8/45LDYY8yxpNMSbTPMA/nJPG0OqsS3LPU8hnY9XvJ/svOW55mUxXmdtyzxH598L+o4xKPul9xOWKMtWP7nzi8p148zi+KyBS5JIk4pG4O5lXboAHAV/fpra8T7y6zLKA9lwD40Uu01uwwBfwDxeAw23dgauLY5kPVKEVy3VsKd4DqnzfXBstK3O0JEOK7B8SJshoSsR4T9JYUk27X2wT/9aIvLpexbnpF/5LuU21K4IsL72wbyAJzWSkpNzXMtcuAqoZm+N8cAixr9YQK02Y2xabCMWqko1JfVwrIKRITWldWt5qH1nywDhXBwRCj7c8/JGI/px/lPKe8Sea945JZJHbp+j/YdGtOk34GNeawaGW2XeyZFUbZDj0E5pvgd3nmPJ+xTMhbl/0tPzGq6Av4Xcdr2et50znufs44/73T854K2DFlhPjAGMk4Oe3wZGx/SxNRwvguFDt6BHfb70Ov9Hu5GvwO96a79+R/xW+8+oNvvOajbn3lIdzzzoO54ls2Eg/YDDuk2h9/meLxXu9nv73inSjkP3bBHlHlq/6j4TznjGPlDS9fr0RxjPU9jr5b/YDC+Mv/sOazse5SP2ZlmozUc2IgD2YzLRihPCg3qN/fC81/mT1zaQ3vLd/9+v887/9ufcVB3PueQ7ny2wXJdm3c866Bl/WAp4884YBn3++O7yzZxk2U83x3fvEcHkfFsxyMa2zMs8ul47k1bK9zmkggTt+xGmP0aduaPlnHa5tJiV+V7kCVlO3f7pY2fOnY+L+dinXT04bM6dfScZvyOg3ZSt2vwUUrak9xI3MPp2nqWzZWS4ogQ/KLfTDDvcEeEi1aCBh6z0a5St6WvHLO0OyhKW+rwCvFgXgNgxy8DrWVcp7FVaccyCFXYilfIpFUQfdpZb1H3rL3aXneU6/OWcl/AcoFs4Nf2HgvxEiyf4fLW+MQTqnCXpqqHOFgxAckRJeuliU1P8FPz1stj0c/jppzDHuPG9wxp78FRHblpjxgraHtPf94RPf35R3T3IOAH2O/pzzuspz/3sJ5muOtTDmVbvd1t8pan79eNd+zTdR5PuTByMEUbRgAAEABJREFUav+IRic6Ysxtm/fIEawgf8zsFFyP1DtjTLa/ha4YZ9krYBxiHJ32u0j2Jbic6/EHz+jYwzNijGXvgbUe6UsosV4JndqNCJVtQrJVEr5ZKuXjsqW5RitjrfF0XPjCOxbG2oQ1URpnw4GGAw0HGg48STnQFKvhQMOBhgNXGQde/vKX7/iyhve97315gdF/+2//zWuQ7lVWwpKckydP6jWveY1+8id/svTYos6hlV/1VV+1xVRN9GuRA4cPH9Y73vEOr/+KbZP/67/+6/q8z/s8cTj5tpFc5oTQxmV6O7mMKyL0wz/8w9u6LOgyF69B33DgScOBkZERcZDuVgvEYe0f/ehHt5psV+Nz0CmXcTFP2FXEO0A2NTUlLtjcKoqeN1q/9Vu/VRxKvdW0O43PRVFcKLpVPK94xSt02223bTXZNR2fA6e3016mp6f12te+dvfrd5PcPH36dB4Y/Q//8A+bTLE62td//dfrwIEDqz0b1xXnQNO/XJzlTfu8OH+a0IYDO+XAu971rlzH8v50p7g2m57xi8swuRBss2nqeMyrjhw5Uju3bN50001bTvPwww+LOfKWE+5iAuqH/YZ3vvOdu4i1QXWtcoA28OVf/uWbJv+xxx7T3//93+v//J//o6WlpU2le/7zn69nPvOZm4rbRGo4cDVyoN1u6y1veYt2cqkM5eKSoe2ut0h/LcOePXtEX7CVMjC20+dsJc1TPu5VxgAuruECm62S9cEPflA/93M/J+YsW027W/HZe/sX/+JfiL24reJ86Utfqs/8zM/carInZXz2BH/8x398R++52NvlgrPXv/71OnPmzDXJJ2T5D//wD/Upn/IpevOb3yzKdE0W5Bommn7lZS97mRhbtluMV77ylbrnnnu2m/yypZuZmdnye2DKwR7iZSOqQfyU4kDxlCptU9iGAw0HGg40HHjScyBC4uMzDuXhg7+R8bb27B3W/sNj4rDjG26f0k137csPrPkA9fZnHrR9n268c6/4AJuP4w5eNyE+zJ7cN5ofavPx6shYW8PV4UKrPiJsFXkoEHnygRgQRUgQInlhbKhMvrjMD7+WpdLXASjHtcokpAXAU0MGOF6vtyw+gps9v6Sz0/M6dWxWp46e1+kT53X21JzyA/T6sBQO3CEzp7tAQV4hZT7VgRbYExymGlRRuWzLpVTGWS7Lazu09ro9L8qXxWFxG5FyKbSXJdzE8NFd0mieQh8A8Sz+TH5V8M3mDsMc10YArn94Wdcf9ggHOMpVo8wD5BF6oLPVKUR7Gc4DCjp5aADyz+EJY3uGNDzadni7lPWiUERZHviVfDMy7Hx0ujDXzcsg+Jj6zMlZcXjC7MyC5mYX84NPZLjXXSaZEktqKp9Be+nT6A0H1uUAIowQIXfLPfc17m+6SzYNmMgiQDvPuIllAwGj0VeR6MsZP/iYmUMFasg24DGAtkIc0C27/yAZNLgJuN+wXGcA2uYBHE7sBE5vWnCDs8Rf+jkriutodjvmuspp6csoM20syw8/3N56S8t5ICNhJa1g2JgfSYOj0H+1PE7QP3Rc/jT5oL7TUrvdErygO8j41pJup9tImcQyyBYrlyeVteXsD1oeU9vuj4ZHWgLID3dh/4hQREhWusSzTLg1+AYvesgHAB9qnpgvJY+JPACbwD8Qe0Ors++z2qwRpFM+yoQ8jYx1XMZ2fjjfcZnbbc8nGD+IaKwlL42FxDbstTmVcZeddwVOD64ycQaW1t3Qjc7oXX8lssL0Uw7KODTU9rhRJFCHLZevsCzJ/CXNurzX2ocyrPEzf6xEXkU71LYsZnsddn62t5xPmA7iOCuyMy9MojM1uenGH6y44U3dbrrIiIFxin6kV8kIcYGMa6HqOU7XspTg+VbGX1zONqYeMaWIUEgJuthTEpEx4E/bstBxWxumPG5ruFvmG2GUC4QuSvYHmGXhMvmFmnFb9aOYJIVxwSPqqW1+IXs14F+4rZHHWmR1WcIWoIyzLOox+WFe9WhbBvjBoUJd/Eyk1Wp0xrHaY7ddIXhF+TiMcHR8SGMTHdHu2kOFKGPUWZpBSV+a1mr/S5ikAcpopAPsAnFYM1iVbLITPnGIDAcWMi/iMCkO1n/sgTN68GMn9QAHdnLw/sdXLuR6/MGzqg/sPHXsfB5AxbyKOf9ZrwPAk3Bm3muABc+95g2YAzBjP8/BZjms0+Z54KzjG2ZnFlVDHtg5tyTqjXEiy1YVyaUSZcFcD1y8Vd6kTXBboNzgS0jPlahlulJf8W1sl5MD9GF9oC8zpNtmWUfuK20v681211npvyzi0VfaK+0cZNLvXJAVID0uZwmubdyXk3rqxTXmurHuurASrYu2S5/X8XjCvGN8cliT+0d14Mh47o3cePs+3XzXfnE4F3DjnfvyYqj6QLl93kOZOjAq1oTjXhPSnw57X4QLGsDZ9lyQsSPB4wd5AeFxuHDmVgLkB5oSrEGvjYrYtDkGylSjaihCiWvAJFbX4zBrzvIgoXnNTM/lfsjpE7NiDcrhQRx41/WYhDwjv6QrwTijtF0+3WWyokkM5h3OF15RF/CUejhy0548VOnG2/dmXdz8tP15KdctAyZ+wC3sYz1tn8M3D5nu6caZcEA32+QgJ/a+Dt88KQ5zmjzAgWpD6nj+DX3MsSIC8kuZwkZ51jKs8osIZT0xx3Bdkd5GHgzpkEwVqVPlTmQlPIDKHwO5yKxsyb4n13jLwk6fk7x0mBXR+1CiKfW+Z2O5ghygQsvssGX9WKO+ctxgXHEAbbHvtl9Zr2X9rtilwThGYxlcRixUaiv5lLZGrzkAv0smhSIi2x9tkYPy6K9ZL3W8xijnwsSRn6iACjLYVepgqvhuPzlaRMjKYLOQaPMRthtUP3Xi2n0RM6OG1HJn0fb6B/qGRtpeO7aEu9XynN1hJfqAoJSFlAMntlqD3XGIbIgIQV/hPinCdsOayJtzxko0uFHKo0mxxSrpwVyJVdoGkin8wxd6MBm/FvMQ80XP3+c07Tn+sYfP6pH7pvWg1wEPAV4TYD788Wk9dv/pvJCLi3z7l/Qy1p2cy3HvrMc/1gO8D+BgPS6pPM/awHN/DrNlPDw/uB6wf/p5LZBxbabb64K58wti7ORA9a7XurTZhLqQQQkuhAu8iW8o05pfA+0dOaXuSBMRiggjrKGK6zVkd7Gb7z9Ym3Q9lrPerPsJo5acJJPKj+3WL1T2h+/IQct7BMgVbYD14YjnMqwNaRu0ERkZdCVuhMwOaAVp6Ydtk+C0LknKR6KyO3lhPpSm3M/J4cYHcofbBgkYVxRcbOcboq+ATx23RfjDgfgcqDzkPQl4F2Fmyk9FK2Tb5TJUHjguCsuwoh+jwpbpex7ru9S567mu767lrwfAM2cWCsk0hCJNXfAsy8GGEOVgLgrdberd63/que25MDJQFEXG0wWPaVxe42m3VVVZK2GZl/sn8gD3kN+ZwDfyQJ4iTKejl7ottUpktaMyiVTFd1Erniyr67kufFgyH5a859Q1f3rmEzKUKUmXlmtcgyeGuuyUr0e9G/qmw5kbDEIdr4zjKnJ8/Pp4sJg1Tmp9QF1jfEtyU3MZXSbK2EM2AMtE17KxIh89y09VVtIAlXPQqHlSWIZpE4y/yC97kLT5ei8+3384joyHNNknpsXYoMXGqoaN+1JAeidya3OBrOwGL+VK03ipZ+yOZuUIa3CanPQhDnFLfiyr67bSrXgCX/AHr3PJ+IPahVgl+FG36Y77Ptp223umAP70LVVTNZ9dAtNqAgfRrrEvCw+iES/ztOaUgqctz1HoM4ZHW8rxyHO05Ln9RUah1Y/TrvbAVUVyGPkAPfcTyYeKHykflpeeoeSH05FsvTwctFnlLFdFTXdqSvLhV9tjSsflGjI/2/DSfXL2wciVIKKsHeimPqvk4ilDbUs67bJZAEUoKlAEESQMXeIx8jKfMh44Wq1CbWj0+FDXd4cxw37UD+hJ4+7FdV7SWuviASdmBVFIUdGWZoRKU1qhcU0iDTwOql1ptZZ8gQgH2LlGt/NKKWcOGYBcGMrFGNsx74Zcx5jwsu16hq8RLrvMrUyXmpuBTev2Xq3sDd4saxXi5ANrmUItyw64yQcg78JtBTpIEmiXAvJhn9pthPaQ7YT5pvuNHn51RRuZlVxMRaSttKt8iMtcftZzZ+bh7NdzmDVz9oeq/f2HPJdnHv/IJ0+vmsufPHou5/5cLMH+/hnv7YODuTyQc/kzC14jzIt5PJDzdObv7OcDA/ZyLr/gvf0SmMvzHwzoW3K5yjbvgpekSy5OXSTVj/3w70Pt72RZJ+ZL7sXYZMzted6W/oRXcUGhRKBdeYx6NR57WKUfdV4gD8ie144pf5ZB5KNwm6YvdzMU5JR01il1wZMh1pbXyCU8igiRV0LYbrgAwcU8jLffcaTdkTHJK027N6mIXpZFiohcLzNXn5ga0Z69Ixr3Xu2I332xlm67D6O9RAzs5xkBbcxeKh+X2B7IB3KyML9kGVrUTF4MN6fZcwvCr1fJEDLfdRuhzSy5zSz4/dHc+UXlOybHLS9E6eV70aRzTRnxSy/nSf7UEfUFvYx/I35HPjLe8bu7IY3apE4JJ16Eea/qcTkqW2M8CTjgqs1SYEa4ng2FgTZH3dPHp1k4bC0QD8A/lO3CGkp22kPrPohgj77McyLkuWcToC3UCYxWUSiB/MN5KMAKqHkaDmyPA1X/hQyW/eHKHKkK2hivI1iV4RZDxBG5jAilmfJa2UMK/3QZnywDhXAeRVGo5bkflxmPehya3DeifNfl903XGQ7eMKF9frc4ub8aq9zf079DN3gYgxYXljQ3u5RjCvuazIt4v5dwfFZcHAKUc6c5nfUeKHOjOY8/C07H/mXPYxT4IkLtVpHj5LD3aEYnhsRYSf77Do3p4PXj+T6Ud2L5Hs7vQW95+oG8iOi2ZxzUHQCXcnFpkeEO7M8s/W9/xgHdyoVcfq9205378/0pl6RQxv1HxjTld2u8dx3xONb2HCUi1HUfs1D9Z5Y5Wzm+dpX9D32Ric4xUjwhJ8HSwDXMgctKujsCKzG/TJPMwpoFp/C6iPf1/Kebdrj/8Lh4v8/7fr6HyEu4nn1Idxiw32H5vtNwB/JtIM5t91jG3R54J026G27bmzgOZTseF3iZc9K22qyX26HCYyQkyI/F2aQtJzDWIv/I+tJCT6xNmDvOei0z43cWZ/xO49Sxc+Jdx9GHz4j3IqypaN/EW1zo9v+rBP6IKNuHTYUzuwZUv44qWpN00w7PElxnAf8AAh2vMmyzWovAXuspo0yeJ//drzCn6YNx0McQZ720F/Or04QZHhFCxlruX1lnUP/tTiv7WtbmHa/F0nTf1/FapOOwNjICeN1WuKyUOSLEg1Ha0mUtFFGChKnqqexROiujdKBf4IHnlQDk3E3R/C7Hn2XBF9rG+OSw9h4c81gzqZuftld3Pvug7n7+Yd3NpVtcwFXD849o0L/olioAABAASURBVD8v43ruIT0tL+Q6mOPSzTne7BVjTf6Hw2PpqMfaodxfKwRPZb5l3buuVT24sw16T3DRe8a865s9tyjGWP47w5h68rFz+f/Dx/NCrrMea2c9Di/6XVy3L08uYYXxChghilKC24TsThBPWbhSx31pWPY8BdlPcD3BE3tdOmETo+FAw4GGAw0HGg40HGg40HCg4cAmObDZaKOjo/qhH/ohbedwvsE8OIyNC6te/OIX6x//8R8Hg55QO3NuDlt73vOep9/4jd/YNi3f/d3f3Vw6tG3uXXsJuUzr277t23ZE+F/91V/puc99rn77t38717E7QrbLiWkTL3jBCwSNO0HNYYxbOTx6J3k1aRsOPFU50G63dffdd2+5+OfPn9d//a//9Qnrfzjc9G1ve5uuxssG6Lee9axnbZmn9957rzjQ+KGHHtpy2u0m4ADsN73pTZqent4SirGxMX3d132dItjE3FLSazoylw188zd/87bKQP2+7nWvEzzfFoJtJjp37pz++T//5/q93/u9bWFgPOeio20lbhLtOgea/mVjljbtc2Pe7EZIg6PhABz4vu/7Pv3ar/3aFZn/cRnXa17zGr3vfe8j6y0B87BXv/rVW0qzNjJ9ylq/zbiZm87Ozm4m6q7HYX/qF3/xF0U97TryBuE1y4Ev/uIv1tDQ0Kbpf8973qM/+ZM/2XT81772tZqamtp0/CZiw4GrkQO33XabfvAHf3BHpB0/fjxxsFexI0TXaOIXvehFW6L85MmTW75gZEsZNJEvOwe48OULv/ALt5XPW9/6Vv3Zn/3ZttLuNBF7MuzNsEezVVwRIfbQJiYmtpr0SRufPYof/dEf3XH5fumXfknPfvazxXsl5rQ7RngFEEDn3/3d3+nTP/3T9bmf+7n68Ic/fAVyvTJZXCu5sO7iUrjP+IzP0IMPPrhtstnn/pZv+RbxnmTbSC5TwocffnjLZYMfIyMjl4miBu1TjQPFU63ATXkbDjQcaDjQcODJzYGIUNEKtTqFOsMtjYx1NLF3JD/45rDj62+bEh+R3nL3ft32zAO67RkHdAsfs92xV9ffOiku7Tpw/bj2HhoTH2iPTw1rlANNjIcDQsA5+AFhi48I+eDUefLRW0TknytCKw8feC3LP1tYZNi68v2aIzpJmcaWiFAUgFQYZ2APR1829CQO0eJD1JnpeXFw50ku5Do+mwdxnjuzID6mm5/rOl5XfGi3QkVpC+MCoLWGOg/8TYgcJSM7S2eaKt21lvEqx4rd5bMfOh959kwrHyACuP3GCeUYT7xyNSQt0AWPMPt+FBrHJsjMqAPxAs6ZIa4ylbwtKtMhhSM6zHqlQkTXE/BQvBIogRQmmEOskG0+FB3lgILJYXFI+OTeUY3vGdbIaEd8PJvy7vgRUYqxUViV/LSFj6vn55bEYTxnT87qzIk5zVSHI3DZw+L8UiWbFhCIkEo2hJrn8nHgyYfZskbPhAhlX9NbVnfJ0AV66nV7dpdmtnFHzCQ1J/ryZl9UBXjTdunjsz2MtEWbGLY5BHhMoa0QB1RGa9lfNkCNwXiyYRC4RShxgcP4XB7Giho4YLK2k8UK6tKFXqYnrbLvhwccmtU1T/qm7XmAGglWkKhshPLjAFQF9lDhvot23x5q+SVkSx2bnaFCbYDxzxHcHUguODTYwGr3Bsq4+yG2W2X8NI2Ica/tPJLf5nnHdvLHP9z3rNBKskzVR7fK4iDooX9HBlb40FNt71l4ehWvwTaIexWunTpMC/gjQpSFMg27T6VfHR5tKw8Z65ezkKMRvZQrp7XSlh8S1VAlxllZd8lYzuoGWY2bOsoydiwrbi+UtY3dc7K67UQmcFpXUC3XWWD81wOQ1+DwTG8m1Xm1jXtoqK0OBxCYj0XKpWM5jmwkOF1frfIzYpSHpJ7bB9Bd6uVBH8y3eu5LTGaWE3SO6npZVtdyQ1gdt7tYpqnlibiZL3n1M17fsmzs5EHUwu2pbX4NmXccntJxeXDXZUq8icapSGS7bdYvVNDa960c8KxwO2p53tpyPm3zru22nPk4L+qO8AioURah1tV/yjCckABQ7uSH+cUhSgA8wY82eNH6BdEOgeIBJZoQ5FMOykdfMjbREYdU0JczlyEsI0WZAh4ii7goD+Zmgfg1lGlKpNCQbjtDIYuMOBxq7tyiZk7P6/Tx88oLue4/rYc+Nq0H7j2pBw0PfXxaj3xiWo/ed1ochMGhnicfP5eHYZz2fP80c6tTc2JuBXCAxgosiMM6OdyJQ6k43Ib5GPa+ycGdwMxCztXOn1vw2mFBrC0W5rtaWuyKOlu2XF6y3kIumVRqGnic2kyBp7Vs9Ny+Eq/9y4hOXFoa/QpxIFnvhoJZzwX6dWQBxU4dZZ1Vbg+TpTzQR+LXB0uHERHfhhKuUDmabDbmQNYDWrbfOl7kZSf08+yLsK6b2j+q/deNi0O5bvAeCHsjN9+1L/dIsHPYVn1o3v4j45o6OCYOeZ2YHHZf2tGI5y70pxy2Rz/L+N7yvkWrVaiwSR8LhMebiFD2ETbkB/JS1myHzHRXdjki0SJCEStQFA4xrsIATvnpet6/4HXlrPsw9kBmTs/pzKlZnT5xXhxsfP7sfF4q0vWYnnlUsm+0To0CP+blA2dp5KVuS79M8IxDZjnE7ID5e/imSe9DTeVBfvD/lvUu4kq/fXmZ1s22bwUSn/e7bnn6gfLgQKe/8c69znOvjjjvA9dNCJngwLYhz6WoS+qx5hX1RV1RhlVQFS3sSVzqp+U6Im2C7VHI5QaIJXccBiuPEtZXqxKdQ1xhdd/D2NHz3CL7Gvofh1k5YRnbFqsKt22N6nPgCbS4blAAdebxAxmiDnNNa7+VcUbCnmNS+kvEA4iLHGS4cckVj/EEFuyayZr2KDcL2h9tkfk9/U7H7XvIawzsrVahoI0OlAr+ArR3t0RXxkqg0QmcikAZbJIeCAcZtKnHOZQq8UeECtPS9rpkyGt/6OuYxpbXKIXXK+ExJZyHjN/JEANDUqf1HkeTUYr+CIhCApQBUpqqHhBW1kGDqIPutBO3BjPI4ijkFNm1U7gp0AVp8TBEhKyIknsRHCzJ3HvGawIOwTv2yFk98slprwlO6cGPnRKXceVB/qwJvFZ4/KEzuW7gEP9Tx857rJsVB+idPTWvs343AB6gvyZgru9x8II1QD3/r82Mt+A1waJYN8x6ncKBttDH+NnrmuR+uZMTG2shWYkHfpSwLPhEe8ZM2ABf8seJafdd9/usxbtel3S9zoYW/HpeT9AnmKp+XqoTOu2gcs6SCaL+C8tRy3sErHuRMS5PYk40MsYeQksty2CiMW1W6tNuB3Zt53HaUjZMiZEkD2zSH/bt7vfstR3su5bGLBJNrDADWuZT23sCw57ncRnXyHhH7EnQPqNwTMpEzhXRlAXnpqFKb0xVkoo35gP1m+B5G/W9VNU7dZ7tzImsRJ0qn3SlDXmoSJKLIWilTrPO3ZdAf8fl6tiOX+FyUpw+BtNllfVeIVxtODDxo9leBob5FpadELiz/3Ifhr1VyVMfv6qnn7ZyYxDJEAYB9qMNUG4geQIvDLnH4rZhdjmWleMPprPPNaZKhqAna61RNhuir0i7Ndo87rWQ7cjh+BMHyLSllrzAinykw/xK85rSTLRVn2Qzi3KmbNRtxeaS+8pSPpZzXkX8lA1bohYsp6VPEkyxnfDCstput9RhfmD5RY5Z4+FGltvuNxlLjcbJlg3mptNapT3xEbhVSATgMk7XYdal6aJP6dvtj7ufR5SZVEbpMJ5+/ZsP2V5sru4/HMmxKa8N1SZ2QsjDWeNU4b6BPoJ+kLkIPOh4vxQ+4F8UhdObAiewStLAkZbEsFobDKvtLrELLuORwNmp5z/mf8f9FH6FOyjoDPkXjis/icDmgHLQgMtoTVTyg7Eyoaeu18xd8wRAdhzFaVaQJY7U7L1VtYJmdUr7h2lvtQrR/w6lfLWU5XM/XJjPESEr5eP4q3iIOwOsOVKURsaPCIX50+dREGhAYce8GBh3yYNwHy5BS9s0tV3PnYRW0tl2vdA+IsKkLQu+IisqE9tPFzyOahpD0AZezDCtpb8cVoHWPiZqrRdue5NnZpl2PJ9gGKCD8jFf71huhzx3x2zbTnspPIcnnEJnGbI9m3ant35x5TiUOeSfmVcUhcfaQm33VdRL5uP6Ie9Wq3A9lvEcHaWVJ1as2BJvWZe0hZ7bRs9tY8lm12Ms/Sq0EjXByaPCGFHbHBJyP9vLy4rYTz8zPZf/0Tn28Iwe9ZydefwDHz2Z8/mHP3Eq5/dc1HXUc/ljj86I/f3+XP7knM56D4u9/Rnm82fmNWOo9/TZ08q5PPP1wbk7dvxqwD2zqPOexzOXn59dMn1dt/+eaTXNLvu6QuugQeWilSXG4oBlJ6Iu4AttIPnGPMT9C+66PahMpV19oHkDhK4Oy0So47aL7OW4hezZ3WLcoo9x21tFFgUxPtACtsrFGzT6bjwjQrTfwngA7KvwEWkt9BE7IO1w0Gidt5XZZbf9sTvGhSou9MIn46Nl2mWF43XcXzFPZ5+W//Bw8Dt7jMzhO+ZF8sG0O3fnCxZgGc1gBLZSh4y5jA9cFjLrvdWzXpuyppydWSxlyHXd88QUqMdYDnVnL5aL33jXNGv5Q+Z459WzfEAqvHUWzmtFufR9WgrXEfU37L6D/WXWZNA/Oj6kkbGOhj0mtl2fRVGUCCh0aWv0JxkHsmotkpiFZZa2VrjaSzOErIT9C8CRIsJt4EJQSBGRoFD5YAKlq6/Tp/WQbY8ByD92/JBbo1AJIfIM51u6pXVQqXkaDmyKA2s6ROSt7CsdYNXvHDdARhTkczA45RL5rNuLPexUhCXVqh+XxEDfY3cs0E9WtFH6647n+yPeP2Jc4l0i75uuu2VKXFa17/C4yrFqSMOjnZxrR3iO7fkhbXBhvqv584u5J8me5lnPrXjHN31iVtN+z3cak/9F2GQflHGKeLMeq/g/ar1/CR8L42UMZCwkr7Hq/66894IO3oEduXGP34lN6Ubeifp9KO/Nbrv7oLiQ6PZnHlReUFRfVJTmIeFP+K1371e+k3O6G2+fEu9Puaxov8s4dWBUE1NDYhwjf09SPRdbzveT5zxWnjuzUP0HYyn/g8HYyl4X1RP9agnXYd/RWBoOXMgBCwztb7BPsNh7blxoyO0Qmd+zf0TZDm+eFO+akd07q4u40rRcY97xrIO6w/Y7bCLjt91z0O+O95ffTdy5TzfcNpXvjg9eP6H9ebHeqHh/POw9Y9Z9tDX6AISWfg2aoK3ntp3gsZY2vuT9qmznXqOc93zz3OkFv9Nw++Y/Uo/N6OhDZ8sLuY6ey/898R+qRfcLpAWPQqKMEaHQtfi40mCOiWde0SrC9RVinlEUSjNsuniqn+Rn7eibMVD+6PvS9+EgTc7vzfec27ge8COsjpP29bGUQeiQi2mIcD4o01wAnsNT722vuej7gY79B/1SAAAQAElEQVTXJR2vP0ooso/v2K/tNTvxkJGiKJT7K8YBSvWfEG6g9qrtEWUY/rZlPLSwh4OsP7EK3iKfvWr9A1943zQ+OaS9B0d1+OY9usljBW3t6fUlXM87XF7C9fzDerrtT8f/+Ucq+2E97VMO667nHNYdzz5YfsPE/zg8Vl13y6TyQq59boMTHXVGWmp3ipKnyQZXmhViVjt7loMlz3W5EI+1Hu2KsfOs9yCmj83qxOPndNzvIx9/kPY3I/5/yN4D+6k5NrkxW60WnUR+ObRw1VZgGSlcwRGxkhFl6xduxfuiNtK4AFlHNqmvhIsmagIbDjQcaDjQcKDhQMOBhgMNBxoOXB4OPP/5z9f3f//37wryD37wg+JwZQ5642Iu5rm7gniLSMiXw9Ze9rKX5WFrOzns6/M///PFAbZbJKGJfg1zICLykNaXvOQlOyoFF9V9yZd8iV75ylfqSl7gshHRHIDHBXwcQMhBtBvF24z/0572NHE4Z6fT2Uz0Jk7DgYYDO+DAVg9OrrPiwoEPfOADtfOKmfQ1b3nLW7If3Y1MT506paNHj+4GqsRx+PBhfe/3fm/at6pxkeGXfdmXXZE+nQOwuez0/e9//1bJ1Fd+5VfmpZBbTniNJ4gIvfGNb9Rdd921rZL86Z/+qbiU82Mf+9i20m81EXX8NV/zNfrlX/7lrSbN+LzXYA5/4MCBdDfaE8+Bpn/ZuA4imva5MXeakIYDu8OBXq8n5g5c+sSeyO5gvRAL4xcXam33MknmYfSXF2LevM8999wjDmbffIoy5u/8zu/of/7P/1k6rqDe7Xb1Uz/1U/qGb/gGUU87zZrLd3dzfrwFepqou8yB5z3vefqcz/mcTWP99V//df3+7//+puLv3btXn/3Zn72puE2khgNXOwfYW+UCu53QSfv5jd/4jZ2guGbTbmfc/L//9/9es+VtCJfa7XZeTjW0hUsfa74tLCzo9a9/vT70oQ/VXlfE5DIu5pjszWwnw1e96lXiXcx20j5Z00SEvvM7v1Pf+I3fuOMi8o6V90pccMW73x0jvEwImHf/+Z//eV7E9dznPld/+Zd/eZlyatBuxAHq4Ld+67f0nOc8R7wj2OllmMjvp37qp26U3RPq//GPf1xnz57dNA0RoRe+8IWbjt9EbDhwKQ4Ul4qws/AmdcOBhgMNBxoONBy48hyICBWFoRXiY7/hkbb4AJXLtab2j2rfwVHxIerB6yd0+MY9OnxTBTdPrtjtd8iQ4TdO6JDjHcJ0GtIdODJuHGPad2hMew+M5iHGfFC+Z2pY43uGNDrR0fBYR0POuzPUUrvd0qoPDU0j34Fp8AnJ3hWEzRJssQrx8CElH6Hm4Z1n5vPD1JkzC3kAPx/J8THdwhwfc/dEXNKshYgSF0bAJ6BVCPrgW9gdEQoSWrPCdlHIsljjA71eb1kcaMSHsnzo1+3abdCyI1wUyxUINAm8+OIjxG63J2jsLi2rZzt0EwaZjlYR49KbFyq5oXUfR8lgm0SFf3xcmhdetOFrKAJYnXolj9X+V8pFOcnLpClpdr23O4X4kJoPqif3jYiPtmk3XNKFP7LccpyUExIbajy2ivqnzpHB2XOLOj8zn7J5Dlk15IEDs0vigAT4nWnQgEBroOHAJjngBrQs/yyAyFIC7dh9DXb6P+TRUeQoF0FqRAORigjRF9Jnd/hY3PJOuwBa2Z4Lt2eVD4hJjqs2se8CJGrjxIS8VdDHXzcaR3QE4mYfRh88wIeaH2k6Usbp41htMUftUeKzxWUN8yNU92d9M8eMUFFI4Z/Rms+krtNiaktPOHZRRB5EAP/b5j88b3ksL1wvVopwLCsBZDEIuvBJuswP5CHLD1+QE/ul2yZxLky5uz6QCc1ZPsvU0HBLHG7cGTiUoGWeRhGKCJUHpjmVlavW7qtVmUAYCCgUESpcX9Rb2+0FEyhsx5/yR0QWKZM4eTq0yYf4VVSjEfha5hvjUtt8TVmBh0AQMTUs64PxQUe2CVuQiV4tI5gpH45Up7YVWQIG43WJW8mV0WRscgbMlnRfoBlXlr02HSHcngrzj7K0Lf/tTmR7oJyRZUqMbmsqH9KWtnV1gmuoI0SEIkLgJK8W/HP9JO+cN/4O1oZPOASwgUremU+reLfUU7fPDyiQSFKDrsATEeZdkYd/DA23Vba3llIek5daeUoSV/i6ErJlm7NVFGUyeMMcc3Gxq/nZxZwPcZgUh2+eeOycgOM2jz82oxMczHmUi7fOi0Om8nCp6XmnmfdcakGz5xbywCYOOWSOxQE2zKUADsjo1jw331M+qzphHISOC2Dgggxktg5HJnFjlqXYrE7tOq55WafHTLx1XoQ5CqqKjbWBy8gBs5zhJHMIMz0s+4UtRdXWae9pdz9QmpHtplW5y36hXMuUfqW9qNKDz+iUIB5ngtHAE8oB2t6qNuwKos4Ylzuef7CmY29kYmpEHBa379C4ykPpxnXwuok8LI8D89jzSLjO/t4DOVCD47CXsv/ImPdDxp12THu9JwKuqf2jYk8E3Bw+RD6j40MiT/ZF2p73MGYjW335gVumEUORemp4lRCKAGRTUlisXcie+zv6v8X5Jc15fTnL2rM6lBg7/WXZR3ZzrU9/JD9GJXDocj00vApMpokdyMi00+463h8aGWsLHu3ZOyzW3Xu9R7XPfNx3eCx5usq0/17qyeYq//XirufndByclmmNZ++BMU3uH9GevSNJA4ffDnmsREaQlZJH0aed4mijx5HrfoUxNoE+whARioiNUq7v78yoq3pe0fUcK8c4j3PUd9f13rMfYx1yvkXs6+fZ+O4aB0L+FVK27yKEvCdYHlr9saVQ0bc7jsOKVVCGtyq/MJ4I49VFHsvNRUKfckFmlyLMM/OuVRSiXbZZK+Wcv1DJ0wG2XIp/IVkprEVEZdovJAGlps09ZFaDFIU89wjR/wzSWJj2iEjMIT8rSezYWAUpQoo6fYSsFFrnqXHW5jpRBr0ymjUruh8H1TZMO/sqFGHA7SD6q673nVkTsJfP/iiXR3IZFwfzH2c98MiMjj961uuDmTysnzDWBGe5iPf0vNcEXg/MeD3gsQ4cHFjLmoAxcHG+mwe6dhd7Ip+6n8x+1GuCVeuBdC8LmgA7007cMp67ftMM6ZuDMlak4YTVwEc/DpNK0/llUGqOadN6rcyq2iriJ13u5ylLr+7z7cYf9AAJSEe+AO61EPLPkZClwv1JC/k3IGftXGu3LHuFCHdUyHXhjWU1efbYoQKfAbqBzMjuHWLdenLyHIAAg/kTEYqKP3U77Hi+yFylzbsstyWiDiR1EXDhuwMwCviRcmdB7LmOV6CnlElHcLQykyiNjfVQRGR9Zn27TIXHmhbA5SA2i6LIONa06ulnssr34o6Qavwd96/IVIt8zK+IWEkLbmDFZ8AW4ifrQMq/y0zZa17QngHctAE3Ej0ZnrLcEqwCCvOtD667lqFoFaL+isqOezWE6yAcByhUpw/jAjF4pVA+G9ZBhl7VWlWCbHfISMrHQJvpVm1nXfmoElP8PljGKHBRSMhs2/LboU/0+gQ7QH9ZmI/JSyKTGBMYtOPeKRgfJAEuZNkPXwRnVGEeWdwcrMMLwHzoMmZ4zUB7gU/wK3FWadY3TIDlJCKEfLUZJwzJA8sgfiUvlA+xk8jNEpypVmsRoTB/S/631Db/W+RZFIoIRwZsbKQI7gMWRzRh/f604kfP/IAnXfOmzw9Hlao0ukyP0ZflK9S2fLWr8hWUz+WmiBGOpOox7VlPmJVX36iiRYSikCJsxoCpzT+JPutNiacwLdRvC963CreHCuhzHOasqqq2nDmxVZIp51/bK3SSPYl/ITiyw7Tq6ade5buuw1Gdu4OwGGx7olTmXhU4IlQU8CsqvtmEb0DyjnIrH5LQFkkPpOcGWhlu3cmdhaKq88J4W4a25amuryLzGUTkRIPOAbsxur9wddpCX0l76NEu6v7C9mw/Du8nM7pwHriJn/958Jybvadz3nc6c3JOp7yPn/N47+sf977+8UfP5Vwefw66Pn1yVrm/77n8+TMLmp1ZFPN4gP2qhbluXnyU+1YLXZVz+Z7n8z3vYS2rT6vbdEmf/czQ5Gdt9vfcHVbZXVIRBxP6LxDB9LyEZl44C+MxFlvK/LGvABjMJowrBuHClLJXqM24Zcg9RrfjUiZCilCofEx6tlsXp/Swjj1hvUASGoxC1H9C7bbZR5YIjGwDRXDG3SB8q941vogQbWDI+3cjY5383xv/3eH/aOzr5X/SPI+HJyU/lE8ExGO1nNgAHzKSss17q7kl8d8yLtlK+Ty/mJeIsM6s5ZP9OC7e4gIU4s66Hcx6fYp7yTi44MuoU5W5kYudNpLVaHZmW3a9sU88Mt7R6NiQRr1vTBlGXKaOy0YZV0g2Aqdr1NXCgd2jgzqu2zMy2/E7A+qf/3QOwpBlugMQbijHglDhcSHcTxdGZKWVJ1asgzbLYParnh8hz8g372xn3TfPnJnXDH01cl29h11wu1hc6JV9Mv3woChukMVgdo294cBl4UBf9kqBTGdqlyW3iyJlnGm1CtEmh9x304czJo1PDWtssnwf2PL4LD+0ufm5xdzbZJ9z+vis51Hnc/8z51LMo9gXNRxLOKvjac7omPdKAfZMjxMP8NzrBPD4OZ30fIz/XDDvOjs9p3M551rQgtvw0lLXc5llRaH8r8jwaCfHznG/F+V9HO8z9x4cU/lOblz7j4wr/wPu959p2o0f4cTjP+G8U5twespKX9X2Wici3Fcs59jJPHHGdPBfEPZ1p4+dz/98zLifYS+XOSXzUMbhnCu4/pxczdNwYLscQL4ZR/kfFO1wbM+QeEe/1++Eucjn0A17VMNB2w/6PX/ftP2QofSb0GqzTIcf7QB8U/tHtcfvs3nvn+/7vT4rcjxW/8l1g8dN5pn1uNv1uovLgRYXlsQ6iO8aZqbndfr4eU0b+msmzy2ZizJGk4b0fcS2uLlYvzbUMmSmFooI0WcW7hPpF1vuOwtDFGVYRMiRtNUH9J7eCD6x7wPPEnJ9u6wM2wRS8NAf1aYqcqCz4zqm7xzfM6ypfSP5XxD6x4M3TIjvbI7wTU0NN+7J/5fwXwRkZSL7yo6Yy7UsJzJiaIUukaHKh+KXNjmGM1f1DFjTp3JXRnpdcQ0mGejDe15/kz91C59oE6xpaCOMGwfdtsrvjfYkrw6ZPwB8q/35JqnvV/MxzYkqzYS4UJL/dkwdpP2N5DjGBWC0+5ShwlSYKfAVutKs2mAv571d0aZYt816nlu+m5wTYyfAuMw6kLa5WO1L9CxDKUBGfSWVWXsls2vyajjQcOCSHGgiNBxoONBwoOFAw4GGA7vBgTe96U27cihbTctv/uZviou5uETk3e9+t86dO1cHXVaTg73e8573iHw5bO29733vjvLj8Nof/uEf1sTExI7wNImvPQ5MTU3pJ37iJ4QM7JR62sMdd9whLsM6c+bMUpmVrQAAEABJREFUTtFtOT3r8D/8wz/MA/D+zb/5N1tOvzZBURT6mZ/5Gd16661rgy6LmzYdEYrYGkDfo48+elloapA2HLiSHODwyhtvvHHLWXJQ/7d/+7eLA223nHibCbh8kMNv3/GOd2wTw4XJOMRzaWlJ0oVh2/XZyWHeXMrF4bMf/OAHt5v9JdPdd999etnLXqY/+qM/umTctREOHjyYh+1y+PLasKeC++abbxZzt4jYVnH/4R/+QS9+8YvFHJLxc1tINpHo7/7u7/QZn/EZ2smB8Fzq8fKXv3wTuW0vSjP+bo9vTf+yMd+a9rkxb5qQhgO7xYGeXwx/3dd9nd72treJ/ZHdwlvjqecom70QqE5Xm1ymQj9Zu7drcvkmc+Stpmdsf/Ob3yzG+62m3W589gC+/uu/Xt/xHd8h6me7eNam2+358Vr8jfvKcGB0dFS0i83mNj09rc3WPZdmcAnPZnE38RoOXF0cWE0NbeXHfuzHxHp3dcjmXYwBb33rW8W+xeZTPTlisi/9zGc+c0uF+Zu/+ZtN9zdbQtxEvmIceMELXqDXve5128rvE5/4RI5PV+pSLuaY7Cdu9zKuvXv36vu+7/vU6XS2Vd4ncyJ48va3v11cWLYb5eSCK979fsEXfIHe//73i751N/DuFAfvoN/1rnfp7rvvzv026Nwpzib95jmAHNCOv//7v1/XX3+9XvGKV4jLqjaPYf2YjF+soyK2t8+7Ptbd8/3rv/7rLSG74YYb1MzPt8SyJvIlOMBf8i8RpQluONBwoOHANcCBhsSGAxtwgCkg80CgKEJFK8RBLXz0xwepo3yQunckPxw8eN24jtw0qetvndJNd+zVLU/bp9vu2a/bn3FQdzzroO56ziHd9SmHdeezS/ftzzigW5++Xzc73o2Of/1tUzp882T5keGRcfFR9p69w3nI8fBYOz/05gPLolUIekLyYgjNcBGVcR0Z2rHzkSIfrvMh+dz5pf4hPnycOje3pPxIrrtc4t4Ab4QROgw9zJeW+QJt7U4hzMJu/DMakRx34JtIu2pPW/OLPsriPPmwjw9qDRxUwQEt3cVeHiDEgSxM+om+GpdxXCFF/nw82DV9fPSbYHt3aVl8pEoYcfrMq4pZGqV+MVIjQsgZPGx3WgJarm/8HJT1rnWeJ+rDQvKlPkpYNn2hznBLoxND4kNtPpTd4/YxPjmcfnxs2xlqqdUuHFd+lg2rFfLZ5cNO83V+rqvZmQWdPT2fH1NPnzivc7Yjt8gFcVMWjCaMBh7ZaFTDgY05YFmxSrFBo70iRz33PZjpJgIYECrMTUCdRE5TFFLhPjDB/WNthu2ljEZiJA1tBzrS44nQkgj63woqPsCPGoiybdJc1IhQhAG+JA9CRWVGhGSlgWdb+ZEIPMYXxl3zvM6nzIMIKq26xFNGdSQQV7yxtZYPeFPKi6O4ArMesdbpahO/nYDzzOSVGeZhOd6G6EeLenxwmV30ftmSniqNrubHNFpVFC4ry2CNcibUdkxDFdEVUtqWS2PrepWQakJGaojko32tEmltpuMSmnHmISE2Uz5cCVarEjnI0mLyHVDOaUp7LUvIl31W0lwif/CtRJaCX9g0r8KyEhGKACq/kJ/UVmVjz43V2kwGYkaEwjxL/tHnRUhWWvO4uFnu2jvqSMadYZVZ8mRZpWkS7d9PGHXqK2dm2Vyulue2bUPB3MVu/LOoaBU5lKOybs9w+SJCVirQjKXreRBzdeZBM9PlPOjEY+d09KEzevzhszrx+DlxINO503OaPbeYh9Bw0RbpkEEgZZJ+HV4aZyrjt1LhstCPULZybdMWh30Aw6NtjdQw1hFrntXQFnGGRzsaHmlraLitTjW/Qx4iQhKgbT19cvuWbaG5eKImdBMcqCrAVRlFKGXGbQGZob6pd6CWgSFkYaQlDm7CPwE38uH1Aetn/DqWFWQOPMggeMP4U2zUPFcHB5bL5SydW8IKVdQT7bzVDnHgeMd1O+K+gEO0JqaGNbl/NA+hO3jdhDgU6Lpbp3TD7VO66c59usV7H7fefcB7JAd06z0l3GL3zU/bn+E33L5X198ypSM378lDvg54f2XfwTGxpgQ3edDvkCfywzyolh3o0gZPGRbCtF7Fsi3KsYY1fL0/Mu/9EA4O4lBNTPpVwohDi4gIRWIo9bReQS0iRJmLohDlb3lsqscp2lWn2kNo2+zb3eY6eehoS/hvGZw+cadZGAfQEvm2nD90mBxFqHxsqa2lx4U6vKx9w+2/1SrUrvqXVo3T41QUKvEap3iqhIglzoS1mTkOcyvGQcZE6o89Lg6NAnB32e/KxI32hHDAddTP13Vr5XoOhWUBecq+xfJGW+94DBlyP5NQjTPD1diyMu60lWMP4VXcju0d40CuwAnuiH6ujWUTHIBd4TZYUC+GFm3STLRy55nKWAYqc8DqgAFlTKWSbMoI0pAU/mmrz0A+EcZg2sJQmD5oxR5h/zBiwEZJ7UDCAWsGXyWayVYNUqjX6+VlWYvzS5rloOfpuTzsjgNmj7Ie8NqAQ/tZE5z1emHW+6eMXeynd72vCizT37nTtPLYvmwouWH0igjBN9ocbYU2M0Sbc/thfpeQa4KOGOtXrwfwa4v3FcOOM+R2SXrwgDMsO0Yvhbb2VHUDvSTENNVY+4Bf37HGQhjr6p7XQOW60qntiV9V8jUpdAGJUflAPzJFedK0nEU4NLTqiYrmVZ5Pdod5EPDD7Y6+ofA4XkKoz6vtyoAu9Tjzqo5cu6VMuw6o47rOqX9Xu6vcAYmONGnZUHPVKgG6XTbKEbbjiX8/oVFa9Z1btYArIkCrcD5A5hWl3+bwxfrRIMwFhxfMhWqz5IvZUaXaIHUVeg0YLgA8o20yb2RO2vE8spNzgHbuT9AnJdCn4b8W3M8NVdDp918tJT7LNfXiKllhRvJ2xXnN2MyrpLWiv5QJy4LlJNsJfaXBzv72G/Ej6oS4KgBHWsPya7D8tsyrwutC6iN5Zr9Mmpoj12lq015PqKrpggjTlOW2VvOFtpJ8cRhRanBpa+tqs44XMk+AUMkL9U2F/FizssXMT31zGvgBx44SkTAi7DKvyaugDgoJf/kJQ23HuhFkPAL7FnpUk5fyYDt8YQ6RbvtXdIC7n4T0lwFcPIXLlOWryok7801NkCFTVYGNVRI84CY+YK/ARMO0e3vKjHD6iPD+rQyhSBqVJvYw7YrQBY+TXuD3FPBYW2xYA4/q+g3zrw8ZKCX31iZc69bap45g+SUIpxElysyDPZRQREhWNWAtZUnVQ0JbywBbKkWbcJANuVl4/rFscznNOn2itmalAjmwXHJxAvPz82fndebkbM7luRDi6ENndczzeS6C4IKu82fmxf8e2JNi/6K7tCz6I6Ae042uIsaG6QuXiz6AcbDtPZ/OUD0G2vQYxxx9xPP0hIvt7zvukKHjMbPtvaSW92TAnTxyVptSpme9eGZZ6Y0FKF1PjG4aw/VSeN6a6x+Xs2V7mI/U2UXLuy7t9jTOOt2AdaB8tS/mgPeVtJpMK0FnYcGkfjuWlyHPjZCNsfEh8R+e8T1DYr03ZDkgTvKl0AZPWPaV/4tij23B69WFua5leFG8p2JdysHsc35nteB9VmQaWJj1upaD3M8uiMsU5mcXvd7tZROiDoAyQ/i1bJE35W50tAH8qa+ke7yTh8mPTXTEwfXlhWJ+P+UyEcepRBonFaDmedJwABmJCBVut23m/973G3b/NWI55nI2LhIZ9/uJhMkh4e7LiPtD5KfjNKSt5VyrHsudBaiUG1sc5uwsi8r/KtKnI8v8p5J3tqeOncu+/PEHzyj3aB49p1NHz4vLfej36dN73puRMZTYRFMUOBVqnoYDF+fAGhmJCFkptZDS1MYPUZRaFcdCmOseTE9mBucY+FtMq4g2SAfYuuvKhYiIbMeMyYXXM+E2bS/x9LwGYeygDbHfyX8hmDc9ev9pPfjxU3rgoyd1P/ARmx85ofttPnDvST34sVN65BOGT07rkQoe/eRpPWL7w5+Y1kMOf9DxHvgoaU7ovg8f1yc/BJwwjhMCx0PG/+h9p/X4Q2d0gvZ87LzOnpoTF5DQ7he4bGSpl/0B/QQ00x8ltArRrwCF18i8P225bAXg8onILiDjE2Mn/QNjJfhPVX3Jo/dNC1ofNQ2PPVDScfyxGc8h53Te+8L8d5r05G1UVmG0gK0KtAYaDmyRA6EIg2W0KEoZZp7c8Vyx4znhkOdWq8BjLu/mWGcMj3Y07LF1xPOyUY/DzCX3TI1o6sCo9h8Zy+8eDt80qcM37dER4ObJfO+/99CYJhyPeWjHY3KrVahw/tkHVcIdUp+uiFB4ThoR4um6DTL3ZM7JfBKgjQLYaauL892cp4Iu+zcSKlShSNdVrdFPQ2DINIcK84h6abF+AdyvtAzwLeCNNvEYVx0reUIeHgu67nPL+U1Piws9YcePvoY6ybh1wrVmyWDPt5dz7WqUJb3Q6HnasNegk/tGdOD6cV1/21T5Dc0zDuiuZx/S059/RHf/P9fp7k+1+fzr0n3Xcw6L/5Dwn5JDN05o78HRnMt1LIfQAV2MEfn/NzLTNfok7WjL5pcMIeqStkAdM0+lbVDuBLeTdNem+YF/ts1sk23RFmmH/Jdmiv/pHB7T/usmdNC8h5f8X4eL0LiYa2JySMyfkanCshURyrnqsg2UnXhF2CLAng5j3kDboo3R3mZOz4kLI9nLqNveAm3PbRTRcKrLrJZT9pANaMME+pkm6an1vTZnCVH0CExACjVPw4GGAw0HGg40HGg4cNVyoCGs4cCTnAMcyvav/tW/0tOe9rRdLSmXVbz61a/W5ORkXizxy7/8y3r88cd3NY+ZmRn93u/9nl7zmtdofHxcX/qlXyry3Y1Mfvqnf1ovfOELdwNVg+Ma5AB1//M///NeS3tTZIf0cxg6l2Fdd911estb3qITJ07sEOOlk3OJzZ//+Z/nBXUcxLwbB+CR64/+6I/q8z7v87A20HCg4cAV4AAXmLzkJS/ZVk4cjPpVX/VVOnny5LbSbzYR/c2v/Mqv5KGn73vf+zab7AmLx2HeXJLIgb3bIeLBBx/M+QE4Zmdnt4Ni3TQ1HznYlou/1o10Cc/v/d7vzUtRLxHtSR385V/+5XrDG96w7TIeP35cHCz8rd/6reISjW0jWich8vLjP/7j+rRP+zR9+MMfXifG5ryYszN3Zw6/uRRNrC1xYAeRm/7l4sxr2ufF+dOENhzYLQ78wA/8gD7rsz5L9913366g3I05CvMu5k70kzslampqSl/4hV+4LTQPPPCAvuzLvkwf+9jHtpV+s4l4l/yHf/iHevazn61f+qVf2myyJt5TkANf9EVfpBtvvHHXS87FG+12e9fxNggbDjxRHGCdzHp3J/mzBvuJn/iJ/P/PTvBca2n37dun5z73uVsim4uYpqent5SmiXx1cYAxgDbD5TjboYxLuV760pde1gvLmS/99m//doIYJ8UAABAASURBVMrndvfBKBuXAD3/+c/HunV4CqRg7sx7ru3On9dj0Xvf+179v//v/5vvlN/1rneJC7HWi3c5/VijsPf9tV/7tfkO+uu+7ut25RKojWj+Z//sn+mf/JN/slHwU8KfceHRRx/V/fffr/e85z1ij5N3hcPDw7r99tv1tre9TceOHdsVXkSEfuRHfkS33XbbruDbbSTIPPK3FbyMxTu5XHQreTVxnxoc2Pm/F54afGpK2XCg4UDDgYYD1yoHwoQbIkIRIT5G4+M3DqfhA9H8qHTfiPho9MD1Ezp88x5df+uUbrxzb3ng9D0HdPszD+jOZx/Snc85LC7lusP22595MA+ivuXu/brprn264Y69uu7WSXH4NB/B7T88Jj6E41IjDovgEJTOcEt8fFe0QsEHqfKzvMw3kHwbZ8eFKkKm2+D4mcYefIi2tNjVwlxXHHbCx3IJs0t2L4mDJPiIlcWyLvJEhHGH+DCw5gsf7LVaRfpFOFwh9cFkLpfgIEUQpnzIy0XJjzT5iLK72BMflOcHn7bj1/+o0hGNJtNdaY184R/84UN5LuSCVty9bs/0K8EkJmkrJUxnaqmByBbCSwjzQwnwEh4iZ0DRNj9d5xmoq+OpyF8hBg9DWM449IkPPffsG9XkgVGVF3INaXS8I9rM0FBLRTskq0HhxendUvFhL/W9hIzOL+n8uQWdnZ7LC7lOH5/NDzqRWz4E7jnPlJ0SkWSkA2Kl5mk4sMKBlLDSWcuNGyryxmGLyz23X9wOk80y4qV1omesyhIRiggVbguF222C7WGwcpgU8kN8oLLauMIqqei3nLS43FaCH8CyGxjti7CKVKybo7NKEC6t2SH4EWZAH0KKQnKw+k+Vpu/ejGVNGqNVRCicVz/PsDthMwg3iANjDPAj+WLeMBakew0NG2DYtrez7actXA5kquVxgfEBEzfldcGl0JqnJK7U1wRdRc5V9LkMlKcPLvOK3UQ73PoOVZljRMhK8DChsNtyGWC3ZmVbqdsyoCLbAlionxVYVsqHA7IN2SRsIKFIiB+ygwy568k2V6cjLOOvl20GbKAR3xAuA7IPYA/KQyEdRsoBK86kp7RsUQefISIU9HVFobV5ufgXxZ/hztZcE/xgngdPkhduY+nn8BUVaS31tO5cq4kA04A9IlSYly3PaWlnCVnOSJkpNUmhXXkSjbWIUBQlSuY5C8yDZjwPOj2Xl2+deHxGXMZ19KEzOmn76ZPnc140d35BHN7EHJ50ve6y4CWQMuWywc8Ss5xHKMuXfUkrL9PiII+h4bY4gGMkD9HpiINShmv7umZbQ6NtdUbaandaYg4b5tsFfHH+2sSzKloSXonQqoBNIGqi7A4HzHcrV2co5cVtgLVex3P5jtelwJDrHkBuhiw/fRhpaQjArzaxV+mQl5blrzBO5KYopAhJgJrnieZA2fyW3Te7DVoIrBi+EuRKCrdz6o1Dfzuu0+GxtriQeXxqWFP13sh14+KgretumRIXbbHncUt1IRcHKt3qfZLbDLd6P+Tmp+3TTd4/ufH2qXJP5KZJHbphQgeOTOQ+Cwc2TUwOZx4jzmvIstTuFEJ+IkIRIVnpIg9RRCTHww4on2X1vI5f9Npzfr6rOfZE5pZyX2Te9gXbCesxYBPf6UHTB/wuAbsa7Pwj+R+iDbXaLbUB98HwpE37rKBvN6/aDu9U/tsySV8BeKn7lttwy+Nk4XYMTQlmbGjgQXgGnGutjq6C8oALOk0jeMGJf0QowuCEF0MVDkcRh/GOOQWX0PQ8HrJvw/jImAqwz9BznROPNA1cOQ5QP2tzy7qjjm2hzluWJ+QLOUNWh9zHdNzmGWto+wk59rQ05LB0D5qEEd9+HZttyxU4I5yB/NiwsmW1Wo+21TGe5C4zAL6UEG53MmAa3EZbtPXC/a7tNSvLQcLjhPw4vfVSDdiJG/YNhSqFoYhIUNjbgKmtPM4jk1mLiOxHwvRFRV/fXBexE+vqfCJCEYaqHD2viZjb03fNVnujp46dF4f4H3t4RicemxFuDqid8b7p+bOLuSagn+u6nyM9kH0igztFB1z8MBTOh7ql3y3bXCH2bGlvw57jA7kuGOvkumDE5loYrtYIpGm73YGrSHmJsiwuj7PamqporIxMi72G9EALNKC0ZBGtZZltrqwrLae4QVDNZkh1MYDsiBCyVLhfArAnRMiFK0G2J+gp98AGZIj6blU8KopCdVtUmDeGUFwe3lCfBsbzElzPbjOlvNtOnTtnR7G+gRoMNJkRocLtArBVEWGQFFYVaOAZTD7gvb7V6fsBtkeE85IhFM4zIqQEbepx7DJebTExVmXXDB8of0+5L5Btwe4M3GQbKJFffTrFTSikVlGIPifnwp5D1vMG1qHDngPkHIG1KHODjcB9HfE67r9yzuA5adEqVNR1AgvgHaYBHtu4JlUWwwXI9lLJSPaXlb0WjYi4dPkcBx7Bq1a//YcK+0eEQitP5ovTeWNcDQBNkJO8sKVuI7VJWyEOtMaq0uCzGsJOgLInT4qo+CBFRIJC/cfZlfa+pXSu0jcIi4hEZUNBPvDeZoT93SZsiAihzT0Zv4qaWVJoW1j6Jthdy0gVDfS19bKYEaGISB4WlM9AWSNKf+vazBNrIzm97ImxNmhzbjOmimg0Ak9ECNqo90Ezwv6OG4ZSraQt3U9FfYAHZkxECJ4BNf8iKj+biq3waLnuvjKRxdbmQH5GFhEin6IoFIUUUWZQ6qoe0gCVs28Yv72t6BoMdrvfpI2UfYbs149s3FJBuzTg213seX9pUefOLOjMqbmcuzOHf/yhszpqOPn4uby45dzZec2dX1TuQQ1c9kA+zi7zKMtmrKHMJ5wH7STHQvZrGAs9ng15DGSfNufxzNU9h6/n7BuajJdOz1gITljkbLSpZ01EeJXpKktlpNcTqplO6oZxC56x70BZC8sEDHWwgEvTuLZEA24jSN5Zs9ImEepyPX3KbAkTg8y0WoXalhfkhLVd7ud6z5VLufgfD/OoFvMhy1dEyMnE05c/HIA9et5zQ8b5LxfvpthHnT23mJdtcSlXyvRst/y/l/dcCcePS1bO+50X8r601E35jnBe4K0MrDRuZ5PhuKELukct09CdMD4k/pOEvHeGPIfzuEHccox3wUEAIjwbuCY5QF1CeCkiIcyUZctpx33esPs5ZJkL2sb2DGvC7yeAMcv12J4hjU0MiXDisW9Bmpb30gvLCnhAiJhYWsjGgA2wNVWkzpyou9TL/1HOnV/SWb+zPXn0vI4+fEZcyMUli1ycgx8XLZ47u5B9etftBPwphqDKAoQCrKlhaaDhwAYcqGQEsUFoMEsInBskqrxDZRybyB9tCVks5y/L7luXc78A2c4wyfGJLD+1aesuKzBnGTzOtDwmFR6IC9sjHGLV837m/Fy3nDudnNPJx2lnZ/XofdN68GMndf+9J/RAXsR1Qvd/2PDRE3rw3lPiMi0us3qkuoSL+I84DW78Cc/0Hz2p+z5icNpPfuiE7vvwcd0Pjo+d0kNc6HX/tJijHfee67T3YJm/0Z4Zv7iIhH6g5pkZJvqRwv1JDTnPaBUqBiCyfCUjScv/oBkTGSvPeD/3lPsS+pBH7zuthz857bKe1mMPnEk6TpgOLnWd9b4w4y1zw359mV/Q0Icyi0ZvOLBpDoRlKCJUFMhsqOWxlXki7wmGPMYybg5C7rVV+2vDNoeZkxkYa8eqMXjqwJj2Hx73O/49+R+BI37ff+TmSQF8C7H34FiO1YzL5EWeESEe+ijMBPtFhKwMpYns0wYX3EfQJplPchkQa62Z0/Na21bp78r+LzFaK/HYsmvqsiGqpiJRSC33MfCp5lerVaiwHxAR5o+pIP5asHeqSH2VllHNcPrccj7fzTkOdvzgNXFWJboInoxvfFHR2/Z72ZGxtvbsG9HB68bzO5qbn7Zftz/jgO58ziHd/bwjuudTgeuqS7mO6K5POST+M8J/Sg7duEfICnLV8TqVeqTu6UPJy6vwVaRdMw7zKGmFuYaQfx4jqMtWO9Su2iBlXgVuj8xhB/2Gct3fEm1xxPvbrOX4L83k/hHtOzSmA0fGxXdMB2/Yo0M37dHB6yeSp6z7aNfUEflahGBvzguWbTNFCtMUYVuo//CfC/5rQdvLNjftNle1O9rinNeBC3NL4j8Z1FM/4WW0wM4+eOMEu4tQ5VgSX+qV1yWMiJCVVpU/4hKpmuCGAw0HGg40HGg40HCg4UDDgYYDl5cDt956q/7X//pfeYDabufU80bT7//+7+t1r3uduJBoaGgoD2t785vfrF/91V/V3//934tDvLhca728ucyIi7wGD/l6xSteof3792vPnj16+ctfrv/+3/+7iLde+u34feM3fqO+4iu+YjtJd5RmM4n/+I//OMsdEV5bPLWAS9f++q//ejNs2pU4XBrAoXK7gsxI6os4OHQNueUyubm5OYfsnuKyr5/92Z/Ni3E+4zM+Y9cuqIPCb/7mb9Z3fud3ptzhbqDhQMOBy88BDtDlYNGI2FZmf/RHfyT6gr/7u7/bVvqLJeLg09/6rd/K/uarv/qrdf78+YtF31YYOB955JFtpb1YIg7q5YLBi8W5VFh90eJ/+S//RfTvl4q/UTh85ALFF7/4xdoJHz//8z9f3/RN37RRNk8Zfy6p4rIqLq3aSaH/03/6T2K8/p7v+Z4dX6TJIa2/8Au/kPNgLubcyZyVC0245Ja5+07K16S9fBxo+peNedu0z41504Q8NTlwOUv9F3/xF3r605+unYxjzFG4VOrTPu3TdjRHoZzMu+gfse8GcNkQY+J2cN17771i3sVFAuX/AbaDZf004ONg9he96EX63M/9XD344IPrR9yh7z/+4z/uEEOT/GrhwM0336yXvOQlu0rOPffco8/5nM/ZVZwNsoYDVwMH3vCGN+y4vbDO+7M/+7OroThXlAYuTNlKhp/85CcFbCVNE/fq48Bdd92VF+Zsl7Ljx4/rC77gC/SmN71JZ86c2S6addM99NBDeuUrX6kv+ZIv2RHu17/+9Unfupk0nn0OTE1N5btY5tB9z12wfPzjHxcXYU1MTIh9yXe/+906ffr0LmBeHwXv0v7gD/4g8+SiXy4F4/Jb3kGvn2LnvpOTk3n51H/8j/9RvJ/cOcadYeCivYjId3QRV9bkgscbbrghL8n60i/9UrHH+b73vW9X383X3GHM5/1s7b7aTP6z8A//8A9bIuulL32pRkZGtpSmidxw4GIcKC4W2IQ1HGg40HCg4UDDgScDByKqCW8R+aFjOw8qaYmPS/mwdHLfiPYdHNOB68fzg9Lrb5vSjXfs1S1P2y8OmebyrTuedTA/HuQDwjufdUh3cCHXMw7kx4Q337U/45Pu8M2T+RHc/iPj2puXGQ1rbM+Q+FCxM9xSu1Oo/CAuxLOcGp/EYVkfIiIn7oXpt1V8dMoHcPNzS+LACD72xuSjOex8QMeHjPmh2vqe0GFcAAAQAElEQVQoV3xDAm+rVajVNpg3mIXd4fwUEnnK5jKaLnyWKy9eakAbH3dCH3QszXfVXermIdmEyUSV8Uu9SnrlDGfb6y2bpmXxoTyHc0Pr0tKyOFCDMMpRfuDnQpdqffqMa21ARCj5aV62zcu267vFh7TmpYOUj3GmaW0dFPa9MirztuYqcbUsGyRoRE5HJzr5Ye3U/lFN7B0RH3TSVoZH2yK8hXwMlEP5lB7wsLfU05IhD52dWdTZ6TlNH5/V9InzOnd6PuWWcGSC/DO5NfKXQqWp5mk4UHGgkomonDTQQdl1m065s0n7dRAx6shSP53Wf0hAiOMhe+H2WtBuLee05xIk/BVEKj8PH5Td0ke7/WyALxSDIRX90JPlhw+GlQuFHMFqMMlF7VXczAPNZY5Cgg8RYVMK8ygiFGFQSIZMlpq2/USEwJ15uQ6wy3lHlChLs3KUXqv1waDKDl+IhMnBvvAFeaH/wb5cS0sV30UhuvqmtvsMMMNW0IfLUliuOCyOsZaP8nEXLlhEKMIwmJ3TWQ36XJ32msiQyyAVYdMa5Q1Mu5WQmnioD8wtAwkH8zP+Ar7aLPNyHslHm+siX+tvZCjjtfJYaIlw+0FWbEsMAfGBtfTJeD23etJVcVOWcDuaDeubV3V8k62Eqjwukt2hsDvC+FKzuVVVZzCQrkQXWss7sgiF1n8G/Ctr9jnGnzyxBt9oX0A2LYeVuJzAqrTvsk4ewCBa5xVmIH15HnyRB7QVwh32z3I6zmCSndoTHXVl/JYOMRdf8FydA5k4YH/6+HmdeOycjj50RkcfPqsTHNh5YlbnzsxrlgMuZpfE3Lk/H03ZWhZ9FXyu6atpp+9ouT9hrpmHd3idwYGLzNUSxtrCHBnreB2yDnhOR/jwSFscytMeKkSfFBGWgJA15VPztjbTc602GGi7ZYEYtmGkKJRaOhvtinKgrIWI8Dq4EPLS9hoFmaHeh4Zd/8hAQktDtYk/wIGutWl7B7uhY3lps87xmqewzJftKiw2oea5OjhAM6TvcC/iLslyYJWUuYqor5bnWW33jZ2hloZHO2KtNzE1okmv//YdGteB6yZ0+MZJXXfLZHkh1537dAsXct2zX/3LuPJCrgO5b3KTwzlk6fpbp3JP5dANe4xjXPsOjSXOialh59HJvDqWpbblsDANUUgWHCsTpos/FmPHc5zKElFesNl1f7m00NPCXFfshyS4/+USaNajrPd73ZIB5BcRiSeM6kop8qqhcP60m5b78JbbUNttCaAugLbrBOiYR/inHb90t9Tejkn6GsiPfA0FUBQqipDJWp8dJesuCEtvJwrXY8pT0lUo57kuW4ATiJWkmSa1Fb++rYqH7DKPoM4YSwHGR+qXQxOzPl3nxOunbSxXjAP96utbJKouIkSdF677tuWqYznreG4CDNkc8tiRcw7GGdtxD2F3f7DKJK79Oo6T7cH9VNEOFe4rIpR5qX4qGiqj9r2Wze3RvpYB5hOIkl/WCrfDGuw0D6sIRALWpsfP0I+FxRCkDKnEoXzsTHP7WiioW/cjSWOESlPOJ6ylUv+BVqDvcfVZouI3lHHI3dJi1+PTkuf7C+Xe6LHzOvbI2YTjXhtwaCsXcp2dnhcH3zF2kabX7eVeevaH7vBYZ9kwWjPASgplXuZdy22uTZtzP99xGxp2G6K9jXh8H/acfyTBY/CadQFhNdAOs80ZT2GcEcZv0CafJGltXHtaeR5SBaSjsveNkIui8lkWZcz5S9XPD9oJJLyMu54eK6hsS/5U9UHfRLkKyhRyqMrH9rSsS1uGPCm1MAciQtneXN85H3D/nTyyOwrHCMlRtLuPkRrhsg1YTn0mUN+APcu9FVusVq8hnchpL1COR0gC/YlpLyoT+kPlTza1wwd8oMEsIVRU+RXkGSJYm37WxjczyvW/8mDt0k67qKBG7HRYKwPrVQ+raLUj4Jtlre6/6j5syH3YkOcA7G0kYE+/Vu5blOHY26LfqoH5MgC+lvEWxk8diccyIgtTGrivBTCPBslM2pGPBCnbCW1mEDLSYKoBex1WmfCGOkhe1W0fnlmOU4jr/IlvcLYVMjsq25U1TJDVYJ7QVALtQ6K9MGZiMna4ygejr7avKUZEKCJUuPyRfCjdCgnA0MCzJvlAyCaszicivHceIi/yLMgzQlt6BqKbA2aAlQmj7AmWjZ7XwDU/8OvjH0jb99tFC0Upy1YoxxWXz0rwUn4uzN6E298lsF7bbbUibuKzJQJNwkjNTm3xySRohqC+MY0w68BEBmA/ATVuSAJq91PUrFkAa8wyJa/gl6GIULrDzAEGGUhCwEGXUqujla4wvnBdUUcJ9rBShANqhANWDdodTj9hQ5i0g77pNlLOr7MFEUWZ1ulBTV7ys7TU1Zz37LlwiwtauNiBOfzRh87m/j6XTHDJAgdaz55f1Lz3pbhsobvUU4/3R5mP88B0x0SpnIUiQoXL1XIfnOvnah5fjoFt1XP04Yvu71fxcl3dzv9uMJ6CMwrnUipt+nH8flwIxYFpgG84XYQ0nggt5J/LVZhnOd57DdRaO+ZHRZlpThsmkI41Wh3X3mlNzQ4UdoMVrssFl8a7hvbC5afsbe+/MSdCTsYmOpqYHNK4gfdAQ547IVPEjQhFlHunZNavRzuwM27yXx322ha8j8r/zDiI/fzZBc3OLIr/ns3bn3D+U5Vx/B6L8HLtuqTuogXdguFsMq8wbsBeZbtD9g34Fa67jud1I+Md7xEPif8icfA8gKx33A4K1ynjAbRBIywA1DzXJAfod0vCy1os5URCPpFT6nyI/QrvVYxODGnMcjw+OWx5Nuyx237IBzKDvLM+yDl/7lsUiSfKDBCbUuacFbJTeofl0jb7IVPIK3vMyPqM92BOHTsn+vO8kOuRGZ14bEanjp4TezTnzyzkewb682UEOkEKVY8L07dXXo3RcGA9DlhUhOBgRoQiDPIThk0rCzHKwk27yjmM+9a0p78ROcz6arWlPFYn3dBlnBGR7Y+2TL8dHp/sJR7e1TFecLHO6ZOz4r8Qxx6e0aP3n9ZDHzulBz56Uvcb0vzICT3wkZN68N6TGcbFW498clqP5KVcp/Xofaf1yH3TevgTp/TQx0/qgXtPqU53X17IdVxcynW/cTwAjo+fyjSPP3RG2Z6Pn9fZU3Pl/zA8T1ucX8pxi3USTToilGUw/S2PUYyxq8BjUgE43FHFQ1/Cf4x5B8lYeHZ6Tie918v/Ph6F3k9M69H7p/X4A6dV0uE+xXxgXF3yHjHpqb/ssIwQvCF+EnY1T8OBLXIAuQnLaKuS4bbHyE41V2S+uAr8zoB9NN4bMK6O+N0BY2yOwR53eY8/dWBUfO9w8MY9OnzTpA7fXJk37clLuvYdGhXxRrxOYRwnX9qReOiH3CchzElXSNAWlSk/3aVl0Rb5bxRzSvoK/isFcOkrY/TifFc9xyv3M5zIyiisowL0WK5CcOFLRReT9MEb5sD53tx1U/YxoZbrLMNsSqG1j9Gs9Up3+qOZ1/Ql9Ge8M2d+A2DHj7DsZxzXKtOmNpAV/kYjDycGZjvLoq6gl/nWiOdnk/tGxP9Frr9tSrc8bZ9ue8ZB3fWcQ3r684/onv9n5TKuu+2+61MO69a7D+iG26csKxOaOjiqccsVckI+1H2Pd17OELeusWe5phcLgDvk/T2D6xG+Ub/ZBr2uYd3TB9yA10J9P9uHvHajLQ67LTLnHZ8aVvk/nTHzfTy/Pzp0w4QOuz0evH48v0ManxzS8GhLbbfzlseoiOjPg1Pw7MSrDyofxh9khDUe7Y1L8GbOzHuMXMgLmWl7C257Xe9lML8oU11+nbzqto5cIInk6mJgSH2LVj11FazytCMiFGEo0qGwcZWohoyGAw0HGg40HGg40HCg4UDDgacwBzig71d+5VfE5QOXkw1cQsABxW9/+9v1lV/5lXrOc54jDvHicq2IUMRqGBoaEhd53XbbbaoP+eICkFOnTl0WMl/72tfqHe94hzgw/rJk0CC9ZjgQEfqu7/ou/dt/+293nWYu4+JSLg4OfMELXpCHY3I53dwWL+ianp7WBz7wAXH5CIcu0365OIvDEHeTaC6p+6mf+qmmXewmU59YXE3u1xAHPuuzPisPwN0uyR/+8If13Oc+Nw8r3Y0DlTlwkssKr7/+er3iFa/Qbvc3a8vJvGGt3264v+EbvkH0bTvBdebMGYFnamoq+cuhsDMzM5dEyQUX8O1HfuRHdMstt+SlaR/84AcvmW6jCFw+9c53vlMTExMbRXlK+XNZFZdWbfeijppZyN5P/MRP5Ny4PliYiy/r8IuZyAFj/Vd8xVdocnJSHCSLvFwszaXCiqLQz//8z+uFL3zhpaI24U8wB+gXmv5l/Upo2uf6fGl8Gw5cDg4MjmOsPRmXGJ8ulhfvQ++7775cn9599915qdTf/u3fXizJJcPoD+kXLxlxCxGe9axn5SVhW0iyKmp9wcTLXvYycXEt5V4VYYuO06dP613vepeYk3ExwE7mdZvJmrnkZuI1ca5+Duz0Aub1SshlcIcPHx4MauwNB54UHGDd/ba3vU28K9hugRYWFvTd3/3d2uy6brv5XG3pWEPyfmWzdM3Ozupv/uZvNhu9iXcVc4A9CeZiOyGRi4i4QPI//If/oHPnzu0ElR599NF833LHHXfoN3/zN3eEi3nXW9/61uZ9xSa5SB/K5VXf9E3ftMkUW4vGnuirX/1qsRd35MgRvf71rxcXdD3wwANiXbI1bMo0pAUHNN/m98O8S2N/jnn3dnBulYYv+7Iv00c+8hF98Rd/cb633mr6Jv72OMBclv8PXM3v6D/xiU+IdySbLeHY2Ji2ejnmZnE38Z66HOBv50/d0jclvwgHmqCGAw0HGg48yTgQ8mTckB/BhVrtQu1OkQfU8MHpyHg7D/+YmBzWnr3Dmtw/kh8HcoD0/sPj/Q/dDl4/oUM3lsAHbyVM5MdvpX2PDt9kuNFg85BNPorbf2RcfJgK3vE9wxoZbavl/AvTU3+Aqos8ESrpl8RLCD6U4yM4PtrmgzlgYX5JmPmBZX7AuOzYF1cRoaIVag8VGhpuqzzIolDL/OHDPehTqHoG8A1Yq0ATZrW8rF53OS8h4FBs6OFjWcyFha7p6/U/cqcc/bRXyEKefLgL3xbmu1rgcCSbHCQDP3v1x598pehyWynLnxZt/Dg8IhSuz1Y7hGzxYXPHPG13WipahSJi4/RXQQi8CYVaphVZGBnraHRiKD+QHXe7GJ8azgNQ8B8abmW8KKTC5QqVj6u/L5/wEhmYm13MjzfPnJrVmVNz4oNODqaC98gqfOfjyhJDozccuIo5sF6/dxWTu3uklQUvdffzaxHXHcBa/224N8xjG7joxi9INkir7VYXRNldD0pUgxQRBomxtfDYG0Uo3I/KEKHyqczsT0ufa06nxFeeaHIFrnzOT44cK95VxrbLVMnvttPvUkLIoE2F2xhts9vCEAAAEABJREFULcH2iMg2uEvZDKCJ0m7+0Xa5VIu5LwdXcJDM2en5nANxQCeHuWFy0MXcuUUxH835UD0H9RzekymrZUOJFp1+o+X5OfPKoZG2+ody7GPNMuZ1xlgekMOhKKxXgEM37NGhGyZ0qFq7YLJewe+g/YnLGmXvwTGxBmKO1/b6JAqZT6HQmsflW+Mz4CQQGPBqrFeWA4Pstx1Z5MAdi706Qy2NjHc0MWV5OTCa8nLgiGXDcnDYcChlZU8e7FLKzoSQkUPX28/h+NWAzEwdsMwYF5c4DXtdC37kk7zqQpuEctJgi1Xt3ZhXggPhTAzUh43SYb1WEaEIg9s6/SMHYLYtI6zxhutDf/YMadzrvz17RzTpfmbvgVHtc1/B3kiC9zcOANeN517JAe+T1DKynkl49jmHxwSuCe+5jDmPEedHvqyhw/10TeOGZkhWCaVmMXO/2XUfyhqfdT39L3sQ7D/gZr3JofWO6SSklmzRE/KQfUIoCqkwhMs9CIXdAH6YQG3H3AqQdjWQZzjvCsJmmBM2rasysK4C+hM8si2nhksZP2UI+akOc8v+wGNJy/sK5B3hDADSGaxEXVhbpRzLboc6M/YHOLyRusu6nF0SYyaHtC1434txk/0LkagCsjCCRl1ODrh6QI+xXC22kEf2uxgDaMv1/IRxgv1U+gn6hEMeS2rI8cVu/A96nDnk/uOQx6GDNgH6C/ZR97m/2LNvWKNjQ2qzr+a2EeEKN1hMTIGpgBiIamANB8wn+5hVighRTwkRkpW2/VSJbVhtG0udEHJkgiJCkf2hZGdCSGktNa3Xbdjz6lFhglfADpPW9f44fRh7oBwwOeM1wWnvjU4fn9U0h8JOz+V+KfumC96b5kDX7tKy2PNPGbd8Z19n0+iU+ItCLa8JOt7HH/YcjLnYBGP1/lG/xxjTPt5heI53sGpPh9zWDrl95ToAu9cFuR6wecjvLGh/5fg8rj0e79kHZk8431l4z6LIdkfulwbIrGEwNn5usKVXOkrrldHrDEuz1K9MzldVLojkKlAlTyHquATZLwyYQOiKPQNZDVi3nf1Ttp63zbHLl3CwLrIPcwUzb+h47rjShw2LA3/3edxnDnCIvop+y/0YduYNg3CIMPdhrGPpzwhjfTLpPmzc77BG/E4L/ORD35N9at4VMUiNrr3HvFuXaPyBdQMv7slYkzFq1tRmej4FNcoPbFh0GD0IG0bcRAAZAZdvihMBrZsgZbejOF8rRSGPKWGQ0EISIJ6+Bcf6kFFSWz98U76weBCqRJGUWA/AnpVpQ7IWqh7SVtbGKDnwhLBkINO+tW8p6dqJnvWdWokF1Lkn4X0m5vLsRcycXsjLdfmPA/v6wNlTc+KiLvb/2YfqLvbUWzJ4jyr7V2vM5W0kYrJgzsU8uzPc0rD3w0a9Lzbh/VX+O8SeW46FudfmfVmPg8zpc9xjbPTYd6gCxj/8Cd/vfTnGQcbS8T3DxtvO/2+Ih0wxdwNgzG7g2S4OlyUiBA8Lr1NaXqdgjwiarRRa/WyS3rXJBL5BTBdEGAy8/PZafsjJpLn8MoRa3iMZ5h3RxFDu9094D5e14bDXiOzxFl4zFuYTaeSnxFMype9nWe1azpcWu/mOqr5chPdWM6fnvFad917cgubnFg1LYt2KvLM3N8/FJgvd/D8YuBNnOCOrMhfBSkMkUFcd1rDQPD4kLhJj/4h5GxcyDQ1bbtutLBvzN3DmyzGQAWqea40D9H81zVmfdiAn4bbLngb/SRy1LPBekj6Qd5T0ZfRrh9irYM5fAX4H3Nft834He430d3ss81zqxrvStmULnMiZsylVyk1qfTfrgp73adhXRt65IOfs6XlxaRB7NKeOndfJo+eESX/PZTsLc0vi/25dp2NsACPlKJFeK3pD55XngPs+lUDeEbYDln/klHZgpwDCNwPL7hxpSynHtqTpfhyT9oZsgsc5KbBcZjAJpkiiTS34fQ17nzNuT8yRsj25LR1/dEbHHzmrYwm2p3smL8viwqyTj5/rtznSTHu/9DRwcjbbJW2T/1Tgn+A2SvuknZIWHJkHeCs4tsYk/MRj55yn4fGVNj594nzmwX9Yz3p/dsbj3jnTzxi4CuxH+JmTc3lZ3zQ0HDUe0w7e44+ecxlndNz5HnukNE86fPrEbP8ysLnzSx5nl0Q/kmNbcs4VlBVlzcquRjUc2BYHIkJWQouwnX7Gc0DmgeyLrYVWq1COmWmG2n6XC3S8T8eYylyS8Xk81ynDmtzndw4HRsX4y1i9x+5xrzlG/M6O94GkpV+Tn7pfKEU8TFLYV31TfnhX363mn4vuO7j8NeeXMwt5ISzjc66tHKfnvTzG3mw3RuXiGcPVrZYpfDKi7JXp71vmcfLX892O14Ftz+Pxa7meIsL8KctUJksMpccGOpiJS/+fl+t6Tg7fAHiHH2HEIe4GaCrvKkZlQEwU8nqylA0uzeW/HHu857r34Kj2s3d73YQO5fp0j3LO5nkbF7iVc7UxTe4f9fpkWMz1OyMtFZY1+aEuoQkW2XlNKthUAwWI1KyjXJe0haIoXOYwD4tLg9dsLUO7LyMtDXs9NzLeEXxnjTe5f0Twvv5vzajnz0OWJdKRVxQySy03yVxVDwTZapqoU9vcjJbV87tH/jfD/Jaxad7jE/sdrO9mbV/wO0rkZxUqEl8OMCNz/mITeQVwuzDOzfRbv5haL0Zd3IJ+ECBSDRdD1oQ1HGg40HDgScWBpjANBxoONBxoOHC1cuDTPu3T9N73vlccsHe10ng56XrVq14lDhgcHx+/nNk0uK8hDkREHtTKpSmXi+y/+qu/0lve8pa8nI5DBYeGhsQFLRzQ9sY3vlGDwEHmz3ve8/ISu4jQvn379KIXvUjQx+GAl4NG8uTAzav5ALzLUe4GZ8OBq4UD9AtcukffsBOaOKyUA2+5vI8+g0sAL3UpA4f9c1ju7/7u7+rbv/3bdeONN+YlmfRZx44d2zI5pOcAyq0kvPfee7cSfdNx6dM43JNDPjedaIOIHAILfzkUlgtGJyYmBJ+/9mu/dlUfTr/OJaQcvM9FqNTrI488sgHWzXlTjh/7sR8Tl9xsLsWVjvXE5MeB41zKtVV524ja+mDhgwcPej+9pZtuuklcSDc4RnPQ9Z133pkXoyEHXH7ya7/2a+rxEmkjxFvw/9Ef/VF9+Zd/+RZSNFGfKA7QLpv+ZWPuN+1zY940IQ0HLhcHuIyLcYnxaf/+/Xqe15Ss8+pxjDHs9ttvF3MUTOZ6XB66U3qYZ9Ef0i/uFNdg+ojQd3zHd+j6668f9N6ynf0vLq5lXKfMH/jABzQ9PX1RPLwn5iKX//2//7eYyzHn27t3b17Ouh2eUR/ARTNdE3i51v5rsmmcV4gD7MU+4xnP2JXcaMOvec1rFMGfD3YFZYOk4cBVxYHP/MzP1Ld8y7fsiCYuTfy5n/u5/G/SjhBdQ4nZh/jUT/3ULVH8l3/5l9vg0ZayaCJfAQ4wB2MuxpxsJ9mdOXMm516Tk5Ni3sjc8lJ7iuTHvIl9r1/4hV/Q85///Hyn8Y53vEPsoxG+XeD9JfstzV7Y1jjIHvPP/MzP6N//+38v/su5tdSbj3306FH94i/+origizpiTxvgndfadUi9HmEPlXk1cYgLkBYc9Nn333//5gnYYUzk/Fd/9Vf1P/7H/8h98B2ia5JvgQNctEd/MTU1tYVUVz7qH/3RH21pjHzmM58p3stceUqbHJ/MHCiezIVrytZwoOFAw4GGA9cAB64CEsv9z/BGqIkJ2QwvdAagHflBKgdVd4ZbGhppiwNC8uO3vcOaPDCqvYdG8yDqQzdO6LpbJnXDHXt18137dMvT9+uWp+1P+012X3/rlA5cPy4+VgRHmw8tW4WiCPGw+AWwXxSWy1A+guvxoX23p+5SCXz0jl/5kVoZbyO9KOSXOUVexjU63tHoWEfDLl9nqJVlhq4iwjwpMZS0La+POso4fEDbMz18pMdhovPzXfU/oD23kIe2cNAFB8SXKa6cDr/4uJePUOc51Pn8YtKzaBrzMA3zsJcHakCTmeyyqyoXPiWslN8x0osoRC2KEHWKjAybl3nA+EjLfoUII05kCqe04rPIdD7BGnypSYBGaG1ZLocsByOWi4nJ4TwYEVkfnxoWfnxc3WoXKqqPhCkLnAEXckL9Jq/NWz7e5OCCmel5YXIQ7SyyMLso6mJpySlJqPopuVS7GvOpzgHkwzzINmOTRmkRQVYjQuF2hxwitxF2h4ihTT+On3GNHzHkQ3BkF6AvTaBfyEBHcmSSOCvbaoVPbb/cpvkxmEWVNfREhOAHUPJDighr2vzj6ESmpHWRy35xWfCCtp2mA7Ot24xYdj5OVaW1bXvKuOD/sseQOk/ys3fiK83ltK+r1UG1qRDFR4vAHoIvfXmx7ESEZNUf2Oq0tandfSJCVlKkkmwJQ6rQtfnUdJtn1FGC5yZZd5j2T/4SkBYpeaBtPE5oVSY0PuQFWQEyP/t5p825kGkZbbW+1t/Eo4zUSoFMJMg0ElCObkYoKfyzHobCkGY4jYRcRVR+2trjZJkgSe85PwPlMetE+cpyOQoRbGxZ1RkMJAQV7Ze2nHm5j8OOHzAQdcC6lndSRBgwDeabVfKi5odC1eO0VpXjihlkHybCZKoGMg+0XYASp7FZwVN4yHycQwyZZ56fWRQHOM2cnhdzH9wcbpGHWXBIpyvZSRVmXETIhrAPEgveiBBzLuZezNc5bG7vwTEdun5C1906pZty3eE1h9cdt91zQLc/86DueOYh3fEsm886pDtreLbthjsMtz/joG67+0CuVW64bUocxD8xNeI1QUscjFI4T4Xl0cKPTCSoea56DtDOLDRZX5YvZDKK0MhYW1P7R8Va9cbb9+pmr09ve8YB3WVZuOtTDuuu5xzSnbbXcAcyM+DGH787LFO33r1fN9w+lbj2HhwV6wTksu11Mnklj6AD2bEjrbaj7JQa7fJwIKSIEHUQEe5PbLcZgSkptPIgI3bZUA1psV9fOZ1FR4XXei2vCwtMr/3oi9pDhfuKdu4bjHjNy4Gv45NDmqguBNmXBzKNW0b26MjNk7refcyN2U/t003eE7nu1ilxePD+w+PiICHSs35m7KjpwdTFHtMXDgeIy1iJvDN/px8eNHu9nhhPHV3wwUn1xD/LSrrdQMr26v7Wbba0L5dzbkewKu11mD0yzrZN8jFU6SHCJOCRLLF3mutpGebIViRzGmKFWpYP9o+GRzvuazqWi05eAsiBYoXlJixINc+hPfuCRKKVJ2ytIpEP8XpeD7BvxIFss+cWNXOGvYQFcUAUB0b165SkBrlyKxR6Qh+X5f9n702ALFmu+u7/qbq315me/e0bTzzpgSxb8QECEyZALDIBGJBDbAEBChlMgAWEQcgEJmQIjCPEFiCBjcOAwWB2AQKMWMxiO1hNYEDIWiy06+npLbP1frvvvd//d6rq9u2e7p7umZ6Z7oK776AAABAASURBVJmqW6cyKyvz5MmTJ0+ezLqVCR1Z7ix7iHuFqQLsHOnTdUf9UE+Ug3bb6RapE6ZnJ6q+5t7j2e6ZC33YtgY2B7bHc15wlxLcvzzqfibD7KePaSDDsGFsy5D+rvvnxEK7k9MdoX8KZCrI2SJomxlaRjJVBbdXOACPAPyHECxGSVXj5s3tcDHPfYo2TxthTMB8+OLlnuY9H7owtrjr0kJPLHy37nloil4UqvpuuxGROOzYDR6ni43ezfZWasrt7bj7XfpcFkDkXUTaeO5nH7athp33Ebb1clxg+y3HA9ne7nI7PKfn/L27cqzAc+I+8JxTuvv+42KMMXOs6zZdirYdbnNSjOl9HfBhKfCZSF1gnxrpT3iBHgXCMSLk056dzmGqg+qp/e47B4DHun3DwEDfQd0AGXmUd5Xqjro2zMQNl7xx7d32bHi17cO9BlZIPIWoUZb2RISqele6Rfg+7AfUHFXa5m7kOg5PEugXXOfYhRt1bVlwhdNf2BkluxZPpndGuEDKl/NrXML8eO+oHdnnRnzKXYTsqMBtwAERDm9i1olqpwk9ZC58N0lmik8pJFEGlwndwhhiQ4cdF3MS9PuPuv8fH5tiL6T+st0wcq3LmnHsY//grpzvePCxU7rn4RM6c7fHF6emhE2CviRv2j51hFxku9cROLZULuyTQmH+RUiNfDRuRMindjyiflK7tA/40re9zdhpYHdgHcl73VT4MM40gLOBCkONoLq5iVcT43M8w6SLfsKewDVvxvmh3Ujd8qzSD0OPu2TANZgHyIydK8RmI/mGb5y2Xf1GSH4eoip5bh1CfSTsmnDLwzF+BIUNyaxQwIcINbwoikLhsAhHUH2Mpa1DboBT5VddbwD6faAcL+64Xw1xdn1uwjjcGrDp6Z15M84Si3G2lZRbyzC6I/0wGBhvNSQE9sC2zdGqO/LKNpN6aqDMx3kOnQfPEm3mmT45uPZUTiP6uBEhnwa7tItCKnAd6DMT0O5pm+hG/jfCPD52++LlFWHLL82vigWrmffvra6rvzYQaUgc4DIUxovfGfkMA08lwqq5k46YB+N/QqfPzXju7Jj479D9zzmZ87UPNba8+8RHGRvblt/UH7ofZPxMGO8BHvb7AOba7n3ohE55no35OfIhPynEAQ8b2Mojnh8u2KVCa0IjXK4REBh1SfFfG4STNWDvdeMDx8GApX2MJZXcD1VY1rqei8fmOcZ/1U5Na8Zzs9hYvEPiP23V/AmlgpIxJNwaUibcnpD59bW+59vW8h0WGxFdOr+i/E/PfC83R2Bcy3zcyvK6VpfX1FvtizTYWEY1OjMXE5mu6yhMZ9EJdSZKdSc7mvQ7iunZrqaOTWjS84hsyoS8lsw5e+xJ/EQGjkSSlwxqL0eQA64+9HZDeUQoZbdbCllFdk9ZD571e867HzyeY4IHmdOwXnvYujDB7zub95gPOZzn9/Nu6oHjuTkIOJApZAk5chbuC4YjVWdREkflBt58hvwj+wPPyfBfNXQ9cs8GO88+uaCLzyyJtrDoNoDM0ycwf0M6kFSYdIh0hdrj0HCgkQ4TZC8yWfiC7JfWc6mbi1BEOMKW020mBbQJrqMgvwnW2dgdtCv0LzKMn2ejdHWa2mkwHYjbkFzlPch+gPZBf8EGWR9+3yU98e6LeuI9wCU9+d5L+vAHLos2dcltav7iipYWVsW7nsqW6ov3PLRB/qtLv7K+7jD3SelfI48t0PNzA/1Qb6WffdLyYi//gzp/YUXkc/7JRT39wXk9+b7L+qDpef/fXdD733Fe733bM3rP257Ve98OnNf7HPb+d17QB/7uoj74rov60HsuJc24Cab/CZflg07/Accj/vve8Wyme9//O6/3G5541wV9+P0u44cWdfHZJVX2Ys90rWfZGHMPbMeO6uhGVMyB1G6L5FBxADlp4CqEDWn86A679FEJA3m8po2xU+oOx7Sb7dduxnM6dIosoNW9AzK/ykVv5Rye383NHp/M/4PMHp8Q30pM+/3B5EzX9l2pwnacs3eezsO4nLOxVDjsyTMi7AJ2VLlE7df9MOMuNn/traznf8gJH3jiJOkiSQNV0ubu0LqUjSKXZSFsXXg1aTt4ku8xbMN3bAthtxTuFyJ491LzDrYB2nw4igP8wCe8BgauR3QnPMNWB/ATxjPijCA9qji/Ew/BLanKq3IjIm23wv1W4bJAb2HbvnSdbwf53GVK12kiYoSvRq+jfozTn2XikuA6zIfcpOe6LmadOn4XiMwwfzDjNoj9zD0yxTP4HBFVPs4Wuauq2jeqw3ma3rzQ3EW7p2/imx5kBtkB8PfdB2NbkOxGAhRCL3ltQKU9RvlWJI9ud/aEIgyWuZGcFoXC9xHhZICd9mw50HKg5UDLgZYDLQdaDrQcaDlwiznAgmi///u/r+c///m3mJKbm/3LX/5y/cRP/IROHPKFvm4uV9rc4EBZlvqWb/kWvf71r1fhcRxhNxJYkPL973+/fu/3fk//6T/9p03w4z/+4/rrv/5rsUEONNxo+KZv+ib9h//wH8RijTc6rxZ/y4GWAztz4CAWnW6ws4A/mwe84AUvEJsyRITuuususeBpAw888IDQfSzozsLNn/VZn6XXve51YhHdBs9+3Ze7n2UDwo/7uI/bV9K/+Zu/EfPv+0q0x8j0+W94wxt0vQsTb81ucXFR8Pm//Jf/skmHo9cPUn/TJ/3sz/5su0nT1gqo7z/7sz9bP/VTPyUWoK6DDsQZ+J3QBz/4Qb3xjW/cVL8sBv2ud71L1P+BZDSGhE306JMj2jnkMbYcam+rX3avnrZ97s6f9mnLgd04QP9/PRtOXrhwIceUjC2b8SZ92Hve8x7Rx+2W936efdInfZLYHBN9uJ90e43L5qavec1r9hp913jYuN/93d+dm12z6XVEiE2yGtu4cScmJnJOgA06X/ziF1/3xtjYoG95y1v0OZ/zObvS1zxsXOyN+fn55rZ1jzgHkKcv+IIvOJBSfMzHfIwY5x0IshZJy4FDyIGI0Kte9So9/vjj10UdOv+v/uqvrgvHUUo8NTUlNubcD81sUskGlPtJ08Y9nBzAFmODGza6uV4KsRWxG5En5hSPHTumF77whRrf6JUNlj7/8z9fzC0yr3j//ffrK7/yK3VQbe7kyZP6pV/6JZHv9ZbnTkzPfO83fMM3iI1psUFuFg+ad1682xofhzTjEeZQmUvlvRhxbxZdW/N55StfKWhg47mI2Pq4vb+BHEBH/eZv/qbYiO0GZnPdqFdWVvatz17ykpeIceZ1Z94iuKM4cLXCFleL0D5vOdByoOVAy4GWA3cCByqbPYSbUIQn8A1lqCwLlXxM2C2rDyWnOpqa7eZHpsdOTIpFpFks4sw9s2JhaRbBZJFyFoJ76LFTwk14zqlcSOKs482dmtLUdEf5gVwn5OzEwcdmlcunZ/g2A6EjsIf4fJjW7w83NuQaDESYH29OvM1dRJiGMhfanJrpZLkmTVd3sshyFy5/jIhT9eVbIs6LA6TQxkEoefcHQ9PTzw9leyvr4uNZFrJYXlgT9+trA79EIvZG2pvhS9r4oHe1Lz7mzQ/9TV9+5L/WN81DDczL5k9FZk+WjzICO9LIQ0eGX6VlZWKyVPLTPJ2Y7IgwP3ZyItrJc7z84/58eFMuQ77ErLNGlsg0IlS43kvLZWeCcnQ1OzepE6enEo7Zz8ImXZeRchWWj2gsSuOCd+DChZcshsCHm4uXerkAweLlVSELzaJVLGDCx9R88KlNB7wCNgW2N3csByxcTdktFhGhCIPlr5LBQpXrSA5X2N3DOYpWe1Jurb+Q3cH6MPUBfuTTqlWVbBsx8WvAcchNPit+jPLG43KH2yJ8AMK8AeAFj0fuXijNBI7oAqM3gYoP5on54+ANXjja+NkkHQ/b0T8e2UWC/5mX82DyeGA3w5yhzx3R7P6gzsS8gR/AiD/wzIypY+yO5kCfRpUr+YcRG3zac93nLUPg6qNHqeTC9ZZ1ZzfrDxdoIl03lRW3kAnyQTYTyAMAv/PyaV91tWfsHJr/qsCoXA1KoM3YE5aVlBGeactBWEKIOMUoblQ4VB/D2t2rQ3wD/MoyUQ6DT/OUBxUiyuy76oZrcLk2qPSa23R/kLqOtgf+BluizksTMuaaCLNK8vOIUJh3PivXHu4jHB4aO5zId9XVnht8OntFmACf9ihBkT8dwAFqgS2UR9adbciB+bnWG+RiS8sLPS1cNlxazcWgWBQKm2iTLWxExRaeOciYjTZxD8U9Y4ZJj0FY4ObYySmdPDstFqq756ETaja6efi5Z8RCnGx8weL6mxbtzMU67xILdrKQ9SMfdVYPP35GDz12Wvd+xEmd8fjk+MlJTTiPMumRMuOhzX8Lhh3ZZ2jPw84B6spVlrqDdl1YgKZmuh6zTudYNcepH3kqZeU5Lzinx3JDrrvEoubIBgu6NnLSuIQ9+vyzudnbw8874zHtSZ2777hOnpkR4+GpmQlNeNzAGGLEHwipeoZWdEZMOVgP9dxgDIXyxAGKUOpi3LA/8jFRxIHOGoHrCVwAzyJCPkV69BP1muM+jxFZ0LVbz4ugL6amu5o+NpHjRXTIiTPTOnVuVqfvOaZz9x/X3Q/NVQsLP+p5kY88LTb8uPfhE/nsNAvmn57OeRXGz+RXCQvCM6xkuCEKwhoIyaci8ppJKMsgdfBQ43Mjfex5d6aJBrS6xQc0GKAHmhMGLoIDKv9QuZg199ANZPyhaM/7BWyKK9KAO3GSr/nhe19VO3h3B6clAvGpAmRjwnMe6BkAueiO5goKVfXqvEg0BqCpa1Djrksq6KY+WXiRPnPZ80hscLnouQT6UeZviAM60uImEl9iFJChN/2S2ZsIn2oATyhMi8GnPUf2pH6sMiwv1KCEjki9MFVaF3SFDjh737HsJx60jUGfgU1CH/ORL7ir6mvSJjkn+pyE5h73+efqTYLOpY1y1wPH3X9NCdkqyyLzC3MP+aPNJC1cHNae23AAZo0Hb70ff3YT/JXUVBmN/FtoGt3iAaroR+AabuUhueGH+160HnPfzDsvWXctXFypN+XyuODSipY9TmDDwf56XxykSWjS2wUXz4AopGaeFj3LvOzxk5M6eW4m+9R7Hj6h+x49IRanznb3+Nm02x4dLeR/To+6jVVt8Vy2xUfd3mifjB8esG141wNzOukxBv1613qd8UeZZZGLk63frv0HdY6EoPKE8YbzQ6/gRoRZAGjk2qe9HOgI+lP6CuwC+hT8hGW/aL1BiRrYC87bKk5IPhURBvsbVzfxCOdlyLp2vUchvx+Lih77I8IRrnKORaHO6ReyrrEJbV9R5xm+A5qx5DvEGAuuxLQKsJ+8gCY/8nHnuOc2YhQjXOkxMT7r8oei4Um6vo9QPpRdHf4j+UE7y4LmRVURQtgN0x6fHvP8wynrMN6n3vvIST1ouwG9hL2Q41DrLFzCxgHbgTgf6XHsY3//7pzIcXp1AAAQAElEQVTjeMhp7/G448zdx3T81LTQkR2PWaiQvudoqCfqizZ/+Lm3DYWudvgnXGTCN42uLOyP4IHT2aGc9u16Uj+0D/jS97vSfrYZc6cZe4ynNs68bdy8ubWXLK7piQhFrS+iwF+Bwm5UNLpUlWeHK9I54ofLn3yxy5xp8pKHGalCUKOVRh5deezwDHyJyjjpizKvhvf5wKjs+rTn6qfRVJGcn09FhEEKeGJ+ICMJ4XBVx15xV7Gv7Rokay64zl/p+kHj2ntLT9PhU0mXqiPvK29ebwavMqMjcdngDnKXsux2kjJsF3nOPtD+dPfFvBivBiEuUigP4yEv3stmXmPtBTqI4yg4BtIA9m46Q+AMh6XrS2T7kGgfEVE9x3WczM/5YMcz78AmE9jtC57bX7i4KjZmYX6fcJ6jQ7EvI6LCZ9wRDU5JoTzQReFnnVxQu5vzYHOe32cDrXOeX2We7IGcNzulh5972nO2Z9OW/wjPxT46vilX9o13Zd/3qJ/xDoANah6wLX/Pw3M6ffeMZo9PinwiQj6VhxmVPMN1/5xhh/piQrfQGaY3wZeIyLJF2BXgh6MzRr7bx1PxI+vQheIuCokxG++KjluWjp+ayrpn7oRwZKAsCxHPSbJp4gIBiwAjov0ObCuxIQqbbS3Or+YmRJfPL2ve41bm4ZB55uLyf1VLa/nei7k62snA7YV2o0QKdqyvyiWo8Fxy2SkEPWyYNFnPI8/MdnOeZ9Lvorp+p4B9SNyIyJqvyjrcRLfa4+hwwLJFRVKPAP6IUFgPFpbL/P/Z7ISOn5jSybMz+Z6T+Yj7/J7yAb8/QK8xr/Gw31+yGRfuw373ic3/4GOnRDzGEKfumjGOSWH7T9RzGBGVDJFn5i3LJPTYrc5wgDz3DAzzPQL/ZVvy3DNy/+yHF/XMkwu68PSS2Nxnab4n/ufYW10XOr/BOcJVedrrHcyBTeI1zgeLGrcRoUr2Q8h/6TbQ2CBSaHRsg2jsqRqZRudiGzFeSfvI9he6nHBghM+eTel9fz1nJDJfTCf5MIZc91hyZWVd857zpO2wAdYT77qoJ959SR96bwW5WZXbFJvcLbhfyTa12HNfsqY1tyvsKfogNgWhX9kMffF+aDMMnA5YF+2Seddlt9/Fy71ssxefWRa0PP3BBT1ZbxD2gb+7IDbQes/bz+vdb3tW73k7m2oZ/t95sSEXG26xcdcT77moD72novtD7638T7z7Ym7W9f53nhebcb33HXZJB7zzQj6jjOgN8p63vbjMnO/yutb4T7TfT1JX8Ox6+N+mvUM44Ca2oRbqG5zdik+bTAXhSPgThkIvME7ZBI2+GHfdsflMHWMMeRpFuuF+Gztt0nN4M3MT+X8Q/js+c3zC7wInlHbnREeF7T3SgKcBjY7NBQgKGH5opUK7oG+lLWNnYm/2VvtCL/TddrAzU9+B3EmapMKjQ3qY1uRBkhcqbQcnD6c7ya8Ju9jqhPGs6g+U/E9dYW91GlHl2XIdurYNzgT+oB971qXwDsBPGM/gr2M6fYULtvtm+7OKUnM25Oox2C2ksBwUruMKivyWhPdUpcM2A89CGY80CTIe1Yczqc76/gg7sUF7xeOswry4avIh/E/PNV7C/MNmnrTM0OZmjneFzTvp++5kKcZPpW2KiKjytWTgaehxqBJ8iQj5rGJQByYy+3H+04j8LK7Z3qVf7ou+/Xppv1qRnT2kJlgd2S4fJmS+pi/Th+RTux8hylVBVO+WzLfSUFg+m/YVao+WA0eSAy3RLQdaDrQcaDnQcqDlwG3KARY2/p//83/eMRs8vPa1r9WP/uiPanZ29jat0bZY18uBiNC/+Bf/Qr/yK7+i61n8/HrpuFnpi6LQD/zAD4i2cdAbmdysMrT5tBy4nTgQEfqO7/iOA984quHR008/nYuNsuAowGZDAya9mwjSNfvQISz8Sz97zz33aL+Lar7jHe/QxYsXrzn/qyVkYWIWE2ZhzKvFPUzP0dPw9Z/+0396mMg6dLTAHxZzPXny5KGjbS8EUc+vf/3r9S3f8i1+51HuJUkb5xBxoNUvu1dG2z5350/7tOXAThxgc4P/+l//qw5z38ZmXNhX2H47leMgwtn84au+6qsOAtUVONi4DLt4HA5ycwBs+1//9V8XPProj/7oK/LfLeCd73ynsN93i9M+O1oc+Mf/+B9rYmLiuon+si/7MmF/XDeiFsGdzoFDXX76wW//9m9XxLX/w4Y5hte85jVaXl4+1GU9SOI+5VM+ZV+2A3Mxb3vb2w6ShBbXLeQAc3HYZg8++OCBUrG4uKjtNlh64xvfqIOcW2yIZgMpNpJ60Yte1AS17jVy4FM/9VP15je/WS996UuvEcPtlezjPu7j9Ja3vEXMwc3Nzd1ehTsCpfm0T/s08Z8E/ptw2Ml94okn9Jd/+Zd7JrPT6ex7U8w9I28j3tEcKO7o0reFbznQcuAAOdCiajlw9DnA/FBE5ERRhN36A638gLBTiMVC+CiSj9umZ7u5YM6xE5M6cXpap87N6Mzdszp33zHd8+Cc7v+Ik3qwXjAiF4f4yFN6wHDvIyd05t5jYmGUyZlu4izLQnxIpzyGyg/P0n/1i2PnR2l8TNlfH+RCEPj5uHYviMi3dNlYzJOPZVkMb7Je/IQPKAvzIELmiepjmB/o1TebHOIRkB/LsXiL6eFDWRYY5cPP5YU1LS+uqbfCB3x9k9d8RUeqmwN8vAefer2++DgfuqCPj/3Xe4OKf4PBBm0uexY+3c00DmtOUO6IyGjwCzmZmOyIxcmp4279ISTPHE1S6DAdWQ6qAjBhESFoRS5ZWB+ZmD0xoTnL+Ykz0/mRNbLCR8J84FmUoYgQB/yFLbjIcd9ysNZbF5tvLeQCtKtavNwTCy0sL/bE4j5rrgvqhPhShUebju3CNkVob+4kDlgcfFaSYk9EKCJSZiP1Fffa9xF1CuRwYCUGIL8AfqCR6/wq2AmcreyouujWHBBgSFrSDUWEaMMJ9vuUQtXRuNXdVa/wI8E8oV9JPtiPCyQvaizks0/0dUo7dcLMyxdwD1nIy3nBd/RKk1etqpxoh3NrBOOOCEVUkHwpCvOo6nsdvIGoSdu4G0+u3xdGUUPmaf/I9SMT6KsDfT0y5yZyfWO+UV+5WASLH7su049rGJXLUfHXDt49wSh+7QEl+LF7+pYXXO4reTFK0+Pr3k7jpD6ikIoddEkYU4IjFoZw3ChCFchVGFw0Oq6Sv2OPouJJ3jkN8m9TJO27Jqxxm3agrYlBsB3sEi9xuo2xiWqV53DD/hnDFcbhcxTiWCN/PvPDdM2L5F26Upg/ag6Xq/HePNeEObOISHbZEaAg0OATr51rPEMVPrvGgDzCx/76UCwehZ25bLt3oV6wM20f28KrS2u2hdeVi6GY/+G04Gl4FxHGG5JP1UdEqLHXGYMw/mDscdZjinsfmstxB+MMFqpjoy0W1n+Uxfeff7ba7CIX6zw38j/K4vtsyPW803rwsdO6j/HJPR6fnJzShO3WAtvO9QgJ1Ddls3BU4jeqS7XHYeWA66hp3+hF2iLjkhOnpzxWPe76PpmbnHzE45YPy8Zjf/8ufeQLzonNuZ7z9xxm+XgOsmP/o4Ym7NFcAPacHmZDLo91z913XCc9Bp71eDjHBhOlkGONH6ZlpJPHw1v/dXMg26WxwGJZR8gNNiIU0YAURQXCVag5Mi0J8SQ0TzbcQAfUQL2iF9BDZbdQx3WNrmDeYGqmo+nZiXpDrimdODNVzY3cMys25GJuBB2TGwc+dkoPMify8Anddf9xnb5r1mPMqZxX6Xr8TD6Qoy0H8jweFNxwAfAb6P9TB2MPeB6iPwa0gwZHjKVxsltyolczY9cB5YW2hJHt5BjuHwhjsTRscMrH/bVA4nBGTdrRfZ2HH6WKT5r2ejHtRIWfyAVzHlOe32LuYJLFoCwjo7kC5IiIVgZVXi4fiQHqI8EXnymmxk2Z+55LYAFG5muWPXewcKmXcwnMLTCHQBySCNz2+ASjITLInltzmh6fpgE6QuI0pCsO3/jEdySB+nFFwn/op92iF5g7mjk24TY9nQvp0u4f9JwofQZ2yXPc32z0Nedsk5w12HU/86if8TzBfRB2yqO2Yx6yzmBDrhOeh0KukDV0k2AwNNRg0YKUFuBAcNkMsIvgBjY/vfV3DV24t56a66TAhUh+20UusfeZd2YedOHiqnJcwNiAedGFXo4J6K/IlbYU9NepM2UxD4Uk8MlHRKjw+4NqzrkUYwIWXmcB6nP3H9M9D88p30W43TxsG/+RjzojFuin/T2KXZdAmwPuSrvvUdt2xHnENuGDzzmlqr3N5IKa6PWyWzrPSBrc9D0WGFIs3bAjlHmFeYDdUfEkxH1ESAJ0xZG0jYU2VNLvYRsMPLimT0l7oO77siBbE47huCO8ZidsjQj5VFDovNgDbxrwbfIL90BgA3FEyGdCYQ91nfVuv0KK8EUcpMHdBRzFVe15FBmGCRv2kzZsHaP0uQui3R+56zGuYcLA8jRwpoN0Cds97cZTE7txs+GDMJcZPkSE0i1CyZNCClXHDqmrhzfsun/EG7yq0oZLEC5Px7plyu9Wx3UYdgP9Pjorx6Uen6Z90Ogu2wfPacC2A3Eee8FdeuwfWJ85nHmNex/ye1ePQeZOTVlHTqjjcQs09BkfUEfcHBXmVSyz4DYeuyFFhAJZMB/DgK7EjeCZRgf6b3TTeByn8iKrw2wj9EHJn+TRQNh3QNXmzSyn8SnlRbf+oA7HqKjKHUoemC+0lSJ8H2OR7B1WBbJvy1nHAy2Qbdm8SN1hmalcV4NZMUpZpxnd7+YhLuA4IxqMK/PyhX6JPOE5dUYcP3aGTnCVM+MRp/HU5YYXyYcihBv1/J78XDIxju9TN+Nwbjcjmz3nsV25N9HoG58b+DbdbATfab4r2GBG0jZGspttxdKLa7n2WbFoa8Kt91WssWsTIZBUVRdle6CNbG0vNGuTUj0fRXb8xp8Pua/BbcCnADcPu87HnrDuCNwgXqQe7HsuAv24ttrP/5Es226v7PgVLV1ezf+5MO/P81ys2mWX04dxZbtLfKEIQ4WWq+/lvqnUpOdMGDvzP6FTnlc9d98x3fvwCT3wnJOerz2lhzzv2tjyj3pcXNny55TjZcbO7vfSb5eNdR967hlhy9/z0ImcZ2ORfP7LFBGST/lIdrhy0vX9kT2zTKHKsbupIFvvNz285pu45pQHm9DVZ4Rua75yImtdv8eZ9pwsNtWc3+vMzk2IubkJh5edQmknwCwS0GjS5RIKO9n3WH5pXzn/trwm3mGxCdGlCytiUxE2oVvyO65lv9NiUyJkn3m6ntsHaWgvRpX4cDMbBM0QEYLOMsexpd87dUxfR4xl2QQ6aa3/k4bdRryiUB5Jm3HkTXs5whxwJXJWAiyLRMoE9c0c8rGTkzp5bjrnEe9+8Lju9XtK3h089NzTAtiMCz2HyzwH4wXmGu/7SY32TAAAEABJREFUiBN+73DMaWd0zDimPLZgw7eyE5kHcjjksgvnkLG+7b5G3yP7ly33z354Qc/WmwfRFpbmV8U7XXQ+ceU241wSc+RValy1xx3LAYv5prIj6wTgNlDYPkg9Z/scfxNOvO1gQ67scwY0o7SJ/A4pXcsv+jttMh6OI3GS8dv9+zengFaNSTp59m0vMe9JvzB/cUXnP7woNuRiY6sP5cZWF/Wh913SUx+4nJvcXXxmSQuOt2S7ivc7pKMv4T1PtRlXP/83AU76l50g4/f6ok2urfQFHmy1Rc+30mYvPbOctDz9xHzS88S7L+kD77yg3JCLzbje+qzea/e9bz+v97/D8P/Oiw272EjsQ/VmXE/iAu+9pCfsfuBdF3Ljrvc5/vvGN/Ny2g++66LYkOvZDy2IvBc8/7s0v2a61sR/ReDTwPNG1FkarmqPlgM7cGBTuw3R7iKj+uozvTtdUkcMRd+GrG16B+x+i7AE64qMs4ObXaefNdkU1leMK/iPyezxCfF/EOxNNgfClmv+D1/a1iNN5uH8KjyEKMvhq6S6EOnkhS41/6NPu161Hcp7lN7KutAD9LkD44JeFyxRjnDocB6uhoowPAbqkPc52OxTHgNi+07a9sVW73hutLHX5YiO7mLWdThWB35U4Ry/OjJR4A+6smddCO8A/ITxjDg146rUFdsr//jV+MZviUa+QOFLYfu8KEKF5aEcQSHo3wxRhVkeCsfL+Sinp3ziyHzywt3RBRg0Tr2L1PA65dXPtroO2vcJzzue25607NDeZo9PinEUMtSd6Gj07s51A3JoADbVOQ+0mWBLmXJOx3YE/S8yk2M9j/l6q+vZJmnLmfQGXJJG4zXbBJ/IC3oSHNg81xa6teMRigCkMC/gW2EZLJFB30eEH6g9Wg60HGg50HKg5UDLgR050D5oOdBy4FZw4PTp02KRPjZ7YDONW0HDjc6TBQj/8A//UK9+9atVluWNzq7Ff8Q5EBH63M/9XP3FX/yFHn/88SNemp3JZ2HL3/qt39LXf/3Xt+1iZza1T1oO3HQOnDhxQvTJjz322E3P+1ozfOELX6i//du/1Ste8YqRPtnvhgNvf/vb9b73ve9aSdhTOmyeX/7lX9bLX/7yPcW/1ZGwy37u535OX/EVX5FzjreansOe/6d/+qfrD/7gD4Tdd9hpHaeP/piFpl/5ylfeYfU8zoWj72/1y+512LbP3fnTPm05sBMHPv7jP16//du/va+NNXbCddDhL3vZy9RsNHXQuLfiwyb6nu/5HrGA+9Znh/Uee4R5KDaCmZ6eTjL3ax8/+eSTwkbOxO3ltuAA46YXv/jF11UWNun7lE/5lOvC0SZuOXBUOMDGrvQ310Pvb/zGb+gNb3jD9aA4Ummf85znCPthr0Svr6/rj/7oj/YavY13BDhAX4P9+Oijjx4iavdOCnSzYc/HfuzH7j1RG3NXDtxzzz36xV/8Rf3Mz/yM5u7QTajQjb/zO7+jP/mTP9F+bfJdmds+3DMHXvWqV9208eOeidolIu86GI/tEmXTI3Tv85///E1h7U3LgYPgQHEQSFocLQdaDrQcaDnQcuBWcYAPsfhAi48J84Pz/lDp58NMwBF87u/bZr7FGkFo9MFWESr4aKtTqNMtxYenE1MdTU53xIeT+QHc3GQu/MBCOifOTOnk2RmxOObpu2d15p5Z4Z44M63jJyc1c6ybacEDXvlIWu1e/RxW39DVH6PBg/w4rSnz1RFkjIhwWQpNTpWmZ0J8OMtHsxOTnQwvyxAfq4VCMDHpc56ZOS7hxhHBc8CxTEPf9cBHnnwIv7q0ngu4VAsWrWp5qZcfyFNfRrr/c58poJkP+JCL/vpQ1ce867lo0vLimqCvlwvH9DVYH4i4pKFIwKbsKPMYUOKIMI8keNXpFrVclIKPfFRL/ZYOD8uPfDi6r/UJrtp7Kx2kCYAG6IsIFYbSss4CJs3iUHOnpvMja+6zbCknpQrLCaJAcQDVBzLZ8Ly3sq6V+iNqPgReXjLvfQ/v+/Adpme6yGt7aTmwKwcsJhEh9NMIrJ+RxeY+CilBux1h0Q0pItUaegLdxAIZa2sDsVEfOiM/+vf9oG8d0Qi508hJxdG4+K8XjCtR127mYf/IHeEfEeKQUJXGbhEa8cFts+FH4QgRfg5o+8NP/SBqsD53u6TMfetOdHrfbbUBwuEX/Y8T+HQ6405CZL9DrnaOx6I06F/wV/zviwXtBu5PqkUjKnqyokBM4nEgbAs05Ix4kPwoNvjTRNgjvVvQX9MtJJNwk7vphqdHBUz4iIdDIQvUF/UG9N1mqE/6VsIbeXEqkUzp2UdZiV9Ht2imvdd3m9yUV72oDc8tMXXsHRzjg46IUBShDTnZkJGIEAfyCb3RxBuTJfr/Ev3jZ3X0FNNMkxcwbAHQjgHR4B/8oq2tr/VzsQPuk2+2rXgOliaPpIeAHWCEHo/jNHmAb2C+Ddy2+m7bfbdreJjhmY8j73Qmko2HEaFNPDEfsB3gB+ERkZGbZLgZcJMuZD+CrXlWpG0N3fs96Q3gpy6oH3gIL+k3eqvrSntnoWebs2f/uu3fdVG/8B59l4KSOHxxzuAC7AVlgnwtLG/Y5iyycfzklBhLsBESYws25Tp73/FctI57xhpb4YzHIYTx/Mw9x3I8curcTOKZOzWlWY9fGMtgsxauw4hwrqoOV9rQhNrx9aqtqkrTXm89B1xh6EHkMiLUmShybEJdHz9dyRBj1DN3H/MYtQb7TyfMWkaOJfB8I8zhd80K2RuXm0mPB7rG38jOrS/8nUGBqzULGlxd2T6FXkEPNS66BuCedkxUINNmQi4AoTVwa/Ap4gHyDW5EKCKU/aV1Rer7Tunxb6GJiVLV3EhXLILJeHH2+ERu5nzcY8iTngNB75w6N6tT1j/Mk5w8Ny02fSYuacErH5TFzsa5gy8cbnJ85UToraOyH3NpB0o7obIhq2fESnBCn+m9ZZeGJLvQQJlNtVLROiDveQbkvZ/iv0Zo8OFmHuAx3v2eJBsByFwBbLzFAmL0I9Q982P0WR3LBDJCvTpaZoVOSs82lyqOx2TGm/XmuqRP7S2va2lhTQuXVjTfLNpYzyOsr/c1sE3jJIkxCllG5SNq194bdYYyD+iuIHwfysNMoqwVuFrz3m7DfN9nvNvgErZ/qWPquus6Rw5mj0/quO2Lk2ens8845XZPX4INQr8CcI9tgst9Axnmvua04YTnU4/Vmz52PAdLXhFhPteMu434WJfoxjlh1ICdQ3keZtp2ZRiENzAW0bJJf4zd3/N8c44JFhkPrHkO2tDoMI+XiSejiNRfIYu4wS7oAr2BRw6Tup5bpo3N2HanjTEmOOU+FVv/rG38M/ce27DreAdh4Fm2K/xjkGF3z9R98rSwD2fcb6PDS489kg5xmAgclwnnoCH1d407IhTWKeQPFJ6TZhyEjiE8CiUf5IN0JAN8e8WZ+hdbYMuYlzphno85J+YSsJFIHM0lPdwcEBhfbAH5PuGAsrguNKaloW9HmnZi8jVknKjyIjX5hus869lyl/WOjWk/9S7TJ446Dd7tATvJYNuBNtV3vWMf9G0j9Os5j8ForsjxGiTgB5r7Hd3NkZC/gfPoey4l547r+ZuB80f2RmhIBowCxj3QQcEqiAhFhCh3gnlQJi8KFfaH+eQIOtJHKItAeTrWZ9j/07MTOR+BTmN8QP/f2AS42AmVvpr1+LQB6zqPW7Er0H08Z6xxzHMljCvynVU9PpUP2nnWC6z2/ZE5Ta/PJDcizLtQyoZlgbZSQaGy43BkxHE0ftSJw2EjcJyUX8sqc7XoROavmINM3eh+CbkeuO0Qz0klJ/aJk34d1GGkJkdbQQ7fKYu6SIqIESRPXP7S7aWg32j4YT4pxjA1iZugfMbFbdGFRV8w9mig4UPTrh2lTuk0PuubPTtNEmRxUOsP+A7/q7xMh/utjZ5/B9SUYwR4lMU0SxQuc8WPQgU8MT+Qk3B4NATkeEQ358g885I07jnTmxwxKcxLlfGYtwpor1X91UKEDPfdpyK3o/aCTBtG7cVyBh9JEhGZPq7Cx+q5rxZr2lvqbnSV9dGofaKjyMdAHGdTY3Wi2rfVMUaZhArcFqo2EmL8SvsoikJVGyGmW6BRDWw7pH60Hc8mD2nL5/w+dvy65/f7nt+v5yJMo0xMOHmEL1KVl715W7sRkXnm/y1sczMXVvV7M6K/y/n92pY/i81ez+XTxzXQ2PXV/P6sTjkOc7QnTk/pWP7naELY8szFUCblYQJwXS6f+I48VCWK5DOFCS53GrgyqWPsKeoc+2dmbkK4vD+anO5qcqrj8WOZcmfxG3EIP9AEWHwtwsN8F8nYlf9N5fzbhZWcg2MeDmCjEzY8YTMubAba5cDtk/SJq64Ik2Z8GeI6isy/O1kKu28y/083If5PV9FpGj2PRFuMMAKfao/bggMpBy4J8mELx77qjIiUi6Is1LG9jpyyMReyy/zf3KmpfGeJfhyB5zyY9zjlecLTOQaYTb2ZutFhlR6c9phiQsyXdC1The2gwjrf2VkeTUFDkMaODKueIc9rvXWxSdDi5Z5lf9VQtQE26Zq/tKplz033VvrqZx80zC4IFIoKZ+1UN+31juQA8lBJRlX8SiZCESFkvrTcp/1hG72wjIZlVHs8ErcbFP+9xEYaWA6xuxLsz3A/3yO6a47molj2XUrbPwP3AdhLvZV1Zd/h9zZsunXh6SUBl55d1uXzy25Lbj/zPWFTrfUG9bsclygk2mlZ84V3TAl+B0D/thUynuPCy4B3YbsNakwLdulary/6KOy2JdttC263uUGXaYAWaLrw1KLOs+nehxdz471nnlzQMx8agyfsB5ow/EBzj+s0559c1IUPL7mcywL3PJtwOU/+CwsdffOG6mjKVxSFCtMcESkPEZVbVYR5UXnaa8uBEQcsIpU/ZJkxKBQB2B8VyK52OixWyOB+AFRu3W5V+JTonaUK6yvaY3eiI94D49LXArRZnkehPJztJjdvxi4RVxI9cBtmXIl+YL6eeZK+x2Pot4p+qNKIHh3mwwzwmTxk3CxTXZp/8GrCdvDkTEfYw9jFFS9LJQ/RD6oPENTerQ7sq3hi/WfP0LoG3vX4T5rfo68Y8BPGM2hwNNtCEml9lRTa21HHsxMRiqgBWmtAr22FCMezPETYJaOQfKo99s+BiFBZFpaRUhO2b7seU3XcR5aeU0eu4H1QF6qPrbID48ehqQnHo1XRxvq823D/2fPcB0C/3seucJwa64E6yCMNJGXTbR8aKhho4HkmbJwUWOcK6Wpo1vZHWNbgQ+F2VppXhaG0vwDMG55FVJi2x9CGthxoOdByoOVAy4GWAy0HWg60HLh1HCjLMjfReNe73qWXvvSlt46QG5AzmxuwcNYnf/Inb2BvfS0H9sCBj/qoj8pNub72a792D7GPVhQWMv8//+f/6DM+4zMU0Y5Vj1bttdTeCRx4+NtnmJUAABAASURBVOGH9Zu/+Zs67JtysTnCa1/7Wv3xH/+xnvvc526qmo/5mI/Zl36Zn5/Xn/7pn27CcSNuZmdn9aM/+qP6gR/4ARWFJ/RuRCYHgJNNHFgU+wu+4Av2xccDyPpIo2Dx07/6q78SC7cfhYI0/fGnfuqnHgVyWxqvwoFWv+zOoLZ97s6f9ukN5MARR/2iF71If/AHfyBsg8NSlO/8zu/MBf1PnDhx00gir1/4hV/Q9W5mdDMI3mke6iM/8iPFBo77oeFNb3rTfqK3cQ85B9ic7XrnXbEfH3/88UNe0pa8lgMHwwHmHP7Nv/k3Onv27HUhBMd73vOe68JxVBKjZz7ncz5nX+Sy+dHKysq+0rSRDzcHeK/xP/7H/9BR29SKPo65MOg/3Bw+etTxDvhLvuRL9P73v1/YqkevBNdG8UMPPaSf/dmf1Vvf+tZ8FwYfrg1Tm+paOcBmaH/+538uNlimj7pWPHtOdwAR+S8xG7jtB9VLXvISnTp1aj9J2rgtB/bEgcP7BmtP5LeRWg60HGg50HLgjuTAkI8LgaEwrPgYLD8SW+vnZkvVB5qDXBBhwIdig2HG46Oum8OvUJBRhMoy1JkoxUeVLGw5OzeRi1LPnpgUQNjEdKlOtxCJmo/l+QgN0K6HGbH1eVQBtVPd7HItihAff7JABYu1zM5Nanq2Kzbo6nRLFWWhcJykzXjI0dxMVuJ3UHU6wygqL3TD9/7aQL38AL8nFqq4+MyyLp1fFgtZ8MF9vz/IeiF+IqySH+gV3Hyw17cc8OHgGotpLFeLAixeXjUtq+KjfOjko9QBspILn0GGC+WCBw63m6AuvZ9RbvjEh7LwjA9n+YB2crojPqrtTpYqO4UCPm7CUd3UmKqbw3A1Qck3V0q4fF3LL/JxzDJ7/NRkJb+WExZHmZ5xGSc76lh+kaUwv6oiROX4ShsFUibWB+Ijavi9srievF9bXa823YH3ztst26kk8lZzbKBrQlr3TuZAykMozAPkpLCeLRtwWyvHIOXSbY+4jl6dKWd4HeoTRODBOxwMtO6+hI+NWfydhTvQVwBh6BFkOVM7QUTIp8IBuOmxf78naSsIRWyGYvxeMYa68nN1FEWEopDgR1EUgg8FfDE/ChajNEQRjjeGAu8WfkRoFGfodtlfH2bfutbr52JzuLTjhhfoi4hQOO8Ip9Uuh583T4mbfof5dNMfut8eZF4N31M/uD4G9BemhbwyjS+h8HWbsw6OCBUub1kWovyl+ZByYj4UhJk34eeOpjxGfMi79nJVDkTWQDgeYEf0oX3reWRkzf1/ushNb5B6fui+2F2LImITSKGdDkdVPnaUqoqGle3gtkpeyCJ9So++xLLSt7xCB/0O8gJo/AAJkGFG6gyQg8KygFyUtn3o0wDuw3KdUZ3GURUZL4Q8EaeT8UuV9IPIlFFSRlle09XuR7hwEVWcxlahPLSB3mrf+migvnnalKmKKUWEQhzVFd84ZGhexkJN08B1AD7aL7puzTyjnvATTpuHd6Ryke1UV3vqc+PeJAiAd6XbFJC2EG0NcBjPQlGnrZ0NFHXAEXTqIoXLBg8oAbI2sK6Cj8lX11/Wpe1O6jN5bP47iVQ4BQnD7vgJbwDC/CyjOC58nbLNxQLTLESXC3DWi81xP8fCm7bNpme6wg4lPjJKnZSWy8JQuj4qCFEv8jEwPdi/SZvlrG/6GxmgPA0pSqLVHkeYA+E6bOSpsCcKhxgKy8a+welIX1g2I0ICFEpH7XEzOdDwPNur2y9tmPY80kHWQ5WOH4j2nm06TKGhcOJR3RehwhCAwj9dcWQevtBHjMD9ijtlzh27vIgQ+aCTuu4zJ6c6uUAsY8sTp6fFQpvMiUx6zEw8RxegLYez3hKy/e0obUg+R6D2OBgOpBCBqvLAb+p2wnMCzCMxRzDlvijnQlynzCXQJ4Vli1RApswLdxWAR1lbqg7PyWD79G2n0IeyiOL8xRWxiOL8xVXP4/S0zCKHS+s5PhlY/kleGBF5Ra2fIkI+K5zXew0jMESEoggVYRco7BaFCItCeSTt9KsGaAOGtl1zvs9ly0i30SXCPIiqQPYKPkTyJVTYpW1fEzhtRLgOQ83h28Z7Q9wWacuBvXOgkktkEpBv6R+z/VsnNTb2mvtixgQ5tvPYmPCBbfCh+1Dib+QXSjwOoM9LNcnFQDzaEnPN9JlsPMOmNafumhELU+cC1Gemc76Wxc1zLnqiI8aqpfve0uOAYgzKeqwWbmNNptADXQPrLcYzfc/p533SaaJu4OkiJvaikN+jFIJu3qV0PMamDymT3ki9q9DGAaM27ka+qCPBt1F9uDxrnjNYXV7T8tKacpFc1w31kWhCmSoiFAH4PnRth9MZheBvRChd8zrdiCxHhMNDEqA76HBl+8wCR4SQS+Qz65h6NlDv3BfwDP44QdaRXeUx8vguZDR2c0pR1PfA7Q8ZXned53yR3wXhco+tTF+cCepL2E0ceOzfdDosgotD7fjqcyjaC3msWYZ6jPcN2NyEQes4hU4gjdJq4yCSgfiNIU2ZC4/PKD+yDy8SzJeSNuw2kgi2pMuwI3YJMyVZGxLljgiF67xw+a8FMm0ocSjwhEJH+bCcQb7rGofCwCd4g3wAKRu1nqQtRVQlTplyohqDSFuBn/uUD9oKbYK+iT4q33t4Hhc/YTyjLVW4nAjcjWO/T2PZ/0m6CkIR20MxCq/x1zyonTpQgh+l5SV54faR7q78GCVV2Bu+Oiv7lLqD9ouuWHNfkeBxyLqB8IoXQ6eQSJNp5SMM25wZnBcpnfpCWto7umjN+gO+A/CcfNAt8Jy6q1ypQqBNx3D8DtxGDD+Qj8K8wIUfpfmBy7MoiLiRMHHkZSOs9bUc2JEDFh+LWT5Gf/TdxyLDvZV+jsfpA9eb9mLbETmXEyB3diSn19UO4hiGTjxwZ535uE/HVsu2iR09lgd2nhz3SjF2iM/MDtc4I0LQQlugTQDo0BI7mXeFbh8R4STDSh+Qr/PqOc8sp9trDx1p/bDOpuCU0fHBaUfKizYO8q0hIvw4RN7kyUaUx09OCTuejbVO5fz+dG5AQ/jscTbV6qrr+RTiQ2tC07btltZ9hV1wysfAYwv0NnUAvwamHx3iRz4hxE4Y2vMKDhzlgIjIsVPXup5x4tR0V8zHTR/rCjnCZW4OOUJeIkLyqW0OpIQ2R1te9Xhpab6nBc/BXT6/Iv7bdfGpJV18dlmL86u52QlxE5VxptvgNCL6Mp4jg6VllXlB6GDOkLHqjOljTDs1O5FyXtjOlQmjTZMGcNNWe9whHLAARYSi1sMR9ocUERoPK6zzutbZlSxN5NwH7xVOeU7k3L3HdNbA3Ah6NGXf7x86jt/oSeSykjELqeojVOWDK/cofjTw3G3fcyJr1vfMO7MZV27i8/Si5i+taGWpJ9679N0PgFMpsCAAJF/VHncwByxDVelrjwUiAMt3aX1If96ZKIRsltZ92Ow8HxecOqU2Hw7l9DuFykYa2F4ZiDEF8kq/P0AmHYd0iRPPjQLnM7Dskz92B30HdhIbwaww32bgnjEO9knSZlpojx33WfQL2W/5HVL2C7Z9Zo9PanZu0m17yoC7AdV/qidF30H86dmupqY7mnQ7z/9DmKf0JeB3Nm6WQ9E+ybdvGwkeQUcCtp2BMdiK3yvR3/Hf5QW/b6K9819m+ruLzy7p0jPL2fflpmIXVsTGlLyjYuM+ytqznsBGBT/50XcVZj712nU5oY9+GWBD1o51EnLgKAKgdQTmKf7awdvCncgBBAAYKzuyklBIkRB2DRHV/HJR+X2r6z3crN0ZVliicna/ZoI6StLNBajDruJUNLu9Gg9tiDbbwKjP9rMr0EAccMWDQxIAC0y3zySosA3TaXQC9nqCdZj12ITfq3cmSpUekwZ1mSnqC3jSO/L4bnPBUxfbbkEXpd71mBU/eolnTjB2jqcd949F2cE7TsEOUTYHjyew3+fm5+3dwXFgj8wNxaY8kc9sZ7YfBnVfidz0mUtw2B7RbsJ5tZsmT2Qz83ReuAO7fdMwMCRNDaLNJGfoJrr8nL6/cPuhjXVsD+CWtrFKt7sArGh8jkqfSNpLy4GWAy0HWg60HGg50HKg5UDLgUPGgQceeEBveMMb9Hu/93s66ou7ftzHfZze8pa36PWvf73m5uYOGadbco4KB9hY4Yd+6IeyTbBw3FGheyc6Wcj2x37sx/Tbv/3bor3vFK8NPzgOtJhaDlwrB1iw//d///cP7eK59LNsfPTqV79a2y2m+eijj+ruu+/eV/F/7dd+TSs3YRHosiz1Dd/wDbkB2GHU7SzSz0Kl8HhfDGwjJwfY6IINO+jv6Pcy8JBdsE1/5md+pu2PD1m9HAQ5rX7ZnYtt+9ydP+3TlgM7ceCFL3yh2CzjVm+qgN30h3/4h/q2b/s23Yo+Fh3yK7/yK3rZy162E6tuaTj8YT7tda973bbzUPfcc4+wkfdDJPieeeaZ/SRp495CDuwlaxbrv//++/cSdds4yH+n09n2WRvYcuB25MDzn/98fcu3fMt1Fe1d73qX/t2/+3daW1u7LjxHJTGbGtFn7pXeP/3TP9W73/3uvUZv4x0RDjD3j9328pe//EhQ/KpXvUq//uu/LuylI0HwESWS+Sjemb7tbW/T537u5x7RUlydbOxyNuJ65zvfqS/+4i++JWOXq1N5e8dgM7Sf//mf19vf/nYdtTnuZ599NjfF3msNTUxMaL+bYe4Vdxuv5UDRsuDQcqAlrOVAy4GWAy0HduDAkPAhH2aq+pi6P8gNC/iwkA+++ZiaD8UGDufDzfxgy4l8kvKGQ5BDhHyKj7+63VJT012xODELT/MxeQOE8TE2H4SFXB6Xi4+1E3y/05ll8cWnSJfgi0/fc90p5ebwsCXQmSg0OdPJBVpm5ybER+wTUx3lh2pliDJQFnE09OE3EF5BKKIC+D3oD3Pzjd5qX8sLa1q4tKpLfLjOgi2Xe7lgS399KNBxoRxGd/CnM+Cj3b5lob82EPTwgf3yQk9LpoOP7PlonnCeDxwP+qEJYlwknCxberZcwvfwpzSfOq7nrnnZnewI/lHnk1NddfMD2qLCQQKnkUYeV7oO1ZF1Yb75VERYDkqxwcOxuUkdPzmViyAgJyx6MDUzoVxAoFNmXAoSXMbBCLMdDoaizlmopLeyrmpBhvWsE3hPnK3MuALXON7Wf0dzwKIpC52iCBVFoZKPag2dslAuWspHt26XBYAgAVsUK0EJvkT4Igl9QR+CTmDxd/RF4yK3PBsMBo4pZx+GylVIMg4c5UV7PpzMcZ3IHp9KcLliDAoHRhBHCv+03RHKhReKIoROSjBP+IC/NF8AnoGmQuHGqW2OkCJ8UcWP/vrALz36bqtur72+6Gdpxyyy0reuT53p6BFRpQsnBOxsPUNRBaXjC2kcFmG/yRkY33pvoN7yuuD9mvuQ5LnDMx8rJkcbw1F5t16NTUariBBlpuwm2UrfAAAQAElEQVQJ5kdhmYA3uEWhjKPxY5TBeGDr35YDZrRZbB76qflG/aHP111vtKGsP8vM+lpffffBtB1Hk0hnOc202u1wRD/mCtib3TOyMMg+ZSBkkbyANeeBvPJsS3NXRCiMgPwBe+WgBOSgoI1YPlJ/dEvrkVLISEQQ1eBU9hamu8y4obKJ776fdIVlKyKc9XBEp0VWDtCOh3EmEcNhbpaybl5RFvRN8s/3lCnbGqoHMpyHychkyvQ7YpejJhAj+WY7B3y0K/hFe0sY413STIIxcLZZDJ4BPIoIhQmpeBeCH2W3UKeGsuaHOEYIuDn6EC4CIC6RF2HHUE/UITylHldX+mnzUp+Ep2yS1ml8jpI3/opN1VV+GhGp1+ErizYxjmBhudN3H9Ppu2aqBfjPTmvu9LSwzaZmu+rWC3YikyP973qiPgrXSWH5RY7lA5qhC3lALqAPoI6hIivddDhqex51DlhMI0IRBssDMnC9EGFcIeOsQO1x0zkQ4Qpwrqnf636xb32ODkp7bXVduNm+rf9F43b8iFAU0kgGrBvCchGhrM+82E/0vUDqivGI2jjAWRo3OqnrcfGk5xmmZydyTDl3yvrLwJwI4+eyNFFyxqoOUFa+vV2blGEcsSnJ5rtNj9qb/XOADsJA/WT92h5iToB+irkk3MlmMTHbBKWfI2vheiFNystYrhGRdzgAz5Hp7KM8Dln13MHSwqrmL67o0oVlsQDq4uVVsQDi6vKaWCR7YPkGSyPHhRH5FCCFKlfXfgRJQ/x8EfgifFdE9tOUD4iItPugPW0C09/3vBf+7F/dTrNsyQjdZkeYLxsAPw4KYGsDtxnT2uIcdQ5EXYDapWnT1mnzfbf/pj9mXACM+mR0QT22A0NEuP3gA4JLglUtKjH96Df6ylnPzZ6w/c/C06fumtWpc7M6eXY2xwPHTkzluwf6WvrcbqODPT9Wuq8vEgoV7m/T3+RbZzTwXFff+hTaE+xHn42ISEoO+JJ5c5HCOpU+g7FPhzE59AP0I9Du56FmvF2l2ZE2Px6axwPPJbHJGOMd6oB5pk3z0dbR4ABvRJgIyVkown7JrvZ3ZDJfnN6n0IMRMXKDMtjciZDGkSM7ut0P10kWsXYjQvCntDxiJ44DclC4ziPMSyrIDKL/bGxZbTosE8bJc+S1kuG+3xX2xXwR8yqjtmd5yHjEb3CQhfPBUV7qB/YHAVHf47fXpJiMYb73Ai8yha2Cn3YDDY4G1TgbMMKzEdTgMjkyCQrLRml+lC47PABoC6XbQ+GwiAoJ6TawHFGfixIRLncFyML1QtC+QsZZgezXUTwQCMC0p+NLuDCUr0Q+rBNLdKPlgve66Uc+XH4nSVv0SgHMJ8ZSuejG9XW3EY8Xma8CkGOg5zB0Zt/tBWSuJlVgKuzxaST47ezjbNKBDH+CaaZcm8APfBpzGOrTPKBMjexHhEhTmB+Fy55txXzp1HwpHcZzKShCBaqOcBDBI3Aw7bbvfnutt+73H+YLc9mAx9Z98wl+kT9pSA+k32m3P8lEGo+XfllfSaJfWjP+1B9+B4Ifng9sH1jBKPNyvNFZoRvdVh6YUvnATXkL8yPnAc0L5AK9Cm9K+JGRHJ9kMBLXt+3ZcuCqHLDsRIQiIqPSHpDXXr7/WVfKr+U53zO4HSHHiFe4T0OvR0SdNjL9pouD/Dif2ysg+2m3hYHt0HW3P/ICmv4cf9/PaLeI8iZ84zcQ4XtwRoSgBX0B0D6A1BluL4SROUnA23c51vyOkjx71omNjlzzPD9zbkPrxwqvFBEGu9LITTxjDdlRMv+O9faU5+6Pn5qyDT+jM/ccy425Tp6d0QnP7fP/i+p/Fx1hy9OGgbJp23YLt+fCbolrHUo2A2x46yvsHmgfmH/JRz/clUdqjyPJAQTMhCNXpWWh47nWak6uI+bkZjznyjzrtN1Jz80hS8g/8UM+8NhpzkRnQUFu+J/dChuULPTyf12XPQfHf7vYkAiXTUtoD7TPFHiQJFI87r6Mx2In2hEhheWU/KED2hKOTeSYFf/EZEely0Bc8kdu8bdw+3MAsQnxkxDJCnwfvrdu496Own1JOKxoZIn3CpYh5j7Qm6c9J3L2vuO5IRe69PjJSaVsTZXq2C4MkFjIkS1AY0fg9wX8kj3WnQPr97TT3Mcx78xc9PmnlkQbwL+8uCbaCfGQc6MWxwiH0XC/DbRBdwQHGomoChsR8qnCcowMl7Y5urYFupZN/AXySQRH35zSAc0ZlQf5TajltI+sJgzEBnHb6tA6bYXhAK41PmhF/vueT1tf66ctiL3E2Kaab1vTqm2mtBFtnwxst5F7uLzYNd2Jjpi35B0SG+hh+8zMTWj2xGQC/4NogDD+ozrr58QjPukmZ7pijhRctHXsoijIhb5I+X8/7DXyHpjOvm27vmnBjkz7zu+baM+0c94z8b5p/sKKLj27XEG9GVfen/f7qIurWuB91HxPpKOsvbqM4B64LuAL1Vm6X9vom7v5P+wJ93fdiUKFn1X1blrH+enOk/QObc87mAMbMlAJB/IkhSJCyM04hNuTg/1MCb7aDUmADua4CiroHVp2Oa/MkKdXho5CtuBOE9JjmkqXSeg7XyvUV0E1wnmIPJQH4qmjcsyGmZqx/gOmrRsA2zVd9wvoDVdploA06fEFPoCLsIhxppnz5gv8Qgehb1et1wD8hPGMtPDRqPJMDHnhduTh5gqo0jrY+fi6//Na0+0/pzsmxZU1tg2TtwkaMahG0EShjpGTvvtp+siUG/dnhLkRjpIdpKfJkzzoOzNv8jQNhGFfIPfILeQi9umOE1EXIKzv0IW0H2wBAPsKKNzu0Jk8BwSicRytv+VAy4GWAzeWAy32lgMtB1oOtBxoObBvDkSEPvVTP1V/+7d/m5sQHbWFsl74whcm3X/yJ3+ij/7oj953+dsELQe2ciCiahNvfvOb9d3f/d3bbjyzNc1hvGfxTRagfcUrXuH3oeVhJLGlqeVAy4EtHGDxXDZfYFHaLY9u2e3jjz+e/eyf/dmf7drP3nffffr//r//b190/vEf/7FYKHVfia4jMjYOuv21r32tbsWmEltJn5ubE5s0/eIv/uK1LEC8Fd0dfV+Wpejv6Pfo/w4LM4qi0Nd93dfp/e9/v77kS76k7Y8PS8XcADpa/bIzU9v2uTNv2ictB3bjwCOPPJKbct0KuxA7CXsJu+mTP/mTdyPzhj87ceKEfu7nfk4/+IM/eCjsNwp87ty5tOFYbJ75tIgg+Ao4deqU/uE//IdXhO8W8Na3vlV/8Rd/sVuU9tkR4wBt+TM+4zOuieqHH35Yn/RJn3RNadtELQeOMge+8iu/8rplnw2b3/SmNx1lNozTvqv/scceE5v/7Rpp7OH58+f1l3/5l2Mhrfd24cDs7Kx+/Md/PG0n5pwOY7nYOImNw77ne77nyL53OYx8vRpNz3ve8/TGN75RbMz10pe+9GrRj8xzbKw/+qM/yk2g2o24bk21MR/2G7/xG2JO9gu/8AuP5Nwn7eId73jHnhnIGO8FL3jBnuO3EVsO7IcD9edo+0nSxm050HKg5UDLgduLA0exNEO+XRQfgPFBVn6ktT4QC+Ssr/XFh9TjH4qNf7B1U0obym+5IkJFWeTCOXwUPnN8UrNzG3DsxKRmjk9ocrorPgwjER+fAcqj/oos/VsuOz1y3lti7npbFJH0sXlUQ9v0bFd8wN7plkl/OE6EETtPaLNT49zwERDhOPaw4GV+NLc2EB+i81H6wsVVXXx2JT9gX5xfzc1WBv1B1mGFpbo6+YGeYE0ZWR9qfb1vGennJi/QxMf1i5d7Wl5a09rKuvqWIeJW8iJRmohQRGj7w9j9CB6WnULVAgKlJiZLsYjA5HRHE4buRKnSz4knOYGqYzMvq7BbfnWRXCmj9hWFLB+FpiwTyCsLQuEiKyzoQ/jEZEdlt1BVPkoQdSkDVDRTIRPwFrmgnfIhcLMgQ2+177oZqPqokvRjYBQ+xwJab8sBOFBJBU0zIlL20LUd61vaWi48aJnEj1wGOkw+avm2rzpBkxAyGocNNegPsw/pra6nrkBWe8v2W0egz+hjiEMjIU1ESJy48mHXt/bs7XR0R6xScI0IRRgKKekO+wHKEA6zX3bFkeWxx/c+FREiDWUu+MAYfjRuJ5RhDV75yPR58Y0UUg2hiMqPPqzabV8sUMIH/BUMkk8D63Hat3xE1Ins3/XMaHmRryIZ8aEEPQx++J6LmaAf3Jf0XS/oEPSmlQXRE6q0YMlbyV6flWtPmG+UuzQfUi6SJ9ZXvodPPK9waNMBLZsC2pudOQCfAcdAXtbdl1KHa25Da64//CxETt0OXI/o+ojIzQsi6oR2tN1BeIIvPpsoyAG4wMniV7RXAD9h0EE+xCNNIBh4GtcV7NMhfmIaIkLIQ8qK+2v6c/q10vISliHVh2NrPB46pmNdA+DP+OHIRp7525sdYbrbXIhrcPaoFOufgVg4sZf6Zt1tbl0j3g0GFn0jdkzih9uy7HFyAdtgHwXx3FFFW6Ud9d2msJXh17rtZvLEzXbmOpIZN3Q+IwRbPX5OHIILI654Ugi+JXRL+0sV5h/PdLse4YIZfNrjmnb1DKwTx9sAcrnKZiGuUxYm5TmRzTYBahITmGAkPvHmI1+ikPlpW2ymq+MnpnLBztN3z6pagH9GJ87OaO7UVI4xphxnArvTcll2w5PmhQr0HXVhKAHLeFMvKQ9us1X9DyyDrnnXL/Lb1LFGh4kZ+VvPkeOAqw+ZiyIURQgZSEj58P1+3BpHhHEZdKUgqz1uLAdge0SMMqHNDqy/6QPR7+h1+t/sh90Xo5dYmM/NWyQDxus/qFOji8hLxpHsV32gl0hsIK/sZwdj+uKKPoMEEuhUSIXlq7TuYVzMGJmF81hIj4Uz0V+MK5l/IF6mUag5nGXj3dVtUqSbFykiFGqPg+eA6z6RDhURwg5iToB5JOp2aqajyamOWBC4S5/EOMQyVicZc4bp5xIRiQs/gJxlH2WbBbtoeaGnyxdXdPn8shbsMpfDgonMKWDPYMOQrkDenJfRJb4I8PIkuFwbZNJQkNqXiFCEocmL/AyFIQxEG1hwaY8Jtg1onwkOH+9fjYbotwVQlk1g/sAPAN7QvvcN5ifpwXtbMKktxO3JgZB8igPdRR9Je6fvxf6nP2ZMAHBPODoLPYFKIB0QARaAuxpQk47kU7Qf+srZuQmdPDOjHA+cm9HJGk6cmdYxjxWmWXh9qquu56Y7OS4r6jFB5TbzIozVgjZWZ5m0j9kS6K+B9RflabR+TdXBOS4fuO0kDyNClBO6uxOFOp3SAN2R4dHQSwIDfFEevkk3Ek96faFMgyzT0OPqvsfXfTHXtLLYE/3HmucsKCfxMmGocuziicCjvR8ZPUhapXF6n0IHhmmvXCnCcRLsV6g5NsrThNxOblVHlBGgZGaB4ElpG7Gsx6nMw3S4NxRFIeKQEiBN4+LnGW4DxAe7KAAAEABJREFU1OPA8yYDyy31SltjPoU2CGAjZ9uzDXuF6QoSI9yoDSn840yfn2nsGBgHeYB3dWUt54/xkyd0jEXd0VuVxVefDT2F8ymKUPLEPOh4XJ9gf1maH36m5iCd/bVj39E7XVxFmNMGyj0Cjx2K/YD5Eg0Yl5FKoSN9ZL1yqRsMxUr+mC+lZYF2koCeNxQONwvqMg8bkarvKwcc8gWUyDBtYs1jxZ7nq0bgdyCEMUdEHOKq4SVuQshojDQMezvH45MqIozDUEijunMBIuow3JAEyPNthtFpvvixSAdPSvODNpNtxbyAL/RxRdSJndBJfL3yjKjiUFbaL+14rbeutdxcqC/4QFvnOW07TFBEyI4i7Ep2te1RP1X4x0kkkoAHXcQYhncfADzfyKcp705Ug6mCJkaEcylCBXJQ8wOeoFNxkx/wWg1ue9qz5cCeOGDZ2hKP9oC80k5Sd1iP4K/ayzA3QEAJRThtwhYEY7cx5q/aiaXaZ+Yx6s/7Yo6LNkM+5D2wfUdbyuSpqNJXoai8JsGIaj8PIkJFgV1pcL9a6YxChf2F208Y5KPJm/KQX8/l6630878u+NGdA9sbjqqIMNgXNdipTuftkxbnKI4TAn/X/fq05+6Pn5wUm8icuWc2Xez5OWx5h88cn9SU44zm901fyZxKWYg2XtotaesOD9M8dEnhB/RCW8Mfxhp+lOQkKc1NhrSX24MD4XFeqOu+b9JzcJPTXSE7zMvNHJ8Qc62TDmdcVVhmIqKSRW0cKRtuQ7iM+5B53mUtzvc077m3+fMr+b+uC08vpsv/uxhPDWwLg8UocRJvenyhbYIL+Sffjsd1U9MdTc12TRNg2kwfc4j8n4p+SuHYSUTtqj1uew64zql3WYgiwg4godci7Ld+i7AL2F8UhTqeY0bO2XSO/6oxB4IuPXffsdyQ65TnRo6dnNK050QmJjtCzxdOi0wisxZ1C5jyMFop8lREGPzIMkg89Cj6nv8SXr6wIuR/fEMu2snA/QDNAJwhjkgcUqg97nAOWI7ggMVKiENECLkuyiJlsmOdiGyW6GXLZ4Q2jtpfoxDpNXY0sjyw8A2QQQPjioFtJvQu8pjRjWcT3gw8wIszGpiGvvPt+90NbWLVthL9x8rimlYW1/O/wDnG8fOB7TbMENpjafsF3c9/aOkbaK/0WbO2f2bnJj2vuQGzJyo/4bPuN4hH30b/QVrmSLv13Cd44TOlhE/wAxpHm3HV/4PApkx6Pe5lXnB5YU28Z1q4uCra+yW/e7r0zJIuNhtz2b3svnDefSLxmvdRlLXnOcXK9hqK/CgjNJS227rWV9DHf8Tpm3lP1nF/Tb8YEYoISK1gVOHV7fVfWwxHkQNuVu6ItlIelhXVEKINAREOL6RIHRL2+LQjH5FuXnx3/ef2mCzzjdza9d2+MxrHu6nNWl/QdmlTyRMaVsI2WYwj2ebxrQqiPOTduLR72n+l97pCf035HTqAbkBfjHRYkLICs7by5HXsge/hDfjhE3YLuq1Xz+3hJ4xnGWcckdH4NIbdzyZJ4+4ee+MpdHHXpGvud6pC4rawPw5cWX81t3GAK9CFog5r3KwP4rqCaG/008gM86L4K9mpEx2oY23hPMGfNoTtCPIb2O3T9u1CT9JHvg3BjUtYDUYjCoZOpN+ljTEu7njOhfZU2O7iGUA8tUfLgZYDLQdaDrQcaDnQcuC25EBbqNuRA2VZ5sZcbLjxlre8RWxmwCLMh7Wsn/mZn6m//uu/zsUjWQAZ+g8rrS1dR5MD09PT+uZv/mY9+eST+s7v/E5xfxRKwoKKLCD3n//zfxab+xwFmlsaWw60HNjgALqGRWnpi1nQcuPJzfWxEdev/uqv5oad9LMRsSsBU1NT+tzP/dxd42x9ePHiRf3SL/3S1uAbeg9/X/3qV+u9732vvvZrv1ZF4RceNzTHK5FjX33Hd3xHu0nTlay57hD6Pfo/+kH6w+tGeI0IkCvk6wMf+IBe97rX6bAuhH2NxWuT7cCB21e/7FDgfQa37XOfDGujtxwwB9Ar2IVsWsDmBQ664SdzQSymjr1E/jc8wz1kwHzP13/91+ci77eyf2cjLjZ4wY7c60ab2McRsYdSVlH4j8VP/uRPan19vQpor0eeAxGhL/qiL1LE3uWgKfTnfM7n6L777mtuW7flwB3DgRMnTui7vuu7NDExcc1lHgwG+tZv/VY99dRT14zjqCTsdDr6vM/7vH2Ry+YpbV+zL5YdmcgRVb/DxuCvfOUrDw3dzIUdlg1fDw1TbgEhbMz1y7/8y3riiSf0jd/4jdu887oFRO0zS2zyf/2v/7Xe97736Xd+53f0iZ/4iWK8sE80bfTr4ABy9L3f+7357vTP//zP9dmf/dlHug7e9KY37Wv89bKXvUzHjh27Dg62SVsO7MyBm/+2amda2ictB1oOtBxoOdBy4Koc4KOqCobyPExuorS6si4+fl64uCI+iGaR3spd0fzFVbFwyMriWrU43mpffGRdfRw9yIXnB4OhmCQH71UJ2G8Ez8+Ge1v+H1KUoaIsDGFjNlTwgSxAHA+sNXbw7dvY7ZVep5HBp8L4w3jAVxTGb39EPrky3ZYQ0nW6pSanO+Ij9tm5CY0+ZJ/pqPoAtBC0k19+BQyjAPlIQkOZnW+r0/w0T/lgbn2tn4tcskgL9XLp2WXNX1jR/CXXy+VV8ZF7LjrWG2Rd8uHd9dYF6anTQX8oFmkCP/KBLLB4DHKymPn3nH+vWhCAxQBMMx/2ZZEoSHDZDPmMcENEqDCv+ZiPxZEmza+pmW7ycoJFbiZLdZuP/RxPoaNxUEhDVcUhZLbjclCmqVwwZyI3fTh+ckrHT0yKxX0mXd7ScZCTsDxS1lFxjWhoxlIvQ/N40B+4roeiDQL99YGqetdtf1hkVEGMufgbkMPtNw/DMhNhP4AfwH9QsAkf+UoKHZHDAlpTShtE7miHHRYxmSjVnbTuMnTdBjvWb8QhukWxUmGWR+4bCDz1BTntW0aRzbXVda0urYtFd9i8Dz3W6KxcZKPXtyxX8psojMPVo4hQ1h88biAcBjT3jUtYyGmUB/kDA+uvgemAFtoI9OASRnupirDBBxIbjfGERvxwm+wkP0pN1Pwod+NHIpBk12SJw002y8hGej2Xt5cLlKwr+9SltVzMGD0/ML3QnXQ5sU9FU8ZNrhQRCsu4fJCmKeOa++feSl8ry2vJcxZC6bl/r/APRP0R38m2nMN8RqAxyxn4DNEfsggnMkD5gY5lBFmBR8hFxld1wM0GqpD2uhsHwg9HEPhku2xYyUtdl9hnK25D1CX12nN4n/4WeUlhUVVXTh+b5CSU9WO0EeE4yjoeuL/AhkMu6NvBD3Dfc3tdt82BPGEDUJdqjqg8lhQjqvxkT3BEKJw3MtHplOq6zdDfpby4DUEHKcAXIREXGep0CscFSk1MoHNKlcQvC8fRHo5Q81NExu+bL2u0Adus2C1sGArfKCPtAz1A2YgcETLZgp5tIcJoQxy0HfQHC3DAN3Ta8kJP+HuuE2yl/vrQNvHAfB7CGlUpST0GMMEAPjsi38K2bfLDZe+Yd13r3QkDLjzieRhZtl0SjaG7HbwumhpmUUbGJujDvvU3i1ZQZw0gv8RBCCOc0hBNYm1zhOQohhB8hJ/wdXK6KxbvxOasoCMWb5mwLcZzdB5xS8ti6fopAAtLiMP1a8UOfbSlFev0pYW1HEfRVpEzZIF+JuuZi5ORdhwc1J5HjAPUn4UpqUauRABgT+wTZAQBpryIW0n1jdrj5nAg5GpQUVS5Dd1/0AfSH9LnLs2v5qZFuYDc+Wr8vbFg3Hrabxv6f5B9N/0LgJ7Kpp+XCr/CLhkaIkKBThmHcFgDhNsPbRHhvsrPHFYYMh1h9hfoqI6f20VPOVgRof0c2a3kxamcNsyPAPcYBPh978eO5JP4Bp++uTVnKJQnTgNJYyiiBu6BvHd0/EDe13EO3O98QhKgPRww0XGpv45tbOaOJumjPGcwfWzC8wQTmj7m+RH3Tx3bCMQzyYnYyegOK8iQ6hLjmRs/Mkl/hc2C/cLcHnNJly8s69KzS4Zlzy2tKO0ajxuazW5Ihyw3GZAvshHhHBqAn3uBjG/6QjV1w8peGkh9t72+7dO+bVDo3GiDa8o5J887JW0e3/CcuBu0SSA0egG6nQ4XKORfSPb6Ih+h/f7kxOGUUnVVe7QcOIQcSOnMi4lDb7n/pJ03YwLa/brHwLgDjxEqO9sRfTpFo6bSa5FPl4vR5LiMaNY6ohmwuFzX+nTCc/jo22os0FXjTlrfMhbrWCfneMBjVsZqhd3sh+sM0I8D6y/o6jH+9NwO9sNo3Om5H54RZ7SYf+jAjyxXVcDETT/BWIYyTNRzWB2XN8HjTZ5HkVHNmyYhbhU2uta0Jg99GXiQBv8pHzqZfiTfDcz3RLnTJnIdDTwmdvREA6sS3E8k7+xGA34QERrdbwp38jD4TD7XYy/yZ3w4ci0L8Jc4jirqN+p0uk2PrG/XnDvRLGFEiDpFVpFrYMJzK13q3vWesmveygd8yrrZprr9uDr9jDhD98/wlnmO1ZU1YT8seY4l6xpbAfl2300c4keEso7N/3B++AH8ETyT7IiDNFmH7vd7xgVubJOlen4l243rnLi7gmmFFQA0yHmTZ2HbuGNZ73jutut23DUfKij8LrEQccCb/LAHNOCw98idFU9dcFNe+fEAYXbsD2QEPp3YZ0g+Ja6VR0f1yHrOSpYC2fS4pmP5qGSiVHeqFPZ313NwHcsMcZCHlCkuToujPCKvzYW+CHlGL2Gjpn50O0Geq3HjWqUfLec8R+5JA5bwJSIU1sfIZJi2EYTDgfEw/ISFZEccVdmGnocEBgJ/33q4v96v/OhI2pLLQHxg6MI15YkIlcZbun+jj+jSXqw7JsyL5IfDoclJKpUDHif2qeqIES3cU7aB86QNU96e55gZf6A3mCujvRO+XusO8JIuzIMwHfABaPxRh+Mq3NU7/4HLQ3p0E/jAS58EkBf4B+6bk8a8kMM4GIlPQoxSMg98inyLWnd0LQdd6w3koWNZKc0Hxt1hGokvjhoH3hZaDuyJAxY4ZC3lyAkGbivIa8qx55VXPdZFnoFV97s86zsO7VxOKycmbYzaRSgskwlhv0FhxD5tsmndeoA2WLW/ter9hXUR7yZpQ4nb7emqotxEMP4CYH7cbYX3N7STidpu7tJWykKO4sbq0+1v4LbYd3tvYN000Xar/K2NatwRJtwQClO/8+koAmiPtM0J66vm/yRpx3sehbl97PvUY27H0ImNVJru0vQVdmnvclYmMfUnepO5/Gp+v6eRPrGdQhmoA1NrwiA4BA2+ac/bhAPUJ+0I2UDfI9eTHicyH3fsxGT+j4f/9CBvyBJxo3Dhw+ATqbCTJ0HIC3Kz1hso27ff62LjYhfMX1zVgue3+F8AbYE+LRPmhdT21AhxgIgQdJH/5ExXbKAyPTtRu11NWQlXO6UAABAASURBVO67bgvIODJNXwwNdNyV3Ko97gAORF1G3K0gAprn9qMDkZdKj5aWpYncvOfE6WmdPDujuVPT4r9rs3OVnE1Yz3dsG5Eu1BxIp8Fnhmw8yFvkEPlGv2Kf0Qb4XyPvWGgD3KNze55HWU9dO0iz0OKe6fOyBWeGtZc7kgOIAnoXGWxkF13d9Zilk/aHY/jcljl1eNQNAf2IbALYQn3PXzF2QQ77tlkG2F62j8BVpQl7ATsHeRolzafR2xUtAw1MA3RgKyUtbhlZbpdzwroee2f2+KRoo3N1mz1196zO3mO497jYWO/c/cd11wPAnF3D/YDvHX7uvuM6e+8xnbnnmE473am7Ztzup3Xi9JRxTmafx3+cp/xeatJ9Ie0fXiefGRMVoQDMi6qdD3Lcid3aW+3n+9LG9sz/5jBP6vExcz6E92yLYnPB877tRMofEcoyGn/XdTo108n/WR9jY7GTk0InnTw7LTYPnHXYpJ9DT2GbzkkFJC81dhAwdnu7eSlzBeHy7wLUlSMWhRQJV8ZVaOMY92+E7ssXxlFBqHJVuUkL/iYc92ogKbTnA3mijSObyFff/QvyhtzRF/Xc5yCrzbvPvtv7wHKIPiBdk1FDd8W3UED7OITDxmH8WePP5w3GoVArA+eHrunV8ySr0GM/NK57HmdQ00Kq4GKI/TDAcZ2tIpwKOgIEXOzmWftrJ4MO+YU6bUikHrIPQFd4nIeOwi7m+4wZ6wb0FjqrY5ul9LiP+GaFkw8xi+1WY9T0bLmQD3IwcJ+ADgbwE8azLdF3vm14S8b2p5NuXuTr9mm3Cc18rcvS3eZ5G7R3DtC+qVPaWc99Fbqgx3sN64hGD8Bn4mUlUVHAHrJwFbmndkR7SG/HgsaZPj84+DNptVIZWKdQrr71B2UbQa1LoIdiAFmuHUjheWGdUdb/8aUvpu8v3daAYtSeHNPnDmja4JYDLQdaDrQcaDnQcqDlQMuBlgOHkgMRoY/+6I8WmxksLi7qT/7kT/TVX/3VOnny5C2n92M/9mP1Uz/1U7p48aJYIOvv//2/r4jW6L7lFXMjCTgEuOfm5vRt3/ZtunTpkn7t135Nt3KDnJ3YURRFbizDIoQsqMiCeDvFbcNbDrQcOBocoC+mD/6jP/ojfcInfMJNIZrFcdmEgc3A/u///b+5oHNZlnvO+yUveYnuv//+Pccn4o/+6I/q3e9+N96bCvfee69++Id/OBfnZkFgFnO90QSQxw/8wA/owoULes1rXtNu0nQDGU4/SH/IAsMs0gvvb2B2I9RsloINffny5ZQv5Gz0sPXcMRyg3lv9snN1t+1zZ960T1oO7MSBT/7kT9Zb3/pW/fRP/7RuRJ/GxlssyE+/ST/GBno70XJDw6+CHLre8IY3CFv1Zm3MxVj7sz7rs4RN/qEPfUiveMUrBL+uQuroMfMHL3rRi0b3e/Fgw/zv//2/9xK1jXNEOPDxH//x+piP+Zh9UdvpdPTFX/zF7bznvrjWRr6dOPCP/tE/0td8zddcV5HoL17/+teL/wFdF6IjkPjFL36xHn/88T1T+r/+1/8SGzbtOUEb8chxgHcayP/b3vY23Sy7aTsmYTex0eszzzwjXO63i9eG3VwOMG/xfd/3ffnO67d/+7f1mZ/5mTeXgH3mhtzwnvpv/uZvhE3+b//tv9WDDz64Tyxt9GvlAPOdbJD8u7/7u5qfnxd65Zu+6Zt09913XyvKQ5OOeXo2dtsrQbz7YAOyvcZv4+3CgfbRthwotg1tA1sOtBxoOdByoOXAoeUAHx0a+EhrMMjNtZbme7r0zLKefmJeT77vcgXvvawPvfeSPuz7Zz60oAvPLGn+4qpyQ5XFNbFIUI8Pp3t98ZHXoG+cQ+BgC26U6q8PTecgFzAh3xGQ/+p6bkw06A82ZVz9LbW6bnpQ3/AkwT05H2SWZaGyUxoKFXzEXciTvLrqURShDh/CT3c0/tEnH4XPnpgUH4FO+hkLmxFX9ZGf4Pni0yHVlf/SApS5gmGWvbfSz4WAFi6u6NKzy7rw9JIuPLWoZ59c1Hn7WciChYL4iLjvehgYmFgDh5Hv6yQd6alT8LEIFPleeHpRT39wXk99YD7zhY6Fy6vVwnKrfdNZ8T/Mj4gw78L5Anbqs6KnLqtCEaHCfGfBGD6STZ7NTWp6dkITk6VY4KYoiowXao4qfXN3eN2GzqHplyEU5k3ZKTQ10xULCZw4OyMWODl+Yspl7rrMHfG8cLyI0JCfmTaUj7zYzTPy2lw23zWht5k7VkizxvyU4FPhtlpBobIshDwVDivtL+0WNwJYdAwAt93MoygUrrciQrgRh5z/lifaOlRCa2l+0d66Ex1NTpViISf0GbLadVss/NxJcsLeIslXxBUYQRbVl1D4zsGOyGIH6JG13iD7ChacajYUZPF3dNbipdXcwKRnPd5fR38MVRRRgXkLTRWE69ZgXpdAPvO9aSrtD6dJcEGctfg4ng+O+aCaBRYANuQB8LOwAflBozgokBP65E5FIZVFIdoiHxtPsMjJdFdTswa3XXRT4byJDw9J7qbqgmfyvMTYlXzQy+trffdhfUEHCw4tXFoRixgvz68pFyJp+jL3zaQnD2gondc4FKatcLkLyu2I4KZMLG5CPwDupcs9LRro21nYCF1OvKTXtEG72SXAt/XpUJ8yzjBu8iD/rut/0n0Y8gBMmB/0eeSfCR2fNOnPC0jS016uxoGGd1QEfsdHXlJWeutaXVnT8mIv28mC28vipV7er7rNEIc2lvLntE19UWcNFO5vkKOwTFNH4EYWkLcF45u3DNI2lxcsg8vrQo5oO+BNmTY9O53IUj5z3uAnn0qHlJqY6qja7Kij7kQp6BEHxLqsyE5ZFup0y3xO/EnLGG7Gt00VRaGwHEbIB/2hne1OPycOAHr4Qjtfml8dbeJAGblftu3ay3ZmGfUZEcpNRmhPpqc0v8ahcDhZshh13zZm8s444B2LhwHgXl1aEwskwV9oMGrY7aTG7+vGyZNKVVQ+KSIE71i4csL6Fx5Mmn/oG3jSdfsb0eFEPo0gr7qdjqAwebHHTPQp+F65w9Tr6HbkjjCpiSxV3rF77XCYbT4FjoHHPwPr2qbOBBLXhU8Vljt4PnItB/iJwmL664xJbPey2SQ6lv7sosdI2MXIAzoeOWzwiwPyQJ6uA3DttOfR4gDyYwFKopFDIHWlPcjVfgA8Fb5Ex609GWK3PW80B7I5uh2G23uC/diG9K/YUfMec198elnPPLmgD7//cs6NPPXBy2JO5LzH4MyLXD6/ogX60YWe++a1tHd7df8MroH7DYsGqkMRIfQIUFqnbAepd/yscUv3S4WhJKxwnyj3hRaRgcf54KfPhl76Nvr1nucLsg9Htzme6sNZC6hvR05G4WLwmXHC/CicF3kn1P1ipyxU+FmEGWUMxLdz607IMEAOdBU1j0rTCL8AwhoXf1EWKg0FcQ8ISuNpIPE6/w37JcxTYBc2WUDgZThK4cKUpg9bik0BGIPNzk2IBRHnTk1pxnMkU7aVsJ0K50u5naxWQUPrEICQcQjJp3zQ3617vIXcsPhvzu88taynPrhgmM/5HfoyZB+bKWXKfV3ffR79sVEoIlIOssyMyQDTkvc7uvDd6fwcmgGZJnAiy/SXa7bN0nazPUo/2vSr5z+84PnJhWx3Fz1XydiReUAWLu67LOAwSYqIBCl01A+LxEYRfIN82HH9Ori+2U9fQ1wSg8MGpJG0Z8uB3Tlwa59WbRhRR7mhtxp7Ol0LMmF2EOvNpDqpz81h290ZOboDfAP304N6TEB+VfpQFDKEiqKoAP1lKAueuS925IH7Yvrcnvv9ZY/XsQcYGzIeWPA4e9ljRsaO6KqB84Fu+QjDjVBVLpZ54qszKMvCY+xCjCXpS3AZX04wj1OPzcNlkY+Gl7i+3ThDY2Qar08XO+f9Gfsu+N3QRb+LOP/UUr6jyL5j9H5gPeMRPyJEXoXzK+ChaRv1GfQhQIaH++gKiEf8cD3IBwtgwkv6CfhK/8R7CsZchK15nq3v+oDEiHCK2/x0Qakv9DtumLfMYXRdt8wlJNheoN7xdycsx+Z7cmXgK4nsjJ8N29I1C3EB8oD38J2+mTld5Jv3gtgSyD/9OPIdri/qDlpK51fUUNb1W/g+wu3HdirtYs02BvWI3U3fj11NHsu2q8GbdeqyjvddTm6yTaCvyBdOA4TyvHB+2Epdz6NgT8GDCcs+/q7D2JgD+SJdsoJL5kPI0QPIb3iEP4vCxTfU337ASoSzYoJx+LTfV5/2HM2zod38oADUfcfzjd2UiY5oJ1Oe75+emdCU2023WwpZJdnAsupzgydGgIzJ2hEXUHMYP3KNTkKe6Quq8eKykGvaDXNHjN3oOxxd4bYblteiqNpoWRYqfZ+AbgSa+9rNNKSzwDc0gq/n9kTe2MnoxtSTzPHyzh6bmQxHtNpT34OPNttFf7h9TJgHyRO/+8DNd9nO26MMz8kNxHwY+RpDnmE6VPNDPpA3d6ui/Vbvg9ZFuekjAN5ToE9o4+iOPv2jaSnMgyy/x57MY+MvykIJLm9hMHoNrOvRSZQTPOCG3/CXTdAoN88HEGG8qSdMMGQCzT10gs+kC9TkM84Hyg6gNzqWiaTHEX2SJNHQ7sgi8bSXlgN75YAbjU/HHqY8r+d703XRpy75/SD9a8qz3+kRRtvuezyO0JEOGUQekddxQIajkIhDXNoWOmFpvif6V2xU2gr9Lm0EnAMruEaGSRcRClWHmw1orP+GBoc5oh+LPArrhJyzsM7Avqze/3TV9T00RVRYnCTT0t7IqwJVeiTzrnEb/eazSr85bPMdOBO/8aAXwE2YoNr5+1SYWUCZuiQEj9AlRYA/Kv6vDfyudl3LS718j4q+Rn8nv8w7eNhPHapEDXr7fIYSjX3teZQ5MEwZ3VqCwjI+4XdzbEhy3HNxc6encoOSSfeN9Iul++cokIGokjYNBqEAHIo8AsgnMkS7Q55WPG5c8TiRts38HDJVJalwgcrJ8ySEZ+TVse0y4TY2ZRrYKIz3hgm+p+/mOfJNQvLN9pE3XHaH9untwYFGdrL+XaRGBgjH76DUY/ncAbjoTsJLZN62MbI1e3xS/K+RzejY8Ad/9Z+QUqnjU/ZJZQk1crcibipwUOXZuJIHc7jIfzXu66W+pU9a8vzBsttE2oXoWuv0UUrj8inlRe1xp3DAMnVlUUMRFRTu0xnPo4vR00DHtjrhEbGR1DK+cWMfz+rHjeyjm/u2A9Y9n4SMAoxfCGd+w6kk0hh8Snmjgz9Mq88NvGRmetH9hcdGE26b6Hv+U0p/dOrcjM7cMys23LrnoTnd98gJPfDoKT342Gk9/DzgjB6x+8jjdjfB2fr5aT3kuA895jQfeUr3f8Qp4zipex46YZxzuaEX+E85HzbAoh9EH/BfZ3TB5ExH9EfUAXVRFIVMrjjgbQP0fyNwAatwYkmUrbTewZ7sum8T2ZEKAAAQAElEQVTDnqSMvAcjP/43e/ru2dw47K77jpuu47r7wYo2nqGnJsyXwjjIPwlAdjIfWddxY/c2PCNC8C8Ct1BhnZx8gBdXgJ87DF4XJf4i5xuIXzocN9ODK2Q2hkIc1RXffsGoJF/CdDWQ+TT51W6Z9IQK30NLA9yPoMZRgC9Bux+uduSMfoexELYXYx/GV8xlAsxJMNbi3eey7TH6JuYm+9YFyGvT9iNCUYTgT0UbvAMieVjaFsxwXGBLOXhGOcI4FJVIDtzP9fz+fsnvP6Hj8oWV6r8FHnMwD8ocB7RAh3yQFiB9gsO2OylzE14UUmHe0l/Tvkr7C9NWmI6IEHh8NUHafJh3mwMO091ws73uAkSECvMdPTBzbFJzp6bzHXrqqmNdMZfDHFdpHRoRmZ66BbC9E7T9kazgYvC5faQ6dMfnSaMUESrMe+pkVA++l59rX8eOOe0Ly6GMvKVoESGfNUSSHLHZzcB9XtAL6ITlpbX87yj/j2WuBB3R87u9ddsC2f/X9JAloCrrOjfL4shXe/zcp4gbrlvquaxd6j4i8lkd++Ac04muYDzJnBJlawB7BsjyNLZ1SD6l+qo8Nsoj01mWhbp+h8Q8KP1y1/PEzJGXtQ6pyiNVeNQeR5gDLektB1oOtBxoOdByoOVAy4E7mQNszPEJn/AJ+pEf+ZHcPOLJJ5/UL/zCL+grvuIr9NBDD91w1tx3332Z15ve9CYtLy+LBYm/7Mu+TCdOnLjhebcZtBzYygHawz/5J/9Ef/7nfy7awvd+7/eKDQW2xruZ97TPX/3VXxWb57HxQ7sI4c3kfpvX7caBw1iesiz1iZ/4iWJjrkbvPP/5zz9QUh9++GGxoCZ5oEvYhIHNwCL2P6v1yCOP6PM///P3Rd8HP/hB/eRP/uS+0hxk5DNnzuSCwB/+8If19re/Pf3w5KDyuOuuuzS+YOw3fMM3aHZ29qDQt3iuwgEWGGaRXhbrZZM5Fn8+yPol+4/92I8VG8vRRt/5znfq5S9/eVvHMKYFtfpldyFo2+fu/GmfthzYygHGo1/6pV+aC9D/xm/8hj790z99a5R93YPvi77oi8QC/JcuXRIL8tMu94XkFkSOCGGrsmnVxYsX9VM/9VNiw6uiKA6MGuw35r2Yi8I+/m//7b+lTY5tvt9MmL9iHms/6Xq9nl73utdpfX19P8nauIeYA6dOndJ+F+5nA68XvOAFh7hUR5u0lvrDz4GI0Kte9ap9bTK1Xam+//u/P+dyt3t2O4WxKQr9+l7LxFzMn/3Zn+01ehvvCHOA9xfYTe973/v0jd/4jWJjo5tRHPJljvHpp5/Wa1/7Ws3Nzd2MbNs89skBxgQveclLhN3LO1hcdAnh+0R14NGRoW/91m8V83nz8/P5nhrb6Fps8gMn7jZByBiKDaZ4r/gP/sE/yM2Hv/mbv1k/+7M/K/oINtIbDAZivvMHf/AHcwx67Nix26T0VTHYvPOv/uqvqps9XHn38Yjfgewhahul5cA1ceDgZjauKfs2UcuB25IDbaFaDrQcuNEc4COtwTAXnuHjLD44u/jsUi54mxtysRnX+y7lhlxPvr9afPri08viA1Hi8mFofqC22hfp+dir3x+q+ugT9wALMByazoH4cIwP4vg4tre8LtzV5TX1VvrKj+ScPx9QRoTySzA72nq43KMgnhsiQhjZRRnqdAvxgWpRFg7zQ139iAiRjg/Tpo9NiA/BZ+fsGo7NTWrGYZPTXXWNO4oxnKbFRZOZNpbJlc/7/YF6q+taml/T/IXVXOySujj/4SU9++HF3JiLeuHDYepi4Ph8UAoY+RjuvXmhaWBeUqfgYyE3Pk6+8NSS2IwLOO98WZxosV5oFPpIQw6U0SxR1oE2DvBuooeiGuA1H/SxmMys+TVrvvHhPQsplJ1ChXkWBoHUPKOOcTbh2sjmlvsq2q4kA/IpBvI1Od3JDblOnpnWybPTOnZyStNjm5CVlj/ig2W4UWBuzYZQ2DcOvr0zziy0L2YOclGBZcT8Kt1+CwNu6fvC/sJuedBgmQQnuIEy8wmFXeQ0IVwdwcXuoTstoZw1QB40F50Qeqw7WYq2NzXTEfpsikWdJjqizBqGBu430PO0Z6NQHi5rlpaLIZ8NVOnttX5uNsUCO5fPr6T+wkVnoVeWF9aUC1KuD1IVJi1uKEXWW6ha1KAQ9+NQ8tw0V2GhiJB8ykShi1iQkoUL6B+qvmJdLByMH73Wd37NQpJOosw8PUZjXIXrs9MpxaIi+eGx2yxtFH50J0qVzls+0LPJD/wGzoCQkIxGHMQhP3QqupK+c3m+J8q/cHE1N1siDFqhG/pJV5oPpekgr01AmJ+FgXgD63zKxMKTSws9sQglsHB5Nf2EwwviQQs8SiBxAy571lt9H4VUlIVK91uUd9Lln7KOovzIR6dbunxRxx53jGj8tvXviQNwEnmBewNP6CEv1CnyyiJtS/Orlby4TpdoM7aBqoWnaTfDrIusL+psBOF2G0JPRkTGQebBC86FSytauLgi2ubyYk9pT9nWqOypCq92OFJWhlWzIUpEZD6l9WPKy1RHU/UGdt1J9IfzVxXfUUdxkSPiT1jvIGMAOqhjPIXlXOFEJMC1l7ZmZ9PJo4hQYUCuaUPwLduAbZRsB5fdLgyUs7eyLuwqk68onA5InkXyq3S+DRQOD2dAvv31YW5Ylos1uB6wgS5Zpy0aL5ve9VmwpdaP0FHRLqWrjQNcDRAabmu0785EIcpe8aIr2tqkbccO+sZ0gKdJB+26/Q6KmKyjfKOymqfILe2iCnPBiWCHM7jsAxKHcQ5t5zY4U/8bB3UdyEMD5ntRFGqA5yzgT133en1hH6ecuR1demZZAO0JnYscDpwH+Rl1nqTfL72ZsL0cHg5Y9nxWyqxWhLWTYrRffwq8L5WcJObDU9Y7gJJsk26Uhds8xaVvoI9Yti01f2FFF55eyo2AckOu917KcfAzTyyIcfBFP6sW8Vr1GL0n+hf6Huw8+tn+et928NBy4Xp1Rj4Vzoe+jb6F/rIsrV+2AcKBIvujJk4oAtEbpi2+bjuWfOi7lxfXqvzp3xyeth4FuhqYNJ+msY7oDEyiyDfBti79MX019iBhQQRBiNOQ2M6tOk2uoKcB6Kug4llZ87ZxC/MTKB1+UEBdjsC8KcjDbkSkXWJHOx0j9qE4HIlykL5j23vCttO07SjmkuZOTwuYPT6hSY/LmFMqXYYRbiMCBWAJMSafriKqiTiAQ1Ju+pYPxgT0U/Meg1x4elFPf3A+ZfvZJxd0kfk+y37aNktraffQLuiHwQEu2kuRdlrF51H5TdNWP3SWliPCy8LxkzdgMqUmGHroL3ueU6RPpe3Rj7IgHRtw0daefmJetLuLzyxpwfYXYyZkv2+7bOD+XCaqSLwutE8BVRZH9mrWuGeoyc+bqpLHvNlu93NvjmeaGmvrtBw4VBy4otmmyA+F7qFPo61jK1WupRnhv44SNLiw1QHQEQZKqxRFhFInW7cU6HX0W+2PcCzTR7p1z3Uxl4XuWvC4M8eHzy4LP3q257F133q3b10F/uFGyzaSAzpNS6J1IcgDrNDMGHvScziTnteb9Jhywv7uVCnC0cuUj7ipGMCRNztc8rmpt0t50MOUETvp/FOLOQbCbmJctOJ5hZ51OvFMknkpoaOzHzAfybu0y/04EIZtVMBv8zo8Ro4IEzTMsTt6nzE3fG2AzZGx21h4cOA5MfhAkgin8+nEt93pKqjKZOb6TD/8TXvNcyrYD5OeiwFyPsH+jufuiCOFq7uqx0w7QqY8YBuecLyIkAy0OeyGZc9BzXvMm3O5nkda8nwm9ifyTz9OWy0cv3TdAoXrMeu6sQEyPGwbVe0X+ej1+mKOlvkt5AkZmrdtwj0yNPBY2rHVHBGmSUATcqUbEZ7TKQQ/uvDD5Wd+Jed07Uf+eVbxQ4k+eWHvUT6rMlChBt/4dF27eNXtvvy0IxJYUswSENg5smddCooBuBxRhErbsROeZ5u0Xpy0fqStAJNTXXU8L1dafuED/U8CNwnKw2Jmd0wWzXCf6ts2ZTy46DlC+gPsalzs2gW3m2WPMdFZffcL6GuTImSxcH7kWbq9lG4rxRYgDJoLxwMyfy4uE3Y6fRF4aY/kT7ti3hIX3Ukc6FOYH06DP8GlIH9w0zYm3EYmDWxMxnzupPnTNT/I01GVvHBCaLd0EZQAKarbph8r59pcRt7jQw9tet595Lx1CIthp+5gTrs3UD/buUQelL9IHoTwJ9Rlhk6yGFjXUybwLru/WTJPwblg/Iwh6B94PjBeF1W7HdAK7eGKKAHLRaceh00iFy4/cpJjLz+DBuKSBnEgfYX/ajlVsdrrnc0B5GYc4Abyj7ymPLufTXm2/kCW0SMpz7apBpb7qt1JyGDhdlFuBbcdZFQ+kEj0DHqB/vryheXclGvBY2l0A3nyfEA72RBkp6zOqJyqmRsZedvJUPKgvdCXdtGj6AzPUUy5zUzw/thtJcL2BrGNO9M6cbrYwwa/9hL2hR8TqwJn6rPyX+1aRwQn9ge4sizGDU4eJ5/crqG3gmouovITw8Vz/EZ/rnhODV2CnrpoWx57h3qgbuBVpf9qwqrk9U3rHFUOICsV7UMhS5W/uhZFoQnPyfG/Lhb4z/m4uUlNeVzVzX6xUGH5sqjTHWxKT5jcYVnshdwM3H5TztyWkaflxfXcgI/22fe7xIqO0OhwQp/VLcEG8up0StFPswEec4W4U03bczvsYu+XHkAJ2TaAeITIge15+3KAek4YaiTL3FPiRg58z7MKLB/Wf+hOZJRopXU3Y6bp2QnNWtaZiz52Yir/t4ZLOPJHvMJiFmHB9EnabATpqS9NuNsBIeSzZlnn/QV9Erq1gp6YP8A+pm00Y0rS1EnTm5cRzrxrL0eXA3uj3PKKXCG+uCkPlrmw3i0MHctr1zYIY3zkthm/OcoW/MMqqUMRoeY5eAe2gfoeuyF3zCeteVyCfcT4BfsMuXUykYa0ygshBw/DRDl0+3XbzAJL5Fv4Qpvrel4DvT87N+H3Q1M6eW5GZ+49prvuP657Hj6h+z7ipB54zkk9+Nip3GhrtCnX42f1yEcZNm3KdUYPP/eMHnruacc/7XSndP+jJ3Wv8dz90JzY5OuscZ+5e1an7poRG3LNnbIuODEpNuSa8ruqKcZI7ncYN0Efdil1o1Aeyd/UMQPbe8DQ7lCpb7KwIeIX7rN435h1aZxNGdmQ68TZaTUbcp1zOaErN+Syn//UwgvqvjQOcIU4nAf4TQAOIbcluLARIcpNe2jc5Kf5AU8aKHK8UKh6FiqLsD9UOrwoC5W+jwYi1NShrusIRYTn/gzGvYnGQoKmBsrSNBigpYEyaavSBn7jigjjlA+7vo7OTRVdjT+Qs1H7rv/Ds+TxFXMyl857TOT3ntXcQU/LHn/R/zD/iC7o22bj/z/gd5ZK2qGhgM5QNT9RqGhoti4a+ZswuyWQzyL5nRrivAAAEABJREFUEPJhWvvWOz2/J2AeY8Fzn8yBVrSsasm0MNeOHuqbDqdwmcOgBF3tMP5wnIgwfSH0JO2rhA7XQwB+FuFYPnXkDhfQNEN6KOyT4DO2Cbpp7vSU9eO0jllX8d/mSeuUjnUn5afsQi8koGcrSCQ7XMgN2OHxLsGRz5LN9hbme2EZKhMKFW4D+Sxj7eVybVTsBfOhijNeTPNNyaSonUhSIyo3b67hQr9O+2LcT7ujDWKXNnMu6AB0B/HkrMJ1J3vCoKsdoYwFiYXTNXWOnzDdgAObHlqxZSgX727SbewZ295Znpq3ERWROEnsFpoILzyn1PGYctJ9PO8R6WexsVKfWIaJE2E8W9K2ty0HWg60HGg50HJgBw60wS0HWg60HDgSHGBhxy/4gi/QT/zET+i9732v57AGYkEuFub66Z/+aX3d132dvvzLvzw3KWIBr3vvvXfXcrGoG/EeffRRfeEXfqFY6OsXf/EX9Y53vEMsQMzCkOT1mZ/5mZqamtoV12F5eOzYMf3hH/6hh9bMvbXAeOxqwALXLDR8WOpwL3TQFr7pm75Jb3vb2zQ/P6/f/d3f1b/8l/9SB71RzlZa2ESEjXPIjwUS2UDn8z7v845M+2jKw8ZmO8nFX/zFX2hmZqaJ2ro1B37yJ39yX3oFHX01HVyjviHObnW8U92T5oYQswek8Aqe7UTbduH/6l/9qz1gPrgojd7527/92+wjcdkE6Gu+5mv08R//8aI/3WmjJ8J5Tjzik+7Nb35zbnb5nve8RyyoyQZ/9MvXQ3FE6Id+6If2Javw9tu//duvJ9sDSRsReu5zn5uLBMMTdCw8glfwDN7Bw514dO7cOTX2DAsN/8Ef/EH2D2z0xcamt2rB2GuxS7BjSHcgjD0kSMqy1Ed91EddtX5pK9uRTDj1/2mf9mlp77IwLYvRrq+v54ax/+yf/TPRRrdLu03YLQtCz9LmtoO2/71x1RJxe+qXg+LYndw+sSW2a487hd3qcRNjNmjYib7twinjQcnKfvHQl9GnbUfXTmHY3PvN52bHp82wsU8zJmQ+5jWveY3oo1hMvSj8gn0LUdi6LLD+z//5P8/5HPowbJ2f+7mfEwvw72TfbEFz6G5PnDghNruCB8whUS76aOam4Ad9NxshbUc4ZeY5fHnFK16hH/7hH85F5xnfY78d5FzUK1/5yn3bx5Sj0+lsR/qewmh7O8n5duG0bdr4npDfhEhHnf6DYNFLX/pSIeMHgetOx4FsI+Pbyf5uYdjON5J34N8t/52eke5G0nWYcD/wwAN661vfum8dOs476p7x/GEq142i5WUve5lOnjy5Z/RvfOMb76jNH7GH9jv3dwC24Z7r40ZHxO75vu/7vpyr+tM//VN99Vd/te66664DyxYb9EUvepGYR3vyySfzvcnLX/5yMZ9yYJm0iG4oB3gH+5l+F8sYYXV1Ve9+97tzEyzeP+1kUx8UQdjm6GrGNdj2jFV49/Zd3/VdOZ/HGOig8rqReK7V5hjvt26mv9/v6wMf+IDYsI9NqX7sx35M3/3d360v/uIvFu35zJkziri9//v6pje9ac994cTEhL70S7/0tufJjWwjLe6rc+DKGZ2rp2ljtBxoOdByoOVAy4Fbx4Ghqkmb/CB6mBtqseAMC8k//cEFPfm+S4bL+hCbchlYhPqZJxZzUWo+Dl283NPy4ppYQIGFQ/ID9fWBBv2B+FB1aPzOQZV7/cXE2ObjUzafID/y5QNZFhrrLa/nZlX5kZzLk1nbFo7wZWvW+VDiyQgiFO7JizJUdooRFIXDA9BVj3BcPk6bmOqID8Zn5ibEx+Czc5OVe3xCk3z4OVEKvDUZao68z4vzy8DIK0F8ONxfH4pyLy/0ckM0FnO7+PSSLjy1qGefXNT5p5ZEvfB8fbWvgePzAV7yHySJbR8XpyF933W6Znws4DZ/ccX5LY0t2Lwo6Fi4vKrmQ0XqiFyK5FuM+ExY0qLhmEz4eR2vNO/5oG9qppsf9MM3FpSZmOyo0y0URcinIrRxmMaNm8Pn2yCv9pn4iBBlKS1nU9NdzZ6Y1MmzMwnHT05q+lhX3frj4MI8IS7tyGxTur5KoTxqJ/134CVcfvjDpBa8Ki0guEVZqIIYc/HfGChdTwV5kn8NSZsvJlFNdemQHW6JpsiyScM0mFyVLkunW4rFL/jQdtLtcXp2QlMG5LLohNNYEgc15N3YxUgiqjjILDpk0B+KxUxYKHfR/QYbF7CYOu68dQoL76C30G8sQAU2dGQBT01P4baSfrulw0qHVeB6dliRYfYXhaKQwtlTtj75rg1yEXn6iYSltdRVqytr2eexkQH6FVrlw9ywfuIqBXUJbusfFrOasC5Ch0+x2Ij50nU7JW/HlLsdp5OZYhg7Q/5FZMiIFzVN6Mwl63M++F68tJIbORDWs75dX7MOB6lTFpTX5SwbME3kW0GoMJ3k0HffS1pwLC2sJT4WM4K/S86H/rLX6+dCl65u01uVU6axgpr8fOgQIy1Me9T5s2jB5FRX05Tf8jBhfvDxNfk7tkZHNHhHIa1nrxwIKcIXSbSbUf9rG4fFEqlPFjBFZtL+WllX2j2WdaqNlJvlJYTcjMuKfGCj8UF+4ry0aptiVdh/y4u9yqazDLJAFjSA10muPF3NQzccnuOacJ+R8kiejQ6hTwfo30vLrjicNmktQoR1aGO2jbCfJm0nTdqOIj0LhRSWv3A82EIa1Qc2Ye11vvbx0BARKdt9t7PV5bVsB/AL3UNbgIfLbh+9lb6I4yII/Mhx6XygfSskDVHhHbidwbsV278Ll3piM67Lzy4n/2hj1Ac6BR4L5JBmuuwo/MMdgflAFJyIqHlRqmvd0vAC3k3mQn+lilr/uoC63Y5oCtR4YEoNyBiLa1Z8HQpdSv0PYR7pmjT49wpGCj5wDWg/1rcOqlOHIiqg7ZSWQSDsIiuSZcHxq/a57j5lPeWM/oy+Le1ityt08Xqty5NeZ2C0AhTykRe77XkkOWD5dJVmc6zcof3XA0eSC0ecaMh3O3SjLKz/Ad+Jtt1bdbt2X9G062c+tJDzIsyPPPWBeXHPJkEXn1nOfmDBdhz9KH0DGwr13I/S/rEzB4OBZYO8JHRIESHyQq/Qv6DbS+t37schn1nvlKVtXLsFbmEKnR71h+6C1hynYye4X0LvVHkPUldqhwMUmx4hzw6wk+opnE9FY6ES+9NjA/pk/NARYTocn5M00IP/VkBEeI7AUNNcNLxK1+F2SwPhlVuogJd1GOEHAeUIn/E3tNiNQqqYameDbRodycDRnQrHB1dpnmM7YXczX8DCh8Ds8UlN2Vbq2G4qEn/ILEgZo1/LugAn0KANKRxXdgfuv7BVRraMx2JsprKxIdeiLjyzZNtwJfs2FoHruT0ga/Rl8hERgmdJp8u9q2v5KQDzvDQUjh+mJSJMTtWfIsu0lzXnw3iRccuC55eY22K+i7ku6KPdXTRtC+5jsfEoA+Mf6ApJEb5yArpNDtdj1cfYqhz5h67va4XbhC9tMW5jDoRiVDrk3LJvvYXuoq2n67modOs2kdE3EuXt1S5VuzJ+cHssgB5ChxJO2lQnvhSA9Ra6qyxCRVkY7NovH3338ehU9OSy+2H006Vnl3KenLHnssfXa7YJ0KFNHk6mppBGr4M4zIpK/duTZTA/StNKXzHpeWfGlPQdjLPpWwjPPr0uB2nMjcTR0DOizbgaejOeL32/b0APU1709IUPU+aq70h7yPNua9bpfb9PcA0qIhTOi36r4qH56L4BGkvzt4HC9lCR935ul/gRxuByDepxOPli74wDc328K0IuoD/CifL0hYDbDcwP2oOrIvsDildgP5inzKN0p0pNeE5l0vYCgJ86LywT8pHp7Jqzeb3yYr75lAFWEp+5ROR53nYDm3osXFz1HEjP7wV7+a6Kfpw2RD2X1J2hND2l86wgVBBmCMsCcZEP5IRN1pbne7mJHQvk0v9jC9CuBm6f5A8IgrRxmLzRzSa/b8iLeSY20kHm4UEFpbjnGeN7+YCXdka8xH9UAT5twDDLRPmuDcwFy9omxeCgI3maKQ0PkPvCMogMMPeGXqSdoCPRlfi7tZ1NGvSKk5OsKrrlq/JItA9fxZGs8gXbFJ2ELmSxZ2xXXOQanYlsV3OHfZKJ9gA9yGxjM+OW2XZCtCegGNePpp90YVqSRrcT+qI19zfoSIAxaTM2Xav1MXGVh2XDFcuVgkXqj1Bnosj2QVthHrLiR9fhpQq3XdInP9wPO3liUlQOV+jBhV/E69d0UV7Kjd6Yr3UHtMEn7HnaOenC5SoavVG7hfmQUBQKwBmCm/8hUE7md8G96PdNCx4/0PfSP6yZFwP3G24EnKCXIhQRld91RXkovxQqyNtlLJ0v9Q8PkIlJ96H4Ox6blX4OHyKMA9DYYXxjd6235cCuHEB8Ci6OhZzSDmgny7YlWRAaQF+MyzPtibZlcU15Ld02kNdxKCyjUYQiwqI99LulgWhnvAuhf0UXLbqtZBvJd4SDnDcCr1NU6dJjwnDrho54A9yCmjzIq1O/z0GPpr6o35dCE/GIX6Ubin4fYH6fNoyffBtwjtWZ+VbeHa9jcTJ92vMD52HIDJ3ScaAhaTVPCvhl/pSGABzG80Gtp3p+x4ZeYrH+eds6l/yuB6AuqJu+bV/yokzGLqMX6dPfeLhp4bbgQEQIWUH/s8D/8Vzgf0qzcxNC1ukneE7fkYLQyJ2aIzIYeUHeab99j4s22npPvJelr+qnbA2r+NGk3+wSjCyXbnPYsdDAXGHzPwX67Enb/vTjSdNQoq3xfrLq6zbja+9uPw64yjcVCn1FGPWffl+siWUHsTT4zjepi61DHSB0NzKPbCHrx05M5qYWx08i+5MinM2PiIc8upkonKsxOblz8+lbh0UCfoBg8qlst3VVdpvHktht85W75Hcw9FfNmNIISFo5ocqVD/t9bc87hAPIDkXFpepT5nwp3I+Xts3RxchsF/3ne8YREY5JAhI24KAUojGXtpH62bqZ93fIHrC2OhD/Z+s7HLkFBckyPTc3ECAbutygMpeIUBSq+qPJjtD9s3OTOn5qWqfYkOueWbFJ1T0Pzem+R07o/ke3bsZ1Ro88fkYfYXjk8bO1e0aPPO+MHn7eaT383NO5edeDH3lK93/ESd1rHPc8eEJ33T+ns/cd1+m7j2U+J89Ma67ekGv2+ETqgknGSJOlOh43oxOok7BtJR9WLdY1Q8G/5LF1zMBzp809ZYyQIkKk439m9G2Tnr+iX5vxu685652TZ2ZMw6xpOaZz9x3T3Q/M6Z4H5+w/rpNnZzTreF3zpbCNR99ndBrlLR8w1M7tdlLOcKFwC18oO3yED6XbRuWP5C3+Ev44vHpWOLxQWRQqEup4hbI+IkL5ww2H6doOJ1dCEQpDAZiGopQKu+O0cN9AFR6OU1Q0Oi5pw+kjJAHy4Zv0bqrjkIP9UCkHA8tdvz/I/4Iy9qxWKEQAABAASURBVGF+hvEQ/+fC1l/w+3zs/GXP2zOvsOY5k/X1vsdPQ5EWWYoIkX/yClo8V1CUhQq7pd3SYdsCczdAPi8Uph/iILfvOYreSl/MY8ybBmhinoQx2tJCT9CKvcgYxSVS4bQRIakB7XgMa+URTpP02W6kfdFGua9wNcnBV/shDKhvD7ezQShsoVyT7gNmrJvYkIsNBI+dnMxvDdhMiH6idF0Qlzqt6tY4uKn5tWN5He1qUcbTEr2JT36izuyhPoDC8gDgjzD/fWrfR+biVLiAvbfpmSyCR+k5mELSD9G+aGcLtkPnL62mXcp9z3OIzKvSRumnMkfnT/ZUpaqLmqNpb829NY/kyBEh2hp1XVhP4A+3ScnIdLAHEoBM922zQDtlW6McnuvBT1iWx/qQnE2aqdieDsrD89I0d5kbdruibTFv3rUuQY8UyLDLQjwjAmULLQdaDrQcaDnQcqDlQMuBlgMtBw4JBw6WjIgQC3KxMBeLUL3uda8TixSyUBoLeD3xxBOee7AV7bEl44etwILJxPu7v/s7/fzP/3wu9MXCkY899phYgO1gqW2xtRy4MRxgofdP//RP1/d///eLDXIGnt9lozo2Y2EBSjZyYdFCFr0EdluEsigKsYh6s6nL1k3q2CSGjXPIjwUSb0yJbi3Wp556SktLS7eWiDb3lgOHnAP0kWwAyCZA//7f/3uxkC796cLCwrb9LuE8Jx7xSff3/t7f0+2qRw6i+uANPIJX8AzewUNsl632DPforsaeefWrX61P+ZRPEf3DQdDS4jh4DuxUv7QV6nMrEE79//f//t+FvcvCtM95znNUluXBE3eLMCLDbf97c5i/k/y1+qXi/078oR1ubZvcE367t8+KM9dybdPc7hygvTAf8x3f8R2ij2IxdRZVp22MA3MzLLD+H//jf9RXfMVX6Hbrw6hn+mTKRR9NXw0/0A3nz5/f1j5G5/IcvrDw/Nd+7dfmovOt/QY3WzhoDly6dEm/9Vu/tWe0bKjDxnt7TtBGbDnQcqDlgDnw+OOPi8107N3Tycal9IV7itxGum04gM3Exkc/8iM/IjYhnZ+fz01JX/va1+rLv/zL9bznPS/fT/CeYrtCnzt3Trzj4H0H7y5++Zd/We9///uFbcVGSsyj3X333dslbcOOEAciQo888khu3Parv/qrwqamjtnU7td+7deEvHzVV32VkCXkgQ3vdiseG3oRD/lCzpAdNqB985vfnJvEgZu5V8Y1jG8Y5+yGr322HQfasP1ygPe4yPde0734xS/WC1/4wr1Gb+O1HLgmDhTXlKpN1HKg5UDLgZYDLQduEQf4QGvoi8+chOdjLD40W1pYywV42Zjr/IcX9cwTC2IzriffN68Pf+CyWIT66Q/M6+kn5vXshxZyM6gLTy0pFxh7djk3hVq4tKrFy71cxHd5oaflxbX8gJSP2VjABuitrOeifTu5xAFIQ/ql+TUtGu8CC+KcX9blZ1eSThYmWnIeLN7Lh2V8cAZLPS7C2QwurE+XVwl8/FaUhfgYtdMtxcdk3Qm7Bj4i73QL8VzbItOmgyhFGSo7hUjLB2rTsxM6dnJSfPw5d2Y6F69g0Qo+XOt0ysQdEaZlqGpxFFWE2dl68tKIj+b4iI7NsVgciI90WUCZeqCeWKyYxTBZLOiy+UQ9LM33cnEX+Ag/WdRiO54TznPi5eJD5inpL59fycVE2fDr/IeXsr5ZDPlZy0aziBPp1noDIUN8yKgw9YXkolUX7rX5QPaakIhIXiTfprv5kezMsQnx8X13sqqDIvFtg0iH+2jkDSqTel9CodJyNzHZ0cxsN+WCRU2OzU1m2ZGRLPtE4XihiJAFw7D5mgG368VFptgj2FpOC9BgMBTtfX29LxZzYQFWdMBabz03YVrjY9PV/pV+wnh2PQCOGtCbtEvyZ8GO/vpA/f5Qg/5ALHzUfHw9KsJh8Vg4zUahWyCpMLPRd+i9iclSkzNdocNmj0+oaY8d68koKjl0cnt8BYm2HrER4CiDwUC91XWtLPa0wAIDtV5BX9F/oMfQJwvW8amz6j4D3YK+Sv46/VpC37iAda25HyGs0l/0M+tadh8GDvoGFlUAb+pE+o0LK6N+A12H3AwsRy5InllXphfiIyLbX8f9QBd+WDdt5kdXHfhBUes0w00IdMUBr9GRyAjlgtaFi6tCl7OoLfq22qhs1X3oqpbNr+SBZa3XAHKb/nXxjIUilhyPPpcFPi8+s5z98fyF5ewzyYN48Il8oWErYRShIb2qzmHqncJ9Wsd9Gv0ifdqU9dXM8cnN8mA+VcyrsQ63uPVt6+zOgYishVEk2IhsokfQK9Qhcj3vvh2ZRk6QG+o8282C5WVpTb3lda1ZPta2tBXSI/PA0vyq2+GqwMGmC5fY3MByuOS2s7rSF7YG+ZI/BEFZA9yPACJTcGR5kVJeaC+2oSamSuuQTsoKCwWhU0rLksLSUgmZ8EchVelKTbhPJC5yhjs53dHEVEdd4yNtFCGnts5Kx24S4BvOAJ2qi4Ss0wewCO2S7ZmRPrCdmvwzHxcur1YLLbj9EG/V+iTbmdtYusnHfvJ02TppyXYovKYO4D14Lpp3uIu2eeFxPxfRg0rDOHnyvXmVRW/Cw4E+C9f9pnY209FUQleT1juT5gH2UYEhJPAYjMin726Ps2FJVZrNd4RFhHyKS+XKR5ijdq6M7sBtTuKZacg1Mp462PW6bPlYsuzjAvRT2NmVPKxnf5N+t63V5bUczyw6zQJ9mfsU+pdL9cL7yALyseTn4O/bHkDnOtsrCMpyXBHaBrQcaDlwszkQZOhLuD+SXXREf21QLdbldk+fSV+Lvmdu5NknF8RY+GnPkVSbBM3n/bMfWtSzTy0K2xadQB+7QF9j25YFv1K/WNfQD9NfpF6h30lwX+M+p+l70h31RdZD7pvRKWxYsGK9hY6hXwM/Ogf6yG/efTn5kJ5yULRdwXrRZ61LhxRfUYQYD5S2cel7unbphxPspz8uHEc+0G9VYt/ciNP1URFl5I3f3tE5lChn32Mu9DpA359gfjYu/Fjzfc88xV2rbaR8TtgBQIObsQWbmrKYI31A32NCbH/4tF1fMCpL44lQmL/wGF5jAzAOY+HDudPTOu65pVnPGWzMF5QerxTJJvBTJ+k6Q9wGbeMSxrxT3zyDTjbcYo6N/ovxWDXnY1l+0uD5HuSZ8cm8ZRlbB9lbtt3E3NuGHG+RX/MTfiSkfCPD67kYODJMH0s7ABeLgy+4jSDDl2yjYZdecDuiPTG/RVsDuD/vOUfipYy7TcDfAfy1HCQDwrwzKG90uI6WmpYDLQf2zAGadBU5Rk42bbftiJBPg93q6dh1I+VYYHozjX2R4KuVYd/jtp51CfoIvYJOQr9VUNn82P691GN9rbrvGPltHxCPefkFjwnmm/ktjw2Z37rosQHh6Fj6Jvoq+oKdKTRh13Uas8uk1P32G1eOsT3+ZkMi+hLm96Y8xzfl9xS4jLOZzyKezBJVF4+xjcW46E+03WH0A/ch9K3wYMG2B33IRetwbCXKT39CWPYdvJOw7QKf6Td65uOa++S1dNdzrNXzPbDm+lizHxuJuKRp7B4WSWThVPol8F/0vNd4/0R8eA3JRSEV45VO4G0KrqosWUQI+63j+Zisc8+lUM/Tru9pz+MhA9hy2BZRhBxdUjWeBgeg+uBZ2J/gG2QB+4b6WPAcCn0x8yHYntQBLrYEbYg41F/TVtIWwC5wvRJGPRGHuAt1/0968M1fWK3may0z2AoshD3wXLJJkcnA2QTQDG24MrGFy4U859xKzuF2NOWyU3421mFOqjNmyzq6miNxNDete1txwCqrKo89yAs3hXUEbYE2gS6c8rzblNvKjN9/TPM+kjk4y0oxEpKhtat1I4mNB2cnGPgdA3ps2Xqv0o8rumR9dbHpH55eyrlY5H/Jsk482gRtgzZC2rVaP67RbmrYTj8ue2w53pbQu9jTuLTN+dp+z00/3A6hbUS3y9HIPTphEz/oK2aqd0HTxzwvCT/cn+yNH26MZGL8MK1vW71n3b7sOTLoqWhb1iW/s+A9yHzSuOq52bV8x0Fc+oME05w8cD+8usLztXxPwjiYdPQ7l9zf5vsP66Zl85MxCmn6ORcHIRtQU5YBQ4iraUS/oDtK688uusPlRX9W8tAVMtL1vPRG+RNFXmoUYEvIwPbScmAXDkRYEn3SbxEN+xC7irmJnts+dg/6gTZctZeV7BsJW/L7nGW3e3QGcZH1cei5raFLlj1eT93gdjFvO41+Ftvpkm018JB+rTfwu+thzqc0uhGaIE14VB1DJBtlgbD7Ie8mGn3R9XucSbeXkY1p24M2xPMIbAwn8pmYnBa06eQlQwmqPM21id/cb+MmOQMJ/bK+1k/dsWydi06l3MvWN9xjh2NP9KxD4FfP+nTVPOrZjq/4tCbmI+ath+D3RetqeHTp2RXr6ZV8d7ZsfsNj6ijz3QN9SXJ7OTIcoF63I5a+Ed2PfM/aPsj/7thGoH9o+oWS/3jZVrC4b4ciw2hfAH3wwH0T/RNjFgA/4RmRSyNftRsRon8q3Ad3JwpV71u7om/GXqloKet3p44LLbZx0mKpcag97hgOUOUNZKG5SU99ae5xDch+Bb5xlIjI+WXeA0xYvyNfzD8fPzUl5qRnPBdNGHLImKqoN7igmwCyv5CP2Azckk/fNjJyn7p4aT1tP8aQ836/umA9vGzdjb5Gt9M3kqairMIHHvva807jQCMEls+IUFjP5bwHerG227FFurbVy7JQROzKIR4TI+XL81roYWwJZJP+fs22GDYZ4SP97ESk2RXxtT5syuf05BERKvhfVur8jqY9Rp09Mam501M6WW/Cdfa+Yzp7bwVncO85lhtXnb57RmzURTw2rGrgxNkZnTw7rXTP1C5hxkf8U3fNZvozdx/TmXtmR7jZBOvc/cd1FnCeZ+6dFXFOOz64+d/znPUDm/dBI30l77Cyj/I8zBTAuNL2IboDmHYY/RcwOzch+lb+Hzt3eto0zuj0XTNJA3mddX7nKJ/h9N2zfj4t8jzud2PgwQ4tLQcR4XqXjzDU5xhf65DbxknZdfkGHmf3LcPILoDc9hg/b4Fe/Z9ZdO+abeFN8WxHr3lMQPqBcSHz2CwVpDVxdb6Nsb2JDJ4B9GH3+D07+JlTJH/oANZoa8AYvb0xP3QyJ0j7pD32jY++gUnrpI/MyNvgs5YBAk23mUTcvsu05jLTv9DXXPA7x2d45+n3+8/i+t3neb9vbMZJxGGsxLv8HFN4TMW4aXV5TauMJwxrppm+qodr3L1x+P/ZO5MYy5Lurv/PfWPmy6Gyxp78DbYXRmbaeAFikJFAQoAACcPCAtt4g2SxYYFgCzs27FgghPiQkYUwCxBGlrwwEgtLxgJWpr+5u6urqqu6cqqch/ce/9+Je19mVVd/X3V39VBVcfOeF3HvjfEfJ845ETcjrstPHU4ZbyRS+nbMAAAQAElEQVSde5xyJsZ3pMc8xj5jM8+F7Hgeg/nzHc8TMR/KM8IRl3e2YChXLCLks1Cp3uO/ris6uLsZEanL+57bQJcXm7URcx3MZ4RlaESoO4je+V8E16z/WDGpz8C6AHmDLMJmWbkyFjKJa+TRyPN9/J9D1r+NnfV2Yp3b3r5w/Gxxcdm/uPlRT6KaP/AgNNfcfAv/0geSV8xDuIWfpjrl+hJxn3HqZcow5rcz8xp9gvSy3AplU/onPlqcF+9OViJ/6OaiD3dyJOUH/csYgN+PpMt4etxPH2ZuoOuDe373wJif90u77n977pNHHvODM+00dZshY+SiRPDzo6CEOeYEdaBQNFLP9nHf88lD29Jpm1hPJe+Fgzzvc66c05laziIzwQU+Sdd4gRv8kvKEUoYL4XNRDMdP+dG5ft7YBqHco9TdfSFD6D/o256f8TwinFoskqmeikBFoCJQEagIVAQqAhWBisArh0CtcEXgFUQgIvJDdXyMhQ0o+ZALm7qxwSnERwMYTz+N2DydTdS7j7r8i3/xL/SqfaTu/Pz8FeSaWuWKQEWgIlARqAh8uQhU/fvl4l9zrwi8FAjUSlQEKgIVgYrAUxH4X//rf+n3f//3n/rsaTf/9J/+0/rpn/7ppz2q9yoCFYGKwMci0O/388ObEc/2P0offPCB/vt//+8fm1598GogsLKykh8l/cf/+B/rW9/6lt5++23xfoL3FE97f8HHvHnHwfsO3l38zb/5N/XWW2+p1+u9GoC9wrUcDAb62te+pr/21/6a4Jd//a//tfiIFvzAB4Cfxi/dPT7oRTj4Cz6Dd/iQ7h/9o39U8OArDOuLW/WXoOR/8Ad/oP/3//7fM9fkl3/5l7W0tPTM4WvAisCnQaD5NJFqnIpARaAiUBGoCHxZCDD9wBxEcf0712JRIAu22LCGRacsBGUTXD7KdfeHu3r/e9t699tbevdt03e2dPu723r/+9u684Nd3XvH9O6j/IDXh3ceiY2q+XDT9oMD7bQb2rAB0N72cX64iwVubKpIPhD+vNc+z8Vwjrf94aG2nMbDDw704M5+pv/gzp5ImzAHj07zo1MsLptOZ67IXBFh0oJYTJaDnNk8F/DJRzShPgtSx32Nl/pic5WyuGwgFvDn4rJeSUfPeDjbDNnrN2Lx59qVsVgofv21iVgEz0JQFqWPl/saDBs1Tp8IWba5y+aL7jfsJ71wOfH7MjdJmrJx6Mm5Dh+dJK4fgsl7j/SB6Z7xh+6/u6sPweiDfYEfOLGJU2K/c6LEms0P8UPGnOe0E+FZiEx80rzzgx3R9vedPm3Kh7lID9xZGDo9L5iDMWWkrBDgp8vNluatm44fZv3sshBxkG3R05gF+pOBhm6X/qCnxCgDiiTFYahwXijKuvtnbqCoDoufh+Y7NiiYrI3K4mBcE5u+wY+DYU9gIxkkXRxZf6d1cce+x4P4xot7Pl6VS1fU2cTCURYdsyCZRbJsnsXmLcgRFrPv7Ry3MsYu/M3150AskofI72D3VCzmZVEvi3bPTmeaua/St7/Mlnha3obQXOgnZiQ2Zec6LGeQW/AcfY9+iKxasQzLReuToYajnicRG8G/kFPIdKgjlBfchNxshCFdLpETyAswAi/kDDId3fLB7Ud68P6eHtzdy48a8MED9AYLoZFL6A02RuNDg1DKMWQWtHms3c3DlHPEQS9s3ttP+ffA6SLDUnZ18vDBYW6qxoYKlIfF3IZBlL8QpZXod+CBDCp49EW/XOBhOXUZjxIrrH98AihUbgrAIsKOyTjziEXdR4en2t89thw/FHL14T1jAA7vP1rgsPPQ5d08cpkLUXc2rdz1vdywAf14/yDDgx94Iru3fH/PafOhIXT6lAXk1n/y4aKUsuA3UZ4kA+EzmzFczlL/xvqwJzY4gR/Y7KTww0DoSMIRJyORiNNLP26lT4RARGR4nOLzpS+Qd8gUNhakL2ybh+FzbDNsIejhvQNxf8d8AX8gl6Dkl3aDcPocfQv9/tB9hA8dYD9wTbr0TXhlZjuq3fdYckEi+JHwqz0WTW1P+EHPtkzfOhz5MbLuRn4sWWYsrwxykzj6EM8jIlPoeAY3iO+4bOY1tu6nn3UEz8F7pa+F+6mU5XNEn3lNgpE/4ZTwOIx5fWr52+kJNjOhz4Abdgx1TwxsI3EPbHYsR8AOzCAwQf7sGFOeb97fz35GXDADSzBHNtE2tBFlo1xZsHBZOrI3Tz/0mV5+opGafmhg2TqyXVjqPdKysQPDkW0EMGVT6bSFXMOU2cZdL2FHAxsINklsLIeoN/zV6zUCB9ymaUSYhMBYECf9ao+Qwn+c4nAA5Dt96fxsmh/V2vfYAZ6gDdEdyGDadMvjDdqbZ/ShR7YdcOEF7vFs03wDHyFvHyCvfc19eGHftjkbfGRfMh86a0rwGEXEY9f1oiJQEfgSEVh0x4WniBNki/swG2CV8capbbaTtNnQHx+8t6u77+x4DqRQzod4TuTuD3d0z+PwIh/2PB9i2/buvrBNL8sY7DtkCoS+uax/9ix30EMQcqWTP8RBRm16TgSbETmUhE438Wzf43s2CUMfFVRdkeK59Fvu5e/Fj2TZ1LT6HL2L7u4I3Y6uQg43ls3ygXybGy2SwO9bn9sZikXamZ+v+PAxMp05IOTu0f6p0MfdmBD8EkvwNO2byvWJinv8fFyPRzIv293ogNwomw3bjs515jkbPs41sx3+cXr7MexcOa7RWWGcB6O+mCtgDmn92pKSro61fnVJq+0GhMUeNyC0BfFb92n5uYkFlMGPM6Jsid/BWeFvjx/gb3gY/sbNcZrHUR96nJZ83OrJHc/Twb/wJ3pygWmHh13uw98ZzmMaNrrash1LX9i07nzoNLFj73v8w5iN+cQ77kPZn3647fmt3exDmw/2Pd470oF1N/OUU88/FXvIFRaHaxR2ITuifnp1j1rzisCLiEDpzeU3y+/+jBzsNU3OQfU8Zur1GjWea2+sq3iWMo3Almc4Fn/pdD+L59xwevINn55Xl04tn9Eb6NnyMcDDnJPZtI5FRmHbMw4sMu7I8zHHwo8827E8Q5ZtWo6hh5FjyDPk56bnZpB1nT6eemxN8bJm+UNh5KJQID3Xg3w6DCJCPWPFGHxoXcI7j6WVoZjLWfGc85LHm+j4vufce+DaSJQI/UM6kC4fPOTaLs+Qw6cn03wXc+DxD7hsGjvsH+T5g9t7OScHJlseR29b9oMb4dAL4P6o08vWF+hRPtDCcwgMiQOejL8/9JiLdO/6vdNdv5siH/QSYzhsKNqS8RdFbJpGhT8i68S9l5Foq0W9bDM0JtoSu4C2ZT6hzC8MxZzKyPMNQ8878JxwEbYUbOuyySVpQYv0/EwO4NOBJOwF5k+P9s5sO52kTqYPfOg5TPrAQ/eFLbc/bbZo5+2jMi/v9qXNd7aORF8j3pb7CbxB3yH+tm0LwsBLx7ah4C1sPHgty9AWbOH3A8rL+B43IgS/M3cy8hzKkudrqTvzt2zEOvY8E3VvLDvEQf1wTU6KX1M9X0oELHdpY/gEFxmJfGCOCX5ZzEMiHy0beT83TvnYU9/zlPSriFAAjhMo6cxJhjvyo5ZC0fiW86O/MD/IHCvjjx3PNSIf4fcPLBuxe/HD+5v0HfP/ot+4n3Ty8REy0v3nSfmIfqKvpXz0GBBZeD9l5K7u+93tA9vV9K9N98ld5834iPLQ16VQd1AX+Zo69qwvCh59Fdkx0GRtqMnqMK/RI02vcR1DEaE8XFfSgPK6/eExWEDMjdKXeVfGWIF6brm+jCl4dwFRVmQAz/jwIrJgzzhQb+T7rudkdzzuIMxl2YEeAEfwIO18/+H5PvQTsoG8pRDlUSgPFzlvuyltC5R27Oo/HPaV8sO8QN2RHyvrYyFP4AU5IeoKZSILLsik609F4JkRCIU41R7wIzQ9mwk+3ve8AnYQehX9Sh+nryAz6APoUmzSHGtbRnQu94i3bZuL/r/pd0WbljGblgXE4xlpH3vsf+6+Qj9JfqYc5m+XSqVc7ht0FrWHn3E/sDNaWTGyrh3brkC/jq1zcUdLAw34X4ZO15KGEyUe+rdnGYKsSWr99D+Sz5wc3md60/jAR/zMvFyAE7KMsrPBNLJl33NgO61tTj23XP/iHtjuONKOZUiRJ8e258s14beRRcYHbIs8eaRNX/Nsz/IX2ckHxbEvyY8SLMpVLhThArb+L9OpeX82BOArUli4voBv4VXsx8LjQy3ZPuiIezxDPxBWeoIXYGbo8n2CmHyWu+Yf/Lp00CeZ60TFkG6/38v/yRi5z6GPlmzTMkcIjfwOtu+xHOH01CML8NQn9WZFoEMAvofvsG1wIXhq4DkE3u3zwZ21a2Otro9sF46UvD/uCd7DNiQdZGSZo7WUvMR2wUO4HY8zIm1k+Pn5ND9Swtgv7TzLaWQ5873oJz7eRTjKlEnUn1cTAfOSLZJF3S0y1finsZ0B/w3No/Dj2PbHkHkO2yjRODj8Zqc7zXrpdVS75SH8Bd9O/X5havsLXQ8xD4HL/28RJmUxURwZxwk8vzPrV5KLCEUTnvsMDSzXl5aHWvV7H/6v+PprK7r55qpe+9qa3vjmFb35jSu69RNruv76qjZuTLR2dZzzfGPbYwPj0LON1RijiHAXMoLM+TgvX1Ad+bZ43jNezA2NrEv4aA1zhbx32ri57LRXMo83vr6uN8nzmxt68ydNP2X6ySsux7pe/9p6hrn51qpuvLGacfig17VbE/F/0VdvTkRauIWWy30/v/76Sobng18331rLur3+jXW94bTJ73Xn+9rXSX9V11x/yjVZG2lk2UO5kT3RyALH5FqVNqaSvm4d+17Kk7rCt/ApduqR58+wWZGn+0/7f1iPFbBrIcYMuPu2c/c93th3eP5XkrEB832kyVwG7zGT/41gRPj36WfExTNgh7JfeR6ctEjz+PA0/3eW97V7zg+bfM/57+FPOvYc4wXt+9m+7+97nhmibseHZ+Udq/tq6gdAIDMXK4uQP0relg/0EXWYuX+feu6f/yFm/ITN/4Hf2/P+8a7fP975wbbumrhmvvm+52qYX2AOmjEB8y1bHi8w35D/r2pdlR/uBdPL5DLvQe29nMPwfAb6bfvDI206jU3mbfx+lfQhygIxF8LYY9/jGcaB4Eb7LvCHz6kfUEPUr627veZ+fguF/Gc50vc8Vs4J22bEbhyOBzlGy77j543TJMlMxlimW5L46v+6sC6yxZllm/0UmHoVOTZMWbi2Mc535+vXl5WyY3Wose3onnEJ11/tgb2ddokTxG1vFyeKk7+X/Xnj8R8eJ/HjNiAt+I92pD3hX/gYHmGujz4Aj++5zWl3aM88n7TgoeN8BwUvcZ/w9HH6O3N7pO2sRH2CfKHHi/VCXFHsiJDPJApd8JsJPXzq9058YPvI8xcHj07z/xfAC3nyNOIZBGYQc4s77Vxi9sG7+yr/V7NX/ifd8yT0U+Qg8qrIR7H64QAAEABJREFUv5n5S3KpVMplX/jalB0OvjPP4Mfxk3L6eWP+6sZu4+W+oKFtlSd5T8/hIIkLrKaWkYVOLfP4n5TTY1+fTjU9n2shT1yhCBcUcgJZFVxXxKd9Ev1pYFtibJsCYgyaNhbrmmw3UEdIkcHrT0WgIlARqAhUBCoCFYGKQEWgIlARqAhUBCoCz4DAH/7hH35sqJs3b2o8Hj/1eb1ZEagIVAQqAhWBisCnR6Dq30+PXY1ZEagIVAQqAhWBisAXi8CLltt//a//Vfy/wrOW++/+3b9b5z6eFawariJQEXgMgT//5/+8/tJf+kuP3ftRF//tv/03HR0d/agg9VlFoCJQEagIVAReOgSwzf/jf/yPz2yj/+zP/qz+wl/4Cy8dDrVCXz0Emq9ekb70EtUCVAQqAhWBisCLgEC74EqK3Ihqej5T+YDBmVjItvvwSCxQY0Ovez/c0W0+yPWdLb3z9qbe+/aWbn93S+9/byc3o2bxKgtZ79/m4yr7YhEpGwdtf3ionYeHuWHf7taxyoLfk1xgywJCFsYl5WLDY98/yTC5iZDjsVnQ5gcHmR6LU++zIPb9PZE2i+SIy0K80+Nzzc5ZOubaRCH/ioO7SfO5ugWWLBbrD3pi87XR0kAsxlwsLBv3F4tTI0Kf5CB404tcZMfmybkA/fUVbVxfEtdsCkh+LHQnHOVigbKLVoxcbpChs/Up0pM9GMKEo41Oj6e5IfGO24fNmFgonNQuJMbPgl5w23lg7LeOxCLPxJ5F1izyBG/799pFwo/ywzZHor2Ix8fPPnhvV2yKfPcHO/rA7coGUCxAph0PH52KDcqn0zlrDilxIZdVLjSO8qfczt+ubr7IR4SzBxxKW/SN2yCJdukPGtFODqaPpCUZL/98lc9L9V0U1veCBZmu28h8xqaoEza5WxtpYmLTg8IjhQep/2N1d3zX/ALzMACQnZf6zHq75nZZyMymW6fu82xwyCLkfRbnw9Pwc0fbx9rHv32ScmUvnz8Pv+WU097LtI+c9rH744nYBJaF1blo92wq+ioL/y8a6yvSQsYQfkTmIA8pHzzZ6zXqp0zsi0X68OHKlVEuYGdDjqH5temHsj+qPZwW6ZDGnB/f5nmS+Tz51/fAAlxy0bmx27FsT92Sm0Y+EptHIt8ffrAvZAwflNqxfMvNGB2eBeoLMu7IMhZSQ+iBHafHxghsuPbw3kFu3n7fegIZ9sHtXSEPH97bz487olsoB/wzm/JBQRfQ9aD4yFlfKRqJTT0G9NNRL/GYrA5z4yH66HgySB3RWNYrtDhIxlxKUuVe98xukKYx4WEuwj84S96h/JSd8t2/02Jxby9x2Ha9KC/1pP5Zb+PBvR3jg7zu4lLH+5bTuNxHN7JQnb4C/iy4djEU/FC6zsVfCm62KB7K2jM/DIY90e7oxmXkU/uBNq4HfhZREpm7UiWm6vEZEIgoeJJERCjsod1OT6a5aQntvv3hgdDRbArCRqu096b7zZbv724eWtcfFTKfJM9Y/++Yj7Zti9G3NrGnHP5D94fU6faj05Ff8OUMnc4mPc7bRVBHEqUR7O2fi5PnTdOo32/EIv3CL/3sM0vuM3xcCl3X6zci7EJe2JP9zcnybDgqcdhQDpqsjPIjFEuToXhGfzSbCTsITDIuN+TDafhUycBFdNpT9+0zy2Hkzr7tld3NI+O2324Mvpc25abrjsxgE0aed3YSm1zQ17i3C3YPDkQ4+ijUxcM+pW8iT8hnauycuy6OLFVeukjuXzylt8hFjaSun41th2a9jRl2wXi5L3AbGpe+sWuQHXJ8Otpl8r2X7gwlNmH5Cj60PTzSEVhEOJCMh4kTSHAX5MehyMsOez40xyYebO6GzbDr/rLlfoMMhegfW/cP0w7eNb/QfyD4guudTua6D9F37lt/PTBtWudsu3/BC4yd2MDozH2WvkQJyT8L4p+IUiZ761kRqAh8RRC46JUXPiQ1fRgbCvnOXMOe7c+dD4+E/mWszdwH4+T3v78jPiCEe+eHu/rgnV119hgfvix6w7rbumTb43L0+I5lBjIF2YJu38s5EuvvVnen7LEfuYItvGt51emjzfv7WQbkEBsIkT5E2pSRzbue1EcRoQjIUskCs+hQGoAL37M3TMhbxgID277o8+FSX+l6DDBEH9kubiybnVSJ5OidKnb0L+50vtgCyHTsecZfZUx4KuQ7OHRUxoLH+VGI9Lsd957LmLCkuef0sBtoM3QANsHR/pnnSc6E/UYZ03ahzJcUQgSIF8i629kuGU65yeTAtjZjslXb32wgtnZtSWtXobHHZ2OxIS8bIoVthJLGvNgavvCZ/pIDv8GP+cCOvTxn00nwg7/3PS+0Y5sn55befaS78LLnlu57PuiBx1TJb9Z/m6knDxbze/BobppvHgaDjtCdPMPG3LVOZSNs+B59SRqbTou8PmTs4/ELY7Z77+yIeaf3f7CtO8w/vfco7TZsMPoJbcsH5y5jmvzn+giiaq1rbz0rAhWBFwwBi7+iW1xuRGTjH3QO1Ot5btj6p7j2N6GIcMgSBZlGfChvtj9tEBES4jb6A1sdvcGYb8e6HdnEmBB5A6Grd237pyzr9LHH1ciiHd8nLHKMD3EhH5Fn6OItjy95vu8595wv9zsKS+ZSSDI3RXQl8cVzOrt6gwNJohfACp2OnhgtDzy2HoiPcTHvjG5hrNnv9LrxlA/igw/6KNN0USP842cJol3mENmk8PRkKvTvgedikfPggf3TvRcCFzDZvH+Q83A71jHgB+ZQpy+KHj32HAZ0lO+OCLvFOM1xNz03hh5CT9z1eyl0Bflgj9FWtNGh9S42m4unHCu6PqXYbdl58BIR7UR1unairg39w/MG/XZOd+w5y0n7riHnFzzfMHjMlou0E4qNYi51g/skWdHWpAn5ibAX4OfD/dOcY6e9wZ42KO18INqZfrPj/sFzbADaGaLducczwhAWG5a5LPrQlu1jwhzsnur44FzYJjmH2VVUEmWRD1qUcmbdmbfyBc+wYQet/Urdl1dHYu4Wnh+b/7GpmqZxOuFULp9O4PJl9b+ECMzTXES2UbnG8oG5pf6wEXJw7Lm35dWBJusjrbjPIB+H7iuEISz8JR+wY/IdLMOF75UzzFcyhTjgXcaPhwenOecP329aNyDHkF24nc7YtD285THijseGpc8c5Zjlx8pHx6EPbjKve2dfpPmB7WYIP32T59jfB54PPfF7ZPo65YOoQoLiC/oFde173LHAY2Uo+s/E7wHGE7+fdN8iTBg7lWparxnXTAhv8fAoyaCBnXwwz4yu2POYCSyYc+PdD/0fog5ZVmOAnCg4HC9w4HrX+mPbzwmHXvnwzp7fI+3pwd39nL/bR+cengs9AP7UNUuUhXEhFmfeTdmXTehL6sSc68B1ZF6W9p9Yfqy278PGlqVg4yqpe8fnaIsUq6ci8GkQiLYjwUtFrszz45f0Ffh5++GBNi036B8dz6NvuYe8oK/sbR+JeYgk26jMG/EeEZ26adlCP9v0fPWm09nyNf1v3/Mg5MF4GpkIT2dfoBIwOW6SS+Yzve1PRKg3CNFXRrYpxtat2Jdjy9Cx/cwdoWt7tkfkg3qF3YhQz7KD+4Ua0efw0//8OMUR4eXCWLLoscOJhPGiOIShf8/adz7UZR/ZYlse+YA87dxt2xY7lh3IEGxF5Cq2Bthxv+C073fI+2X+znMeD1ucCMu8Tpl7mGrevu+JRcFCEbG4qp6XD4GIUM92NbYz/I1uuEzw/sDzpL1+T/CxLrODmdVn8jW3I0IRIakl/Cau8pbQo9CcLiD6pm8JPdpzGYbWT0U/D4RNv8y7Q+sm+lzfYzknRfAniBI8cateVgR+BALJMf6xGBY8NbRdCL+tbSxp3fPQzEsvrw1FP4AfBx5zhmW7o4g4UDJ9+Sk5hR3IDie8DeXY8vBM6Lsdxo6W1cwpINOx5WaWucj7TJOIciLlzKv68/IjYGlYKgmD2efmV0QInuv1Gg08jhuOexrZHhnZDhlYTvLBC+RmSIKI+hgPSQoeCHkrwWdT2xPYRPAdYxbe4zBXmOMJ86GD5pnR+IHyzmf7oWyZQuuhXJQdYtzB+IM+t3FjKT9cxUev+EjVm9/cEB/lyg9yvbGiqzeX8z1Rjtlsiw2GfaE3SEeU1emDQfYnMvQ1TjSN+tZf9GPe+y1Nhjn2493T1ZsT3Xh9RXwo6/VvXNGbfCTL9Fb7Qa437HL/ta+vZxg+qnXDZbnmOHw8q/sY19Vbyy7fRBtOb8Pl3LhV/Hywi/+bvs5HvEzU7dbX1vXGN9bz419vOK83nC8fILuZHx6biHJNrPuGOUbvqbGt2QCa5Q31E658tPWz76U9aUvmY+FX7NQjy1Lm6figzL7f7THmXpDnsrGTsWsv3yv+k3yHir3Le0Hm++gH8P7UvE8+hrXgGMV57Pdp94x/yvjzmc5Oz/PdKGmTB3MS+x6H7EH5P7vHOVeS19yD8v6JdcNxEnqBuvGum75J2ei35DGncJTBfOBTUFc+ns1mM1EP4h0yZ+25BOYQmFe+53f3d/0OknePdzzHfNfX9/z+k//3IUw3V1PGFIc535C6ivfzjLmgHIcdlzoY5w5j5j8ZdzAuI06OzTyvXcZz+563eWTyPIbHHQ/u7uV4j7EJdeX/ls7yAzqz/D84uX4RIZ+uWpiePA34E7eiCfXSduyL98Zj24sjv98fWKdzv/HziFCoHJnCxU+5+QL8UmTGsa6K+rZHsImxj5nDQnbyDv0KH+Sy/YJ8BIO+cSE8lDLDwiN5yS7slHS57oAEXb73VL8DkajJPpIW6cJ/tCd9iz6wZ/7mPTk8sufx6z7keazuw1zc23M/eOT7OX71+3R4ac/8te9w8Aj/cwBP0xcoSrbnE23K/ReODFwEP4Zvpuy76Oazk3Plhwf9zof6878XEHjsu18/SYtnyELjBtbMJW55/nTT43zmSenfSZ5H3fQ8CViz5uXUc6bTs2naBrBEFsc/Pg2ny+bf5LtLrr2Lk3C0R99jM/Qq40cIW6XjvUXg5+ShnMhE+OHsZJrvUoo71Zmxg/+wuWd+d0KWpRZq+3971VYKmc+dnvvJwLp2bNsqbX7kh6/77mc921+NKZouDdWjIlARePkRqDWsCFQEKgIVgYpARaAiUBGoCFQEngMCd+7c+dhU1tfXNRwOP/Z5fVARqAhUBL4ABGoWFYGXEoGqf1/KZq2VqghUBCoCFYGKQEXgS0bg/v37+p3f+Z1nLsXXv/51/dk/+2efOXwNWBGoCHyuCLxwiS8tLemXf/mXn7ncv/u7v6v/+3//7zOHrwErAhWBikBFoCLwMiDwzjvvfCIb/R/8g3+gmzdvvgxVr3X4iiPQfMXLV4tXEagIVAReYgRq1T49ApFRI4rLYqxcsHU6FYs+WcS28/AwN3xmwzAWpLLZ9Lvf3hT03ne28gNd3GPRKs/vvfdI900P7jzKeJv3D7Sdm4eU5ooAABAASURBVN8c5aaKLGpj4eDezrH2d05MdnftQu09nrFAjsWquw+PHP8gN29kseoDNty6/Ui4pL27eSwW3XWb31N+Fp9FhCKgrGL5mUs8YxEkiyq7RXFsHsGishEL95f6Gi8PNLLL4tSm3yia0Cc9WKxGOnyA6+qtia6/tqIrN5a1dmUsFoQu0u81LpTP2VyUK8t3ObPQRT1c/lxUN53lgjoWHu66fdiMifa5/+4j3UvaFRuwsQE4CwnZsIzFvB32He57u8Yu2+BE4M2GRDvg/eGhwJZFx7Tl3R/uigXJXZpsnEZ6LO5mEensfOYKzIFU5QiX2b4wPeWkjt1tgoR/urYYjnrKBcLLfbFYsT9oxDPCOJijlV97Xqizq3PnRoSoG3XkQ0eTtZEma0NN1u2a4BE2gesPm1L/S7U1G6ikcxnzSwFeGu9T2rqtPLLq/Gwm+I/FxwePTnWwe2pZcFwWv1uWIEeStp9y7/LzT+U/EQuikWX0Hdz9RydiQTWbxpwenysXubqvsoD1cpO46Uv/uHzzS/LP3WspHy7l6vVD8Nxo3Bfya5kNCNfHWjGx6Jb+yWLbiFjUgfgwJE2jS0cEYUyt/GSDCHBh8wSw2/7wSA8/2Nf923spr9gwkgXQyPmUW6k3Dq03joXsAmdozzILvMtmc8dKubV5JDajQ9ds8pGC3JByTw/ef5RpI8eQZ5sfHKQ+Qbfk4uqjc83OXXLOlgxJ1iIi1AOPQU+DBR5DLT5QNhkIPJqmUeSfFseT/dNJqZBD4nEm52dTsREF8njHcnzrwYGoO2V+8P6eWBTOvR3LZOTtYpF+u8lD1tvxtlt5DZbUkQ8noh+5v2/eZqE6HyVCN7JxMoWMoBz4WioFphmTuNs4DPUfWAaPXH/anw1PVs0LE8soNnGAV6KJjJNJdBiSQKXPhoDxzwRCufFG9p29U/eFY/PwoTbdd9D9tDXtDu9su88UXjlS9pXcFMT9xzKQ+/QR9De8suk+Ao/R5zZtp9HHDvfPdHYy1RR7hAaF5AJkWexmgWTupaHt2vFF3m16lh3mleGwJ/gF/QXP8IEpdBy6Dp0X4XSc7twR7TgRiVtsRkB/Wloepo0Ery2vFj/pDGwb9JwH8gY7aGazw0noscNJkxbFSh1h26R8YPY8P5gIBpuWAYt6G8NNyPWnv7BRLXKlyBfjBn5bx+I+zzfbuMTfvHeQdin36ZsHbhvaaIbMXxQqFOkvv3gpf9abC9+m/2Q/c/3YOIo6Z91XBhp3tqif9SyHGvc1omUa9lBPyN6X4kxc2gqFkQMb6gzR9r1eo55tcoh7EZH1Jh5U+KFNIJ/4J4NYRtkLT0Cd7cDGHNm27jf0i9xcx22Mu2PZCr/QL+hLuClzrWto803rmex/Ho/cR167P21bhhMO2xw7ABtglozqzNszIgvUXlXnsyFQY1cEngMCiy658DhR+xElppn1ITLj1PbiYX6A4ERsooXOZVx8x2NkPh505wfb+UEu3Lvv7Hg8vpv25wPboamj7+6n3ka+bFlW7Fju7KR9d5h2LLIDWYP+KZsqWwdZd3d+5A8yCfmDrEEffWi5gxxCj/MhA8rEBw72Pb4/OTwX+siVyTPCdUofP5f9rqRv5S8/foR8RV8PR32NbP8tiLmRp+kj4hUB7JQ+jzOsEUq6URz/zjNH2gf79vR4KuaCGIcxP4F8xwbesx2cBJad3+5jz3ydYT6Ve5Ljzmw74hv7bjx4dHAq2iHtKtsjlDV1lUtfzlKbiOJyr3sOpPjRgwNjzgaoqxtLunJtSetXC/FRLsYk2OMD216N05kbFeJhmONiL5BuoZCD2BtJEdaNzijxs+0Hfvuej9ux/sPOuffuru7+cKfwsnUdvPzwzr7gM/gYXkSHwpdsDLbAAKwXdKR8Zt0JD5M28eBh0oCPSQ9b9r7zoE/de2c3553ufH9b9KcP3tvNDbIJv7t5mPYcYxvGldQvKWskZc34UT0qAhWBFxYByyVkGeWPCCEHG48BG48DcBkH9HwN8SyCkCbH8+/HnhmMH1ME8m/uOfWp5+/OLKeOFnNJ6OhNjw0ZG2yjqy13kF/IOIhx365lGvJsy883PZZk3j11vfXyJuTxBM/RB7xXQc5aPF8qmwtx6eq5eY1Byn4SnIcaZwNm6PSBdfrYepyx+YrnciB0y8j3+tYhPeMb4Qg+kas5b+T0Lpc7wg/lww5hqNfZybnfHZ1ZNp963u4obZ1Ont+3DYR8R86DKfIfXMDvMqZ7H5nfO860CE8bbHncRRqkhZ5AN921riAfbKAt21WkeeTx+Jn1mUuoMI80EYoIyade0iPbu22niBA2XMMcpt8jYL8xj9LNL+CnvYe2K/rMLbjNwYa2zHdRzK+oPYyZTzlJRWOf80DvnnqeG3uYNtt139g29rQBfYA22qLveH6Sdk4bwXMpxbY9Vvaftu9sd33H/YW+gz1LWtjDjKWPDk/FBqPY4JSNUoWLsXDDBXLlKXuxr+YuayjnVczPpe5DMa8Cr0/8voX6D9wPUnZIapNTPV4kBD59WedEbXmGSUj4mjlIbGjmKpl76+Qj/IJ9zX3CNJYnES3HkAZ9xW7Kx0xY4nFE2EW/SMz301+OPH7ca+1r5OB9zx0hux7YhffpN5vWGdv3D0W/2XUfSdu5nfffY3xhu5p5Su6jg+hbzO1mP2rlI32IdO/7fXz3ToCx4pb75K7HnPQryjObzl1GlWNuJExcgEePDdndf6g3eKAjwGLid5VcDy076GMRpZ7hiMDQjTt8WU4emKKRwvKDfgoejI32LO93Pdagv6MvweDDu4/y3dCW5cmOy5r6we/6qe9iLGxcdhyPeoMjuLF5NXUmDfTFvsdh3Twc+mnezsWFyyIfoRCnfFCmJI/1gQDZ2fNcI/yAnFyaWH643qt+h79i+UH9B5abTsHVnbvpHcunk6pnReDTIwBDQW0K8OT0fJpzCPvIDetT5AP8zvj8w7t7wqVfw/P0EXRrkvUtbsoI96PsY7ZR6WebuJYF9B3ikTZ9Zer3kuhQM7VLUBi69JeLQpW7fszp25f7Cpue0zeS/I4Ul/6DXdlgY7incGZUywPuNe5nUM+2SpLDkWaEE3dA8oO6eL51cZYgWVw2X0ee8c6HeYxOzoINNjzyBBccdozHDjIlZemxwG3XNgzyhOfgA7b3sVstm7nm2d72iccJp+J/D8inYNUVJ9QWubtR3ZcAgdRprkfyoF3auMe7Tus/+Bu9iH4YW0ek6/d26Ma+w6DvHKU9o7hdQuUqf0nzMqkNmg/5IY4L4jN5nf5B+gPbsPQvyrHs/oaNi92CzctzwhG9UkXgMyFg/kMXQREh5qPhs9WNcc5Fr1wZeXw1En0AezF5z3YyMnuOTWXGxUrqyhAtgzspQYSDCHt+NmvnEU489j80HanTT2d+NrMdN2vTJL3gR+U3vfXn5UfA/LioJH43P3zUNFLP9kPftvnQsnG83Nd4aaBB+yGqiFCyih195AhFhO+azK/wGOMGxirwJPNJSadTj+dm+X85DtzGSR8/z4eo0yKlEH+Ny9a4Tw2sV/g/WeYy+KDMtdcnuvnmql7jo1XfXNcbJj7IdeP1lfzYFe+IJoxZrJ8YzzCuaZrINMmGPu3qpl7hWuTj54Trd3NH+THmcX7ca+PmRNffWNGtt1b1+tfXxUfA3vzJDUFv/dQVu1f0xjfWXZ413fqJ1SzbjTdWdd3l4UNbV19bEf8XzYe9SOvqzeXFdd6/NREf7iI8H/O6+dZappV5ZT5X9Hqmv6ZbLgPhrlxf0vLaSEO/q2SM3jMPROPxrEyunE97fPEKnMhQ+PbM87HYqYyzmac7eHSacpQx9147j5Aufsi28OLaYw1kLkS8o4MznXi+j/9pIe1ZyuALMCO95Te9Cv91vuLSAPCXRbdIg7R4p46tzrwIcxJ7HrPvXS4H5ero8n2Xj/e7xOF9L3Prp67veb5jdd90RrR5OGsoC2NPhH98D4yg2XQmcCIdxgTMK/PO857f3zO3zLtH1jdwzXwz8ws5V3Nvz/PbB8rxE/MUHpftMB/heQnmLQsd53vhx+pDHZjL2TrKd/67Ds+4gjHK5r0Dv+PcE/MXlynHHh6b0BYnh2flf4uznq6k6xIRioB88dg5zz792C1fNA6b8nHcs74eaGl5qJH7zcBzPfT5xjImmpATpckKyU7Jzr6v/umaZ93z3YXri71OHbFZVmyrdHYLcoMPcyEfR9YThEM2Uneqm2NKM5JPzJOkT177ILkFKQqWM3eEmduRcST8y/8Q7pnXGbNDe54bo82T7N/zs/3WhadyzMoYHzJf7bvvZF/dPxNze1PzNmWlLSNCPqXQi3dQZlNEyKfCNUBnJXaerzj1e55OzoHhvmXD/qOT/JhgyghfX3bzue/ttViC447nA7b9HoL/jf3Qffvx/neQNihpIwOLjDF3uP1cFEVES1xdIgdJJrTrszxw2KZplP2vHT+OPV5kHNfzPAhtped9mHlnnudNG+b0XOAFfyD38HcfWYTXM2uX0Wd6k+EdHzcdKhJKG2vYld/jzpHfHXLdt21CPVKGkEiUZOpvRaAiUBGoCFQEKgIVgeeDQE2lIlARqAhUBCoCLy8CBwcH+sM//MOPreCbb76pyWTysc/rg4pARaAiUBGoCFQEPjkCVf9+csy+mBg1l4pARaAiUBGoCFQEXnQE/s//+T/69re//czV+Kt/9a/qjTfeeObwNWBFoCJQEXgSgb/4F/+ifu7nfu7J20+9Pj091W/8xm889Vm9WRGoCHyRCNS8KgIVgS8Sgd/6rd/SnTt3ninLn/7pn9Zf/+t//ZnC1kAVgc+KQPNZE6jxKwIVgYpAReAVQuDzXKDEYqlPAOVjRXHcXCA4nYkF6CzYYpHg4f6ZWMyWCwA3j7Xz4ZG2HhyqW0DKxkBlE769/AAKC1bvv7en4j4Sm4Hdf++Rr/f04Lbp/Zbu2L2zLxbAFmr9+fxRhieNDxwHlwVybDy0yWZlHx7mQtfD/dNcXMZCMxYfUn6qzzow3CTXi0VxLOCDygJNiYWXLNBkM5XJ6ig/AsFizXG7uCwXp7IwNTKVT/TTNJEfa1lyWmzgtX5trCvXlsTiz43ry1q3n8X0LKofjHpiAVuQl3zM5xQ3yVeLk2pIfjaTptO5Tk+nOjo4z80vWVDIBuG0CRixYPjB7UcthnvFTVz3lM+M+4dcZxu093wNzpcXHT8gnMOA+c5DMD9ZbEbEQj4WVYPpopAhPYa9fszh8ESIRmpcf3BgA4DEvt/kvfAzhdOB7Hyp53PI3M2b1SmLMhtRVzaxWpoMxaLgtY2x1q6Mkx9HlxYIh3nqJYFAn+RIfsofc787AfjNzue5IRYLZFn4zoZiWw8OcnE88ig3pr+7r/Tf+xzcdhM0NuzqNh/ddv4srt/fOV70ERa6sui/q+/l9mur1D36wl1DWWQMHuceEYLHer1G/UFPo6W+llcGQk6tXhnYq71FAAAQAElEQVQlb7KZK/fGy/3kW8JGlHYhMdoGeYArHzyDZI7n3tTtxoY66Jajg9PcHILNFvmAADIG2YWcL/rAcsmyJzF2W+LynLZlY0n83CPsk7Lsw7uPRJjND/a1ZYI/yGd/91iH1mds5I78zIXVFEwcADFHwnKhiFDTNGKDuAF4jPtCV6ysj43JOPHgGhmfm4AMew5vMFTwKMk6PSdb/HKachjlURZIT3OTCzajgG92Ng+1af2WC8Kpcyt/s45gAfl+YpB+MHJd4UfzeW4OYd1IXdlggnqiy8mLdnHlMu/FT5aNH8ps1w9cbbFJ3sB6aWT5Q5tP1kZZ38nqUMtrJsuqrLNxIXxXP0ev53NAIMSfFJb5jcm+3PyHDUzYkAO5hz0GXyPjLvNH8e+XTT3MKx+aN+hTUHn2KOUivIJO5+N0+7sntiXObEudC17p+rJ8REiQugM2gXzN/WjkPtKkPBgvD7RsW2piHlkyr9A3uDcc9S1TGsFXIXitEPzYycfG+r8Pz1m20K9IB9mztrGkVfRhy3O9XuPyhKJLx/YQvA2Rnm/nCU9yD3sP+xCZQ98Ht53No/yoWYfdgzuP9ID+1NFHMNsTNi4yhziJnfsqabEZzMnRWW7qMj2fAV3mX37mpUgujE9RV1ye0a79QaMhm6KAGxseuZ9R1xXXFwxGlsF997GeeYDwAnAiQ20b4H0pqK1Pi1hWlTrT3n3j1Ld8HZg/kDu4fePSmGey7gkqCUB550f+ME44PTlPnof30dvZl6wr6C8P2k04kyfaPsRmv3kNj9hWTr3vZ/ADup+Ngo+sW05Ppppaz5FHFitLElmf9NafikBF4CuLQDylZKlHPObGXmTzpFPLDvTwoecfmBvBdmMMjhzZaTf2YSyOnti0TEFGQClbLD8uy5fOj35GpqRruVL0zZ7S1uPa8XjWyaDOJc2H9w6sz8qmQXuXxx9n09Q5T6mSqBPKCRkFEabI20hdjV5C/6CH+KBm6nHrqoHlcN/yuGfZG9ZLxOvi4//cKRsof2xEODdnjs1yejy1PD/1vNBJbp60YzsY/NlgKfW2MXxoG/kz0cfFx14gfVzb7ORH+zMnA1+wOdTRwZlOj8819fxaZwe46B+rF9BkPKeN5Or2PB8C9mPbBMxTpW3keaSNG8uCyqaLQ409ZmNei7BNrxEmA+l0BGj4jdzF6czQV1PbL9hKZ8aSTfIYQ7Dx/47nfrY857fpsQn4wXNJrd2UPGz+TJ40DvDuR2lP6NAcq1l/EvaB3Que3jev73v8U4jxPDqZvMEQvuYja+DI5ltn6Nmzmebul1kf12FRIeO18FdPRaAi8OIicKlfRyM1TSNkYb/fU99jgIHHljkesF5iTj9lnvVSRCzq/HT5EApC+IeN6JB9yGds+D2Ph5lDQeYhy5FVRd7teRxo6mSdXeTXxbN9Pby3Zxl2kB9TQWZhI/Chg3PLq9nMg1XnF1k+Z+4y+rTnczw7/JxRRIi8mdNiHMWcM/NZOeZcH2niMXs3vzf0WKvXawpGBpBx2cJmcHG5trM4Z7O5ph73TK1DsI+Q0/s7J6mLkeUL3QFmlvtgCiV2qTP2BNZp76Bn23vgm+EcD32RZD/x0EWki67F9trL+b3TnBtmrmRq3YD+bML1DhcVsvPKnK5vuAV7TajPxsrYDm7jCW0Neb5hYqLNsRn6tusiIm1D2pf2XtAToGHDTN3ezHGzSeXh3pltr+Pk+837++4D+8p5TLdV1360Je2W1N7nWdoFbvNN28qb9+k7R5kWfZE+iU0yM1+RZ1cMs6S981JW8zjXkG8qwvV1XajTkudVqCOEzbSa9R5q5LnNgcNEuL6O5CT8y3nh46rSS4qAm7njF3sVriayEf1BP7jMO8zH8REm5CPzmjkWQj72M9bjPGiBk+mSKGkSxC736C8X7z/O8v1Hvr/CtjbfI8+yPzD/1PaPiz6zb/lYZCTvNpCV9CPCp03dhkc+Egc5WvrTvni/Qj77T8pH+hQFc/mePN0t1FhuoAPAY6EvLC9W/A6E/rRsWYIOYUxSxhulspmkf3wusOnSJ138U4+DciztMdGhx0aUDRmOLAeHrJ/HUtQl68fYKsk4uK5d3R8YK8IQZ8vjk+3uPZx1OP+/0L3/YB6Y8pB3R5Yej5UvS+8f6k19aGfaPNt+fVjegbj+y6sDgQf2hlwh0k1ywrh26vkyIvCF1clMSF52zF74dH4+zfmDtKvcj7u+wjj7wSV7KuUB/aTtI/SNjsoz9x/r2i3Pjyze/Xgei3cY9EfmUtwpLMUyW9i7eNo7hb/nCv4+Ih8GKn1lpLQprGOxI/u205EjXV1IIyIsXxr1mNewHh7YfoeG2PP2930vnL44iDDHY+pce5885y4jQWeWLdgNR64X72h2PCeHDYqMAIv74NXKDeRIkvECn46YiyP8JjLFWGHLgn1nV85sW2IbUQZXRYZD9Xj5EYC/aGt0RK/XqG/eHtkWGLXv8CbYl34Hiu6AnwlT+CP0WQ/y7niu8fxr332E/kXe48kg/z9h2XkzX8v8bd99i7ISh75Bv2b+77OWo8Z/tRBIvnOVEb344efkvXFfy7YBk+fTLhpq4vEW7/2xjwjTyfBwfIvnwn5OKPmRe5eIe/DqzPKb+d2cg7Ydt+d5BOaikefMpSDb0VXTlMFOIBO3W89XCgF4satwsoAZMyKUstmyD/nLOG7keQ/k4cBzINjsyM6wbQHp0uGoiyvSZk5rZh6bMs/hd2mMJZjbgjeZk+A+z5mXMEs7bvm157mclIGEqBtlLWPTnuhbvANa2xiLdz/Xbq7kh7fw5/8XX23/Z8a6AD0EBgNsKmNC3RsqCskHRb5MvpWnMyVI0zTqOR5zJQP0nPv8mP/RmQxzPMTcIR+3Wbs61vr1JV25MdHVm6ZbptdW8iNc119fzQ945ce13lzVLdPNt1Z186013bJ7K138ULl/02EIf+ONlUyDD3Txsa6Nm8vKOvrdF/kyDmWOZ2RbkzpSVrCi7EL56dU7kKHwKv//xzszbODdzUMxNt70HBtj6ySPA7Bx09/NtzJ2sH/Tzwi75fDbHx6I94CHeyc65n+dTqea+t3bzPPZsM6PhDnAP39a2T/X7LJ8d5qPdo5y3nCLeZC7B57n8BjFZchyuRyLMqZ/T1xn+Txngl2/u3nkuZRjv/89E31z6nkN8kh7x1knP7iQYaI0HdG/wAo9gl1P3Ziv37fO4YNIpMt75G3PKTAvCR4P/a6d+Zccdz0xZmDswPgiXZefcQXzMF144lwmwiUxHunSsp8w5Lfj965l3uZER/m/ReceB87yfwGROaUeoSeqldUGbOqXOldSg73odyZDj69GloddH0aOYC9yL/uPw0WEfDrWxZlpXVx+9X0wJtSWtGlCyH7qOBoP0m5BdvFBQ+QmazKQJ4xfU55Yzg1s2zfgofYwCPBLId+7lL6vfuwJphHG1iFpP/gOPcL77MO903xXsunxJjzE+BPeKO5++X9Oz4dxj/H+fdbFeAx7//YjcU28nQ89b759LHgYG2lqvRXOi7o3jT1c2HnynJtJqIqrB9uYf3zHN7p6ct+X+ezJuF/UNUU3dOZL+3zOrJfBjnpiJ+7vHFuGHAm5QL/rMKQvfZT2ErOcV3R/A7/7LZasVeJ6E7lnecR7wH3bnxeYzsT7wsQmKx8uU3ou/RitcgrseNCY/7CH4b/hUk8j61DGbGPby7iM4/rwG5XU8z0oA7IavJCPYHbq95HQ2cl5fuCP/22a+R0eOZciBN4FuTrFb09EqJ9jz74oO/Z+yg/bBz3bCtlnXN8I0oBUj4pARaAiUBGoCFQEKgIVgYpARaAi8GIhUEtbEfgSENje3tbbb7/9sTn/iT/xJz72WX1QEagIVAQqAhWBisCnQ6Dq30+HW41VEagIVAReGgRqRSoCFYHPBYHz83N961vfEv9X8SwZDIdD/eIv/qIi6v8XPAteNUxFoCLwdASuXbumv/f3/t7THz7l7u/8zu/o/v37T3lSb1UEKgIVgYpAReDlQ2B3d1e//uu//swVwz7/iZ/4iWcO/5UPWAv4lUaAJQ5f6QLWwlUEKgIVgYrAl4wAc4YdPc+izJ+S2KV7l7xPCfj4+roubOdGhMIaLlhYZfLMZy7bY8KUxbgnx1OVjbROxMY+Ww8O9fDuge6/v6d77+7qzg92dPv723rvO1t699vQpt759qb9kK/fxoXsb5+/m/d8/baJeN/Z1m27d76/ow/e29PmBwe5aPFg90S52dbpzJWYl3KGyxuimOKY+4eyFspgnuzlpkSdWBi3tDIQizBZTL6aH50Z6vLiMjY0iXCi+mRHNBIL01hkN1rqa3ltpLWrS2JB+c1cgL6qa7cmWr/Gh12GYnEs5Wl6kWWcTWdiwSYL5LryK48QaUdEXmk+F+FYTMdGFSwcZBNjFiDyIbO7P9zR7e9uGfNLZDzfzXbwPXDuMHcb0Fa3v7utxPv2I+O9X/B+ZLwPznPhHmUi8ywBP5TFhJf7H0+0yMc/5YmTcfuRUii40f6m9zF/ufMi/bqpFsW9QCIUEer1GsEnLAa+cm1ZV24si8XCy+ZPNl/oD3oZJuiH8uEESnr2+PJlPSMiq1Z+8bb8fjbV0cGpWKzOhussSkbmwO/InfctL3DvWP68/wPz83Om9y3b3ift723r9ve2UtZ98O4j0e+2LAe7zQtY8Mqi669kK7WFah3AVeLsn8ZyaDDsWy4NxCamaxtjrVt+rV9bEsQ1C/kHo54ikFluFyeUsipFMteQ8nCSSvJP4/DcnFrGnZ1MLcfPxGY7bH6weX8/Px5474e7umuMkUO3W4wTbzB3Wy78XPs517Q37Q8f3L+9p4f39rX94aHYjIKNJE4Ozy2/ZikvXYy2PJEu5ZF9roIVhU88IfmWKdT0Q4NxX3xAkT6aOsOYINPXro7dV0eJFTJcPpDJhUiLxCA/eMoJZtPpPDcRPnh0KhaAsykli8o/eG/XvLWt99s6ok+pK5S83fI5vMfGD7sPD1V045lOT841PXd9nXUL+eO5+z4yhHKyWSUPo5HY9IV6jJcHWa9uwwLanI2X0I8sKB+kTAolRrYMyulEVY/PhEALYTShxtTrN4Lw0448pl3R93s7x9pyn2HzgQ+sr+++s2N+2TG/bFkubZu27Df/uJ/csS1w951d22aP9OD9R9q2nNpzfDYhYTMS0uTjBsojRF7pvfQDr8Ir8A3PKVPPugt+gS9W1i0nri9p/fpyyo3xZJgf6mpch6ZpnGY4NciOK0JakL1ZV/Qc+q7rZ2uWOWyWAQ8WfTgUz/uDRo1lFGUg/sz9p9skAT7kfqFwns4rJPoY9czNL2zPoDu27h/ogWXFPeOC7Ch9yni5vxW5Y//3txLTe8b2vnFDxm8/OMgNo2mD8/NpyhTq4JzydHbpUhYZLJ+in3Uuz/vuP+OlgSarI1G3NcsRZOsV8HO92ehsOOrLsLXJOAefWhyP4f0VqQAAEABJREFUXSzuvogeapJkgGhH6hDwfq9Rf9jTwDiMLH+RSUtsPGjZNBz3RL+ICHE4aosTMpc7F0SIJIf1mQ+m5/OUkUcHZ9rzeILNbx7e3Xf/sMy1/kGfwA/wQcpf80Tn0pfuu78tdMzOidj8aGqdRpkG1ouMHXrm0cYNSF2SEbvMswT1pyJQEfjqIoBE+qgsKeW1NHFf9qloyh1049T2VqdjjvZPxXh8d/PYOvow7dEHnhv54L1HutfqmzKO2BH23Pvfa13r6rzuXNvBj11z3zYwuhz7kDQ3P9gv4/S9U7HZDhvvTK0TGauXWlBGlxnHlLLSD4runKVuCuQtdq5l18hzFkvW3Wx2t+p5EfQTm1She5FvhI0o6TkZp8g5F+ni+zwoc3OexS05kDd5Ul908Z7lMDY/Ovq+9foH7TwUY8CO7hg76Mlr7n162vGcybawz2+340HGIWyeRdugW/Z3j5VzVrmRHVhR+lIPVys9nZsX+djh8oKfUOM2anpN6kTGX9gM116b6Pobq1psWGjba21jKTfnpb2IIw4DBY8mT8ycrq8XDRZq1VMo4OcofD+1PgPbEzbNZ+O87SNtYjPd3fM47ZGoI3qS8XbqRnjzSTLeiTX3rUPBCH5OrNMm3fHc3q7Hznva9Pwe7VfGbKc5JiL/LDN4QJLL6gL6VEfqjjZAd1ndisALjMArXfQnunK4r0eEwjKwZ7u6P2w08hhgvNzX2OOBkccHQ48TBh4bYns3DhOBHCuyDtkHqT38SHIAXIfITULPPZY7PT3XsecW9z02ZpyXY2vrkbvtmCDlnGX8+y3d7saHDvOgHR8i75mHOfU7EmRX0zBebXIOl7KhQ5teI9/WF3PMLepbsuyPCA08rmIshX7PcSdze4w9Pf/M/Bb6ZWhbABw7VYFLfbqx7OWyO0ngFD+Em16yhQ5sl+S8luX7A9tA6I27lv1Fd3iMbSwZa6EX0BULv3XGbeuM902EJQ5x77djrx3m99xO2FqM69mke+b5R10+aGCu7frE90oQbcBYmraiwvAddh3tupjTdZtv3FjKOd3J2lD0oZ5tQNqQwXRJw3xjTNP/RJ8k3YgQeWD3Mpbe91h69+GRdfl+zq3QZtmubsuF6/bETztDhIEv0P+7nsPct61EWqSJjZrtxg9Epi3R1oVcxq5sDkMdqOvE793WPU/L/NG651fgaz6utOw5F573PAdDUpT/4+rH80ovLwK0e/J6V0XzUUSob/mIXmG+f808BP+w4fgG9rV5aXl1qKH1TWN9lPGdEPoFfsQtVBI1SyrJP43T5i629eL9B7b11pHStrZsu2tdctfzjcg8+gnyL93Lfajzd33J40T60WX5uLCl/V4hxx5+X478Jv8klyeyZHlVflz/4uG3XFDH1BfWs5P1kRIPjzHWPE+J7qBfoUsIE1HkQeJgXWNYUMJaHGEf1OXrLJi/PbGu7PRE4nBnL8cFjBNuU1fqCeFvCXyYi2MczFzcjuXOvuUPsuPU75b4P4XMP/NzvpdO7iMfwYP+z6OISB09sN4be56Ruq67va/4feya64vc5J3syPO2A9sfPdsY8rFoaxL1dT0rAp8aAfcH2JU+17ON2Lc9i70YjfuV+WvqeR14m76ys3kk3vvx7mcxp+S+0dlMyI3sO76HbGA+hLD0lV33FdI49dgeWy37gdPPbul+QBkWdXCZUsbRnyFfh+cJerYV6AcjzxdhVyAHrtiGvGK7YmLdy/0s+6XEyIJ0w/Xh2cBylnkKbA/kLf1uvNwXfbDv9F0UEccavnUfFyeZltMnXEQoXC7C8z8x2IRspM37+GLL7y/mLHi3nDIVmWJKnNo5OGTvA9vyW7ZXeS/N++kT40Q/77k9smz0f95rIQPC+Rq4oDCVXkoE4D/6gLlvUT83uyD4eLTU08Q29Lp14lrH/+ZjnoV5nXDwB+lAMLO70SKtp3ku7jmGmRr+g+SEGvMdfWdkXcT7UvQv/8/GPO14udgm5E0aqd+cmU8uK1UEPjkCyX/mfrtERj8NPH4a2gbmPfYS7wtsE2MzTSz7x7afeIb+gle7PgAPmptJ4qnEc3QR8hs9x7w+43s+WMH/x2Dfobf4v4Xzs6mSt52Su4R/JfqZ6vGKIGBOgmHa2tL2SZa3yD7kIzyY9oX5NP227fnfNuZD4OGIjnPaRFonk/UP8nbmwQx2F+8imJM4PZ0K3kvynCHPGMMwniB6xNPT5Nkno7Z+To6xBn2JOtHfJtY1jEk2bk60cXNZax6jIv8Hngel7qVu9FeJORS6LXVJl0K4bjgfIe63hCMrvUU8R8600gZ02ezOTKRBfpRvaHtu7HHisudYKBNzL7yjuuF3VHx867Wvr+v1b6zrzW9e0Vs/afqpDb310xt686euFPrJDb3xzXW99rV13eKjXK+v6OqtZa17zM34a8lpD9yW5NU0DVkry+dypOsy+gann5Ua2PNKnfAi9ip2K/Yr82o5j+13z4wDGFPn2Jn/H/TYIO1gu2kT2xbmec7Deo72rt9VM9/K/0rtbh0Lexq7mn5APgBt9hSC9zLbp98/5ZnyoDVoHsYbpIEcp3ykzYeHmLsg39vf3VKOYbJM2/lulTIxV0hZcanHPZeN/33kPeu254LRDUUvzDyfb/4kQ4VcDCmkJF06uOfL8jwUUci3BF/T3zsdhP7hvSRzzpt+3w6e4EIZwJJyU7YstzFk7JXv9z0vk2Xv3oPiul6EzTAOy3P+55V5DOpC+uCCvqMdKcfM72LBzkWUxVspqwsapjxd147/02XO1n2CevAceTe2PTqx3OB9/sr6WMxtTayrsRlHHsP1PaZpek2mTRy1iZMvciDvvVA/gHKpwL7kCnuE8ebK+lAbnt9hLcaCXlsR/3O4emUkbBjkDLYLWBAdewNMcRNnwOEBCX8MASPtFhFKkeUbxJ2ezfIDckd+30R7b/L/Z37PBF/cpg+wVuM7m3rP9O63t/RurtvYvHDf3tI7b/u5wzK2z3G95wTo9/n/aE6fclPfiFBESILcmm2ZKb5FvLI+Lb/g7+rYueg2whINIo6+sCMUUYi6kO3U/eH05FxH/P+e3wFtPTjM/0lAhr1n3N77zrZx2zJWW+m+Z/weI4cpmBJmU7cd/rbH//RlZMrDewdi3uBo/0xnfieIzAILF0PRqC0PrhYHbVoIfC1/jCfXCon+N7JuXsZGdp+buB8ur4408TVjN2yUBa8tUnw+Hsow9bzR1LYKc87M+YBdoanrN1NXP3KMcIF9Uu4k/3DLjnBpA8qKzFi23V/kx0DYJj3PiYQFFOFEGiRY6VMhUCNVBCoCFYGKQEWgIlARqAhUBCoCFYGKwKuFwP/+3/9bd+7ceWqlI0J//I//8ac+qzdfbARq6SsCFYGKQEXgy0Wg6t8vF/+ae0WgIlARqAhUBCoCLycCt2/f1v/8n//zmSv3p/7Un9If+2N/7JnDv4gBa5krAhWBLwaBX/iFX9DP/MzPPFNmb7/9tn73d3/3mcLWQBWBikBFoCJQEXjREfi93/s9/f7v//4zVePNN9/UL/3SLz1T2BqoIvA8EGieRyI1jYrAVwSBWoyKQEXgi0DgeS9UyhVyn6Hgl1fadWm5jBGhJhdX+UIsMlMuVGXx1unxVCxW2985zY+IbD841MN7+7ko7t47u7rzg12xsJCFcWUhIQvftvTO21t6920WFdr9zlZZLGf3Xejbvtc+y8Vzvvde+4EoFr9u5gY5x8qFqofnuSieokeEfKr8qBx+4FOF5nYvKCI0HPXEQjIWp7KxWLdRHxtujZf6F4vLoiT3SX4jQixMGziPXAS7OtTatbGu3pqID3JB+NeuLeWi2NHSIPMD61wMOZ2XBcUsqqUCao+w67R92qNcE8kCeRbssuHa3u6xtj88LO3w3iPd+eGuwA/837u0mPM941rwLu3A9YK+uyUWF4P3w8T7SPu5oduZzk6nonyZuQvhMyHHlcsW/OTDT/oTEokkFS/XXPpKkp/rxT8uN2VXG+rY6zWCB1ikyaZ/bGLAguClyVAs1GQTqKYXpS/q1TjAhZpGBI5pLvBjcen52TQ3BmARc8qc9x/l5n33Uu5sKxe7f39bd3Ix/I5YpPt8aTvzYPE9RH4spucjStsPDvQoNy44E4vpWcSbPdVy1afrwVnqtKgat74M6grUuS6QT8FrA8suFgpP1kZio7W1q2NdubokeHPN7vLqIGVoWD907VIWbdNOkHy0CYe9pogQ4X2V8g15cnJ0pkPLFzbsRb4jd+7Sjj/cSTkEtuiRDmc2f2dDhu7++9+3vMq23lZu0vDurnXQbspAZOGjnWOx8QP5wDeztkiUISlCl8XL5cf5yD8990/0xXgy0GR9JPBY3VjSmjFZMxboDp6xSFk+aPOkAkzybQprP3Nyigj7zBXOjCDoU3jl4NFJflhh8/6B2PCBRfbwMHXM+n+v8N37ri+bPbCRA3UmHP2ADSlJA13AwmvSpb9I5FcoArfLe576vJPpjZ/1LGcGw0a0/cr6WGxGeeUGdV0SvMB9FpaXzRtCjuLEOF0Z1eMzIWAI5zBKyLiGGrdFz7zHxofYBr5poOdp9+RGBNvH+bEPNvG4b33Pph7wRvIKPGLKjQbtwkfwyr13d/Tg/T1tWU7t7ZzkRyLoh+fnM/OC8sg2tS/CBbELj8JH6dKB8Pg+ZersHPhixX2DzRgheIc+gRwhTOO6kNzcSRI903NayXuuN8/pP8NR37w31GR9qPWNsdgwY+P6UvY57LXkvUEj8pYP4rPZAP0t0wU/35dC5BdNiIMNTajn5Y1gOnmD3gAbMOLDKLe/tyVkDlji0s/upVx5ZLmypy3bWPuJ3VluZEBd6OSuhkR2kLKpuC3KmGVzfbHX5IJR15HtTPrUquu5ZnnC5rZXri+nXGGDy4FlcETZiLNUK7nDKX8u55eXKMA9QbQbfD9wWyN7wWq03NeSbaKx5fDAfMImF9EYZ7UHaaTXOC38vkF7GEfCRssP09zQY6qjg1PtW0egKz70+IUP5tyx7kle+P6O4IHbC7lbruEV9FTK3OSFY514PDKz3V7kZ0+0b69vPjXfk6WzV7gonPACbqWKQEXgK4qA5YfPUriFp1xmX3ZnjghFhOQT/YNMOfcYGR1zuHcm9CsbH6NrkRUP7jzKccrdd3bSVkWvPCZfFnJm22OWbcueHdN2+tHjSegmyyXSQFY98NgHPZabpe2d6pSNyNHllm/Y4+iNiJBPIXcgPOgs9BLl5h7Pe7Y1BsOeRtZL6PPJ2lCrV8ZauTLyXMlA6N6UaRZohC+JysecJO1+jmdIPv0TxZUPtwv1wM5l4849y/Etz0PlB7mMy713HxnnXeMHjo/T8xwP0oZJtJ+J8Qn2wocuw8MP9rWTH5k4sa11ZtttZjvLeHluJzVXuB6mxPOiZr7p0/XLMPbyHN3VWJ/QRthC6x578CGuG2+siE0PN25O0l5f9bhkeWWQ47PGbRhFAyoAABAASURBVOrosIHgByjb3LYI7Z4PCOAMfCqCwkjYKegz5pZOj89zDMW4dqsdm6D/7jJO8xg7626eLO528mznBwuou34/+Xc72wQ9etdzVMnHd/bygwRsePfIdu3FmM14Wa/Cq20xXUYlaXEYKBd7cVk9FYGKwIuPgLu1z7Ye4T4fYtyHTEMGMjc6Xh6I8QA6a+DxUt/660JHMXaS5Z7lLcKOxCD5CMmnf/JXyERkHfMmnS7Zti55YLl0771d3bPOznGBx9I5HrCcRx+/b5f5cuZg+GAzep6xxL7ntJjTQd6G9SVyu/F4gLIxbuGa+4hbfRGH6w0E1JPs+oOe0PHod8adHV3xWJuxaLe5L3gTHj2BriUNZDH1ws+zKEgKp6vP1DKb8TYbQzK/h+5gXgu9cc96494TY6xOP6CXO39i287vgfFdx7lrfUEamx6rbVuvovNzk1jrKOb3KJu6I1pP5/ryktdXL+tZGru0l/2uJnw3ajeEXLU9x5wDbc78Hu5kbaSR7T76loPnCZbwC4Sf9oZEQ0uirSH5Jnbv8cGZx9Inae9gk2Kb0l4fbdNtlba1a7sBfiAscZjTz411D8/a901SZiRaLhQR4nCWznae88iUzRfczuf0L2TDMu/dbCPB09hKa1eWtOo5zYnvj8YDgYmc3My2GGmUNDOZ+vMKIkD7U21kHvoF3TLxnOYa83PmI/pJx0vw1tD6BhlOvEJzJR8tbGv3PZ/wGBQRIjx5YFsjH3kvwfts+B7+v++5WcYO2W+wrX+wrYWecV/5se8/LFu7j+50tvShx4WMSc/83gy5Tf6FQpSr/NjvSrgGVphaHFl866/BsC/0LJs4r7ofrXmMQZ9irhd8ljwvB2bhZFJekJYjJx64JrVHONOwn1vQzGNVynfQvv/IMcbdvRwro3Pfb8cM4HAbfWsdzPwc4+e71gkfWD+jdy+Ps87QBx4HIwPD+akjF5A8XTx1YxzKKB+0DfKPetD2K5YV3ftY6sv8NuMu5OTAbU9YkiUt+Yd0nUw9KwKfGoGOhwovRuoo7EZkknzQV5jjoU/D78x1wP8pMywvcqztPkI/gd63P20n26/Mh9z3eyL6yu7mYY7pSQtbrfRZZ+DTXUTwdek3RRxQLrO42dw+nxGRH6/DjqQ/IA9XPVfE+wvk5MTvjfk/mp7nHxxUHCV+SY/6oafpa0PP5Y+WBqLP8cGFkW16ZCv6ucR1hj4zZuuSFmleUIiwEZG3sOWxv5lHYD4h54Ww5Y3DXctUMMHOTJlieZI44VrG3sXGtBzevL8vPnpGGuAERl2ZqXfjuRjqEX4HIbI1UbyPli2LVH9ecAQWupFGpi5ub9gNPh3ZnpysjvLd3bp1I354uu/3V/RdwiWPEBcSx8LDxY8ngkMO2XO/ou/Qx8Z+H7Zk/cvm6PRDxnXYv8gNB3Wfdc+xTZJjOG5Uqgh8QgSS7SzYfGZMbB94e+QxZcptzzfDeyt+ZzDx+KrjQfpG0zSKcGeRyQllGnYzoaf8YLPx/winJ+eeMz/X0f5p/r/Xwd6JsBHRfdiLfID7MXs283hKgvXWsyDwgoZpGcmslRUwDzQer/T6IfhzOO5pZMJFJg5tayA3e8zFob/beK0jwaPy4WThQ+YG0Pu8Y8KmYAzFuA2CR6Gpxy+ESb52VM6IixS5/vQ0zxJRJ+oz8LhjtNzXpNU1V28sa8OE7YX87+wmwpMndWB8kzT3HQoJWRnMIfszDC7XLVljlNNx/CjHSpmG9Qh1TfID4qJgGmOZtlFXPsuBNY+bKRsfu7nx+opuvbWm17+2rje+cSU/yPVm90EuPsr1kxvimg918fy1r6/p5luruv7Gqq76vRY25craSOg52rLf7+miji5qW04XieJQ0da196U+QxGPE23TvbPb3TxSGU/vi3lTbNscO2PrYgfb3uW6s4exiSHu3fXY+t67O7rv95ibfu/3aOtIRfaWuTn6BHi7AIoOYzyQr9OhbPbnmW00z/+ZStu8He8z78E8O3PojF8W45Ys407+Hy9loozMJV6UbTfnCPhfSeY6mDcsemGaeYCDs1dEFFJkMbofrqK95yCK8JVlh+T3Bubz6dksP5jEvCZ6hzls5vYpL3kmnp5vYY6CcmUZKXM3Z53+MsfJM+oG4V+MNxifuQ3uelyS70HB+oMDPXK7oe+yPp7HoC70v5AULmOkxz8+5WPufpunMYbx6ZeEhwjS93z/2GMs5jCQFcwBTzy3NVkbiv81G3nuF7mYfcoRIsIoOOE8STQ9L+APZTf5zMLb7Rk/6os8Yf6bd+hXX5v4HfqKkFXcAyNsmMTEsi0iLGR8muHnfreR+NqfmJefTP6pP44qx/dpJ5Jol2n7gaQjz5vTtx7eO/B7pl3d/u6OaTvXbrz3nW2VD0dttu6W3m3X0Lzz9qbe+X+buv2dLd17d1cP/U6kG692fBMuEG3a8Qxl8K1L55zSm2Xsuj7wGUT5Fq7vU1/XPs+McCmFL8TrimQd3HYRkfP+vKsDu72dE209OMj/a2V+9L1vb+s9Y9JR4ufrXPOCyzqjBW2WsN/dbt9J7IgPctHH6e/HB6eL/6kBE+oaEW7D9PGTVPAxPOYv/AvyuwUCsIZj6D5GX4Pv0N/Z99JWHgo7GpvESRP8uZKbz3jN8n9PsFtOT6Y6Ozbhmnh3M4WnLfMy45B8Su2v2iPL5p+macR7VvoQ7wmp09h1o6/03Fcah4kI+UxSPSoCFYGKQEXgq4xALVtFoCJQEagIVAQqAhWBisBXAIHz83P9xm/8xseW5Gtf+5r+yB/5Ix/7vD6oCFQEKgIVgYrAj0GgPn4KAlX/PgWUeqsiUBGoCFQEKgIVgYrAc0Dgt37rt3Tnzp1nTulv/a2/pZWVlWcOXwNWBCoCFYGPQ+DWrVv6tV/7tY97/JH7/+7f/TsdHR195P4LfKMWvSJQEagIVAQqAh9BgHnQb33rW/l/4h95+JQbv/Irv6JvfOMbT3lSb1UEPh8Ems8n2ZpqRaAiUBGoCLzUCMRzqh0LwJwUi67s5Olb6T7LD2Ehws6fWGmXC6qs5QKivA7IBgjn53Odnpzr6OBULILd3TzW1oNDPby7r/u393JxIItUWVj73uUFcCwk/Pam3snFcFt6r3VZMNf5y7NN5T3HJT4fH7n/3p4efnCQHyzZf3QqNs1kgTz1jghFmKhE8HNBZWFcWShH9QjfuD6DUU8suFzdGOUmKrlAdW2opZWhRpc3BGqeSFA//ogIsbiOPEZLA7FRxfrVpVzsySLzW2+tig2U19m4xXmOl/saDBux0I3yzaZzsRgSAm/qoPZw0nJlJYWNY9drNs+FduCxv3OSH+TKTZpuPxILqm9/dzuxBE8WJHY4v+t2KH6wNn1nU+85LMTiYhYHs+llLvDcPdERGySeTLNcWhzhUphcqIiQL/TjDzPRE4EcM6MWNxRhyjCRvy/TD+0LUSdX006YV0IsaGSx9JVry2LTPz7yAy8OR331B01ufhVR8Eh+AMaO9HIeVLcj+i4MT93p90e5iPlYLEK+b15nszH4ncX6i0Xv398Wfjbue57ExgC5qN7pv/+9rdwwgP6C/NuyHGQDsMO9k5SR0+nMnfRy+4T5m+vg58sneIhSdMWx2/QiN3MfTwb5wUA21lhbfDBmKeUli3DZ/KOxfKRNOjl1WWbB51Am74aMCNc9uBQyjsXBfDyKjQfYgGDzg33df++R7r2zk7KLtgRnNk277KIPumt0DH7C3nU84rIhZcquDw+1t32cm0iQT9nAhwqXMmRBLv/wKK87Tygaqek1GrgfLk2Goo+yme3axlhrxmTNcp17bCTHIuUIy2XL5ILJHJZ1+3fpyUeYupP7c8EjLKBn47duAw02qLhnLKhXqeOWqOf7uYFDx9c7yXuLxfgPD7X/6EQnrayenhfec5GMu5K0OFw2ygm1jRRuS9p+MOxpTF2vjFIWsanKmuu7Yl21ZJ4YjvsiTK9f6uKUSqpUp/jq7ydFwNgljnaJGvBd06hh4yBTuE/SjjymXdH3e3yA4v5++Xjb7V3B/8g7+OS25dJteMUu8go+4jm8cv/9PW1bThGfdM5OZ5rapqPvImcjwrwSFOOCyNh84jN52kEU5peeyzVMfhlk31i/viwo+4R5ZTDsq+f+0zRNhifBLg1cs59vzcXz/qAneGvseCtro+xf8B6bPLJBRsqccS/1YeN85YMyz2aztEvoc76VZ4SyDhH2SClv2HiAvsGmMmy2kPLm/UcFtx/uqsgV9zNwY1OVdN3XfrCjgtsjYVttI1eMPdihi6gH5GxUciu/XLOJA89w2QAWOUmRqOvYduZkdSjqtmZbcB3df2PZ8nUpbUZ0fxjjjO+GoQkSfPv10h3zrFXXho1B6vUat3VPA9vqyRfGiw0gwG3oe2xyERHKiCpHYlWAKlCV2yJYRCjx9L2pZSObFh3tn2nP9i2bm6K/aee7bm/6TBI80BH63oSdgc2BjoEXsLvZWBmd1nNfHbg/0L74m6bkGRGiEFk0ucidx/56VgRePQRelBq3cqkrrrvxwttIAfkecmtqHYpNy2ZjfCRif/c4N/RF1zJOeWC9Wz7usSvmRxhno6ux6VJXW7awoVDeQwb5uujznQvbD1nk+3etrz54bzc3IUKPYT+j15BpU8s2ZBFl0lMORA96yGqz6E0r4YgQ8gobdmT7Djk7sQ5mfmTVdmBu9uf7hAnLNJlcbXEgc3E/d3KGLqZkVz7mFvzUkfqii5HD2w8OhBy/381DdTj+AD3+eVHbPm6XbEfnyeZytDdts/PwKOfJKON5borvkhs0n1mVCFfIZ164Xo+d2VhSRAjc0Se0EXMDax57sJkYmxZef31FV29NxGZi2OrMOQ09ZiG8OJwZWM3c1ri+5G5S+DcpIvORyhhmagY5P58q+XnvVLtbR49t7oeuxK6Ef5Nnv79T+NQ45LUxT/fS/cSH535GH8jx2ru7acN2WHVjNsZE07NZ4VHjUMpMGSlhca1JVY+KQEXgZULAnd3VyV9+TBZNSrLeQQdhX3djAsYDo6W+uB7Y9mZc0DA+DEsHC40cdzkNn9YYTrg7/Zw0uUQuTq030d/IacbG2PbMwyDL77LxpmVWyjOPqXNOqtXFyEBkIfIePb/jeZgDz8Ogi5G1yODGY5kexFyuxwj4I1wAQZTg8yNDkGOhHINa/pPtwO8bxp7jYS5r/dqSIOaecblX9EdPTdMYRJ9OBJsh00gg+aHMLj+nE40IRYQDSzNjeer3BWDZzWtt3j9MewWswPPuD3dyfjYxRSe0BJ7dvU5fcK/TF/c939vhTDthazH+YixOO1KqrnT4XzVyU7Xt7XZwe1P/vnmO/kG7rtiew0ZYvzbWBvM1bv+J5yF43nO/ySY0gJmO49Pm+C93nojIto6wreCw9Bvm5NPmtb2DLmee6a7nZGnLtHXpLx25rbnHvDxh6DubnsvifdO+x+P5vul06nrMnY++hSO4AAAQAElEQVQWpO6YSwt+nNnvax65OEI+IA+oEzbSuuu3ZoKvea+yvDoSz8FEovxzZf0uV1D1eKUQaPkHPgjrmIH1CHqFeUj4Zv3qkvj4FHORa56rK3ORfTUOa+5J/kl+dALuMr7mrvmyBTEiFFGIW4zP6DO8l+BdUbGt93Pz63vWNfQJ5N3t1nZOfeM+k3NS3HM/4t5l+Yg8vef+1slH9Be2NPI35aPneTv5KLksKkcUp/wmDv4pZ96jjgPPt4HHZG2sNb8LWPO7D/oVtHplLD4ADGYR9CfX2yB0cgMdmAnlj3PzKeWFA0pTv+9GV1JO+v+m3/OjdxfvP1zv29a5F+OM7RxnpE7wWAt98vDenlLvWnYc+90gugd97uaQqyoXK10tjrmyfC4n9gG3w23Z+J0G9ViybmQOu7T5Us7Jck27866WMCkrHTHTMV5VfBiMen5qBGCh5CH3D/i1sS7uWW8nn/kGvJx9xXYV9iXvCrGD7vs94V3LjDueE0LX3rZswKW/4E8962f0k5QNd/dFPzvERj05F/0EeVT6abivFFJ0VXHJnDnPkR+4YbOQstEPRvyPy8pQyIEr15eEHbniuSPuE0YXCYm48oFM4RnxsTtGtt+hsd/9jJe794vOJCwiyN7AuAj8Og0ngM/38UGGRxGRRDjqxPwBc2K8j2cO7sHdvXyPk3LDMjTn1sAKsoxJzOzetQxNe8RyCIzBGvlEP2dswbuHfmvHU48I8qUUF0QZLq6q74VHoOW1OXxniiTaPfx+MwTvLtuGXrOdAC37XTn3sDHDegXS4iCVxcUzecieWPSfcAxkA/OA5MH/Hiy53zAnmPrJumtgfd3rNQ4Zl+bPnIpP36xnReCTIWC+QaYhA6UQcg/+4+M4Y7+X5f3AxPxfPvIxEvd41vc7/cZ6LAorytLcJ5xsr89wWnbcm/iF5smvU8+TI3OPj850eHCa/8ODHGZseMD/f/o+H0fCdss0Qm1Kdu1XPV45BKyGlWR527PsS9vCchD7Isl+5CL3ky+bRskq5u0CVoj4xT9POwN5i200nc507nch/K8M4zZ4D+L9xNRzXZ1dpHk4OiSnVVx91sOFalyfXr+n4bCvMfaW9QtjsI2bE23cmIgxKvJ/4Hc+PduM4T4nsnenpc/ST6iLL9t6yf3QdPkEh5ZKuLnDPkEeL5HeZSKJBsxtEw2NMX1/4jmWNY8TGS/zjurGGyvif59f+9qa3vjGut745hW9+ZMbeouPcXXk6zd/8ore8HPC3XxrTTfa91qMv1fWx0WuUEfn1VBHZ05ZLurXldcPXvozZNb4SC3h19PjqbDvsV+ZV+MDUh/4fTFzBGnnetyc44JuTtv2cN63/YuLjYwdfNfjCsYMpMEcBfY07wPpA/QJmCjLEC4GZCdP/KbFM990yyQ/Ee/k6EzIc8qXHwy780i8G+d/sBizvM//X7ksaaO7jMwTvu/rJK49d3zXdjpxmCtgrmPf79v5/64zvzOcek4BHpZCYd6MCLxJ9imCX0l2IkIRcckv6yC5v8/yf3hzDts6J8cRHx6K+Qn+D4z/+b1nfMAKynf3HktQfuZmKDvlhvJZizH3sx6EdT15Tjr33T600+YH+/muFT13enyuc+vCqeUP/dcF9Rkt6bGDrmuAOdX1CeQSgfruLyOPqyYelyEr6EvMZ9BPedc/Gg/U73R1EKOjTLW7eDHdrIJ/fFIBZCn1nVieMF7lvTkyijUZ0MaNZTFPjBxLTJrGeEtEB8+O4C+IB/PyQ/JPpWQv/yQvOgRpoDfoR8f7Z3q0Wf6X/a75qRu33/7ult5jXQbrZL6zpXe/val33zbZfeftLb1jP8SajXvvPBJzAfQn+Iax79T6Sm5L5GTT9QHn3Z3JT77ApR45f2n5Ttmg5CFf43ZhHHxxgsfi4nP0GDZFhKgDJB/0B+b46Ju8A9p+cKj7t/fyfdJ7xoq1Leniv0zGMu/bLXhu6V37wZp+Sz9GTm567E9/550GH/46t0wBE2edZYkIu1xdEBgmlxgY/BB6yUHFOHA07mt5daBJ9yE828uMGRm7Df2s7z4abic978MFQSdQh1PP9yBTiju1fJsq5WVnwygUEfKP/KvHjxCP4KeB58epDzZHyg/P32Bb9bA9XIcIwsbj0etVRaAiUBGoCFQEKgIVgYrAK4xArXpFoCJQEagI/CgE3n77bf32b//2xwb5+Z//eb3xxhsf+7w+qAhUBCoCFYGKQEXgkyNQ9e8nx6zGqAj8eARqiIpARaAiUBF41RHY3d3Vr//6rz8zDG+++ab+yl/5K88cvgasCFQEKgI/DoFf+IVf0M/8zM/8uGD5/Hd/93f1B3/wB+mvPxWBikBFoCLwSRCoYV8kBH7cPOjlurz++uv6pV/6JUXU//+9jEv1f74INJ9v8jX1ikBFoCJQEXh5EJhnVfI3f/LyE/9g5izIHp82fi6S4fri6kf7CBvhX067Ya0W7YKqkqgfOIm5y8viMhalsRiOxV0sVGNxLovi2ASLjRFZDLi/e6L9neP8GMqjraNcXMpCwZ3NQ+08PNLOh7iH2sZtKf0PfZ9rhyE8m0yzKG5v5yQX77J5PgsNz07Oc7HsdOpCUbAs31wsGqR8ELe5dgjJVWChGAvGxst9La0O8+MRbJzCgnEWZbIAk8VxLDIbDBsRvumFDIk+6UEcFg72eo1YZMfGFMsrA7G59cbNZV19baJcBHrL7s2JWAC6tjHWZG2o8fJAw1Ffg0GjXt/5N8qD+uDBzXrZk+5Mmk1nyo9NnEzFBm9H+6fG61TgxiJqsCy4HyXmifWH9hvvbWO9Y/+uXcLRXsSjHVmMCN6nTpf0p87nYnGmke3KsHBdQt/276c7AS7aqJ3bXr6cTqlk0zQaDHvZ9ivrI62uj8WGVhPzaW6wA0+M++qZJyJCl4/PAvfldF4YvysMv5+ZJ9m0Ez5l00Fod+s4P9i3s3mULvyMP8n3npebfcX9ZYf+Q99x2sip/Ucnou+xKQB9Zno2U/YXg+ti+9fn483nG1/+mWXLH5fFbkQI2TNMnuwLHly9MhKbL161vLpqGYa/k5lsCIWMQ9Y1l2Wm0yoyat7i4BsqBzIaeXJ+PhVtyYaRLExnU0b0x571B5gij2jHx+kw25dnEDKOsMQh7sGjU6GLivw60yn6ot3UgHzn4q+U4yO/LqLPi9u+CMvgXr/RYNTTaGmgycpQK8aDTV6R5xvGBF1Cn2VDORZXDwY9EScixOFk5GyVeFySlyyCp0wLHI7PRbnZ+OLAepR6ZR03j7POHQ58UAieh9jY4mj/TMhqsDynriywtn5M/uvyWyyup0RSoOfdXt1icco+YcOGK2OtXx3ryrWl3OB//RobFIw07jb6sl5qiBuhxZEVXFxVzydEYJ7McREJfOlPA/Pc0PbAyPJ/tNTX2MQ1z2du31PkIBtWmef3bCfBH8glZBQuMo97j7aP0h7Ydxh4C5vtNPvFLO2HBZ/Ih9vSLPM4r/o2RaTFG3jG/E15sJnYYGDVPEMfQC5gy3CfMmcfaByZiMofX7grZB7543x8y4+oE3Kn04UT20OkmTaaeXH9mvnSbid3yB+M0J8NeTiZJ8udifsmfWx6Pk+7kT7CRl/0M2QFmNCP9rBVn+hniZ3vE4awyJXHsJvNnIVbz3l8pG9zz2Wi2g3yw/J0tFT0PHVjYxTqtsGm2FeXBIbIEOQt2FE3upiTMWBOyHD59+U9Xb+sq2tIvRvLmJ5lDfwAHkuTgSarI9vJI8Ff6B14gE2gCp+ZicykpR0MmRNb+FUOQuBLfrA9W8Yx52k307boj0fonoUtcegxC3SkXet7+GHPz9FTx0fntrtL+5M/ZZnYZqNtkaX0U+5Tj4iADVwocm/J9W191akIVAS+AggsumRI7rKmUNOI708pLI8iIu9FhLoDGYM8mVmeTG13YX+x0dLJ8VSdnkG2oHfRIXwAcN8yBDmS9t32sdLGs55BvjyNFs8tl1JXOf6+xxvIIfTYie1G9Br5z2wXUJ6FTkcOYvvhJpWSU4XGdWJcObR9gXxdZfy5UXQR+gia2CYcTzwnMWpE+Iy9ACqvvtSfmXUwGyVi/x7aDgaXlOPGlbEBNtAO4zWP09L/3F3rB9IkD9OuiXalnQ9slx3ZPsv2sV1O27gJbDO0kF2wUbnx5HW5m7/5yI3W6zWeI7qwI7C31m0XMY90jTklE3bFmm145hOwJ7p5JWyKxvbboh0X+nLuMpl8bQ+n5vCRCZ6Cn0+t7xhzd3wMxsmLxhn7Eh5lzu5p/NvdA5du7JJ9wGMcxi/Jx247bCva8ay1TckbzChQGAXKHebZJGPRuX50cT6NNy+eVl9FoCLwlUeATtzRpcL6VkQIOZZjAs+rF5t75LHBsIwLPE+B7c28hoPa5rZcs9BFT19Q3s6E/cjiZa6ZdeTMOpwxwSm6+/BMfCwl5Zz1LXKr0x+7HgvstO8zkHv7u8c553RydJZjAhLue4yM3O3kL+ODLJfvM65JWYZQI/DnTnMku+tZMup5PMq4adzNZ3nOGX2BDtlgfq8dj048BscuAOuB55+zzCWJTCvxNG7pGsjOLVjO82MP6A7037H1IHJ+3zK/s33Qz51u6PzgmvdsD4EthJ5BXxAXnYqeP+bDK63dQ5uhKzqbJ4toXkn3lf1xm/v9ENVH5/fdftnmfp9Au67ZzuMDnrQ59sMa76Bs/2V7e55p4PdgbF6qlkedWmnzx9rb/cjXOZfr+W76Dfqb9kGv73u+iX5D29KO2a62ldJP+9p2IAxhj9yexD31nBY2NGl27dnxVbl2nuY16kXZ4MmB51bGLjN9jfko6kKdNm4sCVuo2LFD0R8Ji82bdXMiJNWRL+v5iiGwEBN4zAhhpuphY8NTfl8MT60w32+ZiGzc8Hw/vMU8JLon56HGPdG/0h5t8XNS7i/uNe4fyb8pgctD5CP8fe73H6enU8/dny3m/fc9rkM+IvOyn7i/dP1m12OLXeud7E++n8/bfkScJ+Uj/emM/nQ6S1mc5ch6ug+VosjV1eWjfVwCUAkrUfAYeB56DB6e46Lu6+BxYyLkx5r9jDVyc1aPJbOPWcc4aiZNMoXmKn3YufiGz7w+97iZcqInFmMM64kyXjhSvttzPXdd5x0TMoVne9bL1Plw70y8+17IDqc389ily6vUu8s7i6SIEO3VcznRy7Qj86/IijWPnRbvPzw/S93GtisGno8nfNM0GbekVH8rAp8NAfoB4iFdhdBNfduJzMuMbKONrNuS6FvW4xEhbB7Gy8WmOhZj8Owf2KYQcgJyv0GW7NtGRc8etnoWuyz7iDP1qe7AX8j9xR6fFE3O0vNgIfh/iCxgPt72Au+G12w7FFrKd6NLfoYMaDxWV3tkOu72JBYRWcdevyfCjVyvJfevieea6IPM7yNruD9o+1yQluOXviwVlzLKFyafTta/Slt+ahnAZtOnthGPXefDvVNhayA3Um5ajuwYKBHeHwAAEABJREFUnx1jBW5JYGWb5dC26qnHAKRBxfvGfITdZNlHGanfMMsVPFb+hETd/FvPlxEB895j1XJ7w2/0VXgUnkBPrHosNVkZamx+GbR2Qa/XqPG8mxxnkQwe6LFEn3LhMI6miEgiHT6GNHLa5EG/Gbu/4UdGlP/F6JX8nFz2O7v1rAg8LwQiQsh2eD9lo/XT0spI2E4QMhJ+TBlp2Um4iEjxCD8Wj/KICPN1ev1TwqR9jPy27YoNe2R5fOC59NRjtvn4f5dTy3Xkc9EDj4teJ+m06vlqIGAB6Yrmr39oe2Qkc2x9bCjr6ZHtC/Q3MnrsMQzymucd4zlaScGesO/yCb9iJ2Fvnfm9BHx3atsgydfYUVPPfcCzxCN/CP/zIMoTjbSok8elQ9tfyPqxdczY9eEaO6pnHRMRrpbJmVN26HJ/8+1PfhoX0nmSFgk5zwaynmPedeC5I8rEnMzYZVyyPpxYPiAX0JFJHlOvPEm2J5m/mfB/Hra1GE8yLqOuA9e7b1nScx7IHlfyolou38XFolQvtcdwP7V+yEN4lbHwUWf3eiyN7GTeIO3cdh5hxy60axt4J+3hI+GWcB5TdPawbWfGGqfmd9KmP5Sx9VOL8CNvEo80Ti3bGeuX8cuJ9vxuezfL4/epdtPvMuF2tONyUn7sd+YAiMP/SXb6gHS7ssEP4ZKE/Bf2/IgTvuYx2Pl1cv5PHLqFfn3muZNT1xs9BAZH+6d+L3CqUu7jHFPsWSeBbynXkXApJ3SB55G43uV/zIwr5YeIx9hs3/qNNGkz8kKunJ/PXZa5+D/RUsbC6L7je/713BJyJ5/xKOsa6nlOY2DZh9xD5tHv1tr53ivXl8T8Bvd4Rpi++yvyMOJxoDJJvTwHOEWEkCPYz0secyKL1jx+ZZ746q0V8XGuDb8D4RqceI78QpYhg5g7vpCzLTYGyq3xuBHSPlo4htZZy02U4Wg3eIwPO9LejE/3tk8812U+Mf+zLgMq6zUO23UzR3ZN9AOHoV/Aa/vu30d+f0466KjzS/9rQD+Ar5M6frELFpB8IE8b646e+aZvvulbzvYXbqPeQuY6cHu6Oq3v83cSN2cTEfJp3lfOZ9JHqDPY7bsP0tfAK+nBofhQV1Ln/7C9ZxdskSc74Gg5gyzZcxr0w3y3dHSecywzvxOkrTqsXAwllr6B2z3D71s8Tl3dN4bYv+i/id+jdTxG/+N/PyfWb8lTtk8I2xjjiMj4n/kHfkyap/xALp5Z3p4eTXXqemG7gB334cEZc6UOfzl3XyafyjejCSEfKCd1GqY91Rfyg/qh69H78BFVgFSPikBFoCJQEagIVAQqAhWBikBFoCJQEagIfNEIvID5nZ2d6Z/9s3+mnZ2dp5Y+IvR3/s7fUYQH6E8NUW9WBCoCFYGKQEWgIvBJEaj695MiVsNXBCoCFYGKQEXgK4ZALc5XFoHf+73f0+///u8/c/n+xt/4G/rGN77xzOFrwIpARaAi8OMQuHXrln7t137txwXL56enp/pX/+pf6fz8PK/rT0WgIlARqAhUBF5GBH7zN39TH/ce8sn6/uqv/qp+6qd+6snb9boi8Lki0Pyo1OuzikBFoCJQEagIsCAOygVOwLHwcPEZKP8Pyz8+xT9lPUFcimdPZsE9UwQ/Eg4LqVgQ1us1YlFe04u8Lx+5QHU2z4VdbCLG4i2oLEC7VJlQxokIsYCroyZCeThoF4f4s+ksF9VNz2eZ9iwXhREoQ4vEiEvZSKuxxo1wWpB8zOfyKRb4Enfq+NPzuaZOl2sWsTpULiYcLfXFwsorN5aVmxa/NtG1lri3emWk8WQgFqY2zoj8IpyXIFL59NQ0kZsOkT6bDa1fWxJluPHWql7/xpppXbd+Yk3X31gRH7thEejy2kijcV+0RUSIlXFdPWdt/WauLx9JSwwcglAELWWXIkLkHQpxgH3GMUazNo3cdNkJ+MxQTcZRiWd/RBC1kJsm8zMvUJapXWhGOewn/UIO7rD+/WTnp4nzyXL4kkM/WcFyDcRNvzGP9LPNWeS4vDoyv47FIk42OOEeCyEb+qUuH6UPIF8u330Z/fAo9cJNPjPPzczHU/Pf1DJkih/XdN5S3rf/ebukPz2biXS7Ra34sz+4XFlGCttR2APZ+cqdZkOfAlMXPV1ZGqQ+6PfE4tuJ+XEduWWZeeONVV1/HVoRcqzIz7GWJkPzcE+FRyPTmdE2LeHPxcszS7MWoHA+nHIniCaEvIIi8onTKGGJR/zSxvPccI17JKPFEcp07Kg98rkrh4vM6oj+wr022OOOw5fnzseB0CMujvVIiAXJI+uSieUzGzZef31FN99cKbLb2FxtN+u8kN8uDJGdDuWlDjPz6cyYJPm+T+dPOOWGd43D+/S9cvKctqHsMyvjx+IR0OSTqicRq4szc4NmeOc3TZqJdAjY64fyo2vWe6kbry+5XVd0483VdK/emujqjYnWr47FpqTInwi3a9t+5EFeYJVu/Vkg8Ik8C35T8jVx6Xv9Ya/oAzazMb+hB9avL2vd/XDF9gqbRMCL/UFP9Dn5oI2RR8inGXreso/2zzZ3g0UTikZufrtRyBdaHA6TvGbXrJZ2WReXcOH45Ic+ojxsxooM2DDfs9FAKdtYPKf8zkJOysl3lbQ3T67VPvONvJznNXHIg4X+nb20cXM5efLmW2vub6vacH7oRviSjTUIT9koKxhQ5yT438R956Y8Qq5KmHCl9MhPXQbCZZ+5xOO+7afKYJStI4UcyacrSDxsqUXe5ElEU8+Y0Xco69rGksCMvnX9Nfc123zXLEPY/IM+yKZRA7d7z/YA9XEOZJC42JOXL+OPIXS1DNbi1x4DHRGWu43QQfA7dvra1SWtbYzFpha4k7Wh2NiCDSGQRdnulnW0CTyc/JztYf4igDNzsooIRaPiBm4h+SBO8oH70NTyOslpcM/Rs0yDUU9jy84JfdPlgf/Z0AUdsHal9IGB2xJ9ZhaQnId8kDZtWWrrG/WsCFQEvjwEFh1x4VFEJKFX0cUQcpzryM7sHuzgnaxJt5MPdrOPW1AEtfJPRIh4KQscH3+E7wUBnJYdB0/9j4yZWebgTi3HcJFjiC4HkxwnIhQR6tJTSElqD8oGuSyzLg27pIdcDJcBHTMY9ZV6dn0kbAs2o7pufYQMQ54hY5dXhxq1cxHyQXmoH1RK7ptfxun6kS24URbKNQM36pl2zyzHZzku8/10ff/zdrG9Mg/n2ZUHzBlHZFkp9CemebEBSMCMUNovhI018ngE2wEbgrEZc0m3sJM8v3QTW97jEp6tYjN6jDZ0m7OpGGmQ3Mx4JV3ilSyv8eW5s8vSmt3K+MS8Q9zGN8L6s+O7izaYFz52uvDb1DiU9NoEO14lvv3RhOyV4oKbyJc4tOnczO+YCudF/+v1GjWeB4GCuL4fjhvhH9WjIlAReLkQmKfsS/lpGYWU6A8aIfewvRkDQIw9NxgfXx1r2WOCoXVW0zSO6zkLC5C54yJPkHX4kVcQ6YFX5E8ownRZpoQfWCARdmZZVmT7XIyvkW2kGRFa6NPJQFkuj9PRoxseuzKHMkGPWlYPRk2GbSzD5MNJ+/fzPV19VzN/M6OIELKz8RzQwOOYHJteXRJj+RvW/9dzjm8lx9wbngda9biV8VeOZyh3RKY3Sxk/E24SGLtCYDVvFQdBC4Ua5LUvIhxfPlwk2iLjdml5zAWmkJNqU3FYx4kuvi85kycciDQyT+fvS7e5E3ZMcoEI+2qR0QcCY9DVG+zAn41al5aHYg4Ju+Bquwkp8xC0PXMTa/QhzzsxP9jrNe4Tcnsr23nqduraizYy5OqycRNl2IgQf45VTpfFarzYBY6Av4tDgAhCm0KyV5I9xHFj0raZj/Oduv8xzyIfTSP1PE/CBwiwUdfMv5T9huemqQu27DXXjTpiH42WBg4fijApnEI5nYU9zsy/9XwFEXDTwwPID7NmkR1mj8ZyDv4aWWbDX+vXllT4C7m4mrIRPtvwXOSq53+Qj0PLUuLJPOaEFv1lat7NPuMMOpkF/4f4kyLsWrY1EH6TOChbxpm3ac30WFp+TrAk4pjC/cKOFO6Wfk69FkRarizXlE9POxyHZw4mB89ESK9nPPqeawaPifXrmvHgHTpjjuvWGfQ39N263yOwqfpouS/wi3BBXNnsx+6/lB8CD8pBPlkMB2scFrKTt/jhOXGhmeMjC4jHMzlgROAsiPulCnMRdtZhb5d8SUeKLBv6bLw88LvWka643NQjx0yuz1WPm576/oPEqY9dn6pHReAzIQATmcnhS4i+17POHXqcvuzxOrprxWN3bFx4FDlE/4Nv4V/6pXuAiJu2afteGvsU3ud+11+QDU1IEZFkn6QQh4sgwiW54xMXIj4homnEvAF2dcpD2wj0d/r9Bu8JLQ/4UB+2JDKibxvd2aT8IE0n7nNOzyE78YzyICMIT5rUEbmCPF21zblIz7Y84YCKMs0sByhXJ0tJvyNnmOmTQdbVP+RDfqIiToSwM8sDMErMnB6ygjQJQl7YFch03kGtua5gj/zfuLGc8gL8CRcR8lny9C9pUwbw9GU9XyYEzDtPVqcxf8Hr9Aveey6vDtR9SGRsm5O50wEfPHCfjghHh+z8qNP5wEdJDhcRIh/4jTk/7IyR9Rb8SV7kwz1s+77zIWzEpXzMjE5S9fhiEHi5cykyPHnTeiIi8v9+llcGWrPMTvnt9wkTz3cgI9Fj9I/G9iO4mBVbPYCU5E5HhV/5zTB+B49M5v8Zjg/Ptf/oJD9owkcX+AAF93i2sOlcli6l6r5iCCDcTD6TqUL+axr1PL/VH/TUyeaJ39VDY4/puB+NgyezyR7T4nT8kCLCpBxHwGt81OLk+Fx8BOTk8EzwIH4+bjGzDeGZRpFmRgo9n6NNJ+xGRCZNwtQ1+6A9xZ27X/HE5Dr5tj2f7+lsSgb2ZH64SQUz+i821cy21tSTPuniN2F7cZ3kOb8pxP2kmce5sxzzkkZSpjt3HU3k6mscG5Tp1J+CAO0APyRmlongOzVvTo3rtH3/yTtKaJr3Z0p/+6wLk8+yTUo70I5AXohcSn7P/NtGKfGlTI/ymaaUzWXpyoELdWW57OfeOeWivBlv3vKJ03Qe1H1RprAPunDs80kh7HASHkq8nN7M5Ui/y4XLs8Jj8+x77oLp2uxT45+wDOEeaUEkTTxo6nLOXE5o6nSnTh/KujvRjOfyRYRIq6MgXe6rHJQhqS3TrE1n6jTxkx4hnYz6HncxnkLOMW7Z8NiMef3rb6yIuQ3ma3IMuTpMudjzHGqDbnbkuctE+TOvuVOE7LzoJ3Uyd7TVKJWKCIE3eGG3r3oOj/Ed+Nx8c038ryHv0vl/WPADs5X1sZY8JkefEE9uo5K2MvkOP1/96NPxgshxKRjFcmK0JVT4Z6ap+WcKH7nNaWvuu5kyYkQoAvJltCR7nJbFbfaLaRuPNM4zrcv9ea7G8eEB6kTdGIczhmdcgYmNLsYAABAASURBVDv2uwKeUd9eE4qAurzsfkGns13kNDcAhsoyxLDTJ1xH6jl1/dDTSfgvk+dFuE+YKf3GAPl0AiQbks/GmcAT0YQiQuWwazzlDHO+gfygNs9sE/tpMygsDwbDnvlkIP5HlvcP8BX979ZPrOqG+yH/Ow7OjOUyP2exyK5k+ul/Xdbsv20Zz8072Centlv4oODx0Zn4wOB5frRtJspMeLl+irnr3WVtlLnnS+yogee2sefpKxB+xqBlfNsTPBThijh8PSsCrzICte4VgYpARaAiUBGoCFQEKgIVgYpAReBZEWA8/i//5b/Uf/pP/+ljo/y5P/fn9Gf+zJ/52Of1QUWgIvDlIFBzrQhUBF5cBKr+fXHbrpa8IlARqAhUBCoCFYGvNgJ89PTf/tt/K+ytZynpcDjUL/7iLyqi/p/Bs+BVw3w5CNRcX0wE/vbf/tv62Z/92Wcq/G//9m/r7bfffqawNVBFoCJQEagIVAReNARu376t//Af/sMzFfvNN9/U3//7f7/a58+EVg30PBFonmdiNa2KQEWgIvApEajRXgQE5i5ku8AJr68+/ZnzkWHDRya7kt1LpB99RPs4IhwvxKIwNvZp2sWZ0YSkyIlSJktZtMVCwLL4bKbZDNJjRzg88aDG6ZImxLUvMyzVn7FQDJrOxcI4aJYL5ObKBW8EcmjiEJc0oAjnEJIdcYAhZVukd+70zmea2uUezwjX64dGS31N1kfKxXGvTcQCSxbJsaHYxs1l5WbFywP1hz01vVDJTwp99oO0BqOelpw+myutX1vS1VvLYnHs699Y1xummz+xquuvT7Th+2vXxpqsDjVymfnIQFdf6gRWWb8FXnN19aSwEaFoCtlRhP2hXHSYbWjMwXqa7tztOBf3HSLPiFjEsdd+JckH+RCWcsy6+C4HaXE/qTSKcBzlk5+O6DPL+8kjvwgxsnZZ0JbNjW+UDzyY90ZLA7EolvaHV9Y2xlq9MsoNfthwp+k1cgRxZEr8OCGcTw86qb0Y5KpmQeG1BR/S5+FDu+ctTe1+3kReizyc/6JPWLZlX+kKmyXmJ/gplN78Kddf8m8pr7tdll1msRBykEXYLLhlg+P1q0ti87UbbNb7BptSruT1BhuUwaOTQW7M0zSN4zstM+XMuIDRrJUXbKZKu6WcVzkiwuFNjeSoCguuiPJMxjDDulwzdI7bdeY0Z04PHvBjgmRg4hRyZJ950z8ljOWcy7OoJzd/RIcp4RzH+ZIB6dL3wIPF6WzSxgZt119fEQv2cdn8FSzAic0QRu7LvV4jikJ2lHfqsk/RT3ZnTpt7PKMo4ZDkE2GfyZcGkQrYcVjCT11vXOL5iTJY+VFeKKQkx3HChCM8eM2cZxefKJRtYL00drutuP3QjdTjhtuWds76WDeuXV0Si8cJS9s4WSBRPZ4PAmZLmt+Ymt8A18k2tkEGubHGQCx+h5/YMIKF/NgPK+tjsQEWvJg2Cx3HqczcR6buI0m0d/Ia6TpRn7R7Q/9qpIgw2VV7uCBkn7xvflvwDn4HcXBRrv6wETyDXtq4MdHVWxNtWAbAP+vmFe7znE0JonFEJ+rTDGm/y9h6uFiQs3b9fWlPuHzEJQ104PrVcaZ/3X3tFh+ZMF01X676PhtGJAbGinpR9o7Ppy73jP4ydY5ON8sgKSRRlwj7TD7FkXHbONQ95Q6RHJfnIrjLFoHHlDe7tOdpS82MOUR8OS2CIDcoI31ozWUGq6s3J5adE91Alr62Uj6ytjYSG0VRdzY3oD7EpwjOpeDDjZeUunomi4SUMBvvnu13NsfMzUmvjAU/gCPEhhf0jdFyX8hm+ZgZ945ohyS3YaZv10HydBbOIwS/Rdg1SQHUiTW6aur27PoS7co1STQuE+3EphToRsoB/5fxxET0VfotZaLPlDxUDhKAsqLl1mf8rdErAhWBz4hAdsk2DUQB8jfJupg+jBxvmkb05RQTjpByBh1jvTuzi6yx+Cnyo0vLgSNCPhWN1FimRVIbAMfCibgQ6RSa5YZK+LmPfiIoFCGVNKK4YTeUB+GSXBB02EUZraMsz2bOy8HV81wPH1xATqFnsS2QX+hZ5kSwM5Br6K2h5yIIP7fM6sri6mc9M9Mv64dCkLfrRLmoKzJ65np2cpvr9Hd20efkMh6Eurxmtr2m5gnKBNEmCZjLSpE/CZUoRr+tb0QIfkS/jDzOQAdesQ2Wmz5d+hgXc0y0J2OVsrn1QKNxX8wrwYdglnaSeWVGWTvi2pTllZJ3+Ynk21BjPo7W76KIg/pRz2n2BXi3o7m4Tx0oPmwaESSnTCNaf5BKql9nW+LM3I7ENduJCI3zpN69XqP0+zoi/MgkDnKw2zr21bMiUBF4gRGgKyNboJllS7guPesuxkoTz5Ojo9avLgl9hQxc8/z6ZHWkoeVcY93t4JYnsgwyId8s12Ym0kMm8TzJCVuUWJbIFC3ZL6X4QVYSD5k+tVyCZk6P+wqJMg2YT/FYZLI+1DpjPY9TGesxVpmsDUWZB57n5cMGyC/ikfpj5XB+z/00iD6dVf6KfMm/ZzlKmRlHr20s6eqtFb+HWDXhen7PY+4sv+eh2aCRsMhfcKLMM7fH1BhMjccMTJMusiEfKCIUyGoT+YbK0bUBcWdOI3Wn3ZnTBFfySPAdPCIUAXFh8pnxydMBCU86uNngbVUVDviKnYbDNZ4XGMDBuDWQ27s/6Im5lVXPIW1cXxLvwtLu8zzEdbc31+vmBTb7p7177kMRvAuU+9BMtPXU7dNhnW1AHvLhcBEhn1JocWQYt9O0pbxeNKyDOSxxIlqPb5Ek4cgHfpi1fDEzz/mx4CfKNuTDJasDrV1d8pyK+dbzl9ddF+rER3Wu3FjKD2iMsGFd/3AWXdnmWQZy0ot81LJ/RgTgA/oMsgM3ItSYV/qeV4S/0CcX/LUq7Ozr9BUTYyV0UMpHy/bGuikaJWfBq9MF3zoX8//MxLhswXXOKxrnZ75sHK+x315xwP+EJU7h/9amJg0X1Gf2ccI6GYXjR5TYXfpdGNxM51LcLCSRnyDClrxdZicUESp49DQcD/x+eqR161neE4BF19eu+v0148iVVtcxzsi+5jQyb+SGx18zXMoBZWZysFDEBSlUQHRcykJ85AcuRDSHUEQk+UcLauN08TI/8qQtnKej+J1raGB93b2Xv3J9OfXeY+9zrL9pd8bAhA23jaMvMP84/FSPisAzImBWTTaCVyGi9Ty/PBr38r0/diPyBT6kz61dHWvCuwLbmQPkTepnd5WZhP30+KbTc+ts5+BTIUWE4OFo5USELg7CmJCB2b/M6Nlv7BKocT7YrUPb1fSHtatLwlZABlxp+8mq3yPybGgZ0bed4QxLXyFd+bDrX8n5kjeyDhkxatNk3nzd6ZI2/hXbKMvY8p7jABMSo2yXifIiCyC1B2knub829kSEIkyKDEFY0gCvjkpd87Gw5YeUaWWQtgO2MfLhKu+6XFfqOTb+lB0sidWmjLelrrLtZXVeIgSicFJI0YT6thOyv/pdOnbz0mQo5lXHywPB2333U/iXsHryeAqbzJEIvg+fEjycT0P/s1zgvTC8OXafwOYgP95/ca/k06jnMkU4EpGdiJOygOCiUkXgOSBghsIuNWsJNhvYjso5BOumdduFOddsuT2e9MW72751AbKenDsdB4tzXSgynYjwpcnp854CmYw+40MCB7sn+UGu3c1D4efe+ek035F0OsCRfTo+v8Wxr54vMwJmlcJK6UnJmbzUmJe6McvIY/8ly2Tec008ZziyXO4PG4eLjJtRDRKuHd/3r+NHY9dnZyucnkzLx7iOznR8dK7jgzOdHJ6r40MHddwwSSHJSeh5HBGhICH/+MRnee7Scs7nmEVJ+eNO6dt+XoJ93r/OrmRhj89SBNuM9HNwow8vXMZfLTEu7mwv/LP2Pu40x2rztF1n+EkPcsXIg0zs/cLqWCr4FfpdMIHLhP8y+RYn+CMXZ54vA8Op8QXvy+8ouU7ys4+7z3tM4jsZkV6m6wyyHex+ojMbzc3myKQ1c5uS9tRtPOV9qecGkPdTu09SV77OLXFmlv8mp8P/65AmHdrJ22kzu1RAYHr8brnKOjmNmXEo1PKe75Emz7tkIkIRpqYQes2XUrheMjlJ4sxcp5nTy3Km32niOk2fDujAjhQRikxLwsaDIvwsf+w6PVcmw2cbkEbSzOO9eda/K184nZ7nn0a2DSeeg2EsxfwU86A3PFe1eB98bTnHkNiMhG+aRmSXuLlwZJkZOvuX5aRuXZ2oq4xxNBK2ydh2+5rfcTC+u/Hmim6+tZp06yfW0uX+ujFDf2DXDz3n3DPOEU7EjUPaiVn7w/WPxc1Rw4WAiLYge0q/mGma/GP+Tnee8pC2hkif7MNtntSmxX0nIcJkOm7Padu3itum4/vynEFEiHEsdhp1w45bto7EZWzB/BjPwKkhr3AOjuPfL/xcZOsKzhP3eWJCPaeWGUU2TDU9N509QdwznTvc1HjM3Ifop+BERSJC4NjVEX9E8CiJNiUsdinxyHPmdpm5UxaSgDQiNPB4b8n2BvME/O8F79Cuu//demtNN95Y1brfu4DvwHZx5tPi6qiZ12f5MTRue5fFhZm5jlPX9/x0ppPjqbCZ+Yjoqf3cm4KDwxnKJ7J0KpyuNAj0eo34X6Gx5zzgkbHtp7H7DC7/G9R3fRv3B7PgE+nUy4pARaAiUBGoCFQEPicEarIVgYpARaAiUBGoCLzgCDDH8K1vfUv/9J/+04+tSdM0+kf/6B9pZWXlY8PUBxWBikBFoCJQEagIPDsCL6D+ffbK1ZAVgYpARaAiUBGoCFQEvmQE/sf/+B/6z//5Pz9zKX7+539ef/JP/slnDl8DVgQqAhWBZ0Xg5s2b+if/5J88U/CdnR39m3/zb8R48Zki1EAVgc8HgZpqRaAiUBH4XBD4L//lv+h73/veM6X9D//hP9Q3v/nNZwpbA1UEnicCzfNMrKZVEagIVAQqAi83AnOqxw+E/zNQLt4KJ2DCXygUEZJP/ZgjgzlctyCsyQ0/GvV6jZp2gRgLtS4Wn81z8SeLvGazeU5EMBlhX+bUpdfYE00oIlTSKX75yPCOSxrTXCw2F4vC8JNmLnZzOM6IyPiNNW2QXktSKA9jSNmgkt7Mac00Ozc57bmfU34W5Y+X+rmxzsaNJbGJEAtUu03ENm4siw0kWGDGArnGOGR+zr/LSp/hIC0W6JH+ZH0kFsmywJPFsa9/fV2vf2NNfGiCBXssnl27Otby2lAjl7nXbxTh+rouYLeoJ/WbzUTdlRWVHErR2I1Q02Jlr5Q/EhtogHFi7fj4Z6RBfMgJEJS4UEQ4akiCHJ8yzKTZbK5ZtuFMlGfGokSnR1lIRnk4sN0S055PeJbYnzDSCxP8idoZZ9oZHqHN4RMWxLL4t9uUamky1GDUF7yZzQGwTga87Uj2pPvCYPDpC+qqUl2xAB9eTnKfn35BlAt6z2aM0kR9AAAQAElEQVQpay42D5iLcszcD7JvuH9kOakmbYW7oI/cWDz50jxmntJ/54mtWdK81ig3YLMcmqyNtHZtKTc8vfHmqm68vpJ+ZCjykw3jWKgLDzeWn3ICyCswmVo+QAtcjA1yOUk+DEdYbiFziIsb4Zt+5GK5PPNW3hSMp2AMOR3ycLD2DGfbkiLvZRv4x6eyfsSBfMNnhnnaT+ZrWYfMJFw4PcrVZ+OtxGMoNmhDZiPHF5tS3pwkTrnpi8PRr9XWBd02O6cOs+SVLE9mxI8yWIRz6kghDvKHEj/qbeKaZxEhn4V8A7+dIg9cfle1xW5WZLX7COmEA1G2wagnFlUja1g4fv31iWhf6oWOvGrdiL5i8fjQ8of0O8zTLUV3avX8TAiAo6lr117TiL6EPlhaGWqF/rexpPVry6YlrV4Zifs8hyeDPidlGz8mB933kEnwmh8XPnEjRsTCXzw8heaiDPBIknkNN/tqSI3tCspFX6fPsxFj8snNZV2xbbV+bUnwEs8JFxFOr1TMKZPBR4j8HIjTNHdxQv1hk3yJvbTmNLsNDW6yQYblD9drxoMN6UbjvuBlZ2VeV/atWVvvWVt+6pD8Su7Bj8luRIg/XzlvCZwW5IL5FMRzwkX4t5HjFMo6OQDpZ17k15Jvi6Nx27BZH31obWNsnJZ17dZy2fz1jVVdc59DllBX+iK4sUEGWMsH5e7S8uVLfV6up6EWRNvSxrQ1fI99vOa2XzOWqxsj0TfGSwMRDnAW7WDhl+1iOVgwnLuBHcKOf6Xw6Qx8ClJeqxwuCHFLX5qryG27TpO0GrfpANk56efGNpRl/fqysOuvui9gt3V9gHaMlme6AnRFKJnV34pAReBLRWDRIecqsiAU1nXMHfSYD3F/bzryfT91V54LXfGkvOGeLD9KfULipP873kIW2B8Rioh8PhfJza2/ip2WG4+nHuF6JtLskoyIjBdhl3QybSdw6URGQcgwqKQ3E2UlrYgQ8jJl2PJAK+tjIb/YXDltP9ux69a7yNeJ7Q/kLzpJPmazeVseSu0bX/bpYoBN2teJ2dw2wKyQ7d0iw339OfkZD0KP5WP7Y2oCbwjMKSNU4KLQ9tnx7zOdxKVNidK4zXvmx/6gJ2xAbK6N60u6aXuCTcTY+AlKW/61FV2xblr13BPzCEPb8cSDv63OkiemLW6UFX65XF7yk8xr5pnG/AZF+Nr+CLsm+aB8xCUN0uuIeyW9kpKTEhQRakzRSLLrH+XhYKRFnEVcG6AEadwXe/1Q47rjpyxQREg+9ZHDiX3kXr1REagIvDAI0IVNyAOIcqOLUu7luHgsxgR8CIQ5jPWrS2L+lM0mkRGET7lpYYc8QT7hdnM7yBrCFLIQsSzxKajIFj9x/hf6BV2CjjFZp5BWNCH06TDHBNanlMvlYDxQ5vSXcpwwWu7nuJ7yN5Zh8lHyn6u4vvF5na5Dl0dEiPx7lqfDYd94DRJDynuDDxp5fu96S1dtC+R4xnbAYNhTz+WOCNliSd0xA4PUH7O8po3Au6sQQaORmpbCWCW4bXnAD+r0Be6ijVxgB3NeUkgibhJXPDA5iGhL0iDfkj+l0+Ig7uLiFfEkLvygO13nSPzD/NeIeQZsBuyCa7cmwu67Rnu77eEB+hPzFdgKjXmkCRCcZ/vO0q5xW7f9CbydfJ4EiwhFXBAPKEbpP45HfMflHs8iHFYmXIibkAN07Trze6qZ42TedmldypR9btwTZV33ezPqcoN6mLJOrht1pK6LOYLH8iCjSq88AilH5kr5YTDMImos55K/lsxfq0PBX/SNTi6ma9t647J8tPzvOV5EZFrIshwXwPMpI50H/Ov83C2dk+SghZpQ01JEwOJOQ8p+4ziM4TK9Nh36A+XV4ginE/KPSXnw3Dk6Hf86DXep4id/h2gd+x4/uU/fo28TJyJS7vcX7z9GYnzI+58bHnOABX0PLNY9DuF9EfoZ/BxVcmUpy6x9/0E/Lmk7JzJwCMIVClfBpPBdx2yDUN9ZW/c2iiIcxqdM6bWbkTI/yWLDNBfYzdo2IN+IUON36+izIgvHOUaiHoyhcKkbum/96lLKF2Sho4n4mX/+6BU8apWfOwKXeJy0sQ/hN8brzG/zrgWdfOWa3/+YH1fWhmJ+mfckyCn4n/41pX/ZHsOddX2Ffu9Ew4HC8iXJjOxTEZFP/OMeI5EGbA2Pl/42E345WOO4lGvk9y3LqyOteQ4eeUg/2WjfEzKPtLwy0sjvPglL8iXNUkH8ZOTkJD+kLN075mXLWOxM3vesuY7UecXvubhPnsgSp2IbZGZq5Rl1882SLh4tDifvLELRyK6kkCCHyjqBz9QyYYGVhQV1Jgx5MX5I/D1vsuZ3DYwtrnpun/8hop7IDcJFhCJCHKRtFAWGXFd6CREojdxWLNSYv/qeh2Njcvrk8srA72YHgj+WPN4bub+gZ3q2o1s2UTmiOPw+liY34CK7MJKfRYTzCcFvpDXyHB5jSfiT92LYtkPfG1g/E6ZxXu6u4iAJ+hz+ShWBz4oA/FSoyOAIxpQ98/zQOmGcdiHvaZHb9AH4sm++bGwXS9jF5m3ztPJYeHwVijDZx13sT+QxHzviIwL7uyfa2TzMj3LtPzrJjwucn01t381MLguFclwnwa+pnq8EAjCLK2oOaPWub4QUFoA9y0F4D12+PBloxfNyE9MY+8QyWw6XbMOPo+nSEX4WwY/51XYG/+vHB7lOj891cmQ6PEsePDk609npNN83Ed3ZkqzKj57f4bJEUB6oJIvdg32Wruvgs2DwRF1K6M/vt8s3y2GsGLNmufBjV7W26NQu9la6+J9GtmGxzRbkNDItZ5Lp2vXpRvn86vPCpGxWeFpZF+1g7AvWM009Lli8p0y7t9zjfkeL5w5b7s1V4s/T5nZTFNw/C38R10Ras6mc7ixperlM7f/XUobLZbrs59nUvAIlrzhB+AJ6GiaX+6OzL0HsWWBlXkTfTO1OXRb+v7jwnRZ9atH9bPPRz7H9IkIRJlJ8Ir0paS2wnGlq/4y0KSvhQxnXP0JePUa6OLoyUh7KOLvcrs4DXUnoiBDjLsZfE8ZoHkcxNmNu5rrnRPN/Ve0yR7PsMSTvK3qeB2msmyNcGBuKiz5Ggk+lF/cmvOEmcgXCkIcaNyL6ATuasSc43fB8Fu/NeX/Ou3QwYy6Z+S7mkbHx0SfEAzLSNId0Z+EV41ju60cfcekxEUy09cz8UXhnbp4xuY1nLcEDDpYRI8L1UJJCSpKL4krCE6RDvKl5bpp9ZaaZeZBrnpGOkxB1YUwxto7EbuN/S5f9voexDPd4RpjCJ8psLmWnL+Wgjq4AeFGfJMsN9PSPoqnrPzMepf5zt1QpfUQkP8ATUEQoIiRBLabk57Yh7qxtjymu72W72JXjMEaDT5jDWL+2rKu3lnXD71ZuvrWqG2+uiHeV4DwYNplnRDha6PkcrlNbTuY9qS/2CXYLdjQf5cJ/hu1sHLLcDr8AYlEIAPaFi9Xrhwae28aeZ7xJ3ZaWBxrn+HagQb4XbJ5jHZxvPSsCFYGKQEWgIlARqAhUBCoCFYGvAAK1CBWBisDngcDR0ZH++T//5/qVX/kVv9OafWwWv/qrv6q//Jf/8sc+rw8qAhWBikBFoCJQEXh2BKr+fXasasiKQEXgVUSg1rkiUBGoCHw2BN5991392q/92o+c53gyh1/+5V/W0tLSk7frdUWgIlAReC4IMK/6cz/3c8+U1m/+5m/qnXfeeaawNVBFoCJQEagIVAReFAQ2Nzf17//9v3+iuE+//Nmf/dl8b/n0p/VuReDzRaD5fJOvqVcEKgIVgYrAi47A3BXI9U7+YfHTYsEjD/zss5wRkYugoulc+Roq13rqESJQRNgJsciOhZnj5YEmq0OtXBlpdX2s1SumjUIsRJysDXPTBRboEZZFnyxMHLIRyKin/tA06IkNdnr9RlDTNPLpfFQO19kweBJ2rrKgbWYXKtcXi2AdcLFCLBSO7eIKIr3G9W16IfKAWBBGOUbjvigbi8YmayOxyJKFlHw4gsWW13Ox5YrwX7mxJDbambhe1AkMmn44D0hS6LkcESE2SOkbG8pIXuC5dnWsjZvLuRkii2VZqHfzzRWxcC83OfKz9WtLWYcVtwkL+FgIN14aCOwH4N5iziLcnjEnn8a4RIQiWhKLCedi4eLjmBv32dxtwXMH8hnRxrFLOlDPmJA2m70M3M5D50u7g3NHXGf7O2y2jeOH06MVnbp9H38S5jJ9fMhP82Se9abuLFCl/0EsqOxc/M9CmYYLWlw8n6Y8j8ehLxgqRSMVrBuBJe3c8Qh8kjy63Nfg0gJOUsqyXFoQ+qPq8bT6ci/JBSFupkfVfE36n5pIw5FJpiOzWuE1ezKvS26Wwde4PPux5DpPp+Zf6HxWFi23C45ZgPq5kvMk78t5zHxvNnN5qAN1N6X4wjUOF2dIPvUVPCgqbXW5v0aEer1GA/f7pclQyZPWCevXl3ORMXLr+msrunpzkhsarl8tMpVwE+sS+HiEvLJcHqSsaoR+aJATyCnL8YhQRMg/hVSO5EXwfBqVgmZAojZOqwdZBvbdRyjv0GUeOV/603Dc0wDyPZ73HI44CifRkb1gYKeFYJ6yIy8cJiJyA3lk7dDpomNWLZeR0RuJx0TXXl9Rhwf3VzeWErMiu4diE60h8pNyWB+UcjTZ9wMskrQ4qOZlHGbGAqKf5P3/z96/xEiydXf58NqR98rKa2dVZXVWV71X25LF5C/hEQgmHlgwQFzEAOQBMhJiwoSBJSxsCQmEEAIBA7Bg4AEWiKElPAAmMLI8RUwwA2Qh4AMbv9dz6a6s73lWRGRl9ek+fXlPn7fPOREVK/eO295r/fa67ciKSBgupUQpUF5bQrkq5LNteR3QzwB+R5N+6K9PTgcxXYxi5jgSX1ZnJ8ShaRgTffGA5XIzCWWbMIZe59j10INSSsIhX/GmC7xqE16bpCxUlEdKmdz3HLm/PV6XsLCP4DTGJ5Ladi2TLfvKyhfhQ2bRNZh3TOW4VBGOn7iLv+PgeDgu5gxLxswXDS8YP3MYXzQ0xj7Vyz525rVVVdV6YYNQgZ5f7RUE692ewPiWUtLm1R3bss3UG3RBu7Y/XzLQ5lTa/hw+pvNxTKaD8HxzHe2RprJ5JYzXWFCHkI2qV0V/UNFWL9tUX5XVvlJHt9OwLiUO+J1T8tW0M/LYET5H+x+AxYB2lKWHTVT4iNLYSSklWMPFfls9U8dacp/HPEfy/FJKVLRhWz34lPraGH3Z5whbEwd5OV0MYw5fC/jTztYXp/iHadqbY+iLUeb4CM/1OnkstF1KiTddEuP84EpLyJzH+YbypCwYjfXnyWPus5TaepYAoF5S1LbWNE/xjlYYP2q5lBLiIj7GoOlRXu/4aw/iq334EhF11R9Ac+xz3BnzijZKKVhY1ItdJGEBlKyppx7kNIvUDcei4npjlu2N8KGOrTzM8Z/qnuPqWGqbuzg6uQAAEABJREFUvmhDvyofA/y8emJjYpfjQN6yf47EWxJrqa7Djj4O8lopwc8Kx2y0ow6BDoHPBIHW/jUvSbvV52jzxrPJyTD00afkTafkfJb6gJPZKO+J6JfGGXf64fna/oB40CcX7Tfxp/ZFVcZW29e3lOqeffvFPYc+IH0EG1lvSv1C7YfxWVxmhNBXlVLwVVBVwnaTjEvEO/uUjyH55oiYKI/6JnnXfy0encTqbAqdhL50fTHNes45kc17DQOuVYZC+8FS82AFeu0VngFZGb1eX2ZsamXSN7rfspU5jzWyt/teWqZPZf7lPAy6ZTsp54Z75ofvjvbPzzvtn33Pj2EgS3pucLgPRK8N4P2JXu+YMx6OtWOszvkSLXVzQa5hPHI8N85HHptznEY7tplzrMeZ30+593UyG4QxLecmzJHUFXXGvEkb6KFLlTEQsj/1IKkEepcSMZx34XjV43M/Dnuw2DMWjvuxzLZjmxXzwJ56io0MsBX7HsLDiDg7wp7G5JPmvlN08dR7kv4AJ6U67Dl98q5ewx+QhIt6lFxlp+7pqEMABLQbSP3gVk1Ytjr7fFnr8V0cl56TlG2gYc+V9PAjrDbWtnlX84b+2l/Lg3Wp3c4Sn+I+6UXb7qeZ5IseHpS58Zofea0fSS1/8QCfF/Xf7rOUl7bMOozlGFCmb7B8CT/tefW4RcbQAfG1nhMM4pQ5wXw9ydi1cm7MfHROfm6c1lf48jh95L1PK9H6MLu0awngoyYKDuQ+yijBmh95XQ+/1ddnERtHxNUT5t72JQ/OCfS/zkuSF+6lTOFvhE/r93t5fbDYdhJj2OLSlonP0f46VsIT84E8hwvFRF4ZDVp7/dUhRJKUp1Cp8OuDYT/ESD5nzEeVIeMH9/Y2l9P72AGusxZX7gfcx40+9wj70WdMnCvp053D6+dLKVFKCT5qimZRBmRU1k8Qx1InOLWUElVVRWWckPD55iSO5whMJWOG20P67xNHej3Or6JeEJi1rn/aZ3OSuGb3fMiXeJuXHOoNz+5/fp/bSVzr8ZoYN9pm16f1/jkcYwzopVRVaAfidsIYqreLxna8t7IhZzjkCoz3AzsiHmtzQ+a22p82UI91wSYL41SitLhHvSh3YgpuNR5oLPXcBy45zoVzoQJVTV6j/ti2fdiXuYE8q3PJN3n4nDzGOfeK+8/y7P1XZdDulEnZtP/heBC2U2ibnrq1Q+ATCNR6ym4rFK7qi75kgJ8f6+Px4/P1JLzXo849wjdunrOXT/rHQWgzA9pI30TcqIgfFX7X9kspuMaaqNhtUtqHdvIiOuaxRNhWj/Z6+Edtu7aXfmgv9j3knqQ+cgAPHvM87YyucU7Z3cMP7RLDzG6y7uESBfvp4VttayIezIfn2iAx94H9YY/GEI+lDZK/T/QdJ/0Y4ju05T5+PPmgvQrebbsm+6rJ/o9xeJH/KAW+jki5Ktq07X7i0aNPiFjxYP7rfVn8Wxur/c59Q7xbc29Z3v3/B/2MGA7ArUeb9JR4JV/x6UvhsBRRfwaLUOa1jOlxTDFmtLJZvmzb/VJ7jnXxyTzAxps+KF5/ba6rL6g3DjzKZ0P21fZ7XB7Xj8+xLm810bqNUrjWvVh7XeIK1jyb0qZsN/tmw76st9RuWz5P7TlZ5rUMKXkVzaLx2UP94Y669o4/iYfy0ZCdqcN9chltN+0Mv7NYTWJ1fpKkzvp9yJx9zouNcWP0u7XtXmtPxdYkhTkmZGa3GNa1CEwIKmHfaTvYp3qv/stDnRuOw35r/3cS2ryxdk5O2NpK3/wLuyv4imgWRFNFm62HhefpC0bm0U0+Ynvep1g196YOfuR0GJ6nP/Ma+ZTfUhBUsuljMbPjRkL3czxP8/QqannBqo9PHuCXxvinvI9y5NdW+DbxNs9QdvHWl/UZH3kXQ0l98v+X8n5HYzPue57UR/dlCX/pB+SNeuTiRlZe/8NLDqQ+ITM82Id06I99z9fdltrz2royJWEbMmLzlg+NJPe81kd7vWJaz7bZYEU37g5zSfk4ppaf4/JF9bYdy2MeGeqQXovJtzkJhdLeMtagQ+qncyntQZuRxtzLGhBDKmPIETPi8HyXB/6psObhgq6q6wNscmgf6inxd4q9aPujxvaz/WNpX9RBtvhV+bhL3eKD1XqE9tbqj3pmXbIuWT+mdl9beix1F1vKUowh1rcHlYtZU20d87Zd+2zJfiW3ny/d9zx5jlS3ReusdQeyyQartR+F5FV166OX6qC+c4pOqvNZUtdXGse0D0wlGAjWu5C3JO8Pi2VDFKEs9bF9+OMK/ujRD7//cXz/Dz6K7/6/Dyk/jB9896P44fc+zh9F8oeS/H8s75P8KPJ0135BEVCXodRHylJKmBdUxHZ9pvqnHqZekku1/rjX+mPOV4/TPiKilFJT5jAljOn+GNDTj57lj3H5wxYf/OBpSP7AxdOPbsPvgYKllObaKGx9titNh2SriJnsWt5XPPIeEEw5Fvd0F60fyhIj18ZfSFyU5zwo023w8R7I9r6zcIR93i/Hv6q/0oPvRNmvz7zlO7pbvq+03B++L73jO9M7dHofe47XxDbX7FtiDNNHv02ZbbRt38Ut2y0Pt/SX1PLSbrel+61T7in3XCsfrc7k8KA7WR5/iEuzXUpJOyrYd+ZV5PLe0xhnXjUI8ze/fxwxJ3GuIQ3I38z5+8wVjGVep/+o8DGllGwvm7cfSJ6SN/lr6Qir1H345NQoXFhKiVLuKf0X/Fn28FP2Z9/O8Zyr6NPkT14z7vJd7uzBPdGT8P6U90SdpzmHcU6V9zWcR3FPyDZLoU/6d4Udi9rOZKze+nJ9NnKVlKqE+A4Y08QSXPw/wsV6kvNs7yVvLmdh6f0hcVwxJ12sx/k/tOI+zty+Hz3aKIwXcMYbLwDPSk4E9OhIO4+s9WePDWJ77uck1mzefgrzgqqqwrzfsUyCD/Wkzzx8wPc6qSvMD8atbpOTTbkf5325Gd+nO7d2Xuu9hVrGk1gx551zbyx1hfNHXKveVa18BRZaovqpK3jXtolsMM8a5mm1fQQy37F9d5DR/dpGyo7Mbn+C0p72td/I+l0c/Ad+4fZVxDW3DdmX/IWMpSCNYG1RRRTkrrDzFuc++a7+QL/gfRdzC+d7YjrnXoh2lnhyb/js8RT9maJPkLhy/AT8tV/Hq9CPFJ/RohjiZb7ij9maG3/04bPMkz/4AfkyecvHH97G7dN9OA7H3cJKvZljFiEu7lPeETo0RRfMoU4ox97PxT8Oxr1Q13rc0y5VfXn3+Tkh0HXTIdAh0CHQIdAh0CHQIdAh0CHQIdAh0CHwhULg9vY2/t2/+3fxh/7QH4pf/uVf/lTef+qnfir+5t/8mzEYDD71vO7gVwCBTsQOgQ6BDoEOgR8JgS7+/kjwdRd3CHQIdAh0CHQIdAh0CLwSge985zvhj4r/1//6X195bnuCP5Lzsz/7s+1mV4pARx0CHQKfKQKPHj2KX/zFX8z/xXxVw//jf/yP+LVf+7VXndYd7xDoEOgQ6BDoEPhCIfCbv/mb8du//duvxbMx8/z8/LXO7U7qEPisEej+9fyzRrRr771HoGOwQ6BD4DUROHqoyYe+fMDMh8B86NUHpnzYKR+kfq658tx2btpWVuqPUgo3DCIpH5LzgbGGCmUphYPx0iUPewrkw4g+UOaLxHzg8Hw3i4vreTz+2iKuvrmM3TeWcXmziIsn8zh7PGseLjuJ5aNJ+PCZD6H5oJZt+NCWD7b68F790GoJHxgspSSvwaLcSe3Ddrd3sc8Ha/dxm+VdPqS3dz/neC6XReGjlBI+FNcfVPVLtsb9sN/pfBjy4ou0fKHWmTI8mcUlMuy+jgzQ468vkGkeF1fzUM7Zchw+zOoDi/LqA3ellHjXi+PVH/RiNOmHL1MRdx/eE9vLG3gFbzGXrhL/RWwZj4urWWwen8L7Sb4QTnmn81H4wzC2NfCBYXDp5YODJVpRxK99SE+9a3Ft6+qm57S66HVi0etV0ac92x1PBvQzjCk4+xDnkrH3oc32AU4f6JzCi3z0h73oHV7IdBf2LUXbQbyrpUS4KkCw0Clr9q/M6pYPavqgouWb0B69vFUfKfeUPshYY4Zh0tWbrnltXiQ+tMFa8x75YsuhujEb5suvxLZ+CdQQne9HH91Rh7xcXlp52vJN5Lq/5g6b20N3UesDrcsThXxF/RGftpTDQS+kHcBXTtuTz31it4+Wv2dst/W3KfeMQ15HO/sD3eFL3jG1Ly+g//1+H7f4qH1DyipFI/sBki9A5TB+DB+rItT6wEYpBb9bUvdG+AJ9/vLRSWwuT+OcuKB/Mkboby+vF6GPPctYcRprH0JeT+J0OYp8kPdkED6M3MaISn9VRa1hDW7iKY6W+8T5ruYFnNWpYCmlhHZQ4ad6+Bv9zpB4IH8TX1a1GIW+db4exxxfr7/XjqazUejP7N/rSxwvdyn3sa9C/Nxnvwx31r3OmDHA546ng7Bt/eH57jR99QGPm3lunxOPfKh/dT5Nm/ah/xaL4agf8mJ7totYIRj211LioOxg0eKiD5IZIAuXigt7YGk7Q3zwCB/yfGzUXzsu8mM8vySub28cr1kT20/DGDqdj2I0HuCLKptuCCTqle1DhfrL1xZbeWxlqfnfYzcQdnvb0L0vYv8LHqh/cJxr9hKYJDayA72ck/f7yIH1plJKiVKVUB8G+HvzFHXGl2qoR2fkAeYD2+tFmKtlXnB+EgvtbDEO8wrH32srbMN2gkWdSbzQo31DjoehuZTI/vrEfHM49fp0PgzzjBVtb7B1dWZ7PY8Lcqsz7Zt96r3+wBc+2JftFPrKFXlYs2ofdeWTn3mOSsKhrFMGRlCgCvseYte+/EJ7tj8xUH79jXnd9gaeyI/OsT9fQuI5NRajzFvG+JwhtjpAth42Ih7yGSwHvaT/AzaNXolNe5xT4SYSI+XUzrRbcT7JH7kbxmw1CcfI/PLMMdI3wtv2ZhFbcJPOwM2XnYvrlBjv9fou/WCwJA+AwKp5s+c1Vk/mNAvECPnOdnBYe+2EsU47e4FdZQxt9mtj0vG+W+LdnuttL2iclZ4eruXh5o+0pQzqirqqHOLveOnjB4yhtjAjlqzOpumz1Mlzxl5c1dE1upo503wU6rDXqNO2UeDM9pRFEpO9+DDe7pc4JRyL7K/xo/pqffzi0Uk4tvZzxjyi7nvOnOg09JvaqD7XPnv9Alx3h3zn9gjj22e3n9h/OA7W8iXJW5bwx0p7cJcAHZVUu7VDoEPgbRHAoHBq2r4+wVa0//TtJ/3QR8+Z7z66OI0LbP6yibnavjHonNxuczkN/Y4+YEG+qX+azkcZh/VXzucGxDD9fO9BDCpxiEN0LA8t7dMP4D8orcubZfpEnEF7HpfRRiFXg4j19jEkpzTHNWbKh7HGlyi3vuscfyn/xs/tzSLOkUuftiY/NV82fxiOe+kH4/kFuJ7f9cLt8sm9Nc+RufwtsWPCHQ0AABAASURBVOkW2W6JL7eNbzwun71g3/HxB3V9uO1Q3kJ7iev3tP+uqe7vLuedhzrjs0e+PXzkeIHZHUENNTsChZ1HW29UpSFW4oGtRo6/8c2Y5bgZrxxHx/uMfMPx3mYussh7eVt1mG11wHtlh5wJPTfOqTPeVxozh7A9bcG27aOUEiXqpR5PeNjXY7pXbjG3hGrZOS6z9SVRmrzW9vrktgddZc52gs0YQ7W3NXFcnWz5l9e0PXR1hZ7OFuMwr1PfzelKgSsgrfsM0G467IqvPAKqn7p60E/s0vvwD3wI/uLTfM7x/aq8Vj2X1HP1DnpToNHY+hKuTR5pC7dR+0fa1p+09Gm8PZAD2W65Vt+T8mab2mDd1Vt9whwspr+huYa/fdjPrX4X7G6P6NN4rY/dRWLItfnyQRqli1carWOY/AOcfkQfov8wXs25x7PGL+gznA+n3yA2nzEP01/oD/VrzgmcT/aJw7aR7SGcfuMWPlIm8HPb/uSrlBLmBPWcr59+Z8p9JH1lG1ftRx8lneFz/WHzFT7MOeEJ94j0ocGSctN+4vV0HzUe+8jtBsMX7cvjjG2OK9fLH+wyJsAmk7R9cMzWX0bKmnSX13oa4iFfFc6PnY9O58NwDuU8+2zH3JpYYcy4/Nrz3wWdhvOwzHkWo8yVJuRMxz+ILG5VFTVr8JmYwvhBN5HFuvIkcU6wlFKigvTtjrO8DZj/GZMc71PmgMYJ+VysJzFfjcPY4TFl6PV7Yae+gD37VOb4tEU8pEj93sOXupBlMy45BtRfND4v2ldfv8/2Wh5qDmCmrrzzT+FMAvOcU7sBrhX3VcRIWzBfWJC33ucL89hez/m+bJH5Qt7v2c3C497f0JZOidXml2PuBw/JN/vEctssVQmaT7lqmcGUvh1jsUxiO8faUn6Ao3BFKSVsY0Bb3q8Zo0uOp/dt54zxkjn/mjxc+9LOLsldM4dFP81hz7B1efRceRvAVw85q+SJHuhHpbfL6DKE6JZ7BFC9w4b6IamrlqWUnF+Za+pb1H2/A91sT8P5X+bW2Muxfzw3BnD88P3Hor4vO+Ze5Ii5oPHAeFLl/cgItBOVxFboUFvRPizlIUttReJ4sJRSQr3WXnqHeV8vfHmuNjPFhxuf5utxzPCN1qUpcWuMXSlLKdyjChba1DSoaR4U7RZV7KS1Y3mxXkoJede+vN+lfS75nkf70y71HZL2ub1eJEYbsSAe6q/TT8+GMQYL/c8Bi7RT+gQMWIIX8Yj0n2JgrtDioi/jBFZ45fyqinqMiOtD4oTjJG/iYGxwbq5vMDdwPuR9c79vv8SHyLO8+/2I8fx0MQyvd2wQtR4bcICz+0+6dftFVNzphZaQp6Y8jN+eBG9vmfFln3H/+djxsu3cf5QDZDu2xfzLcbEPunvzFQbb61t89/DZxjvL7Pslsc/jUnuOce8WPm+RUZ2pY3AwVlByR4eWTWH1pcQ5rIl7zeNdrQ+23fJI3f5bOvABv+2+T5Ty53HKPRgqt53Y10t5eZcH7Fiij4Id9PALPXUZX2F81o7V3zP8ij4ndZjvYS7IcWu9PQntfNraFTbQwy9UtFXQYJtWzhwP5LWuzOpMoU/P8/wB143xD/apv9BuzGXPiK3a8hY/Z/8bvvtZY8/z9STvcw2ItaXgT+jIcaLJXG0/K4ePO/QAangQc/vuI+tIWU+Hob2uyeUvmvtU58z5z5BbOc2pPT7Fv2mj+g75tg27sG9lk9Q/qZaTPhtmeuQE9jdMWQcxJZexTX2Ysm6QTRn16+Is7votzxMbfaf92e4tc5hb9Qhq9a4t2/3H5eEYOrtX9yzFQt4g4ItcrEi58aKPEgxra1CJqXa2t71sdx+3lG1/bSkvx3W3pQf7uO4227mrbS39SxyWT2XrcFZTyZPzw6FmJ3XlRGbx29PXnr7k4VV0zONx/Tbb2IftJdF+0xn9saKXoEXls1rvmuaRpWmytdkBejwmrpkjqDPz9TjnReq2MbOUEqWUCNaAT/U1B/G+qWwbeBJ7e7Jtr/VenPE94xp2PmXOdUI8H5GDawPBsicw2uZRc+z98q/CeSwl0CasgkmYAMuIfaMnlrdHdnuL7b6KPqFvDFCra21fWR4z8SZ1L4Zy7Ghbnb5t7OL43tMDPl7Adx5HTuVRTu837GlHesDvm/D2iXPRylQwPgBeX6j+6U/VxVY/T8l5T9FR7cG44nlcEfKxl8e8/3F7fw/EfUcyKcvTp7fhDwh8+IOn8YPvfRTf/85H8b0/+DC++/sfxh/83gdZ+mNd/vCAPl9WNa/AwOoyuuUzQuD9beZOM4/AfuTRcVfXjPO9YRXOMcbkFVNyBmnCdw36Y/OrijyrMHfwGlTGy5PcTmJLvfLHLT768DZ/2OLDH9Y/bPHB9yl/+DQ+/uhZxtrkgrayncKFWbH8bEjxtJ8HrX1ix4Oj3cZXDIFUBxSljSPqblLGgD16egdR6mfZd0sc1BcbJ4w3e/bt8cPSLeVtc57beU5uN9dbfxui3T39ZvtZ3zex+Y7yedrD7x20z2O3yd/dfZ3grnykPbX5I/vxkKcZsqPGJdIitevKOQDzI2OW90vm60k459iQ+/sMwYr7Gc593D/jXvOUOYJxbURupz8xnuk/eviP9CE0Wkrdmyzc4w/fxHN53Le8t9uUxsI814siwib0XbZp+8417G/EnMz+T8j75Mfc0ntLzonOmJs5R3Jutr1ZxPamoev63suKuZRzQ/3egO/1nfvYR7jQb41NfuJD3fllp7uDriA+wpYofjJX7qEXI773drwd/xbfC+agW/DcOv+lfuYPdV1M83sS59wZT9CFqFsKF9uWrL+QgBxOkpfUAXVZHUEvDvri3IvtPN40po6UUqKCV//PzPEcDHsxZP48Vk/8f0T1hPtY8/UolEOdbu99ba9n98/GfHMZV99axu5bq7j65ip87sT7/f5Pi9epa95Ld+5RYS9BvyVc6k9rLyJEy92Wsq2e1/q/T1u+1f71HZkD7usckLo/FGXeJ1l/EXns2dH1t7aTdEfbr0Geq9+BvFa+/O5PzMW5NQJEDe3E3HaQ+PZCfE/A17x2ztwu7xlwb/OcexWX2J3/j/r46+CZz/HUduiP4i0ejUPbHTFXsy3bLOXTMUwA3/BD/pXp6ce38eEHz8If4TI/ln7wvY/jh+TRma+AX9C98pVChbXuKkcMnbxjzkSd/fKr79CHKPOUPEpfpE4439VmCrZTbLBupPvsEOgQ6BDoEPgSIdCJ0iHQIdAh0CHQIdAh0CHQIfDZIPD9738//u7f/bvx3/7bf/vUBr/97W/Hb/zGb8TV1dWnntcd7BDoEOgQ6BDoEPgsEfiyttXF3y/ryHZydQh0CHQIdAh0CHQIvA8I/K//9b/iz/yZPxP/4T/8hzdi5+d//ufDH8t5o4u6kzsEOgQ6BN4QgZ/7uZ+LP/En/sRrXfUv/+W/jN/93d99rXO/6Cd1/HcIdAh0CHQIfPkR+M53vhP/5J/8k9cS9I/9sT8Wf+pP/anXOrc7qUPgXSDgY3fvot2uzQ6BDoEOgQ6BLzICd80jXfkkWsSe0oe99j4A1jxw5wNqnPZAyvJg65Mb9fn1ZyklfAjKB6o+SRGl1BTPLeyOJE7wun6/F+PpIHwhjS+jyRfRtA/sfWMVO+jya4vIl1b5gwfb0/BB0MVmktf4YJoPmvmAlg+rDUf+wEgVPiTog1pVr4R8hr3COlCEstd41A99ZX1f12/BaF9jlOd5fvi4fYmoqmheutXLHzEZTfoxmQ7zhTo+LLY6m4Qy+ICqD07mw3HfWESWX1/kQ4jnT2ax9kVCq3HK7Y+XyKsPN5YS73wppSQ2o8kgH9DzpUc+MOuLkcV51zwUeZUP9C3hfZkvRTy/mjc/yDUNsVfeaT4YN4zRySAG4H6Qo0KQKljuQA4CRDGXEusjfN3mcCRxRcBf4fqqX6KHbojPqH3Icz6K+XIci0fjWIGhD6v6sqL5eswYwAcyDYZVVFxLMzls9mnjth/vfEHupg9UzW4j5VO3kPn22V3c+jAm9Axq668u72LP+baVhDA++GgfANz0+GaF1x9fkZzzoR6Oxv3Ec/FoEkvsbLYchQ+N+8BtjjHj47W3KdP+INOnydHK25btuW7vj2xO+eQtZbOTKPn5qR/NKU1Rn0oDwBT6PnVgf+D1fgzkwf4t34jg1/NtsyYwcN/nQHv62CsLpfjvKfds+7LAlBWhWWsMvmCf7fjJv2MmKVMpBV9QRR/b1hdM8QM+rO3LCy7wSxdPFrG9XuCnlrG9WYQPdOvPNttp+okF/mK2GKcOj/FV6vFg2Ms2K3S5FHpmRWWw2bskTDbEVX2U5EW+woVz8xKu7RFf+oNe2N7QF6wZE04H2M8o9JHz1SRL+29jlTIMuMa+4xP6LRe4rrqgEpA8WbCTVf/Y61f5A3nGPX+k0JiizL7ocXuziO31PLY3YjEP92/80Yazk1g8Ogl9/nQ2jDG8Hh5qpj35KaXQYb1qh63slknqGkB4TIKr8BJ5qnpV9AdVDMBhRNvy5ljNV+NYGhsZj7P25Q1P5snfJeN2Qf3s8Sw2HNff+DIxr7e9iCN+0tkBAGu8ziJjzXmwHL40o5XBsb3FdpLwrYfS+qeQ/mLPdXtwkFIvVBZ4so9ksenzi1Qk7zKMHMJWSolK3cbmxuRn6u5qcxLGXMfq/GoWqWM5dqfkNFN0axKeZ6xw/LTXHm2UUiIYR/XlDuxazNoyWArH1T9fAjIk/hx0Zz2JFXq7uTzFrudxgb6Yi5ynvpyiVyf0OQ77s6+gHddgQRQ+WQ8V6i9aOc6KKvMpEBQNy+R7VdqZMs1XY/qbhrzIw+Mb8qOv4XPgKXU4X055mj7HnCSxmA1iTP6iTH1svnews8j+EhP056CXzUsxxMZ9lrLEyVwQIV/KaVtDcq4ROc+EHFSbSf6I1zlG8OILHS/xATlO14vET1+wvjiJ+XoS5s0j7HSAzVbYrv1kf/DzxnoMZnkNjXi5vGsft6+R82hTt8/Z3PG+fasz9hEsbUm1QLkeKrn19h+0jQjhuCiDMpVSos+4mYuOsQX9pzrpXMVxtzzDr23Q0fX5NLGdkhvnuOML+4kvDLLarrRvxnmffmQfe0Bzf3COduA1Q22P8ZmeDkMfv2RsfSG4/djnxTX2wHzCHzTxmPo2QReMQ+143tJ+i+0xpp+2rz12y9glf/ImiY2ARLd0CHzpEfjcBMSssH88vC8/oldt13xyjG+fzkexWE/CFxrpa7b48W3a/TyMQfpzf7hifTENc2L9uv7pdD6MCXnomHxXH69PGOBPevgxSR9TCs5GhxMsOD39j6QvSsLv7qHb1lfhA/b4E8+RWldQVREVH7bbJ8aZU5rj2v8UPuarSfJW3xuZhb5rixyPiU2X0AW5xAbf6Zx+wblTX/JKDtDr0XDDX4HFN16bixAt/bn8Gt9q2e7iVtmk52LP7dts085ef5m0v29FrZjUAAAQAElEQVSb/Yd+3kG97pP+4Nm6fe3pZ+84MV6OU001eupaXXv7z2wDUFlR2gjVSJ11/M1JMldaTyLHmzzk3Dna9YL5GcS9vMubeeaO6rO6oP7m2HO/wXsN6oxxTN21vVZvC/pQqojsMFhkBCZq+e4+MV9znB1vTnHoo/gHsxU5qbzarnahfaSuzoZh/9qb/MiX9iX/5lLb60WY966593TKPZExsbmfsb2KUtqXgQMJuGeH0S0dAiCAAqYeohfq5B771E6TsNsX5WUv9EGH69T1PTHjLrJd2g9Ic6C311/RWU/2utqG0F3a2eM79oe+9pG8uA2vWT8qn+f9mf6Pc1s5H/CXHdmHvb4eeUmeCV+ske0lf3exP+Kj5evZC/Z57BP7sw0x3Ect+6Gn7O74I/s9OlxKicp416vyXocvDPRez+psmnPDs0tj3Gno23wJob7EuKxfq31aL5xPVNw/Chb79z7XHp7UiRo75ENfOByFD8/teT+c+cSYvMC529z56KOTMPZv6DN9FPPx7JfvSVbMmz1H/vrEZUW4pY8at7t6XMXr6b5+IaH15+gZ4yl+t4xpXd6l3smrYwF4jau7Sz7lNSvw/PL1zsvC68W2gEMPnyyP+uIp8X/xaJL3GvS3F+QHl9fzeJyxYxHt/T3nuWLrufrjE+fazM/yB0hHVXgvQdxKgSvWu1D37iKxZkMZxFo+smRfI0zkJfBVJV8V9x57eR9gRD4l9r7se7GeZF4zh9fMuRYj5tSjqOf6VbjYtjLSc67u+wRxAmskMeZeswdvKTF/bkxetu8Z57V06zhnG8hrm8qGcFl8goF3veMuZRN3ZSylhOOiDYiVeGofdb5wGo63sdbvo6RzdPqM+XWOtzrN9z3OdU+Y647y3kqP8WG8+d6nAnaaD8G2r8QS+R3fvXls0l3s2afdeQ4nhwNejsZbvkbYmbZjX/KnPcnDGfeezslp8geQuP+T83B01P3mBvoCc6ABtlqRb6tDUSKXur+7xCN3dB8dAg0Ctd6quZD62VApJSpiTZ9cc0zOOcXP+B3shjlT+kfsQ3t53j9uuJ/e+kfzWu0s4w9zq8Fn+f0HOm572sw4bWYQp/NRaAdz5nPz1TjrM/jOGMg5A+JRhb3hkiKXg2M6VAKxD4e04yQMqHBdjz7N3cf4+xm5uLap/Tmn0B7FY3uzyHmG8fARWK2Iz8YKz5/OhvV9WWx00MyLtdNSSvYZcYeN3tV+gnHQXyThV2u/cZfHPdkr5Mnr9WkDsB2Bcc4pGhy8P5f+DT7kZ5vxbJ5zogvu4TnPcL7hHH7KNSPGWRkPINARPebnATO2nl/l5bCvlQVI5Vn/W8uwv4/9xAzjiXHDsqXntx/sB4NbYsst5Z3EmLDW3WZfdfV1P7kEhWelknyCt23f2gf8vYiX433H9ZbPW/IW46fytnrDgL0uSw/Pgy8xV8Yk+LPdW2RPgsfbhtdb6y+hh3zW+deeNmwr27WfpuejarPn3RX2lSQTdFPrchX6G/VYWzHHMc88Iw6rq8Y/880z4l7qLXFZu2p9jLGvh43aVqiUdOA4KOserNq64x3oqb6gR/xO2yHHsk/9h/aa/XIfwf60G/vekN+uudduDmaf+gL78ju+dqziBYsi1nQX8mD/9j3Atw75PsW4rb+y7dZOLZU7+0ROj9unvk5+tXnbsDv7t92944qcewl9sU+PI2rUfqJHPtmLMfmLstrmqv1+rfER+jJl1W8o53Q+rP/XBn9lf2Kpvh3r1XHdYy8keEp9TR4bHLz3yBjV2FmJ11hKFM4SQ+VLuZF1T7u3Ejb4wv6xj2M+j+te5/VJtGWbtl/zRWeur8ue5z5HNZ/6mrv07fZzCx5ZPsdXy/sD/p4/Bzm91rGQ5DX7aPt1wJu6WDXVz6C4C/tBkiilhPpQVVX0iT1j7QddUWe0n2nGk0GkPXIuaxwvNZz1p+3Z7jFVxlvitfahzk/Iu7UTY7y6m7EK+8lrHTMuFge3j/v5stcfji/jg8BAwTjd1boGNrfoyy36Jn2qXqFnrf59sqQ92kl9o02xlujuzdcc9jvNCz4ZMdqzXUkek17Ay/O8y+ODfcrodfJJ3fak5BNQslu4Tczyg43XXOtr4ZmKl1bNHH2A/x6TN7X/O2C+qY66PcQu1GMFlY9b+JLfZ9z7uH12e7j/sYfX2yO/9ezjfXz04bP44IdP44ff+zi+/50P43v/78P47u9/EN/xB7n+3wfxAfv9kQHbDRlSjiz9kNzR0ZcagSOdDhxsqSJqvezFyLkA8xR1UV+c+oiu1nlDFZXnQ3G8lMj9USL26ip6+jF6+OEPn4U/Dtf+0MWH6OVTf5ALW1O3SynBGuW4rc+yjs3Zz4E+y7a7tr4UCKSKEEfM3fSJe3zq3vtu6HHW8a/7ts4xfXG7fZvbe3ReuqOE0O1bqTmWdbd/FKKtvXxI1Nt+j8qwXp8DL5xnv/vmXMua7kI567gWD8ziZTZYqhL6hl7ez+9zz3jId/zj8H97nEs53/G+zXIzicWjcZwuxzEln/Ne5Jj5gt+vm+c5P+sxxzKuFdrU6BN7uMAdxWG+n9jva3ngfy/2zfjItxTNUkoJ2/N+k20PmGsMuUcy5p6N/U/JJb3XveCetzzKr3OjC+aBF3w/esk9lyTub1xez8P7U2u+L3V+M8YH2lbelydmJ7/J8B0cRw0exZd9dWwUNkvlV2BwZw3HVKyNFUswdu5X3+eb572i7fUiMXWfeuI4OCaZg6MLtiHZpH1I2U+94/4z++XDlRPU4T060ZL3dfapN3epR5wSUjZABwV9k9QTeR6gI6NxL0boifflp/MhejsKx32FHj+6OIlWT7Y38/wuZ/eNRVx9YxVX35SWcfWtZfhjUs571asl16lrJ6k3/eihM3QdwUeJ11xgWv3eN7LdNnZ8i+941lD7o1sv2273t6XXJj29i9u2PezqlvZeizh377naIZR+hvJgl4yJ0pVSovYTFfO6ivsF/Rpf7l3mdxLcV11xP8LvJLxHUeO6jN3XF4nj7uv+b+o8v5NUT7xnMSI/HjBWByzjs128/yFOTz+6jY8+eNbkKk/DH+Qyf/ZHRM2VldmeS+pROKR8RC4MWeqaZSkl9EHeS/V+0Iz7yd7/rn1JH3vpRQ+912dFycu7jw6BDoEOgQ6BDoEOgQ6BDoEOgbdBoLumQ6BDoEPgS4/AYrGIv/23/3Ysl8uXyvrTP/3T8W//7b+Nb33rWy89pzvQIdAh0CHQIdAh0CHw+gh08ff1serO7BD4nBDouukQ6BDoEOgQeM8QePbs2Rtz9PTp0/DHa37yJ3/yjX+M66d+6qfiz/25P/fGfXYXdAh0CHQIvCkCk8kkfuVXfiVOTk5eeenv/M7vxK//+q+/8rzuhA6BDoEOgQ6B10agO/HHiMBv/uZvxm/91m+9kgOfef0bf+NvxOnp6SvP7U7oEHhXCFTvquGu3Q6BDoEOgQ6BLy4C+TzX3V0+5OiDdpIPe93mQ2D7cJvDPqt3EPL5Z5me384Ts+GIwkGp4sMHqnwYqi2z7n6IM+MTC9cG5OFSSvgwnw+o++Deo+1J+ADn9noej7+2iN03lnEFWc+XVj2e5UsaV+fTWD6axGw1jlNf8jUb5sunfdjMh1UHw162W/VL1PxE0FXi4Yey+5CeOOx9OA7yATEpt30QsXmAz3M8vwR/NFL1Svgg/WDUj/ZB++l8FPK/9IU6F9M4g88LZfj6MmXwIUNf3ucPcymHD1LOluNQ7sGoF/1Br3nYsMS7XkoF//Q3mvTBbJgY+lDf2ePT/MGwxPyb8P3NVewsv74IH/Q796Vh/qjLxUkop9hPkdsH42xriBy9fi/Ep8YcWVjFTqzz4eCjhw731sE48bV0YCAgDq/v9aroD6oYiHPD6+l8mPz6Mjp5frSdxiPwXqzHMUUHxpzn2HttQU7V1b7lId7lgpwPms+OMS86Vj4fBlW30v60wTel1M+7+uF0sZKaPrJf61l5s4/EBszvryqph47n1JeiriexwM60MR+IVN/VfccH0eBnH8rkA5jHpfVPo/b8PAc9uG1InUie9iF4fBytz2N8dOhQbc6Rt2yHyj3+d1H3U/Ns3y0fbem+16YcE9rK8g4sflR6k+v3TX+U6IL6JSmrD8TWsh9Q+eJVHDcoZVK3Gdcq/UEvRpNB+nx9wOZyFhdXs8gXtd3MM2Zc3izYN08f7EPd+onFepIPh/tA8vhEv92LwbCKng/y4s/1FeFCX3Qb9ntMiWseuwuPF85NP8VHT75oZ0DM8YWUo5NB+LIqfaM+fo5vsjxdjpLv5AEZfKFCRd+Elcil5OcLP+wzx5Sxtl7Rr3ZonxP6s33lPPeldcSdrQQO25tFWPcFeokFcVN79vzkg2uH+Fd5abFo+UFSZL07YCEGLSbWk8BE91FKCTFUnh4xoPbZg4wv08ZnrzI2nua4OGbGx8ubZWxvFnF+NWf/KbH9NGPLlJg+wpf3wKcUIckPfAJ1+6R41VpaQTzRawCuxVA5btNu9/WLmKy/hk++9xN3tf0xHraV7dK+XX0hSXxg/CACoOvjq6qKAblCq2PLfPj/NH+Y0zFTty6ezPOB/5VxmFihbk1OhzFCx9XPXq8KdSNY9E3itW/zK/w+1dQzh8vz1GvtyLxiOh+FeZW6vbk8jYvG1i3PdvDBPo8Zn8b018MOI5eSn+pmUr316Z9goPwUR+eVqNBBc8qT01HMlpOwP23pAp29JEfN3A4ddvuMvG9DTuI52pl8nYDFOO2sF+Yz6nRVlSilhEv2ycc+dWkft02Z2+xXtwAodd9LKj56YGpbA3KuEXZibNZmZvgaczPzyzPyOW1se6MPWETWGSt9xBo/MF+NQx/g9Y6TPNFd2rt9SvL3ahIxCRYpbEPfkPwzvq2dZfkaNvZ8/N1jm7Zlm/JEFw1Ld1Ec3BrGZt9nU9iP+WrdZ4TY9NAt8W5tYX1+EmLpuJ+jl2eOfZMfLxgHx95z1WXHqkKP5E58lGcvNii/uNT93OUwg2J4btuf4+M4zZgv5NgydtqCfW+fLOKcMd1sT9Nvzogx6sIQvbAN5bD9pAb7Z89u47apf3p5h48jv4DPPWOQPIp3I8QdpUTRrR0CHQJviYA2pE/QVvULmpi2q68xl5zOR8zBxuE8Vz9zeTMn312EcVc6I+fTH6zxC8vNJMw3zTW9ro49/XDepk8wz6t9UZU+hlASUrC0fMiDdItvskzSB7iNH3A7fQEXyHfh2lJKtpc+i7xan2fMs//T+SjquDQJ45K8KscWv2X8vCQ+nRNL3b8+m8L/JOOSbeh3S7jUn2Lj1tuQvB7IGKtMyJM+kHqb27Vl7n8tP7m/96e2l3SH7/y8aB+38L+Hbul7/+yu7lsZG6rHqxkwQKT2NhDeX0MDiSXtG69KKTn+fXJ/x206G+Y45ngTFx1v8492vLc36O815D0l9decCf1dkD+ekpfUujsIY9+IWGYOwB2kVQAAEABJREFU2uNekHZRSnmpziqnOGQJb/e6KsMRUVi5vqqqUFf75LYD2h8xJ8x8E76Ns/LhPUZf4q99XRDftbXtzSLO0dUVeup56ri5k21VFY2LLf0mNnywxusv3ZlfSgRUvYbUx702mrZ6F6/jYz7pj7jONtAz21PXk+gD9XttCIvG0J7Nteqq7dimdJs87t9ofnwsT8p54BEvQR9td29aJm9cb4w8zCGTP7BIH92W+9fCtOVzTxuScoud/byMt+ybE1gDFxLae8WcYDjsh3HO+dSaOYG5uD/C5XzAHN3S/Ys18y1i4RhfMxj3o68/w2cUOkS0UK5bxzV52tfzMPCz3+yvV/usAfeZxswn9bH6IGO+fvbM+R4xVT9l3XvjGU/xp37PYOxXxlvavyVG3IJb6tbTl2OWxznvFr48f0+5ZzvLhjf5C0BhRZLXWz3X65xjeW0ppfHHVZir6P/1wc6zxVCZtsSLjB/Mud0+I654fMU9Cc8VC8dBbGxDnHqMT8W8q4BzuAB09i3vDanrUu7ng1OicC4shWPcqxrc21iR8+1hzJhr2a80X0/C70Oc88mDccu+g8VxVVaaZuu51Y7YZZ8eVw89V36kW8cKzMX+9njMGIPbT6W7cJxuvQY597RTt01nKIH9Wfu8KGXjI3nw3j5yV+ozNuBYnfBdgxjWejzLGLvlHqb3By+JuRfE3Bxv7jGtuI/oud7vcK474r7P0HuYtJVjzcCVQgcKZ58ticExgYv8qH+e6iUFPenBl7YyaPIC72U5rvbp/PvRxSn3KmehDsqbtL02L5ix/zSUQV/gdUP4sr2KdkuRpzu6k+yxow6BlyDQ6Kw+ADUNVUd/ok8b6fvno1g+Osn75drGsS7qI902bz34R2LPKf7qhPz2dfxj9kvHbamdwNJBd9Vkear46OFfjWUD533aDP4xX8i7GIV2MKdvyxn3r06hKbauDH3OL8WW7nMDfV+8aKFzj8kP1Qd4eI/Nto0DZ8QEZd9yX0ybvLxhrowf8UeDNtwjWxGf9dee32LhfKVPTBVf7TRqlvCSNV/2ydQ3xKCuY79g47a8eKJilFKiAgvnKYMGB+PudD4M5dd3+KPaG3g8Zz6xJVYf/Bt1eX/E/cPl2ST0bSNwFNtwoW0L+0rKjdf/0N/La/IM7ynHIa7sDznTId43scVt6ZbttrQuGVP2tGFb2S4dsL4+Uw/OvKvFogHYq7HGV9vP8/2673UoeaMN+ZMyDmefokGlKai91qr+Bfwpq+0l0f4tGCQ1GL2M3wf7vYbz8zrq2RaCJ0v58VosfTYn2R+kfIiX41BKiapfok/O44+bnuBvFuQ4xjb1V99ygQ5ra5bmmkvvPZFrTtH3MTmu95t6tFFVJWgO6O4yp92DWWJIqdxhPhARhfN65GuDURVjdF/71E7Tboj72of9ba+Jtd4z8Lsf7Fn/csJ3M0NirX21cmC99BkvXOpzan6UuWC3ypq5CN/XzFeTUNZz8o4LfMkFsp7xXXPrT+dgUfuxPt8j90K+5T9YbFu5pFtkvGVcW5ntK0pElf1VMYDnMf48ZV2Nw+/X1uQXYnyefc/jgr7F1x9Em85H4fkD/FUBL3X63hbuDnZ8v2//qfvMEfc4tz08yrcUr7OUF5yEcDmutLWnzWMeWt1vy/aY21K7fVzutQvw29Oe7ba8oaov6PwVu7xISu1GM+DVdvdN+5a39JeEXb6MJ/l74TGutY3kE32meTt5BVNvf/helKxFYTxKKVHrVS91xPuuxrqFuoreGE/6aY8RnA7V196JCVXWOCwIIN5i5L6CrvXJr4fENW3TmKvOqo8n2MvI+Sy267lew+XI79ZXjAS2FVlAIXGs9QL7RN/UoVvnZejZ7RtS6l7q2h5fKt2Fc2j7aLt9m/IwXlRYI3+MAV73z/GZ/b+E5xcea3mlrTt8wp22nJjApR1RvNVqG1x4p+6Cea33Ff60F+r5xB+MI9c133Tu1vpMz1Mx5WMPb+LvD3JJ1g/EMeWRnj69jfqHkJ7GD773cXz/Ox/Fd//gw/jO738Qf/B/fxjf/f0P88cGPv7oNmy3YFnNGi6YJUWBuvXLisBBlancoZOOtrlI5b0E/Sb+MecCzIlSH/2BkXEv+uRX6qT+tdYZFFuQSkQpJSlY9KnPGj386IOn4Y9wffCDp/HBDz7OH7xQ99RdTuWagAof0S0dAj8GBNBhV0i91SdKt8SAW/zqrTHFMukubtm/N6awvefY3m3I/bfse0Ce91nSof27aPv9ZLlvjtXlLbx5Tlsq497Y1tj+JwAvANHs5JSsVdh2VVXhvYIhvuGE+YtzDr/j33APwHuMK78Pbe51eq/5hPsm+hDjm9c4B+iRc1XMJaTWh2QHdGlOIO6S/O6JvfeELEfbyRfX5LW6jqpEj3b7tK+Psr8Rczr7nzK/c15mbrmGR+cmzs3yngb3WrY386hpQVnP1ZTFWOz1Q+Y8tlnRR7Akn/Ytsf1VWcU8ZSdeKDMqkX7bMR0xJ5ySsy8enYTzwbP2nlHiC6bMDTfMf9fnp+E4eK560etV2YbtPaQa3LqP9shd9nzgg4q6ItX6go6g624ncdwLbKltxzF0jt/je3/10bEdN3pyYv5FvFusx8xrJ+F8esN3VOd851//L8A8Hn9jGVffrOnJtyi/tQqfP/G48jkf9r5lfS+9F1Ujn/0HehqvWOQ12XZOpr4jzx6bl25bP8L3X+Z50i11ybpk/VOpbQO/dSvRvn7hVaSfy3O8Xn7kbQ/elAedUL4qkLlEf1BiQK6Q8y/xZc5lHuF9CDHacG9T+7vk3ojPGPk/qfmjXOB7iT1uttPUE8dEPXGseth2KeUVCL75YfkXi/xBrh8+jQ+k73+cObL58wfkLR9/eBu3yG7r6lApJUopbEI5aGTpYgG52/uz+g794Hw9Due2bvsDcH3uI6uDFf7Kc2mkWzsEOgQ6BDoEOgQ6BDoEOgQ6BDoEOgQ6BDoE3mMEfrys/czP/Ez80i/90guZ8GXU//E//sfux7heiE63s0OgQ6BDoEOgQ+DtEeji79tj113ZIdAh0CHQIdAh8MVFoOP8dRH41//6X8fFxUX8hb/wF+Jf/It/Ef/5P//n+L3f+73wfw/aNvwBrv/9v/93/Pt//+/jr/yVvxLn5+fxF//iX4zvfve77SmvXf61v/bXsr/XvqA7sUOgQ6BD4EdA4P/7//6/+Mt/+S/H6yz//J//8/jd3/3d1zm1O6dDoEOgQ6BDoEPgvUXgO9/5TvzDf/gPX4u/n//5n48//sf/+Gud253UIfCuEKh+5Ia7BjoEOgQ6BDoEvrwI3EXsIR9+yhcLfHQbPij19OPbuL3dP7iB+UoQaCfijr/6zFKV8CEoqdcr4QNeLVVsf9rDUSVK5Erhw1S+0MOHxWarSazOTsIHU33pz/Z6Fj7c6QN62+t5XPgw35N5+PCZx88en+aPQfhQ6PpiGj4gujo/CckH1Vabk/CHW3x52eLRJB9K84GuxXocljVNqE8i963cP4k5fNTH2G6usx1puZnkA4bymX1up/AwzZfx+fJIeUs+r2ZxAbm9uZzGGr7kwYdZldUH43wwtderon0oLT6HxXGpGB/Hygfz5MMHHk8XyAourVzy3MqjDCmL2DMG4i75ArHE/nyamK/OJmBTY66s88TOdifgOwHn+/pi7XZDnse21ySJMWR7q/NJrGlfnXh0eQrWNdn/2eNZ2L/XTOej8OVR/UEVylbQT5U1H8jk4/hmfXzWS9oGjWY/lCWiAmMfaB4MeyHGJ81DlLPlKE6X45i15WIUswc05tg4fODyNM8ZhbKpMz6E6AtxfDBTOe3D8dSW4rDADOth81WV584t4NYf9JLnyWyQfKizc2xj0YxR2gbb7pfHLBsZkm/qlsplmeegX3WpvMiXslEybq1s4jTIB7arKNhFuICphWOZ5Ys+GhnaU7UndUA5hrRnu2I3nQ0TS3VdmsHDDL6ST8bknj95fD9J3ZFm4g8px3Q+zB8/Gp8MYjju5cO7yl9KPFSNYGmwovZer46lRJBKPlMWdLOHXqgjyup4+gJ37X91NsUXnOaPBbWx4Wx3GvqIDX4jfTU+eEVMWEKLR/ipR+NQp9Xt+WoSiSl6oD6rG+J8qo7kvlG4fw7mnjfn/LQDfKb9t7FhRfyS9Fl1n9PaJ+Lj5lw7RQfHJ/0YDKvQ1lK45z5S7uf2qf/1fgawRF5b4WN62KovTKh9+Ah5xrHEd64vTuIMuc/wkS35QHyLxQqfKp+em/wjR8oDj/KprElsK69YiIn76vo4rHtM8lqxXIDp8tEk0neDhTj4Ijt9dz0ep7UP354yXtPwuOfbpj5y5At28Zm1/pZ2+ONNFzOV1ueLs+2lPxj3Y4yd6HNm2r7y5fiO8cuj53zxCP/Hfs9rz8G3ea3+RF88or1Byy/6+UmDi/uFobvf+DHXXtL9MYulROhL+8TU1LHpIHwYfo7uqzuOq/q0uZzFJsfzNNZtHsbYL9CD+XqScV8dmR1saVzjnNujmDMGnrfwXK5RJ32ZuG3Zh7RBlzfosv0sadvzp4yFL99yDHrwWEqJH3k5BoDGSinRw+f44L++1ZfRGdPm6PkKf2L+kfyRi9b6DRbw6n75X2Fn8lv7nAlYSOOUWUyUPe2o0S9jkdunic34gY3l+esxbYxDbCXbtg/7sk9xOpMXsDJ/s+5+x8vztTN9xRg7O+gtfgQxI/N75K/9DJuftnKe59enlPB6dUWsbNcxGaMv2sp0Nsq428olftZn2FXWGUf5OkXmmpDbfdCU2Ka9Dohr2nBVRfZFj7rEe/+Q/MRnt9BejQMVWi3Ydg/q429H+cLQUTh2q7NJ6MPEWOwl9cF9S/RU3ybui2bcHENJeZVfHLLO+NveHNuSFujXAltYEatW6pkv6kSvDu1rZ/h4j9veVJzA23EdT4f5IwEnDe7a7OkB63FkvcFaHupt9sOD+ueYnNLeCbGqfen5YNRLOygF5MGBIlxqdKx11CHQIfDGCGhAkL5G8voKJ6evG2Jz+j7tU1/gHNgYaJzRt7d0hq/f4PNb3+B5a3yGPj99ED7E/NQ2jJutL7Ku70jC9ueQ/miGb7BMX4wPtq6fyPJwzjjmxG2vtZynf5uEfRjrJPvPuISvkrczeJT3M/nFl9V+0jx8gk8aMYcZhL7V+GEcKYX8T0DegoCU8MRnCeJFwXdB/Sr65AlDcraMTaejjEunzEHT5zWyivcMDNynP3yfqY0d8us4nML3FHnMpSfEAeOBetTv98I5dSklSrxkAa6XHHnp7tRZGiylRKkiql4VffJhx9E8Y0ocUUfUC/XBOOm4n6UuzEId3hzpw0F3G/1NvWU+s1hPYoG+KaPtJR3porrZYnFKrHP7AXGt13i9urpAX+VpSdsr7EPeVuhp6iv36zbo5znzx/PdLM6gDfy6b03M9XrxHXBvoYdOVcRDQRWLlqJbvlIIOO4PBWYGqg0XB8cAABAASURBVD2VSN/TZ77v/EF/bk41nQ2j9TszbFad1Xb1OUnug2boch5rSu3JvMx2tLEBvqxPTlodcvja7cXR8kneOIfs+RPzY+x22MQc+7Bfbaa1I/n7pC8ch+dpe0n4UHlM38M825empT/HTkpjJ6XcMydEcnO/p661PHuq9qV82po4KveEXDcxpL8aL/gAr+ThBWUtwyjnnZ7vtY6DOA6Q2bYr/FdoyEmRS8uHG3W95thTlEO+lM+XKJ7gd8XLnH/FvE9/Ienv1voW9rl/hc/R9+iLPP/AG/5MjJVhhgy5X7+1noQ+x2uWXKuvWtPWmjmBbW9o21Lfaj8L/JntnuB7lVE/fAJe+qwk9k/hVRwO/R1wbDCCF3VvBh95HsenXKNeiJljoNyJm7rn2AJSopMfbHza6jkQq1BGKSUq2rC9VgcdI/VNuVfEgw33GDJuEC/q8jTOqCu7cq/AQWyWyL94RF6xHsdC7MBwzrxKTBJTZDtVLkrlq/chN9uZAzXnzy2zjXHIwwF7YoB9HmICvDnmti/mYtMnzwiWfGH6noqCUrRrbuZH1LKDobL3seUhcUWMHaspc7gW/1N4Tl71BdQP+9tt+Fd33N+OlXaS/GDb6mopJUq0iwxIzfZRtdnzmRXajtTaujyUUsJ8QT2SR+WV9wWYO96PiMNnjO+ZsRc6o56Yowd1njCNFWO9xCYcn4VjzbUzibFzPBKvxGXE/b1xQ6No9+c5nDtviWttSx1a0faasVW3tK3sGz4szygl96tzc/oWc/2esgzw94m3PgU5Bb2WP7qlQ+CVCKgr0v0NroiifyS/rv1DP6bkEDP8gPqqDm7IWc8k7ETdPCN/PaPu/oO9eE9Ke5EeTSJtJnV/EmkL2EptG6ODrehTZvTjfu3E8+b40zm2Ml9Pwv6ltBna13bXGZ+moe04B/X4nH7SRsgLfMGs8qSM8erF8zJfoVI4vfChffX0l+RA2t2UGDWHpyWyrfHRG+5LK/8Zttra7AZ81sYJCV49V94W3G/zWnmUlDUJnmerUWIxazCo8RjH/fFJeO1iPQnJWOB4rPhOqsbhNDb0Kx8tua1/kxfPP6Vt/d+I+7LGP2OB+CDqG626cCBKtUm8uLqNqwNiQM59wX+C7oiXspwSP2b0b6zV/7rPekvtcfd73BzAvMIYZXt92pVf+9HPOTZ0m6v8ZOUFH+2xUkp4rW0MiJveOzZumR8feIA/+xanAz+MtzzJ+6FEFnUsecz5bz+0lz7t2kcpJXJpipaH3OfHgx31hpd4rbGqRzuOz5h7wPI4JT7bn7zN6Dt1AhuSx6SG79zP8dwn35L51OkwRrTl2PSwb/uSjSS6dyyz/jl80F3dC9gUBrKUknMXeXOsp+iMcqivK+z7ETqtXaUuE5PXEvs9pi/QFrQL/UUSuByPlW1pW9rbArtd4I/8X50VdqndGFszz6LdjUR/z9vLGHsZjKro9Uu0i5hJ7faLSo/X9nGHpBEF7HvkYK2sp+TI8nTMi3Ju8CmtL00Z8TXy7b2JlCdlHOMvRpHbjLml31OLwTz95iS8Rt+T7eOLlHWDfGeQdeVfk3t4/8Prp2Dvd0/qyrjJ5afwqN49pDHzsRFUl7O2f/UNXbQtz5+qe7Q5PkH/8J/K3etVUUpJihK53OXncx/tTkHkkLaRtss8Stu1Tfm1n9ouW15G8AXJB/y0tj1juz6XYw1fE233BNtteXP+KG/0d8xby4q7kz6xg72lpsKFyas2POxHYqkvPB1kLD2lb/FJfhjH2teM6jmj2y3Pye+YMYa4Rr+tfQzJ2wfkfeqi+hQs6pgwJbH9TlZxQX/t0zEc4I9zPsr46gfHjX+pqoruSwTn8xGZix/h1VbbkhM4tUSOLW3q65VzjP5NGB9pTDlg3JU5WFJOPmyDgj1fnfVYXsdCuseuFxNwczym2O00dQn9Ua8k7TRplPo2Q8e0D+1HOtjxfBy24Thoa451H9uo8F2llAdgOwbc5nHNoX5wkI3kl0tKKVGhP1WvCuOk4zzBLuTzFJ5akoe0CfhN3pAhtynTbo7O1Zam2gY6qNz+b556cuCV/oKl5ZHqm615YXPJkQx98sER+q5NytNiPYnFekx+Nol55nKT0A97LH0OvB9K5KplHcVM/HN7FCeMlzKM9UfYeA+87dkfdsgfbrjdhz92wh2/GmsPdvSVQiBtSYnVy0IFmyqlkD9VoY1qq+qQ9+Iyd8YXqE/u93ivqiKC77u8PprFdqj6gyi3t3fx7Olt/v/2Rx8+i/xhrh88zR+8+Jjt/J/uZ/vw3NRF22mup4lu7RD4TBFQvV7UYCkljEXqtH54jJ6r81PigL619av6X2PI8fapPhd/nPvfk9LYe0zy1saLKXHhhNxxnHOQfmRsI65VYKDpiZF+4c6oYMUyIkpVQox6xNshedXJbBBz4pRzm01zv8Z5wMb7Fsx71tznX3M/Y8V8wHspzjucOziHkLzW2DZ3bpExbhzi2/Ld1pN3MSauzQ7lOM/1HOPinOvnxstHk+TJfqQV90JzrsL8zvnJhnuzG+YqZ813o2fwfSa/zI/WnCOP8/Uk5EF/py4YmyvylAr5SxGh6BaV5IBCiVJK9Mgv2nsMfm8zJY9yXMTUMbBUD3JuuJpkPmjO5nVcThuRpMpJwVLPQ9BE+stzGIMe+tdnLmQMmpDHT7U59YL7XTPadfzm6gLjuIDm3COzVOcW6MOSua+8rM4mIV/qp2O/9pkY9HaDfqjD6kg+Q3I9i3yW58k8LpJmce7zJOqQ56JTtmGf2pjxUt70JcpWyTiyvM5awr9IO1NG8THemheecM/G9mfKqnzqPDRraE4ptduvU3r+a5H9PU/2t56kvc0pW4y9zyLWYrw8n8QK+1839woegZX2ds49XrGVLsT0ah7u916MYzLHjh3XMfm8+XfiiA2WqgQQxWe95I+EP93Hxx/fxocfPIsPvv80/BGuuvw4/DFRj92SM9t/KSVYGzZQTmslooLHCjvoN/m8MURfog+r/ckg8r4jOuy5pRSulCi6tUOgQ+DTEeiOdgh0CHQIdAh0CHQIdAh0CHQIdAh8pRH4q3/1r8af/JN/8oDB2dlZ/Kt/9a/CF2Cv1+vD/q7SIdAh8AVHoGO/Q6BD4L1CoIu/79VwdMx0CHQIdAh0CHQIdAi8Rwj4Y1z/5//8n/j1X//1+IVf+IX4Q3/oD8Vms4mqqqKUkjQcDmO73cbP/uzPxj/7Z/8s/uAP/uCtJPjDf/gPhz9I/lYXdxd1CLyvCHR8vdcIlFLir//1vx4/9VM/9Uo+f+d3fid/mPCVJ3YndAh0CHQIdAh0CLzHCPzGb/xG/NZv/dYrOTTnN0YOBoNXntud0CHwLhGo3mXjXdsdAh0CHQKfJQJdW58TAj7TdHcXrNBd+NKAp0/38dEHz+KH3/84yQe4n328z5cIfIKrElH4i6Mlm4w72mMnG6UUbn5CvSp8CLU36IUvUvLBuf7Al+NUeZzT4oVLCXrIjyhViT7X++CdD+Dlw4frSSzPJuHLeM52p+GPQfmDXI+/vogDfWMZO+mblN9cxZX0rVU8aenb1KFr6MlPrOL6J9ZQU/7kOm7ctoTqY4/ipq23pec01z6hHdu6/vY6niSt4oq+ruj/ir53lNLjry9DXs92s/ChueXmJB949SGy4bAfvX4VPWSuoFLix77IgrxU/RL9fi98aM9xOF2Mw4cBfQDQB/z8kbHLm0XskC9xB/urb4ABsicOYCEuNUbiDCVmDdZgKb5S4g3GjsHNT3Iex3KfuIo314l3Eu1efWvJ+Nb0+BuLePy1RWxv5iFPm8vTEOPpYhg+9NtDl6peCbFFVVPHtQXU94UvJfmRB4BO8mHX/V32ZSf1i016yY/6LH/qg7px9a11PBEzCQx3lC+iJ54H7cBY3H3g8lEj6+liHD5g2cfWlNXxK8GSvMjBXS0u2+x9rbU+lU8asr0eejoASx8290HI1fk0H569BHvl2MH7FTp/lfwvGZ8V9gjldq0XyqWO7JBh57lZeqw+Xxx22PTF1Tw229McRx+UVbYBsgVLvlwCbMU4hWLf8ytcp29ynEuUkHcfwPVh5uQdG1SHt9foDv09lncJXuU/ie2az3sZdhx/3+gKPpNfeFNHrsBVuc4ez2J9fhLz1aR+QHvUC/UwwKNEu6gXoMXa7nlfS+33wBv8Ora+bKTWg7sopUTBh/bRU+1+Oh/GfD2OlS9zu5jmD3OpV/kA+PU8Lm/0GYu4RH+lOo4sQ12WduDakhjv0FXLK8pdHkMvLPV/UF5DqT+0rd3XaAuy7aQb+qTfc3Ubu5Wv+XqSLyRL/XZ84D+aRfmstqX1F9GdO/nwwefEA9twVykRFX6vP+yF/nuGj1huJrEWC/o/Jx5tn8xjC09i8Rg85PMxeChLS8pzLG8r/5WyN1hcNWWe12DgdW0blpdHWNinJBb6QeP6knGar8b5IrTRZJAPVxfxAADE04mlTUcu6G3uzI1P/fA0mgix2d/W1/WIbb4Q6mQ2DPt8BCbqhjxfG1+wpStJuSift/k8xn5LZVaWDfamT3RMbXc06Yd+p5SCbspiSRkimWFbxije/xVGk2exk2qOESscnx5+WVmVea69ERc222mkfqlb6JN6JakHO+K1OIvbTnxbAs/cbkv0SL/suY9b3UFH1Vnb3hAf0r/5goHZKPTvPfS9AHNArHFY4B8pDptvXmnltmyJVmyUjhzn4agfvsTCeHWfJ83ISeZJ22t8DfxrZ7WNLdLXKN8OW0pZKa1LV0291bErcLpq9nk8SYyOCaxt+5J+kq4X+cKL8908/Z92pt+ZLcfhiygG8Ky/rMBNzIAptJP0JXG/JKb3mw9qeQ17QCWsUw31oupVYT7iuEzxxWLimGln25t5LTtj/YScRmpt7Ao5rV8hq7InUa/3rfBXy/AFMMowShvrhX3Jf7DIQxL1d7G2bRt3Glcb5ketrOqAvOnP9Am+FGOLHWxvFvHY8THfyDFbRW0Py3AslddSOq67LXmudMm1l7S1vZlH2sLVLPRfS3y7eaDzCuOJ+jggXxuOe+HL8Bz3c859nDws6z7BP/ElZ7gSd6ndhx98AnlcHdV+t8ixIXbY13Q+Cn9cQbnVn1JKMwRqwquR787oEOgQeDECaUHEFn0MRWBa0cOf9shth+SJ4+kg2jijXWv/2qVx8QIb1+dI2mtNi9jeLDLnNQ97rA8gphpXtW39Skv6Gvdd6XMPxByN+hX+If0B9V3jM66sP0fGsra9+/7on363N4vkRf6kc/Im+V+eTcJcbIpfGePXB+St+lUREoOW3DbQuJ31V3zkeX7guFnzbPM/82Ljx5TcYb6epA/VP+pbM39vZFXeK2Td4Re/CHQFn0nE1SuJbWU6Z95h/Nd3GyfGJ/1I302OXaBUsmARpMSL+tuuXJ+6+6Ak/WXbvvrEJbE3B3E+viCHM5c7I7Y4H7hodDh1t9GXy5tlztX0NkGmAAAQAElEQVTU2aQmjrb6qs5mHV2sdXIVhxIMdo4ntGMsryw573ANMTX1tbEJY519iNv2Bn29XmQelfrKvGkDn+rsKucsk2bOcoQnBnuIhsiM5Krs26LZXfeFRAAvnmNfM69ZqQf6tMG4T/49isV6EmvnS/hAdUsdrHUT3W30NG0Z/b0vl3GVx5aZwz3Gp14cbPskZstR/pDhkNzevup+47DU2/eMWXOfef/9/LiKIXmj9jnn/pH3DC6wyR028ybzY+/nXXHNFvsxF155PwqZT5gPaP894lmFrdz7HtiEGXmi9omVQ+G5FdcNiA+2MW39Nza5vVkkJvJpv1fP4bbD7h/sxz/uOEcM5fGceZKy+sI9Y6z8yV6UYMkPSteawzzGpnxJeW/SQ5zaY07l3Mr5Tzs3tu2zx6dxDpZbculL+LVvx72lHXjVtArLq4bnHeXOY/iq9FtZLiLnA+jAFrq8mdP2nLneDL06Cf2qecLJ6SBG6Jx+d8B3DjmujyY5j2p5kY8r2k/MKMXlKvuEDzC6UueYD7hfPlr/qN4aVxaM63Q+jLEv+qMP5RcT9aqOBQIjxYsXMGsPeFZ9DXvcoPCweDsmI2RRBsdpyb1ccd0krvOQny3Ybm/ARhIXSPlajC2V4UDKlrIuwRx5lf+w7b5lmNO0uHu9ZG4jJRZNH9ubRZxhz/KU+M9HMeZ+lnwjRn4nUMumYPgId9bVQ4yo0B3nbur3se44VpfZT82P43PVjg1lPTaruGrkuWLfFbKYz3iduMjbkrEXP21IH2FMrnUcZpIXPljZemerY3lonL4OuuKkmo16vEuI27AZ7zn3LcxffCHt2eUszrl/eXG9COXa3iya/JZSjLAPx0jKcQOHw3hTv2qwER/rh2Nc5/ntdZaPbQ8Sw0v62V4v6BN6sogLfO8G36MfXzzS/47xv8P80Rd5r3FVGrx/Kyfyvey7i/iKLJ2Yb4bAsb2k+qBLxus65rBBc6WUnCemf5wNI/0jOaq6eYaOqqu1f0R30eNLSb1G5/VhqevWobSHptRGdvhDy6umdHuHHWkrktdaSm3dNvWPSfYFyYO8yFP6x8UoxsxFBsxrqypYaln0kWy8dEXUw7EWjzvv7+s/OOJxY5A+zu8/nPMsH01Cv6y95lwZ/7G9maffeGwJFrWtL0MZpJRHORu6yhIf25RicAUmlkli1pDXt5QY0H5iTl/eu3Ms5MP46f3C+WocxlB/PMX5afplHIXyBUtbGihqlNj5qjVPJM5wsbHY0/VLY+bY0/koFutJiInj4nhdGTv0jcekrM22Meb4nN3XV+kLz14S8143v6vZ5JOB63Gvw3Fr/b56skF/xe4KPpIHMLcu9lfwvHM7aUn8W0XmnuR3V5z/GNzF+owcYUW+7f1Z8zvzITGWx9pDBwtY8flghS0xZyhCf15VJfp876HOqlu2tzqbhmO5Jfe4pL8dOmDfxyTfySc8XcHzFfmUpftST5h/nqOTK3Ka6WwYrQ6UUoI12uVVttGe96OWpW1A3ZGwLYoIDohbjzzc+1GT6TCcd6zwNeryGbog3pc32BYyiYfyiUlb7tQpxmsHXTX1ulySgy1r+wPHx1BrO9vrRVw8mZHfnqbOmvuJvS9nHjIfcFxy9Bgv1nBJfnPg3Ho1eb7XijHi5pUV+ZhjMSKPmzIu/sCnenTm/yIx3tubRWzhU9kOlDItU5Yd9SvktGzpin1tvcXFa8XqkvYur2kTXbCP2lfWvkGsR9juiJxIGxnD02wxTjzE3DZ22ORO/Uo9W6U9tHq2Y5/0BNuQdvCl3V9ez+PcXIbv7ubrMfPTYf7vT8V3peJaSmnAS4SbOgVgiZW+xVikbvS5vzNmHpA+F13e0KZty9uTT/AFf/AgT1fwJh3X/f+eLbyZ34t58sYY6Bt68FaqoMuWt2B5jj/25CDCZ9ow24UrKuQpVYk+diyGU+KQfsb7Oufo7xb8d4yR/NTEWB7z9+AYMuSxZZhrnzO/WzPXVU/UTceqh63QdYiTeJEN5uq+z4yUEdlsr/BRSgnHzr77jMmAewJSH5mNjUXsPDFYKO+aa+/YzBVjsM6hPFJKCdtzbjIkXjvGY+5FW6ZOopfu79NXVdF4IKJt2Aglm1+JVVFbUvcKepY+BNzVhYy7j06Yf5/GBTanrmmDO2zjSepRrU876knah+Q2Zepjxo5Vzku1LWP4fD0Jv+tzPAbMwSv6dezuQW9twwE53ks9d+VHyKvf67fxbY4/8DvXLXaYNpG6v4wr+L2Cp/RlWa7wdzXvVx5rePQabV8Z9VHGiCXyJ6/ozxC97PUafcHpah8S2gNjb7DKfkM1/mwAgH7S+a5yrLDLDfZ9gSzylHzC+05+KdvtK+ryfb+/kUuZGAOPeb2Y6DMWYF/bei/Uf+0r0mrgoV7DRb7eWC4v7OgLh0A91g/ZxoVGRdwynzCGaasT8qcp9zH1C1Nim760P8QeCppiI+jPcSvahnHEeOsPWTz7+Db8H+4Pfvg0f+DCH774+KNn+SMY/q/3/nafccc2SinBavXHSl3nXzYE7kJVfV6qihhUx7xhLJl/6yvredIidsdzpIwp+Fh9K754R3kF7fTD7xPB0xX8XcGTJH/GgUvy/+3NIs74DsEY4w/FtPN47b2UgjGzGt/2lNg0awS7JXEyZgzIq4wj3gswpp8Rq87JJ42bxprtzZz7FdKCchHG1Mf07RxJPlragaf4ZmkdukoiRss/dXm/Uh7rlJ57lfUlcRxifLKNo9J+aqJ/+pWfLblyTfPMZ875jvQR8/U1c21z6lPmJ2PivHG4Yi6lrIqdfgwQsgwW6nx+5VcsCQURBgBhDXWGUpzcm3rCfNc44f0HY4axY7Ych9/3iPUwc6oSql394ZU1aadJ6GHmp5zUY37Sp03bm5PLmO9d3ixCHXlCzpPPcfhcRvOcxrX1pFU+/+LxJ4fnNNbsc//q8EzMDp1LSv2iXUp19/IGnSEXO0NnNtvT8B5C6gyy+N2H8VH/0Sd3VndKKRGs0ZbxioVz89QqQr3rMzdRRrFK+8K25EHdf/Ltdf3MjzIe0fVPPIrro+2bz7IuhrR3TWm7121fbvvsS9I6Wnzb0rm746IPakl8tf+tmLb3Dph7J57zYYilNigGPfLtUsorwPvRD6uzt89uMz/58AcfxweQpT/EJfljouYv5jL2Vio/a1JHrVXwKs/+v6EyTDJfGnKvdBQn81H4Y8HOO3v4Fq8vpdTqUby6ow6BDoEOgQ6BDoEOgfcFgY6PDoEOgQ6BDoEOgQ6B9xOByWQS//gf/+P4I3/kj+QLXv/7f//v8ef//J9nbt1NrN/PEeu46hDoEOgQ6BD4MiDwZY6/X4bx6WToEOgQ6BDoEOgQ6BD48SGwWq3CXOldc1BVVfzSL/1SPHr06F131bXfIdAh0CHwAIGrq6v4lV/5lde6//qrv/qr4Q9zPWig2+gQeE8Q6NjoEOgQ6BB4FQK/93u/F//oH/2jV52Wx3/xF38xfvqnfzrr3UeHwI8TgerH2XnXd4dAh0CHQIfA+4+ADz75AJQ/yPXB95+GZP3Z09vwIe/mScCDICXKoZ6VOz4hH5byYSuq4SmlV8KH+nyRQ39QhQ/3DYaU1H1QquJ4ea6pOF44Vmioqkp4vQ+r+2CqDxjO1+N8UM+HBH1wr3041YdgfQGKD9MlfXMZPlB6ZfmtVfjAmnT17TV1iPL6J9ZR0yr8Ma26Xu/zB6Hc9sE46fonHuUDeu6Xrr022+Ba69ATH0Js+rryh6Ko7+z/m6uQJ/nz5Q8+pLrJBw4n4cOAPlQ2GPWi16uiggpyB/LHj3thkBwD+XIsh6N+yKvj4IN964tpbC5P4/xqHpdfm4cPACpnknIj/xNweGIpNpIPFSZuNc7XboNd4kkp1jeU7fZ1Hl8xThDX+aBkPohIm1eQbVtmn99YxuXXF7G9WYQ4bx6fxmIzyYf1RpN+6lLVq6KUgmrfRa23VKMmis9+xSj2dKStUUSF7g+GvRiN+8nXcnMSPmjtSz6fII+yXKkvUj4YvUJ3WlqGx6Q8l+OXyno1C190tDw7idPlKMbtA89VVcuKvLBRC2lFitdd6pPlvQR/6GavX4UvefGByBn9rc+ncZE6sEgdUJYd/MvnFTzu1AW3qec25U5yn8cO9dVBPq99/PVVaN++tGUFTr5sStn6g17ASoip2PogcbxsgX15T39WIuR9BPb6E21PzNRh9eVx+7A5eiSf8rCDRynr8vk+E7zKp7ohifHWB5yxg9XZNPSdyq0/rRjHA2RglBhashPL4PP9XlHpA4OObUvtzoJ8jvUQu/dhbl+I5Vhn3PDFBk/mITbbmwXlIl9o4MsFfDBc2n1tGfkCAsY79Rmd2ElgnCX7H5ac7/Fmv9eoTzUtwjYf3yzrfpo+L7Rb/OcK+3FsfJBe/dY/OD4PZGzGppXvhSXnpK7zsW9fSMk+2+oRV2x3fDLMB/WX+MVH+O8z+m/jqL7k8mYel18DDyh5tjyyixoTZV3hl9qyrmszL8LkgAHt2PZj2rwUA+kaX/1Emod8rLfTWGrrq0k+YJ0vsiBv0N4RJX1Ylo3CImq89sKF5inpN/Zs0IY6oj9QRxwDY5o+Rzme5IvqVqFN6QN2ObbKWtOVvgt9uIKe4Ls9vkWeM+xtfX6S9jadjdLX+0JuVDJKKVEahuWgrt7X6u33+1Nu84eaGvALEpVSQhlHk0HGNV9KtSYe+TIOx1VcHjPejr15UK0Ty1qH0Itd2k6zbV1sLVsiruc16o5EW1t827kvb0CH19jQ4tGYvocxwuZ7xKiAJ3mLKOgNXMMvn9TjrRea4Fo8JA1Zp6A9t++C7kIM9K++6MGXjyweTULezvQ52Ls8JylDQ2lnYND6jLQxYt9DTNS5ZTy0Mfbleat4jG4+BqvEqMHqsmn/UqwkfN45PMiLMVV/6It665jQix6YVVWVcuhPtRPtBTMJF+Wz/FS64+gRqfM9cp4+Nuy4aA9i4g/Sysv2epG+Ubm0IW1JStmxqyv0QNu7yvoq6jp6wvb2ZhG+kNs4btvJP32VUurcDht3jFr+4eyzX+mANcTLUvz65CepA6fDmK1GOV85wyfoV8wzLm/m+Nhlyu14+cOjKS86kGPfyLxjTHeM6YE4Xp/fXNuO7/Ui811tQf8pvubovnhufNIPeWl5mi5qfi7M125ohzbt84o+r8BUfKW6vmzwXsUV/s199n8J7hdPFnGGTi/x1dPZMPtI/NWfKnIRj6y80wGoe+g+OwS+lAjgS/XBaUt8lFKiwsdpzwPuGUx82e18TK4xST+jP3Q+Y8y9wN9LvvB7i71eXi8O+aex4TF2bM4rPcaXtHFZf5A+p4ktu/RD+ADKq/RH+OEsl008arfbchk7j3t9EtvPxyT6u6T/7fU882/5lGfzc32KuZh+pc3/CoEE8Ym10VACU3sWqux9rfUuImxH8oKqVzGX7cWYnOFkPozFehJtDngJ8K6ZpQAAEABJREFUj8bmlAXfqP87ph14vN+0rP02vvsJJO+XyHRODrC5nGaebZwYo0N94rMYo15RAojBlJWa633NrTchMiMaYwVw9fge/LsopYT5kvn3hBjii+uW5EvOVTfkdMazc+KUL942bm6vF/f6i+44No+Rx5jU5j479U4yrlnmGC3RR/SXGOfxWofrfW4fiGtsR/1PW2AOqG1c0ldS6ir6il2dQ2eJ42nqy/JsEursifk+uiSeFTorpuKF+IgOGndudfTVQ8CBvx9/9UH9GHJP9QTdn68msWrm4/rCS3SxzsNqPb163v+o1+zbZek5y8wp07ZzDj1hnj8O5yED4kSthzUPWGPqouWDceCwNmreL3m8R6zRPk9OB+E9FOcyF9jkDr/+5BXz4532Bo/JO/5HXi+uF+SNp2E78/Ukpq29MPeQR1wCLBXI3imSJ0o8vbzVe9nJtufK3yDvpw64XzAMfwjHe+tbbPUxPNrnruWhKd0nT4f98Hbwj+B+wbXGouRxOQ79o/e/o0QuTUFdPiiOVvfkXIC5h/cm5bEixugPRviFE+Sdr8fIf5I/JnC+m3OPc8HYLer5AD7nMTzs9F1tSf3KcabcHUrHfBU79umz8hqu1b9f4q+2N8wJ/MEC/Kj3l5wTOE9yTjBkji4/6oXbC8bBuHuBP9te17zs6OceI/pqsHPfPS3DfvWV9qtPtB37qsd1EPah/MGizksMHVuvWEt7vLYZx74m9nNMXemhMyPu5Z6k/YxjxVykvqc1C3V0yzhulQcsLiXwyZgBrjXfS/BbMXe2bGnFvmUo467R37o8Ou714m6Z5NjVuF0aj5p+Lq/nkXqEXYuxsXbEfKzP/FBdSj0BkNQZP6LRburKymZ+J1Trdz9/GMF21MtzbDBlIq/awYP8PnnBGO2O9jmmnut14nLGnNSxEj9frC+mpRRZwz/UvMjD50F0W3fTyK78UqsrHm/H2/sV3rdYMt7man7PIx5b8N7eMA5SjoPjsgzH/DDHZtxaHHZt3RKcxOrBPvcnrWodAefUG8f3ZnnIRexXn3GO/WywN8dnyf1VedRv+oOG5uzKoJCICL7qNbVc+fBARx0Cr4nAA10i1qQvsWxUqVQRrb3o4+fEsRX2on/ccN/mYC/YzOV1bTOPDzazCH26ur4jDtTlMv2i27vGJh6WD4+3Mclra6JN2r/UNqG0GXJoeVlzr1w/pH9sv/8opSQS6QOy9ukfzel5kliYv1jqPwp5uDFIPzpuvv/we+H0HXwP7zwjc67rGodL+EvSzvGv+o+UQbnxAbXcrbyWq9gRK/TB9TG2Pbehx+Qhj7lOcj7xuMFhS7m9XsSFhD83Vjg++rU5+aAxdEysHjg3Aw5CRTrlumSgqfCZ+1Lw1/jgkhAXvx/y9Jx/kZfY13w9CfvXj8nr1TfXoUyfIOXCX7b7d03dMd9ez+MM/RLbBXO5k/kozHvMnxyHepwQJhq2EeB4jLPuPo57VkX+2Uf+Ns7b5gYfK47ZL/rZ8mG5y+0l47FKct/VIb9bkmctY4veJY/onfdnM0cmh6yqKuQxCveP6V+sKFhhiM/jtd2jXinbkOvNE82xVrTrWG5vFlHrzip5eQIfyU/itUxslUFq9+/EFl3x/xguiCcrvkM5IWdUd0spsgYbBQK/lsGWmdz7Dj/oxy4do9a+5KTCvnq9ilyvHxPnCfgav1vwOwZxuCAP3aLjl+h74mHZyFnLCz5uJx3VsRvzlZbUycdcewmukjab40h+tcS3iX2OJXOqHEf4DZcs/ZDc8QaEwKxpM/qSCn10LNTpkybv1H/Jh/xs0X95k8/k+xuLqMtlpKyMfZboqeO+w28ol+dY1rRAb2qyLduUxHJ9cRLaqd8VK6s6NyQHHjDHkycxWPNdmOfbZttXq1+WO/quy2VYSk8a3bT/7c0iLtA9x097U84hmPYY44L8qGECKC5ZEZi6glJGOO9J/WCftiuP/uCObdmmONnPy/0LOiBOkPMe+ZOUx2u1/zU2Jg7ypm8w1pVSGvugY9YX8tfwqia0x7ks1OF+vxctr0v0ybmMmLdYJg/wtIPkqy4ZV7c/QetQxnPmd87r9efy6ljJq33rg/XF1mH3R1/LcRP1Rn4iIGs4dlW/xGBYhS8tl3rMRSrmUaWU+uKmqDf8NE+1bIjjpRTwiuihC46vuiFu4+kw8cs69xSV1eMV5wVLysmH2LP5lVkROfSZyl1KAbcq+uA+JO6ecM95SZz0/7eMu+raY3zclfrU2KR6tsNPaLc79rd0xb4rtqUnnJv2QR7x6OKU+yATvgsf5XgMiE3qd0SJXGQkiQ9W9yWPTSV38QGr4dj10Q/j22Q6CPVYG97eLGKnv4aHHf5EnuSjLpdRl0d2nHyyn2u0i0tk1Jb9HthcbLoY17zix3r017ACbtTghc83Xr0s5eLD/1copcSA9p0/zlfjWOEnN8yB5UOeUg5kSds+Knfw7D6plcucopZXmZCTmG07YpN+ie9+1f/EXr8p9DDEGrogrCqywme3foUQSAWo5S2lpC9QR9SVMfeGnKtNyStOF6MwXhjT9RWlkJNyrX5E/YlmYRc2chfG29tn+3j69Db8YQt/4OKDHzyNjz54Gh9/eBtPP74N/6/71v8Lwx68nCYpStQl1W7tEPhREVAhs4271Ev1tSVjiXo+ZT6TuSB5u3lzxjz8p75VX5sl8cJSn3tljHEbn7x7j+iq4ckySd6QwzmOefv5bhbO37TlMbHeeXzPWMB8CXTAhwiALVpvbbqUEsZqc7LBsB/6gznfF+S8nFhljmCc2V4vDvcfL4nFzofb0ns35gJ1TFtmHrojhu1yPkWskm+JfeJb47wkZkPIcNXup57XsW1pe/e0yHYfE8cPfcsHJG95T4N5n/nzhnssa8baMff/j8bkhj4T0mIRUQCCtb1/BSbx7pYvVsvYU6sfrR05Z9DfK0hFbm38GHGfyLzGmKG+zZajcM5lzmae73mlFJH2sqRDe+Bte/ZT0E3zL9v0XtycPMkcbXszjyvs0LznybdX+TzGzeE5DbfX7JNW8aTdn89rsE1umtd9a1n/PwK6p47t0C/vGamvkvrrvYKz3WnY54o5njrjnPbkdBS1LP3ocz9IG0GcKKXE6y8lzy+FEjltxzaVUf3UXrc3i9ih79c/sYqbn3yUdN2U9fY6bpTPH856B2TbN7Z79LzRtf1BN+B5DV/t9hO2zfsl8b0SX8cIUoZjTJXN+ex8PWnmBf1wjM3ta914fRTf9kz17Zk5ykfP4sMfPosPvv9xmKOYq7j98YfPwvzFeXH2UfiEMIH0lUFdXh23IfcjxuRL3m9qdX5K3jTGtyhXpZ91nLkmvDC6pUOgQ6BDoEOgQ6BDoEOgQ6BDoEPgK4hAJ3KHQIfAWyDwta99Lf7Tf/pP8Zf+0l+Kz+Ol12/BYndJh0CHQIdAh0CHwJcOgS7+fumGtBOoQ6BD4PNFoOutQ6BD4EuKwOPHj2Oz2bxz6X7+538+fu7nfu6d99N10CHQIdAh8CIE/vSf/tPxZ//sn33RoQf7/uf//J/xa7/2a+H/Xz040G10CHQIdAh0CHQIfAEQ+Df/5t/Eb//2b7+S0z/6R/9o/MIv/MLLzuv2dwh8rghUn2tvXWcdAh0CHQIdAu89AvlgE1w6Mb9jw4fwfFDbH+H64fc/Dsn6s6f7fMDbczg911LyyaasP3y+iYbY255bSgkfluv1S/iwlw9PJQ170R/0otev8nhwXnzaUiJKPjTXi9GkHz4458OcPlC2OjvJB/Z8cO/8ySy2N/O4/NqifkD068vY+RKcb1B+cxlXPvxnmQ8FrsOH1659oBB68u11WM/yJ6i3lA/EraN+MG6dDxoe130g7qY5N69t2rLuw4r28ST7XWX/O/qXfEBuez0PH6r14bgVcvjgpLINRr0am14BGil+7EspEY5BD576gypf4iKvPvDpg5LrfKHFLHyI8jH4ty89vELeA4F7YtJgdA3mT44eKrwGx8QSzI8xbut5jHOeQNd53Sqe2IZE21cS/YnvjrGXDzG+eDLPF54uN5OQ3yE61EMGZSml5PPPqbN+1Cocn/1yRz/Q/q6xp7vQNvrDKkaTQUznw5C/891pyPuTb63vH1hFf3bP0RXbSSnzKnbIvb1ZxPlujj2c0tZJ+FLryckg+thaxbiVKqIEC3K2dh9wxZ7XWhOa/OB0GpL/HjbsQ48j+vFh2fX5SZxjhz6Iro77MOgVvF21/FLK6y5L+W5pGbtv1PU8F5vNkvMs1Sd1a3NZy+Y41rIhFOzov3w4+S7laZnkQLO6Jylld2cJfZIvBTg5HcZsOYrV5iQ2l7NQZ3zYfAcPO3iy/6sGZ+s798PXJ2Wo+X8f9stnEnw/UZcYg+31Il+Qt2KMZqtJ+PDqcNQPdSNetgjay469Z/trnUYDsDFfusNQB+adpL2PsHtlnq/GscLfri+m6RcurmaM+SLp8mae8eMSW7rEj6kHLWmXNTHO6IV64MPkV2B7xfYVelGTx9VnCD/kNbax+/qyiUuLeGzb9LG9sd95yIMvK5AvX7RrfLt/oLiEi7JYvi6Jx8EumnEspeR4a7P3/vskEgts63w3y5cUbolN25tFvughfzxMfpElbZoyZUJeS3HYNfLv2HdF3fJAvvyBfS0GXmNdyhc4fG2Z/WxvFowBWOCvz+DjEeOzZJzmjNd0NgxfZKEvKwWfjTyOL98suCbFGy3oCQ0kRrf7vL6HLxuO+9jFIMwtxMRx2cG/NvTk6KWUn7Bx5HPfFX7hivOUXQzPHp/GmtioDOqeOmg+VMhnosAwBBvphrNk1xdllV/xk9Ltyjjy1HGhF8rquM3xNSsw8AVVqV/olrbl2Bsn9O3qgiRuO7H8BC2JD8t8GbLnqYdemz8kcjNPnTWX2qDD4r1YT+oXvI8H4biiMpF4R0Kd433gmX1vuz7E4F6nSinZ72jcC1+OYbyq86QTfPBpXKDj0vZ6ge7P0+ekPNhCLd8ydo2d7bCprDeYXOFvdtbb0uMN+VKLXVM39xXjGmv7uSdfkiJe6medf07D+G0sHGEDffKjipwhAC1l1KdSybGO113EA7y9jkvU+apXRY98xD5O5qN8WZx6cXE1j+3NIpT9Km1o9TD/SZnY1x5ryp04cGx7Mw/lOF2O0btBtPyXgkI2vkLeqX4Wwx4vWhAzMgexwgkV+MmHPiV9LbytzqbEHPJk5UUHtjn+tdzKLtVjzfinbMiMfFeHsV6lXuQ4ox+eL+U43yzBcB5b7OucmJb+89EJ4zoKx3VMnukLwfX9I+K+L2lZ4V89Vx1p+70SW/KGLKnv7B9e3H7C9hP821Xys0y9tT9fZrckv54ypsrbw5cqfyX+YJEr4LNmtfvoEOgQeDsE9GNeqWnpT9t5jD7GvNHYp12bv2yIh+fkUuf4G+dPxpwL/IM2u8X3bG8WxJ/ajvUBj9s87zgOYf/6gE/SKmNyne9Rb9+R5GoAABAASURBVHyCedAu6+zDb7R+RZ+lr0qyH/uALpOHeVxeLyL5wy/Ksy8TXTEnm5P/ncyHMSZ/13eVUhS/oTbGsPkmzsVz8dOs0eLZw1/bfuYtzAnn63HIg9hd4lvlW1n0fVeNf9wpn/jgF3fvMV3Bm5T3o+B9B8+X4H7u/YLtad4vMEdxztEnPpvDlVKC8B9E8HoVM7beeuV6sTZGArprxmLHwK765Bxib6wyjqvHa+aqrQ5fENMu0ONab+ch/7XOLsOXlucPF6FPjpHUjpey7sjhLa+QW9oxbleQZY4b+3dHpK7ujuOrdXTW/rY3i9jeQNeLuIB8qfs5vMmnNrdsdHaKzo6IucpV4wlyQMpnym7Z0VcJgXtZ1XmNqi4jCr7H3Ezdn68nsWa+tHlMnogvTD1u/Kk2fCD0Vx0+bOc5y1CPH6Or6qQ5sfpobj+ZDvPFa+piNEvbf7N5VOhXa9o38+OKnG7I3MAfzJszp1PXz7HHK+zmCfeYnmReuIorfE3a1FF5Ja9st/mjPGo3Z8iorMqc8+N2vlaVKEUCJfyGjqLmVZ5qNuvtus6pYc45IK8dESdsa/FoEo+If9ubRWJin0nwIY8tua+tP8E3Kovbzse21/MwFilrYsh9TuNtKTVvUeLlCwzq7/IejDJwstj38HPiKI/i6Evaz7jv6HiJySX85vz26/CN30k/BMaW8iqJp2VNq5Tv2GfpD+XftpTBuLrxXgT3VBbol77eealY9fH3xr3JbBBzYx7xIHlBdvXIPsRD2jGOO3mRPoHjKudvzkUu0Iv1dprzu+l8FOOTfupej/mfgNWYMJZsJDSUr1qBE795F77kX1zRjGAYoBKOfWJK3Haclvhg9WrD+J/jmy+eLGJ7Lc3ruAHG+nIxksQ27SzxXoGntIxdY1PP491inVhwjdteb1s5dtifdfuQ7PtM/LFr9TIxaWJDsCQezRybTUVLUk7vZbqvwkfU3xf0o9adcaiXF8i3vVmE/cnPFTxfocdXjM/uaLyUwX1JjJ/nX3Ld5fU85E3MpuDX5/s59VRso9gzBPisVqDPZ73D6Gv5qYkN3RYYKqVEDz36xHij2+p44nHtWEM383q8czwWkWPDeD0Yb7B4iNMyrnIf45/livtOq9hZP7o28aPdSwkct/S1tV98tjq3waYdn+WjE+bg47wPNMQ/yXsgQ5RgjNF+gDUnUlZEZme3dgi8BQLqEaQvkWpdKlFKifSPTVycMZ/S1tXNDf7xQv+h3ko3i9peLMmlW592sBdtQJ/yXD595b48ps2ssBdL6Mheso2jNh9jN9ubRfpleZAX7xPrHzM+TbmPhy/yvmHaRrzZ4jVJ+g7MzKsrscCPZryjffvRPjNW4J/93sEYvL2Br5t5GMvks6Zl+g/lSFJe5bNE/itLfS/19BVuJ63wHSuuXUZexzWtH7L9JPsTf3zHBXTOnN3czXm8MXnqXIIYqm9mQImDuA4FYrwVjaLZ4c7XIXwqF+l3UldQFvOSETHJvhbrSagf58RxdeBKuSTkuUK+K2LLgXLfMg7bHFPOLfKIp/chF7R3qgy0n/lTVeslw5Gy0H1dBmIgEKxRq+seixLp8x23Nk+2zTP09xI9+gRP8CA/O3g1hltPIi4+IVe1/pjrxPqMcV9xX9a8YXIyjD75WR3/StgvXEQu8pWV9kMMqcMsZ4bX9Pu9MAf1u+lTv1Pm/qoYbImxl4zxTqzEscmVd/C5k8fcX+fO8pbEvtQTbOYCG/W7sOlsGL7M3b5KKcke3dcsfoI/ePuM13Lcnv0liQMVuCmMa495wmDUC+cbzuNX5GLe4xfnc/RJHFIu8lt1KwlZdw98ygqbWcaV+xt8dtTv86wFtgmB6fZmHu04qmtL7kPnWDrfgQ+xku3ECWWqS/e8GXmd9qJPEfCKHER9HDV+NXN58jvHW3621zV/2nfKqN0jg3LsjmS6Uh9yP+N/tP8gK9fZxvZmEdubRcqqf9BnLcjXp/NRqG9jbMucyJf3j6iLvTZ8Qe5r/zv6EM8rdO6Ycn+7D/toj5nfKMM5Y7a5nMYCG3Z+6tg6xuJaChrBmkiiAqxZFR+0IsSr9i8RPexqzPwpfW6jExe07fd/V2IAPYGuwOCq5cfSbcl6Q8pzgZ9Up4wZc2KatjGa9ELeZAt1jKSWKUrWOF4cU1SCXRwpEaWUUK7klXFNXh9NYn1xGmIuHjt5OcJpB887sN01vCXvnsO+K45JYnl2NQvHzPhr/j6ifXkNFjESq1a32PX2K3LcX3y0gWysEewq2in623fuh42ox33Gp8e+UjwhHiygc9i+r5fIU/nQFvq0pf75v0BjYqtkXTmH5L0eF9sIvr9vY/J9Y/FlXtSzmrCKPdaB3MAWNW5ViJF2bO6jr7zgvqy6pp5rD0+IF09a/UK31LUX0VWes85c44KYYQ6xwG6nsxFz8EE4zoWxfxnW8pjH4I8VRnNlV4mqqsIxzPiGbzUvsf3L63n6am3gKvV9FVfJhz5cWubxdl9b7pSj8W0X+CjlXjw6yf/RU3eG6ExFrhYsaR8wJ08Su95s9SKvp7QtsddP6s/m4LPmPvMZuYS5X2Ke/MP3c6W877Brsb+idNtxeaLcjTxevwUTsZnjn73Pol30075KBJ3DRgKLNmQZ3fKVRqCUkvmt+f2Ie6zGSb/PM04Yg6bkzsZ3dShQIVQ5w1bqkTuChQ11e7/fxzPu2T79eB8ff3SbP3iRP3TxwbP8ga6n7PP/um85h1Prq+mflUZonM9u7RB4lwhUxCD1XL3W5+v7zZu35Mw7YkLrW/WvLelzd/pYfG3W8c3vTdnEgntelxmDL5ljKtM583nnmM4JjfXaubFfm9OW900+ZL0NCB4rxD9j4IAczTgyX03CnF6szskRLojxW2LN9mZR37dhrviY+mP6zTmW2+AppsalHXwekzjntlhyLLepX7U4W7I/z7HuHM32qNvegejPOUrKax0etjfz2MobdJ65+iy/jzFfXzZxfsJ825xELKoUGOn1YwBR58PRLccIgI1zhDu8PxBF1tEdT+n1qszvxswrMnYwLzyFnAurd+4bokeel05fVy9Fs9i2uantUS+lRM+5PPfgzMdm5DLa6eXNIrS7J8yBnnx7nc/EXPtMxk829XafZfOsx5MsV5El111J2PEVtGsJvWr1ST26aHWG76PUGXNj/09/OhvGmHmk94H6zDkqbKSUEqxJ8bpLiTxfXzSgnTE5rXOzNXN47VXdVe+V8Qb5kpQRujkmjx1vf0b1a9q5btq2/AQ1+PoczbXPw7Cd+Iq1+ELyL4nr9qa5T7I7jUd8V7J4NAn/X2jEvQL9i3PeFst4x4u2ffuU/ORD85OP88e4/EEu6cMPnmae0uYoslJKCf/wDqwoJ1s9xt3xN7d2njlh/NSNU3Il48qYOWjKxXmlcHWSrf24qOu3Q6BDoEOgQ6BDoEOgQ6BDoEOgQ6BDoEOgQ6BD4MuPQCdhh0CHQIdAh0CHQIdAh0CHQIdAh0CHQIdAh0CHwGeNwHg8jvPz88+62Qftffvb345f+ZVficFg8GD/ize6vR0CHQIdAp89AvqfX/7lX47X+QHCf/pP/2n8l//yXz57JroWOwQ6BDoEOgQ6BN4hAr/7u78bf//v//1X9nBychJ/7+/9vVgsFq88tzuhQ+DzQKD6PDrp+nhPEejY6hDoEOgQeAECPsiXD0R9dBs+rP2BP8L1vY/jh9/9KH7wHUrq/iCXP9Llw1MvaOLBLh+Ryh2HSoQPd/lAX3/QywcFfQg1ie3+oOJ4FaUqUfLCT/8opUTbng9w+mDhaNIPH7rypQrT2ShO59ByHPPVOBZr6NEkXzS8PDsJH+hbX0zDlyRIm8tpvoRwszuN+uHW0zi/msXFk4auZ/kjD76gYXs9jwvI8nlyf01eN882bOfcdh+fhi8I9KWg9rm+OIkVvCzha76ehA9KTufDfLniOB8w7CdOvV4VPiRYSgnWeF8WeSmMl7zluA574cNw8j45HcR0NozTxTh8qHGOjMvNJMR+3eC+2U5jc3kaZ+AiPue7WVxczSHKJ5RgLJYt5i3WPpjpPsuaZnHOWHn9WYOzbdYYT2N9PqXfSfjA4Rw9mC1HyZt85gN6/SqUoSBLlIhQZ+/usmDrnaxNF0E30dqTPGgHPlh6Mh3my1DFStkub+axvV6gdxDYKP8xicMWvLacs71ZpK6eg6sYqGPKfTIfxWgyCPuwr1JKpLyByDJE+aZrXpYfEaWUsN2qV1JvJ8jg2K/OpmlnZ48ZJ8dY/pPXefK5fbJoynbbkn2e47nQBXJJW+pb9p+jJxsfzN2cxHw1zvEcYf/KFiximtjCGyt7nlvdCbXneDRfMDzsh3oxxX+I2coXszR8Ow7ifEH/LR/1NrzK13tM8rkFQ+nyBtuC1zP0Y4182sXpYhi+xEs/WlVVvGgRqxftf6/3tWN8bM3oaSkler0KW+jFcNSPEbozmQ5Sjw4+az2OJfql/mqHvoxfe6p91iz0Nfoc9aKmGtcLdFO8pXNwPieGqK+ee4b+J4G97WzQYR9qt/0VfmqFj3Q8ZusJvnMUxjIfLh7CY5842cNXlYLdxlvabIvH0WCWUtJubXsw6kWLRf3yl2Fow/JknNJ/r4hbiQP+++xyRkybgUVj28qexLZlyn+PS+LQ+Ooaj9O8fkMcsM0ah5PE3T7t2xfJTfFdvoDClwsYY8wb5LfCZ8M+YOR6PMrxJguwZAO+7Fjf4YYPeGsP+rHTxQieJvix0/RVl/pYCV9wgYzpD47K9BEeu8Y3aG9goYyO8fzRmLEdh/pm++phKSVK3C9Hw3O/84tQE0iojZ4pEx+linC8HDfHr/axwzglFs/XE7A9IU5D6JT50Rk+Vzs5380ztl+gM8d0Dp7qz3lz3gb98YXfK/yZOjp/NAHjUajDY+x6NO5nTOr1S5RSIkKKeoHfuvLZfjqGUttqQVcrfQ42PNDO4GlCjJwSa9QvdV2d9+UkK/JCbUGZMjdFvk0ja8qN/Bdigs4d/I372m3q5xz3XHEUz422Sjvpb/A1+v4l/s0+jaH6vRN40c5G+EPHqX+cl4sbsDlXSLneEre8FlBKKVGRK/TBRDxOGCdz4BU86QvO4FUZttjR9maR+Y/1tDftyv3I+8D23Mcx5VU2/UZrY/oKh1225UFKh+GOeHdL9mNHYCcPKTO5sjo5RuapefJqFOqsunsYd2KDctQ2MI8cb8b1oiVkd9852/U4n5JPz9JH2YY6JAbal/p1Qj/jk36ItXbYH/TCF8b2Gn001niu+mF7klhLiTG4Wte3STkW7NvewBvlOfomv9rvCv1yLJ0HJP70odyllMgFzFmz2n10CHQIvB0C6VswJNYIbIs1SsaZEj1892BYhX58xLzPfEPfrh+YzofEx3EYc7R5fc+C3FPfq9/Qfn1Jj75AMr6ekbO2scRS/6DNX+B/0i/ojxrSXxz24xeynuUs9Fden+0nqfzLAAAQAElEQVQR02xb0uevyS1XxnBiQMalNTwumN/NR6EvGeG/huTCvjBJv6WspUQuYiHlxtt+AGTbRlVVoZ8UP/vWny3BSD7PwUL5lXvr/JW4c4EP3GY5zxxxCxbvKyXf8LqV55tFWJ4xFspmDFIvTsgFRuQBfXx3jbNAS2TH4BSf4SLm5oyWGSrpxj57vSr66PGQeDmElzH3xbw3MiWWGdPkc46O5NwEnVF3195fujiNDfFTvdowVuqb45WEvp6ji+rhBXWxuGCOdiCOud/jGXvNQZm3bcAn26NdbWNNjFtxb2NFv4tHJzFfT0IdMY+agp0/VKTNjbE9dbZPvO2Rf1bYZ22rCBn3WKbsbHfrVxsB9aCUEgN03vxQPdcXrtC3DTm8OrxtfM722MekPeN7LNmvXnv8An0+Q3fVWW3bXF//ry+1D+1MxO3X8kWU5s7H8/PjAfMYbXKKf17iG7U5bedSnyLBS8uHvLR0wf4tdHG9iO0N+SN2eIadalPakjZkrNL39vQ/4HHM18t4bfeXUqJybqHvaOZZM+aaK+ZVzivE5AFf8iJmlvCUxyi30k2N6Tk4ir/+xfFQZv2jc7rakiOXloe2zJ3Nh/uk8MOL5BN/0INXx8L29BnT+TDkd8G9AnkWl0Mcxhfply7ALEm+H9AszuH1nDE/SzpNXyjftpVzAu+ZMmb2NcI/OY7GVH198gJu3g+ccd/Da9q+1b3Ehv5yLMFrC0YXluy7oL5t62yfw6PXOCewX+/lGEud+9ifYxQswiHp+5PY99qregnV5wtqRKki9LX63CH5wojYoawnGTfGcYgb+O4lPjzxJWY84nugDXq4ETe+S5D3xFI8keVCQi4xyLrbHLN+RmmcSbIN5q+2J3aJPXmNWIpDGyvkR/txjtQH8wo9CJaXzrGRM3HinKqqok9MUT7HqvUTa+Q4o395l69tMyYXhxJ7o37BOCmH42jZjtWGa/U1M+xF/9OHr4KOllIiQiJSw0f8OBb6VX4pbajhobxkvKfEYXXO8V48muR9phXj4HiY62wYow1jLYnXOWMoDnUuAE7tWD8oZ3HBeTnO2KKl16vj92M9De/jLNbkBNia/myK7omnujjke4Z+vxcV+YC8N2JkkbJlrfvoEPjREFCX7gnjaZpT5/Tz/cZ/qJP6R3VUXa3tZYy9YDPEzLQX82ruz27wDxtspvUxD+xGf/jAVrQh7WWe3xFoK0m2oe1BB5vBD6/IIbTT2WrC/HRU378l5zcPkFd5TjcUb7kAQY0HlaaJUkpU+LceecaAfMZ5hlh4P0yfOsN+F+sxWJzEEixW5GH6Dn37hnzsTCzwAzUOyCsG+IfzLOdxfoSH9TyvOf+MGCOWtmOb4rzCPy2JS+Iwp9/ZchzT+Yj57zAcpyHxzHmp/Bb4hn0mEayIxEol3nhpr0tsmhcw93oV3431YsI96lNigf7M78AukK2OKYu4aOKIMSSJmOKxB/vZdw4WG8Za2czvlOlt8jsFk8dCHLofs36Mk8dxLBkb854tfSaBffLVlu4ndzbeyeMW/i9v5rFlv/FbH76iDbEXc3PkHn66xtleS+QCYKxZff5D/mAvDvxxD2ZEjmV7jueaexxn6H/qQYvlzTyx3MLHRUvyfL1I3nIf2xfg6HWOg3m8uZR2UQp8sR7z8jL+js/57OrkBCZuCH/IXWhclmRNu1Vn1d0R9qxtTRfjmGPned8J21/rX9AR9eSstSnwUXe0m5Qd+S9y36z2J5y3AUvHzRxO+1RP59jsdDFqbGYQA+y6Tx7Tw14cG9iEu89mbdtSzsOY41dHTc45xXblR50y/1sz/tr6pvEd5vLnyHShbM0YZ51950nzRtbT2ICP167ByrZs07b9XycxHaFnA+aNKSvy9uGjTzliDqRv9z6JbYjhRdsffabeUaaeoXPah/u21Lc3i9iik+fwcgbWG2KA/sm8asz3F46rcpcGW9VAOtY/6+KUpH8B+j7+Vl9rDqw/WJ5NQp96Dl9b+9VOKeXpYMPwsT0mePaY1yhX2i4+85Sx1ycM8ZXqXinFYU+Sl+f5i6NFHt3MK7wOuZJXMNRnJa/EKcdAPMRFHuRL3C7geZuEX2n4u4Dni9wnlovwGufjjl/yik0M0FF51YH7HXTyAbOssvNmVCJg/YgK9cJO1iz4CHqicfuxv/3tXTx7to9nH0NP93FL3R9p0Z7Fi9MfrHkdBywpaD9CPVCGATrnnMa5jXop1ffBetFHJ52beW4p5UGbX7UNsZOUu5QSFfO/vG+PLnifUxvT1vwe+Azb1/enrt08jBe5r9E16xfo2xa6UOduOBfbNc8y9qpv6rE+oc84OQ7RLKhDU6t147DRVPK4Hwyb1/Ww4UHGt37ma/rfDT75gv6SjyOe3N7C0xaeLii1Fetb6xLnnmP7ypi2TK6lrSWv+LX0M70qOREzSb1Lyr1v9qEYhzbAXlnMMyf4tNMFsenRJFb42bNGnuQXHrfwv01+F+E+ZbmXbR55jHPcn8eRyTaMT4v1JHFyvm5f9knXgJ3rmwnwpmd357+3CKiLyVxW8iN9gXFHvVdX1MvpfBjahPpp7lfHjCp9bwn/4rDctYZBc/p3f9Diow+f5f93//D7T/NHL/xfb+lj9uv39/4iFy2kTvpR3IC6tUPgs0AAXXxRM8YSdXnCPM77js4J9JcbY56xBH+qX00/qw9uCT+8JU/cttvvSXkBvxfwpv9v+bZubDsjhzZ3dC54wv1Jbds4YOwvBYMDI+NSm3dZFzMPlVKilJK+YUAeZf6sXzjh3qJxvb5XMQnzfPOGFfcRVtxPEEvzzQ3fXYrpJucep3FGbDvzXgQYm5NKF8SrC7blVxJby9wPvlk255xz3jl128i2GK8N9EhinmC/a+Z25gXmHnNiqjzqv07wZfqwMfFWOQbMW8x91AVEDAQNlxYH6x29BAF0xgyi1ZU7fX+J1BN1q4+uDMj1tLHBuBdi7b6KfKpUkVCXOFpoT9xromW2Pa/H+X3yvTFzW/VtyTxogz5f+P25+u5zMpStzqfusH2BnnhO6gv3vGp9Oc357IbvXJzTStrFivsvK9pdorvmS85v9QnT+Yj7YMO8J6jOj+BhyJxMmfrIppwV+XMpSMJ6JM0rq56exLWs4fzE/HiKji7W41hhQ+q1fCvT9mYeSch2eU1davdZuv2Z04I+oRe02/oa7bTGeBZn4szYyLe5v9hqjyvyav2DuJ5yX28KrmmH+b81vUgsGefaDku8q0Xd2nMvIOedzDc//uhZnZt87+P4IfThD+of4vIHQ+/nojU3NVcopSvk3h5zEXVCv6Juni6G6Muo0ZdhpK5gB6nzdQNe1lGHQIdAh8CXH4FOwg6BDoEOgQ6BDoEOgQ6BDoEOgQ6BDoEOgQ6BDoEvPwKdhB0CHQIdAh0CHQIdAh0CHQIdAl8hBIbD4Tt9GX9VVfF3/s7fiZubm68Qqp2oHQIdAu8jAj/90z8df+tv/a171l5S+7//9//GP/gH/yCePXv2kjO63R0CHQIdAh0CHQLvFwL+D/Gv/uqvxu/8zu+8krFf+qVfip/5mZ955XndCR0CnxcC1efVUddPh0CHQIdAh8AXA4H97T58WPsH3/0o/uD//jD+3//vh5QfxHd+/8P43h98GD/47sf5sFT90PZdFP5eJVkeL/kZVVXqH0AZ9vLBKB/A9IUdg0EvfJDKh6Sqt3yYLl620LcP1xX6tn0fNBvQvw/a+UChD4JOpsP6R1jmo3xRwmw5Dh8Yna8n4cOjvjDFBwNXm5NYnk2gk1j5wOCZ5XPkPijP8/zNJH8Eygf65utxtnu6GMV0Pox8AG4yCH98qQ9PYtBDfnGS55eJ9MXZX6IUSOyrKpRPORP7k0GI+8lsdMDchwPnYL6QHp3EEuwSdzBfnZ/EClyTrEM+4JvkeZzvOM3BeL6ahGM4FefZkH4GMfZBw3E/7F8+1IcoICndUd7d5bsdTe7Z+nzW7NcHXe27plJF4jRAH0bwPEUnlSsfpG4erNz48GrzsLMPsLa0yX2n4fG2vkJPF2AzW03CFzbVLwHpZR+FcSmlIKtEkat8ZOX1PpQhuMazm7pVqaJ9H5QdM9an6Pt8PUlbcAx9MNQHRO9pGq0cD8vTeNTKtZ2GL4LKbfbZhvoxWzUvq5sOYjDqR9WrcmgdSwn2AFmOPknJOXx7nlD0uLY/rMIHN33gV/zntL88m4RjkJR8nN7zBS8b9j3kexrv3bZ8ojsbS3RJ7FfY1PwRuoGt+MKk0aQf+siqiqMFlBIjd1Gx+CJROWK2sXONnWrs+fBFJcY+HwxmMwJFKMivLgywQ+OUunCCL5kuhulbWl32xW/6IHFc45OSLqbhy5PW25NQR5OwQ495nuTD0Atwn2OX6u9xTBhlTOiHfff6VVTEhFIQgjWgdgSS13iLhTbur2Js2VD/k5qHo/e3dyEeHIqCHWtTfeL0wS7Sb48bLMahPNqisknKmnKLBfTo4qTGhPraOrQCL7HzusV6EvPVOGYLbXkY6qJ+YzjqRX9QRQUPJepFuVv+5NHtpDwMOqxZfdMPrst2+Ei9YFvs++jACLuQpxm5gfxq2xvtqKFHlO47ps0WHwFttDlKj4mNunOKnCengzAHsX37KQWGJYp7h3WnquaeL9THQY5GErBMP4x+WaprylMYV184ZJwQY3OiU2KeuqB9iLU6stZ+UnewrbY86M8kPHe+avwYdjrWhlJ3eqHuyIVjKtl/DSpM5cqHzLxDQqXo0rGEwEC9VYfFgT3ZcyklEovUt0FkfnQ6DH3DbDkJ9eaBnSH/ARfjj7hQri2hVdrYNNQ5aUE+erCz5SjE2T7MMw52lr4GtFoeKZNHBGBNGRK/eLvFNmj9cDEi5/hU/RLOA0bkClPGT5+4IG+Rb2U0VtX2NiWunoZ17cn9te3VtnZfn8YafGbYq75b/aptrIR9KoNyZenHgaN3V0kt40MMjDlJbMtPwQ565B6DYR+fMEj/p4+Y4xPVbXPhxIJxzfF1nCW3sQ19qcfFbL4e40tH9fjiY0bkvYdYYmfBCOwlOkd2d2kj+qExOZT6Zn+Hfi7AW//V+Dix37Atif9G/+YxSq9ZyY+6Bu9TbFlb7BM7euiW/USBAVZ7h4tc2ezWLyECnUjvHgHt117SrNK5YFKU7Q+nGGd8qapkvfY7tfWVUup7MuRY+h59hT7YOKwf1n71B/rj+bqOQcf+aIWPXZ1NuR9ygr/F5+KPHkn4pto/T8Nt/YK04thK/8C8YwUZ3xfmwbStr7avE3JLX0Rq/qff7sNbhe84+A1Yz/hpbJLYRlxiU7CwwefbrtkOPtE16NB+j2OyOWC+INXYhBzKJPkSYf2hvjB9Iv7xIP8xFu9RfaPPhk95ruvTHEdzjDlx07Gvx6CfOlKhK6ygEkcL2cuPBvlRW1SzLdq0St3xaMfaUt31fZHmcRwO42Y/42YvhsS5WneHcUIOoS6pU+rtcj0JZbgDIwAAEABJREFUdc1cUlqje2vyo5qmOTc51tM1epqkfkNeY0xcPCK20pb2cEoOJUbainFT2xmQu/XJZUqJeoFJ+d7DdE3Ixj7l8oTMQai057clu7r1K4hArRcoCLKnbg96MXLu2ejzYj1Gjyehrtb+5TTuc17q2LP+J6mx73Wzb42+e79Cm0i9JdfTZnr4V/uq+46XL7DlOepsa39VY3s1j4NI38j9WHnb0H9LNY/TcH9Lm4av9D/U1/hGbVR71Xa1YXPHAffj9MPahlQzCDNZqe0pq0cf8qmjkr/Wf4/B0ZhmTm3sWWPjNS/gBq8tZvK1gRd5T7/OMV84qAxrfP7ybJLzTXH0RdGDvOeIwbOGnUa9JA919cHnvQzsVgxOZM34JbbGnkI7jkm/3wvbH5/0733aapz9r/BhK3yTpCzro/tNK/hcEZf1W4uj+Kr8E77v0FeZ7/cYv1IKfYOjcwIZga1SSvS49zQcD+h3FPo7/d/KPl+Em3gxho/Eyjpl4kld3lbw6fVz4wq6PGZ+rlyt7gVLKzucsPX2a7bD5eY/uN2oY8Y+72cJdyklShXRR74B9wiGxA3niOrb1Pt73JuZr+ox1l7EULnXyJCE/Mq0xp7WTX0l3hz3PHVYWRdr2liPQz1Rn51vmz+MmePa54BY0YOHitymlBIMeU3RLDLbVNtC2XJ3M05VFWEbjmXepwRb+7P/FeMvf7WOT2PD+GyYozkuWWdsLB0z90mev1IO52/wf0Iupm2L1ecS/1tBP60szcGmTH0BlBeNt7YkrlVVQhnEXN1zvKdgdcpYi5djJWY5duq4GDCm4pEEVmvpReN9Nkl7XKzHMcc2HespuNmHY62O2bc8yIs87clb9yjnnlK+pZSKcUWUrHYfHQKfBQK6FttpS2aHgZoloYKR/pHv/lMXVT5O1D/2iA36FWOFuqzvmvI9nvYyX9U6n/aCr9BnrNMfnsRaG9FWtieRdbZX2NJKm8K29KfOMTIu0Y6xJW2Gts2lzeFf6h8V5Eelxm/UzaT3iPSrgFJjcRfOk8UjMNiC78g8glxMvvwOVfvWdxjP5ti9siQWyLeSkLWV3fJRYjONNTis89hJPdfiXK9b4Gvn+I4Z/kiMxVrfkf8bQH527DtgM2OZPMqvvsN9Dp1jq3+Jt1loINvho83vesQmfeaIeD09HYVj79itkcN4IW2MK5D1R0dxf4MOeOx4n9go64y50wn+V188HFVR0Q9qF1LNOsxk5Y6xyUp+wBplc6xEFMamRwzNe8fE8SltiqO6lvzI14GnozwP3uRrQzzccDzzO85Vrno8xqFOmisNye/soyp2GIel5oJP1nbnA/7YmfwhWw/dGYx7oR2pN85HxWKFXjzCPozRYiU/8p11+JE3jyWvbK+5F9vGIV9YL48jxqbnnLOKGj/YVA+SlyPe4nNYsusH/TB+bMtL6qnxLjfYycnqV5/8fkieOWY+ckLcnPFdtDpiPE6MzGPQtzVYrcFKWlmyb4XvUR89v7UdMR6iC33zK3yYw6Z9a89pL2IiwcIBp6z/aB/ZJB+tnPanLZZSQvtVhwbkm2Ny+alykgvrO+R/eTZJf7BO3zDN+xHtOCvrCj+hrPqZ+XoS2uEUXU9Z1U99BHpGV+GinEAdhY2qirx/ox07X3GOtqI/cbQP9e0RNtCWte5NY9PsUyfbutfIywLc9dv6qRHzKvObQv/aSCmFXkXWQkAsIari4VhIniUmQ8ZpTE6s31Muc277SZ7goeYH20X/c5/lMXFO8o5OaLvavzYmb2N5o/3WvyQgsCJ3smMpT7mLD1Uz91FvV8UppUSFLg3AWl5P+F5D+dW7JWPT2qh8iJW+L/fJZ8PfAznYr4yO5ym+MOMevDpG9iNv6YNhiPV5luKlC6DCapSqRFVKlAJVUFNW1JMYq4JeBItjYSx5+vFtfPjB0/D//77z+x+E9IPvfRz+UIv3jj1PXuSNy4JWLWreVDYO2rZjqhzaYNp08x2m4yt2Hsu+m4aaom7rK/YppopsCXzBMEViqK6ht6OTfv5vojqtXahra/yedpD6RPxKnUOfan2bHu6xeDyPcY711DfuzWhjU/yPtqE+O14FvZCPluRFarcPZQ5W7dMLO71O2zK+Od76F3nVR9h3e+9Jft0+lMRfedJWkm9sxG151Cet8fVLeV3V/w8ynva5D9KL/C6g4VXMtN2aG5h5m/U5eWrsC/30wtxLH2I8kpcVuK/xMcnvgX/xPg15r/c3forxcJ90kJlrxUWbdwz0Iek7GeeKgU9WaoGiW76CCKAA2px6naW6UCLUSePrIU5iu/P1OKTajgfRJ4fSDksFbiXSjwRLCf7QrVIVtiL04/64xQc/eBo//N5HSf5ft37+h9/H13/0LG6fwQin22+hPS6nlby8++gQeCMEXnoyKvb8sYKODvCFdcwbhT5SX6nPvPe7+FdiRcYSfOzBt+KPa/87PcS/H/f2Bp42D3g8DeUwfq/I85XN+VvmRMwLesxjtWGNTXj0A7qAOz8asNzfTogPPoKdrHmGGPbIHYyTxnbji+37ffoJOet0zryWfDOxXY9DHsyZV+TzibMxTiJW5by0KeU7t5HJurQiRq84d4Us5iVL4rU09/uG1SS8N6J807yvMwz5MKY6V09Zq0DUkvnjnf9v2t6DIpdU9pQvP6Jb3hABYUu1QTGst3MJ56SS88MDeUJzHsWhp0OdSo4HR0opUTF36HG/wbms80/nQak76ga68P9n799iJGnzu973/0TkqSrr3NXd73HmnZl35p3x+Lg2hnVhrhZwgZBZmJvNBSADEtLcsS0ssb3BwtI2GCF7SQaBDAijsRA3WEaD5YtBlrgYWViMZIEx9jK2x4fxjGfeQ/fb56rKzPX7/SMjK6u6urqqu6q6KvubFU9GZGTEc/jE8zwRWRmR0dbvpl4shevGZtaN5axvrnNrW6ofm4Ns400d6et7pl4s6bsp15O+Pwv5M7w+1zqtor4hXFtK6JFPGp/x4GhVPiUTpZTw5zCXcaD/ryyrDq+q3fjY1nXcZXMbaMOm2klOqz24/OcW1Oa2ZJzp53gYtrex8+Vg33X7Knjb+LPwUG1/efr/Atv21N+4j2jaoQquIS744Trlz52j3XH4s6evPXtwby98LHLn9qO4q/Dg/m74eCXrrOphTA5mNGfpye9rk0VPn89dznX1bbZw+V12fy5xub1/yfp0MJoLLjnJIYAAAggggAACCCCAAAKLIUApEEAAAQQQQAABBBBAAAEEEEBg8QUoIQKXVWA4HMbrr79+btnzzbi+7/u+79ziJ2IEEEDgNAJ/9a/+1fhzf+7PPXWVz3/+8/FLv/RLT12OBRBAAAEEELgMAr/2a78W//yf//OnZuVP/sk/GZ/73Ofy3O6nLswCzyzAiqcTqE63OEsjgAACCCyygC+OGo0m8ejBXuQPcrz7IG/Idfu9B/Hh+w/izgcPc/7D+3t58ZR/dGbm0V7c5LHDJMLxzd7XRCklD4R8MZQvyPSFmf4Bh26vE76YvLk4rERzEXiJCId4roeSjCaU/HESX0joC9t9UZYv3OovdfMiUf/owvJqP4br/fwRJl+surY5iLWtQaxvLUVe4Da9oNAXvvkCuAw3hrHZhuvN9IYvkru+HPn+9sELEFc3l/ICRKczXO2F0/XFx86LDeqO8lkX5blEhENc6YdLYP9KT96udV1Fbvt+Hf2lTt6QbFkOvmDO5vZJ82tL4YvpNuS3afepZ9rO+2p+u9y6lvN2WtP2WtW2W93s57Zc1nbNi/GWu9EfdMLbvr0IsZQS7cPXpKrSquJqcP1t3zjn8ST0p8R9cayTSqdOFV0Z+cJU27hM/pGS7VdXY/vVldh+pQmzi9L1up3efnUYnvZyviB9U142WpOJ4xoMu3nRYhqo/KWU0JBFV8mn4zjdQ165rsoyv2KpSnR7VWQ51LacB28n5+nazRXl03l18PRxQcu4XCp7lk3ltYHj2FAdcbzDtV4Mhj2VrQ63I+fDpu6HJOyXRwflPZfR2AvYv9Oto6+6sqT43Fbt7/bsC26dpl0dtl8ZalsMVY6VKxFslkGO265Lyr/LtbY1UFsZNP2Ryu3ye9u5XsTsYSCH2YyrNVGa7DYlUI3QRG738SR/3ND7Pl8c7Hle0uV3PeqqHbouDNRu3Gf74nH3VTZzf5P1WXXQdXpL+wLXkdn40EXam3rffZjr7LrW8fqOx/E53uW1fiypzrm9eN/Y8cXoCr4w3NuiRHHWMqjLyPEzP02jynj0pCG8T88L96cmbj+Ov5SSbcptua9+2/lbVr/tPLuvXdtcyn2ky5X7R/U5Lqsd8kcc7KC6ljaeloPfc93bnDqkxeYgVjb6MZSD941Op3Gow+0yiz+33fwjDpPJJHKbab77oENdUJz2MVEEjq8tu+2z3GoXSyqzt5XL6X7o+msrse22lP3R8Mg+YFv91rbe9w+HuPxed31L5VR/aMO+jkG6vTqcjpijlHbDOOfKTZbL01coTIvgHGf29ZSmqmQaIm1zYhLert4X2aCvuuV9tbe/65XrxIb265tZn5bDfvNhU/XIdch1zsuuuf7YdaUXg+WO9gWdcBsq2g9lcqrX8/nQptbgzDmnFxOcD7cx/4CAgy08z6kfthioz3EdWVF7cNnWt5aadubjHplkG2rbk/an+eNnGrvNpZN8trScnVzv/MOP/rEU267kD7/2dQwmK9XBXt9WddQ6RlMlDDtlfyiz/Xw2VqqVzu4zh6a8issxqL5nuZVuR+1goDqwrGM2lze3vcrq8mQ7Ultzu/O0x/thGP7h/AzqZ9r5mzomd3tdkqPrl8vmtCJKls/5cDlVCeJCHipym2bWAb/IhEs4X7WO+/xDGQMdqy6rr2n7V9dtl2VL29Pb0uMtbecMnjetA5uy8jZ2PXG5hzomWtL+xH1oV/uR2p8t1BZC5i63Q+hRSolK73V13OO0XTdcX5yO7X2sY9Nt9WMO7euc5/7N20XB7zlPm6pzG9eXYk311XnoqzwdxV1VVX4OK6XtIAwSPBBA4DkFZk1K8WT/7Kal/sV9dwb/2JXCaDzO4129pSUjShVR1VW4fbrvcV8x0L7T/Yb7oKH2PdkPbQzC+w33LevXlvX5vAmb6mO31N5zf6N+qOkv9HlI/VN+VpqNh5HLuL9SP9X0EcuKZyn3aWtbg4x/ZW2QP0Dq9AftfqlTK4/F3Vb44X4ry+R9kwri156fx3/NxPM9T+2ihHxK1OqXvf/w8YlNVnWMmvumabmzH1TfeG3aBz6+f5KH37+Eoc3rtvLuft3bxZ9pvK2Huf/o6jhK/jIo032HXcQe9m7GmjzLQf6O2/tlb9sM+t9kbnON85hprAS1XCml2T7av/R1jN7W3aGOIbLe6pjQdcv7UO8bN/V5Y9N10NtO4y0H1dusmzp28P9ZHFyPPc/L+uZdm6qz3ie67ju+9v9LNpp9VtGxS1f/73B9SatQKf5lcfIAABAASURBVASkIfz50qHJu1qo8q53tcT+oKLsv2DqpRVwfXHdKKVER8dt/UE3/zfjY7q1raXw5x3XTfc7TRjuH//qeCyPgz1WfXabzrqsaddlt20fW69k2+5F38f9btslTvRQzW2OndX3un1WOm7suO2p7rsdNH3jcjhf10/5+dj53NT+ZE3//13R/sbxuc/t6nNBrX2UOKKUJqOt0WQST8x3KSUq9Vm1DLtql45rWf2C+7ZNtWenl0E22w4y89h5b8O2+2z1jdv5/7KV3IdtKo/uT5xHf7bwfrOuqogooSTjJI92ucZTW1ue7hts2q5fSgnn3Z/NBjqGXp5+JvD2c/quB5sqR9aFaR/m8mSf5n5NfZz7O/d7rjeuP0PtzzPP6it9vO//cSmZPCbIz3vZL4XKUaLWfrev5Zyu03T/l+k5bu/X5ZX1y0bTYL800+scT/PlPHl92zs+fyboarv6+5hK2yj08DZ1Xz9voNmnGhyHV3A8nrap9xvuez32/CjR1At93+I8uIy+yYrztSIf53Fta5DHJRv6/4PzvSlLl8HWs7HKdtB7GPZxWL+2nOuvbS3F2uYg/786VNz+/8bsuEZ1slbbq6oqSuVcFz81YbodmheHnlUwDS6G1ivaTkX/Z68j67f+9+F66fqxNcvzSmxrezzp+GR7WvdzW6pMW6rfrltrWwP9L64X9nE+i7dTUR41OH3VWvUF8WIeyoMTTiY9zbcjb+fZ9lZlKpKqlHeXwW3VTj6+9PY4eIywHLmt3aZcx6fBx7H+XOuQ09P5Wxq7Xngd1xObu405zqHaqtOwndN0O67UV5bS/O+hzaPrZwaVwZgeKcsuGgGBMxNQtZvFNd92Xffc72d78bF182a4rXvf4P7Rnwm9z8j+Uf9fdR133+D67nrvvsJ9nttDBvch0/BY/6g+aVPH4OsO2s87HsfnNrN8kv6xzIrxfBPTeLK4etIQx3//UTV9rPaHs32x8uu+dm1zKft6l6txWI50UP/g8jvkfmNq0r7nZb2OHR3WNgePf//h4zMdX2XfEc3D+zD3H23w66bPUO+hoVnq2Z6bflTPOh5xDP7fQFffgQ2WO5HbX8dlPoZ0eba1/3eYHW/qde5DvK+ZC9vt/kXld11xWe3m+Byv61hdV1FKKOgptGfJcigfOdaMucHbSkvknLZf7+gYz/36so7v1jaX0r/Jy1DHogrOm4PyMn9st618bk+P77x/9LbZ0D5/TXXTddL1vqdt4H2H20QpRXmMafLKnAa9OjDM569UEZX28T7OcTyOz/E6fm9/p5eWyofTb/IzVJ5XpmGY+27Pb/Kt9+To9bzf8T5soGNv71+UtSj6c2bm89DUDc+9+JA8yozr6H5o+JzXrF86DvR+0sdg3m+6bqxtLeW+eOP6kral2pPKfKAdqW3lvlf7atcnb3Ov5+0/0LGyzy/y8W2V+1yl5zyof/P/3Zt8hB5H1y+98WyDCqtkwvG7bXqsWeHtUs2OPzox0PcRQ33+WtH/kdY2B+H2tKljLm/TTZXTY9eJDCrnlvtMhWw7cvE6LutQ/U9b1k72EVUUpRN6ZDndhkvkvMrHumrHrn+rStd1x54Z1Ca2HdQ+PG7qWVP/tjXPr7ezjQzDy2/KPD9TbA6yT+jr/3QdtT+XMdNXmpEPlV5DTk6fJJ4+3u94Vm5/5cvlcHlcNrc/p7PtPClkO3Y+HNrXh8d6z142ct1xG1vWMVhfbaOr42ynU5SvUvTkhDNfetLgl/PB21A1RvnUXC1eSgmXq1Y79rFck9deeL+1rn5iU9vOx4X7+W3s7NYEuSl/bT9pU4ctbVuv7+9b2s+6ndyOxcmHjZo6dEQm4+iH1gxXuKKJDKoPpZTwtjkqaLFwGmP9b3hvdxQP7+/meX4+58/h/p2dPCdwb2+s5UL5Ul40eD290ms967Xj0MhJ53eI/i7Pxw228nbw9vD27Ws/0lV7r5QnrXkWw5WPI+2M545aLqUq4X7L/ddAbWtZ+zR/Jm36if2+8JrbpPYbrktNPTtc7/S5T/Uu9x1a1nXUN/VyvXV987bpqu25XivZiNlGjeMfbV61VFVFeP3cv+nYyPE6fvfN7f9Rs/26vSovzfR8PodP3r+pn3F/4HrjvLrtddzPqE9X0lkfbWc2v37mMFeeovLk/lrpuP66v3Rf63a6pT54S212S//7aE09ftx/qH33fsh+QWX3epsqk+Oy0VD9k8vl7ex0szFlXp65JKx45QW8h1RN8L5bdaGoURbVd7cxt1XXF7eHtc2lcFjWcYT71I72G7WOoSv1HUVhxlAi3LY9X1Mx3pvEzsNRPLi7E+7bffOLe3ceZZ/vm3TtPNzTdxX+ckVLK55KK5eiSMIheCBwdgKq39l3T8euo67Huc9TvXYfub61FD6m8/Hg/j5Ofav60zye8n5F+8D99+b3LZdjuu3/M486vve+cVPHjP4MONT/U7yP8TFRrWN0G5RS1AGoH5DLY/s3z/MW8EGqpzM0y3p2VUVUOk61o/eXfe2T/XnD/3f2/sbHYavrA/UdCrJd1/+pfbxt403tm5y3Zh83DB9P+5wyh8y7nbXv87bI97Qv9PKbKsum183/6SzHuuJd2xqEt5/TG+r4ZXmlG+67+spPR8fj7quynyou6mT/+wd/RlPf1x77un5M/OTCEZ4q4Goxv5CqR9raMz+TTm09nZ8RvYIW0jC/2mx6+nZoNW+ocNWsqhLeH7l++UbCq/48eWMprt1cjs22futYKeuE6sXG9aXw500fv67r85Lrx7rqx9rmIGZ1RJ9lh6onrqeur30d9/b0f5eOPis4rUoJa4iIEs04zu1RSpNGpf2u26X3rz4G93Gg67XL4Hq/pTLOB8+bhbSwxxmHWZrD2Gzbn+ZtytlhPdvgUjiPM19tH3+vNdTxpvsa23bnbaumvOcG+oSIXbfGau/+bOkbcvnYw58/fVxy99ajuPvhTjy8t5fXm3m5OHQzroxWFdd9pOt3KSW6+jwz1Hdg6+qD3K/ZYKh9SVPuTnh7uj6VUnJ1nq68AAVAAAEEEEAAAQQQQAABBBBAAIHFF6CECCCAAAIIIIAAAggggAACCBwp8M477xw5/3ln/uiP/mj8wA/8QJTCuQXPa3mK9VkUAQSOEVhaWoqf+ImfiFdfffWYpSJ2dnbiH/2jfxQPHjw4djneRAABBBBA4EUL7O3t5b7t3XffPTYrGxsb8Y//8T+O9fX1Y5fjTQQuWqC66ARJD4HFEaAkCCyWgC9oconGo3E8ergb9z7ciVvvPYj3v3k/br17P26//3B6Q66d/MGOvZ1R+AIor9P861HPGvzaYRITj2bBbznkhXx1FZ1eFb1+J/yDB71+3Vwk1a2i1ntVXfIfmmf1P81SpvFVRfErKJ1urw7/YE9/qRO+UMsXFfpiteFaP1bW+7G6obA5iLWtpbywzRe3+eKujetLsTm98O2x8dxFce17G1re63l9hzXFuaq4nYbTcrq+SNV58Y8y+EKxLL/yqmzHlX+UaLalyuNyuXzdtO+Ey2374WpvZm4fX0hnKwfbzS4UfpK75udyvtDTQdvM8cwu9FT8TscXebu+OX3nwxcD29jB9dU1tg1xqP7GeT6mifriRCdbSgnnz/n0haC+kNIW/jGV7VdXwuGaxs0PmwwP/PBHM69ZJpd7ZSUv2vT6Nhmqbi/5Bg1qe7XaWmsQ00fmYTp96tF8OaYru713tL0H+QNUfbWnQfiHnDavD8MXdM8u8s6L6odHlKWdN3dhvcs+DY7DF/r6x2qyPfmHuNSfuGyhR5Znmi+9PHZo+8BK/Y/tXVecb/uvbQ1ic3s585w/MiPX3AbTfDTubV4v+Vh5dt1wsL/b1/rWUqy6bqz0oq8+saP+2dsuFvTheuHtnWE8ifFoGjTt99Rthcs/a4cycR+yrL7E9WxFffiazNyuXP9s6DrtC6S3bgzD9fLazWE4eNqhuVB9GF5uY3sp28G64lhr9wmK032h9wlu97lPUNvxDx25Thb1od4cJYpHZxpcZu/PZx5ySJNx0xOmhfqLjvLTtou0UJ1Z3Rhku15X3+tybaqdbKpPdpnngy0c2nm2crCdDb2+TR3fipztMFjWMYLac0f7bBuEyp7NWU/5gwLK5yzfWYh4/ofizqg0dmQuu8vtdpE/NqXttant57Zz3T/SrfaUfYH7hCP7sZXw+9te7uZKuLxZzvVB3gzJ8bq/qdXvhPp+p+ng5J0PT1/poIJMtGNzWZqgV5rwj5+6XOmr7dvrV9n3uJ0N13uxtrmUx14bT6hP8/XIy3i/sqZ+2v21t9NA+4LuoA63YafhtPIHKFxnnP40KGt+60KCkoxZG2v7HPm0eXAbd367qvOuF0vaVy+v9nV8NAi3i7WtJZksh8u7qX2o28+T+pt5n021Rwev1/Q5S4qvnzc+Wda+eaD+rac023ZWpDFW22/a2DhmbWxq1+ZXiz3zYAuv7Crvcleq/13Vg/5SN/Pl8vrH4zZVTpfF7W1bbcjB0wf3uWpj2f7a8TD8/qbK7RtnuD64jTkNp+U0Qw9vC41OOTzf4k5zVg9l7M3v/Dhfs22vfm9ZfeCK+ohsB1vLs21+5PbWPsd1YUNW62ova+qj7JdtQdu3r+3rPszxt23B7c/b1aUpVYTnd7Tfd/vz5xO3J7tvqc9Kb9m7H8uQ1sM0zvf0elshp7Xfy7w4H1uDWFb9HWibdhX3Yf+zqEfOPwEBBOYE1Km4n8mgPtvHcv7BdQdPN/2698NNu687Jdz3t/sd7zt9/LWsPmi41tvf/2ifvHZtKdw3eF/i/jWD+p+2X2r6jGH4c9KBoH4kl5kuu6m+yseK7uO9T1p33DqWdN8zVJ+xvNKNPA5u90s+/lVHqaKF9x1ZDu1D3YdlOT0zzu7h6Iqic7/oH7tubWyyqny6n23L4+Na9325b3I/mX3hcNo/XvbxSv5PIfOufHu7rF9bDu9Dhvp/mOtCr/1/gUC0CaTSDDZqps7hWRu63a7exllntb1z7Do9TTy3T6fK/yE6n85v1l3V22F+PumHy+LPFxs6bnfY1HGB91EObX3Nbah9VzvOuuu6qnlezuu4zm9s6RhsWlf9mdn1IX9ETMeb/UEn81ErP86XrZzNWZ4z/zqe0symbMEDgSMFVEXy42CnW4eP31zPVnQ86L5yU8dWrrc+xm1Ce9x7zFj1eEv/o3Y7OPD/MtXZjo67S1HjjhM8sl3q/wIae2kf0/m40Xl0O3DfuKF25v7w+jN+PnYZV1VWl7k5dqzz+LSUg3m0kfNwXMj8qT129b8L53GofZr7gw31Af6fqvP5eBju993qz7enwce+dnc/4D5yVf+zcZm72kc5nUPZOy5b++/J0X1BfiZQgTTk/s0LuA/x/3/8vyD3a/4cs7I2iDX1P86D+yT3TVvTfsp9l/PXBr/ncjqv3r962wy1bx1MPxPYpNb/dVzR/HnA/ZTTj5CzBvdjPdUPp+s5aFYoAAAQAElEQVQ647qzqf224z9Y7+a8tA+xk808TmPlL/Oieus8LDsP+kziz5xOw+UMPeyg0XMPLkMTfIwzibE+zObxgvYbnq+iZX1y2jZwvbCJyznUPs/HIK6DB49zhuEyzKxVpmsKtmiD33dw/Xew19r0s5j3FUPVvfy8vaz/a+l/E07b27fSZ99SitVV9qLw9KG1sl1Tjir6+pzlMrheepvntlIeXS+8LWbbxNvowP+q9vsNl29T/cSm2sea6tlQ28rxdjp1KIsZ2tzZsp1+kWM1oWwzNnE4vL2jRG7vjvsBtVWXx04um/vUtY0l/Q9zKXJ7X1+KTdXxTbm129XjNHQfenMYfu3gZXJZ1evc1luKx9tbfZfrkdPo67hgtp3zGFZ9p7DGqotNnTx0PODC6H0GBM5TwG3Xx9VHtZeihPf7lVr9Sieyf1T/5Xq9ov3euup6thfV/U31FdkW5trMce3FfaPXdRxrbi+Kz3EOFb///9R/Wv/oDMbZPeYtbLLfNpu2mhbaT3Z0DOH94cxCny/W/FlQ/+dyeVyuzamH+4f54H2FQzuv9fL+2fvytv9YVXwHvv/QfsLHZ85DqAN29+D8Zt+hzxPOr7ehw5n8P00JOH4HC3vf1O11VAe6+l9eL5w/f2b3fuLx46Z2PzLcP37K/Uwz32W3j/+P7XiG2t79af/o7z9KObhh2zzEEY/2vaI+1fs/b5v+oJv/O17T9rDvifI3Pbbb9lj7xa2by+Htsba1lP/38PGdt3mt7e/sOUT7kFU7eXh8IH/av3d0HN/T5+gl/U+/Pb5wu9nSvjbz6fQVrjkoH83x1VCOsvO8Nug9/092S/si1zn/j7ev9uJ9Wyny09DmxXmYnEmlaGM8+XiWDRllPvTkOqpRRuLp0EJ2TRsdDw5k42ND+6xpG7pNuL60Tltz/YvL723s9uNjnTVtr6ZO9WNJx7feZh19rnH8IZfZ8a33u8qE09co83KWT443j+WVjtPMuJW+26/z42P59sZj/ozjfDv/LofL05bxQP+pcm/6mER9i9vemo7L2uPJQVtWHds4jSyrEnXazosmo20jPt52fbaT03M9yrqnOnVw7HrXhpUD/x9Kd+XFbcTxLLsN6zOC/0fm9Iu2qQYn23SezdT+s+qDq2Rr7/89Ol8uh+PKzxkqpx2yLczV+4N5VLs4lO/Mm9ZdU91xHXJZ+6pXPv5y/2Kb/YxoynnR6KihzV++pwK5XK5LXbVhfxYb6rjY5V/T/8o2tf9z2rP8Zp/X+nn8eF5dFq/jbb+q/V+b1870exKn6zw42MuvTxSUUQ0qaglv91Iicruon6z0olQlKvVH7bwo2kxy8D7P5/X5B9HvffgofDOuD99/GPfvPIpHvknL3iSyXkf70IrTSefR9c35LI5f/0/uur9TvbCV/5fr7THU/+T82mX0ckp2GoNHB195zssUZm1VrN423qe53va1fxyqjbmuue1vqu1l21Dd3z7QNlzPjgqqe1rOy7q+HWi3+rzofVLuO7TdTuU93Vzejm5bnen29mcet2H3L9mHKZ+u6wfDfD6b/O23nZVwPh021a4cl8vveuO81krHPs5ra+bp5w7T8jhul8fpOD23S/e1dsv+Wfvd3DdPTTPfWcZDZcp5K83+u53WunZZ31qKWbnUP2V7UNt0+3nuchDBOQucb/RZDdWhtnXb1aKpk5W+W+iE95ND/Y/K+ziHofZDzf9Iq8h+XX2711GvHn54uqhtl6pyV58329p5tBe++ZZvxnX/wx318TuR03d34tGjUYz2xl41Kq+n/ihf8ITAOQuUUlTHq+hrv+R67X3e2rWl8GcA7w+y381jq0P9as4bqq+9rKHN7zBcDgfv29ZVNn9+c5vu6v+S3ufPt7m2D3iMXZ2EugjtLjzRtPR22VJK+Jja+xQfq9rSnze8X7ap00tXfYZY137I32fmcYWOmzd9bOGgzxv+X0Xus7XPyv24xs73Y0HLbuoz7Kb21d63+TOp411T/E5nRd9XDHX84vRzH65jQh/XOI9Z1lD+VQwff+b/NPJz01j/z51E+78NFVRLMZxWIOuInlw3MsjWx/C2Tlu91tvhcMBY22M+rVxX8zREqH4V7WN8zOj65eOjFf0Pz9u/qRvLsaX/oWypPnheGzauL+n/KkvhOu+wprrnY6BVffZpPhv08/9L/uzuetLXcVFPbcKfI2r/7yX3RcXJx3k+VLxMo5QSPg50u3R+XIedV+d7Q99vbqp8W09qE56vduHj9PMIm4p7023OQflwXhyy/Slv9nVwXtNY/6ccKvjztX0P2Pr/BtqepZS48IcqlOuijzd2ddzxyDcKvbcb93Uccvf2Tty7/Sge3N+N3UfjGI/UT8xlsM2t625bl12Env5H63J6v+Fj9jXVTdevJf1vqd/2Pa5PbQRzcTKJAAIIIIDAkwV4BwEEEEAAAQQQQAABBBBAAAEEFl+AEiKAAAIIIIAAAghcNYFr166deZZ/7Md+LH7wB38w6ro+87iJEAEEEHgegbfffjt+8id/MqqqOjaa//gf/2P8+3//749d5uV+k9IjgAACCFwGgV/6pV+Kz3/+80/Nyt/5O38nvvu7v/upy7EAAhctcPwR2UXnhvQQQAABBM5cwBfSzS52etBchH3/zk7cvf0ob7B1+/0H4Rtv3X5X42/ej/e/ofBH9+O9r9+Ld792N97X+Jbeu3vrYdy/txs7D/dib3cc/mHniXN7xEVNTtNv+UIpX+lXSomqrsIXm/pCzN5SJ5oLRLvhH+ro63WnV+sfmVWUc7roriifTShRKY2qLuH8dLpVODhfvvDOFwD6h3wcnK82+IK8A2HYjYGCL247Kvi9A8svd6ONy3E7na4vNlS5nX49vSjOeSul5AWB0T6u+rhElqeU8pj9YffWyOPDfja1tccHgmxnyy4ddu7Ek50jH1mPPeUK6xcOfn2BwW3GwZcciikqPVVtHVUdcZ3pL3eyzmXZ58t81LTq5mw5tS979vqy6NbhC2kdd1vXIkqc9cOUjrOUom2+3/a7ykOWRXmabbOj8n+KeY7PwXWpVnt2X+OyhR42ddDksUPmd7rdSylRqqL+qITbpuO1XV91a+B8O5wif2dVzjONZ65+uFwuX1f9kctbuy9S+UuJxX9om3vbu45kGHtGW+wSpZRwXaq1/3K76aj9tPXBXv5xNde9/sA/WDgX1FbdXvuqJ31Pq87025DLdsOvva6D24XjdXAa3gZOs1IfUHJblGgfymE7eebjxkK9kBJJD89wKkre+Zi38IXyzq/z3ptr1321kyYc9lCZbeHQWngsDxvYsqs66Dh9PGAHm7cGzsYsKF9t/jSpDM/eOZOJNm5HVqqILLfaRUf9i/PnY5iByuE+1vskH88MtK1PEmzTk1dXZe2oPnlbO/4oEapusdCPrFfaXDnWkwub5S4yrsIWNsm6JR/XCdeNx9qX600bZvWno319J9q647hqtZ3W1tvUPzrh+uIQL+qhYjt958fBx8ia5axljkopsija/1Th+t9VnXOZXF+e6KG6158Prc38uHWSq+Pq9g5atfvNUrRBwttooqwpjD3dBM0+88HJlVJU90tU6u/qTgnXgZ7aiMvbn5Yh29bcfitfq8zHjb1uT+Ws1Xarqso0Sinhh7eB0XPsGRcZtMGdbrP924RL5s/5dH5t0NWxX1fba97BZeq7j1XZZ9t8atTX2Mu6zbhfdr3xMVFdV1GpLZRSIjSEHk7bedCkBs3Ue1VVhdPONBXXiY935rZL3/2i1s28aBu6DN6m1TT9UkpoUJoMCCDwVIHnWWCun2l/tGbW7vVeE3UJN8ii9pn7gLrpA7zvmfVB6od6036opzbt/sXh8H75if2F+oOB+gX3DbOgeT6OypD7plr7bwWl1dE+r+7U0VFeKu0TnLcosf9Qx9WUQ/snl8Nh/93nnlL0szhKKdPP41MX5a0ri1nZVa6B+mIfC+bY01ctzPXfA5WnP6ijp+3svtvbwtugqiJK8UZwiIt7aNt6e+xv7/1t7vkRJVw/nMda+/ladaajutPt1uH8d1UOlyXrq+pc3/tO1bd+Tk8/o7jMGbrR17brexkHz2uX0zqOw/vXrnwcb8Y/ra+dTLtEpXZUSgk/mvxpShPZ/jyelkdzGRA4VqCUkvXJ9bqj+txTv+PQV50cqH4OVFdPFjrh5fpap+96rHhcd5tjwxIl62yc+NG2Ra9QSoTrfLY7941qD+7TB2o77hNP//m4o76njq7y6DK77FVVRTllHp03h1JKeF3v2zKPvSrjb/w6MbDl0xzn+se+lnfIfkCfLZp2r/yVEs/1mPULmlBE6ir0HNHkvYTTcZ/WUf676n962o7els5LBnln3+XxNI85X8t52cxvmlaKq87Pl5X3raWoB9XnO30Yarer0y5F80uEj929HXrqRzO+adyDp5nNvd9Xnuzs/HaVh67qSa3+0tukyu1aIh8qutPO6TN6cnxN0H5j/v97Wb4STr+uq7Cvy+l20VNZu8qnzWznfM+XPadVpr7KmNNTk5yWd9/tTPO8rkN3Gl9HbcNp1Cq703TaZb78cbKHy9MuWUrZPz7R9uzI1mWY5Vn5PM22Gmj5+fx31O+4DpQqohRvJ4e4tA/bNGF/e2eOlfci66qqVPdLeBt0plbNtla/k9tMxwC5DTvR1+sM3s7zoZ3vsZZ1f+flXF+6qjf2d9xOo9Y2qeoqnLYAI/Pieq662LQ3tT29Dh4IvACBpq24Du63lyYbJUopUanN1Kq/p+of3YdkUFvy2O2kDWov/aP6R/WNTbupo2k3VaZdlH4pJS7isW8x9fAMJ6zknY95i676RefXfXtP/bv7+X6WUWWelq95Pe1Hsv+YTudy02l5eN0DfYcsOorf5pX6D6cdyoOzkkH5avoObTP3HQ75xtk8tXE7Nqed5dY+y3nqqX9zfgcqz6lD6+LjF5fRQfFm/6htrMFJniqUUpr9X1Wp3pRo8tjYnjh/B47vvP06OkbshLdvuw0UfZTijeAQJ36U0J/WS0f9b9vH3I4398/a9n2Z+NjoxHm1u+qP1/F+x3HVap+lOJ0TZ+uCF2wqqKptpuv6pcPNnBZPVGrjteq5rbs+vp1rTz352CiPtVT2vsp+IMjQ9bFtPx3t02t9/rdJpThLkYtSUktpvs9wVhw079wGxe+ytuUsTsj5UKi1rWrVeR8Ldt2WHNQeDpTJfWYbpuVtt3eWU8t3ZeQ4bOY4iwxD8Wdamb5KrHGTdNFbJSql7eWdrtMbKA3HO5DrseFA++iE13U+esqD+0EfH3obllJCCSnEsQ+7OHihUkrmyyZd9QeO023j2Pw8Kb+qKz15OY6uXJu6UIXzFtOsxTM9SpSiUEVUqlOO1/Y9ld//K7PHs+TX63l9l9tx1to+zquSylzayCFfnPBpPBrnOXo+V88313p4bzf8A+e+ydbd2w8jw61HcWd6DmDeeOu9B3H73fvhSwcD+gAAEABJREFUc/1uv/sgx56+88HDvFmL43K8mYVpncrp9smVXQ266HVdVeE64frhupWf/1d7MVzr580SPa+jfVuWUes15Tsq0nhpHmLIsrbjUkrWt0p1zW3LXq5rNs0643brNvmkdnDM/Owrs23U4b7AaRT1HUoy83DapxL608qOo1Z+O+p/e4q/r7bYtIlONOPuycdqw64nffftamNua7X6TOe1yryWyIeqTWuWr8/iaVoWp+P0XJ6uy6O8OE8ZjvF9WlntMtsG6u+yXFmms8g8cVx5gbk6nX2jqnopJbJ9qQ301B7cp7o/Xckbf/fCN6DwvL76Be9Lau1HQu0y11d8JUKvIh/j0ST2dsZ5Lrf3D+2Nubx/8LnhnuebY+Q53mpcGnK9WQTNK54ROHOBUkpUVRXuE93nu677+Kif+4NuPK1vvRLva7/o8mTI4/g6vB+u6ypKKRlCj2x3arsTBb08etB7Ex13zZb1UtM4Ku1TvD+utE+u1W84jdyXaZ/jPqKrfZqPJ3JfJF8fN2ee1Ie4H3HIfZ3ee8zV8xRy+Xas/eMsrpyuw2k4LW/LWsd8zkOtcjpvpRTl1kEjl2P2/1CVyK8V9A7D8wpMHV1H2v2Bx81r/59LwXXoCenk6n7KFSK8xbzpSilRqW65TuXxnrZ5f/64yMenbZifr+n5epN1Rus6DtcVB8eZdUX11mkU1WUlFxf6UEFLKfldgfPjuuy8Ou9uD97fXpbg71kzyNZ5c3A+M9jWQe29sa3D5amntvttMS784ZvD7e3pWOTRXjx8sBsP7u7k5827/mx662H4mCSPR3ZG+b+b0uZQ9VGDam1EqSIq9Sm1Pnd4G9lhuNaL9a1BrCkM9bnT87wfyX5I/4MrqrdRSvBAAAEEEEAAAQQQQODSCZAhBBBAAAEEEEAAAQQQQAABBBBYfAFKiAACCCBwZgKvvfbamcW1vLwc/+E//If423/7b0dd12cWLxEhgAACZynwvd/7vfHX//pff2qU//Af/sP4xje+8dTlWAABBBBA4BwFiPqJAnfv3o2/+3f/buzs7MRxjz/9p/90fO5zn4tSOOf3OCfeezEC1YtJllQRQAABBC5KwBdf+8c07t3ZCd986/0/uhff/MM78fXf+zC++tu34vd/84P4vd94P77yG+/F7/zP9+IrCr/3f7+f7339dz/Usnfj9nsP8iIpX6Q9Ho2j/WFZlyEPb3SQk2PNyGv2JhHj8SSDX5eqhC8A88VhvoBteaUXw/V+rG4OYkVjXyzli/F8YZiiYEDg/ARUN30V3+yCVKfkeR6/wFBKmaZenL0mKF8T3wzDbWk0idGegm+G57A31utjgpdxmC2nddV259ul26ZDZGrT5M9w5Lgb50n2GZm28+ByzPI1Pr4cJ1jOfVIGObV9k9Nui1JKa9vOeXz82CKKQMOBfI+U95Hzk9vi+fOdcTm+FxFcNxyUdtqpbGOVy36uc64Sqn6PQ70Ucybhbe+npv5G7stcf+1jJ9eFHKsuj2Xn17Pt6ddynb329Pw8TzvkutN2qddj+WeY1uMmvVA2nB9tjWbQFphNaPoCBmFoaPKhvDlfs5B5HofL77yPVCZPZ3C5HVS2kcfzYX6epscKI607Vnxe1+O0Vnquj552nczSKjMSyMnzeiplrs9wYgpKNpyPLLvy6vyO1Ib2HObL9pTpsd4fq7xjldXxZbyK3+Xz9HmV6TLGm+VV2d3OfHF+2mqb51hGNh577CC30VFB7+Uy2iYe57ptHNO4bevyZ3qeuERBWXQjzxw5f7bw+IBHltF9xSRcRreRmYXq0Wy69Tly3jhc90Z6b5xBrz1urTRu21rmyTmaTfjF+QSXVQAZuacdmm04Vr8yUdBY2zbLqLbmNpfTbVmPG8ttNB5nu7WrE2nHbRNvx37vxYRJuMx+ct4y5LaYxFj5H3sbKWSZ9XrUWsyXu31f88Z+X6/HWnac40k0/YzGSkiDuPc3bL6eNpA27VzP8Sg+15eRx8eFA9tlEs3yk1n+nYZD4zuJ/elmDs8IIHBBAtn01QadnKbd5t0gZ31/2/donP2w+xD1oe4Hsl9Qv+L2PfbY4XC/oOX9/oFw5Lxx0z94fcejZcYKI007XfdZ3ge6r2jy6AwraIayrYnzG+b3CZZyes6Dkp59FnA+M7T9pMtxVcOB/nscI28HbXNvj9wWAnDZHbTzOD/4E8c8cZXNpTUVriuuv01eJ7NtlPlXfRopeHrkbaVpvx6128qv2+l2/IR5Y78vG8c19jJuI37tsYOANERbV5oMTqZ713x16Z/I4GUSUN1RhXL9dt3Oeqv6Nqu7ro8nCpOYreP1FRyf41X02aTVxE9c8FLO+/PxJPcNTf4m2Z705OHEeZwtqAJq0LqOJxTvJENa2k4WMxu/Pioc6B+9/jjjcB/Q7KOs5zBL9ZknnNeY6zGyL9H/gb29ZkF5bvqi8f52nc+3+6b2taadz5HX8bT7qWlwn5nxO+sOs1xP5KVcaJ6XcbojrTtq+0+P2/hPNJ5Erq84HJeDy5lpK02lpudmmK9azZyzflZqKpcLmOlr2vlxcH0by8l5zbHKOVae/Xp0onKOZ+Uc5bpNuR3HWPFmmNo36dl4oqwoE82gws4mNH30MG+ktbO2HC5L5tl5Vz5GJ817LtfkeaT1xlp/P5/Oq/Oj/Hl0ZYKEnGVVuMZIr7UNcltrbKcsp7ZPW2bPG6XFWNtTHu10O85l9Z5f20hhlF4T9QtjrTPOYxCnkWGatja0B8k5QxoxIHDpBCZNHZ3WWY2yLjf9wET1e9LU72wDfj3O1yO3BYdsC5rn6TbMz/O0w7S9uK217W+sOGfpqG1639O2WXdyTavRs4YLYxOABplMwm3Z+ZsF59dlUXDeRyqTy5OhLfvTxrnuOLxuxpGvJ7O00kAWLn+WWZk57+KXcvD4rt0GLneWTXkcPa1cT3rf68rN/5d1eR1nG7+KlkU83ZOsDKKVbeX4HO/I2+JJeTg8/8Dx3TjGWnesfDoub3NFHW3QXvB02dOG87qOwPlzfGOXX/GPPM68TLT9xycP0/Uyn6objn9KcMq8vYDFnVkl6/yKJjk9K11UFtuMZTPOMk5irOmRQzqNHzfSe80yk1zW26wN6a3INWQ6SvYFDBNveqXv8WTWl45VvrHyPvJY9W3Uls/z2un5seaP/drLZxirvPvxuQ05oSxrwjZFbZzzWW9PMoy9fpumpmdp743jyOkD7WMSI+Vl5PX8PyJtM6eZIZNUWhpy8glPpRzRvygeb7dRxj2OI/Ph8j8l2GisOMbKn+tU5sv5UfD0E7L0lNkTueUmzLHz6fjdh42UzkjpPVt+bTnJ7djmNTed8tpmqJQ5q3bm3Nhvt8Fx7O6M4sG9nbzxls/de8/n/H31TvzR730YX/vK7fja79yOr/7OB/HV327CH/zWB+Hw+//rA827FV///Q/j3a/dzZty3bn1UHHtxs6jUdbbzNtc2ocnfa6fbyDlH0bvL3XD5/strfTC5/w1N43phW8C0fGPohd7TguqkYbD0b00r739XNh2PDG0QLL/mn32H8fIdS3r/ySerb45jiZkHVaD0ODUsl47D6cPk2ZdReT8Ol7n0+2wyeMz5LUtp9rV2EF9g+u2klBaSm8uk63Z3Kznm1QiGpp0tA3GyovDSPnI8uh1jnM7jE+9HewyVlxjxZNl0vb1BlBSz5dv1l4oAdfBwwWq1Gf6RiU935RruZs3OFxZ68fqhm8+sRSr64O8aVGnV4Xbhduj43HI1xG5r9nbG4X3E48e7ql/38nzu+/eeqR9xqN4cGcn8iYYj/bC5za53ruealXFWRQ8RUDgPAQm0353kvX0+Y+vxqfun0fP2K+fbr1JuF2NtA/wfsD7zOb4PbQraPYEbq8WbseePjLk4hOtp3c17XgyaL+S8Wrf6XEbRt73+LhdaY8yjKPdJ4303mPl8DKHTY6cp3i0vuPKeLSMy+Zt6LH7kDYP7o+cR21sD03G9cxwSQXKNF8aq4q5kqq+qc5pQ+Y21bb2Nve2b7a1ls8FNWa4UgIXmVn3CXv6vPrw/l7c+3An7ugY5I4+c+axiMae90jv+ThEFW527KFqN/s8WtdV+PqxgY6H/Bkzry3z8dDmII+L/NmzP+hE1WmOiUopUVRIB40YEEAAAQQQQAABBBBAAAEEEHgpBSg0AggggAACCCCAAAIIIIAAAggsvsDLUELfkMs30nresv6Fv/AX4jd+4zfCN7ophTMKnteT9RFA4PwEut1u/IN/8A/iu7/7u49N5H/8j/8RP/mTPxl5juaxS/ImAggggAACFy/wcz/3c/Gf//N/PjbhT37yk/Ev/sW/iJWVlWOX400EXpRA9aISPiJdZiGAAAIInIOAL4579HAU9+/uxIfvP4y8IddX70bekOt3bsUf/K8Pwjfg+sqvv9/ckOvX38ubdPlmXb4h17t/eDduv/sgL9j2Bdx58d147ko7/RMy/w2ZT9MC6O28EFzL+cKpqirR6dbRG3TCN9/yRVN5EfnmIFbWB/mjHd1eHV4ueCBwkQKqq5lcO84XL+aplGkjcl7UcDSEL1h0Gx6PxvHYhdKHL5J+4utJeP3xaJLx+Z9sDk0pnVgzdV7PLkf2G0rfefCFu6P2x6CemOfxycprlwwTlVFh2ufkFcMqUClTU00/bWgXnYT+xGIj/9huk+dJ5mdPZRg9b54v4/oqV26j9GvKL4ankS3k+66vrj8eZ5iapE/r5LHq3Vhhvz6ojmj+KOu2pg+PZ++Nsy5lO9D6Y89X8NhpTDztNB2UAQ3OjjaHKqWePVwkvFMNZUKDR5F9kvLW5nfk/CqMVJYMs/otA88/7NC+nr3XeIy1fhMmebH1WO+nh9Jq0lZONKHn9Dhvg1KavsPpKdkD5W7LuTcr67jZpk97rTLmutOyzZfvvMtzSeMP97Otr+tW1n/5jBTG9pqZTuuT5vu9DFmXGnsvO9Z7s+B6o6Ah07is5Xd7dh1TJlWvJ81ImbaF60eWR6/HsnAYaTxKk6lHTo8fr3+yGDmkkZb1WK8dh384w+/Nx+/02m2RmbhAMG9/FT6TzXyovJm/LKvynuMjyvikss/mT5rjAiWgQSVKaY2bYdrEmxcv6LnNl8cZVPb57eLtNXL5te1G3oYum197PB/a9/Ves47Krrjs6eOY/Ezm4isRj+aLq1l6OUn/TFvrOc1nP96ZyH0cI+XJ6WfIRCeZhhJjQACBFyXQtsXpzsftP/t+tXuP2z4g98WaN1Y7HqtfGSl47ND0Reqbs0/SWMsc11/ke1rm8fXG2Vc4zgxteh4rtH2H8+XOY5r1c5eb7RucoIA0hPOSNiqH89qUZax+TmG+L77S05Pp9phkeV3mtE9xY+TEJXhS/o6ov94+zvPY20j1Z+Sxwkh1N8Ns20y03RTa+nt4nOscel/zxopndvzk10qjbSdON4OZssI4j6Lya40YEDiNwLQKhduf65Xrtp31RfYAABAASURBVOvfSPVupHo4mtXlcTxtes/1W+t4/bHWz6AEMm7XT4dTZK6U8/p8rDbnfKpdubwut7J5ipwdXDSLpQg0RMaleEcqv71yn3QKQ68zUt5GshxrPJ8/x38w5Wd/1cQ1iXbbON9OK4Py3vQ/Y21zWSkvI81zng6E2Twt57wqeDnH4fgyKCENymgqaTw/NPOcB68zVnxjx5HpKc6TuuU6Xn4y2684vib90Mc+paPBKU+rlCfPLbTl9TiD6sOBMur1eFrW8Szv48Za8234xGCb1sXrKoy1joPXcbk97XFT/om2sYqq8muqndD46cPMSus6krYsjjvTUNpNfRjHKKc1bvN23DiXVb3S2PG0+Wxy5MSaqavybBdVMhM1wdtXM2dOej3KbTTO+jma2UzkpjB7fchP64zmtvc4vbSM5s/H3Xz2njRpJ18zfVX8yOfLJaCmoQI3ddTTbfs/UKddx9v6Pmsfaiua37QJTWfbmBvP3hvHyOto/ZHC2PMVPHYaB46llQENbr460nfjUdCgDF7YkMkpExqaNqz+wvls8zua5n2ksmRw2TKo7HpvdFxIo8ZjrPWbMLlU338YP8uucrsuNGUfx57ym9sxyzputunTpnOdSfazY7k4vgyJ/Gyb1Hmb5VEvnL9RpjM+WZ4ey7O321h5nDTbQXH6+KDJ3ekzqtW16qSpO3rh/GVQ+Ru/STxLfve8vsrpuGyYCSilyz6koJ8U7NqG8Tgab9Uz142xy6bQGI1j5LaSZbbXNHiet5+W8/Ijvd962KSJ2yJKzKMXELTJleokN4+nnS/n0SHzq7yPHFwW5T/L6ek2zM/TtMvZHP9PZl6OM+POYk4yLSXaDJqnITzTyzhdB6eZdch+pwnTvGY+nB9tL6evDlrpKSUNmnjqUErz+VEZc9bCcWTf7ziVxp7C6DT58rJeJ8PkMZunZuipCzQFyzo1LfN4mteRt5XTdR5OE7TO2EHxeZukgZLRkLkppTXKl489zd7WYqWUcN58nt7De7vhHzW/9e795py/P7yT5/x97Xdvxx9+5Vb84e/cyptv+UZcf/Bbt8I343LwTbp84y7fkOuDb97PH0i/f3c3dn1DLpX1YAbaXO7PVRai7lTR7dcxWO5Enu+30g2f8zdc7cWSpn0eoJcJPZzfDJpu6o8nXs5gu1nJk3ai7anWobrhejGSv+uKx6PT1LG5Zd2mHMesrjludwqZ3iz1U014deUy8+rPOo57rLw6j/k/p7n0Pe9QUL8+PjLsTeNwed0vZD1xYpnXfIoDZqfK9ZMXzpiVjoawu4Pz4HzP8vSMZRqprTdhst8/KSENJnxypnjn5RXICtkUv1Ql6m4Vvqmhb3aY/ep6P1Y3+rG2Ocix53e7dfjhuut24+kMimusAy3XZe8ndh7u5c237t95FHdvN+H+3Z149GA3b8K4tzvK4+A2jqa9lXNpd5k/nl5qAfeDGbxfUvB+ZOw+81mPr561nz7P9bI8Y+3zJmpb49wPuH253LkTUBttK0HT3tpXx4xznYkOoTThIYNe21ARux8Ye1r7VI9HHisftnUYaXpk4/mgZY7b3+V7Wubx9VQmxed4mzDJMo61rNPOsiovylY4uMzN+Jjy8dYLEyhtyrOJieqZZmYd09bTthxp22Y90Nh1LbexFmFA4DgB9wc+Dnl0fzfufajjj1sPw59b72h854NHOc/vjXQcopoWPv7JaqgOI+uZIq/qqvm8Oezm50xfW7aiY6G1raVY1XhJnzvbz5y5viMoetIQPBBA4EUKkDYCCCCAAAIIIIAAAggggAACCCy+ACVEAAEEEEAAAQQQQAABBM5VwDfk+r7v+76oqurU6Xidv/JX/kr8+q//evzsz/5svPHGG6eOgxUQQCAFeLpggWvXrsU/+Sf/JDY2No5N2cv8yq/8yrHL8CYCCCCAAAIXLfCVr3wlfviHf/jYZH2s7htQfvSjHz12Od5E4EUKnP5T6IvMLWkjgAACZyLwckXiC552Hu3lDbVuv/cg3v/G/fjmH96Nr//e7fxBDv8Ix+/93+/H7/76e/E7v/ZufOV/vhe/95sf5Htf0zLf/NrduKX17t3ZyR/l8IV3eSHUZBK+nsnXNeXEjHUSeTGe3vcFmJ6uqhKdbhX9QSeWlrt50dRwvR9rG4NY1TgvIO/XUeoSPBA4b4GJE9CT66aqaTRXl3rm5QnOV9vOxvkDCpMYPcNF4nteZzQOt1u3R4c2Xpf/vEuc5dCT03TaI1/wPVJZlKfMm/P3HCHjUHyOezyeNH1Pjp+jZNO64R+XyXwrPsdvw5Hymmlq7OmrHrIsrZ/GWV5vL4XnELzyq7r4bh8zD9WBnFZbdF1wGM3qsuuzwzhGT6sXqvdZj2Q9GysexzcLSsNpOf22Dno6+ynVzQvHVZrpIYPMj144f25vbZ6zLCpHjmdlewYPxdHGOZ5zcPmVrNq3Sq/86PniBqXn9LPsNmjL97RtfcT7R7U3x92EiyvSZUhJrLnvbbbrJPKGQfbVds86oLrw1Pp0uD1pnVxXcbiONq6KW4k5nctQ7iPzMM2f8+g8t3VtonKMbTKrc+5n2jB+en/jOphGWnY2btZPJ8U7VhoTpTFLV5nQkNvmyLye00yn6Tw4OE/O30jbc+R8uxzPErSu42nL5zTOKfvPFa3z5XLPgrbH2EHbZ+TQOqg8I4cnWfi96fIudwbFMyu/p1XXcl9yKMfzefB6o4xnHNlnPSm9J82f5sPxjF2/FHlTtkOJXvhLEkQAgRSY9gPZLrNfmMT+fmei/fEk3HazDasvyHH2Q83+Y5RtfByz8bQvOKq/ODDv8HqKe+QwjTvTUX6c9qzfyv5Du6RpnjP/F/ik5NOjtXIeM8/Tshwo39RhdAXHWQ6XSdvCZRxrO7Rl9vgCyU+WlOqD8+WQdVcbynVmrH3OWHnPMrhuOahMzTabq78n2Ub2OBCa9du4c6y0JkpzovEsH5k3FUNjPTMg8EwCrtsObX1u6vD4VMdl2a6zrs/VXdXV+fr6TJnzSqrfmb+27bmtOWR64zhNP5j5VFvLNqU4nD/H3QQn9gwh86d9h8urPB5wVB4zTY1Pks/ZssrjSP2J85l5VNzPkLNjV1FWI4PizvJr7PQcmjrgbSnfzIvGR5XB78kxl5/m1+uP3Vcp8vm+6qjMON1cRst7vYzHcR6V1hPmpZnXyTAJx5NmSr8ZH5Xy+c5T0rKdhNNvyjednpbTefT2bcprZ4fx0+vytIwH1pO7XzvODErD6e7bTsLT+ZlMdfVZSp7lUf1wPI7b6TjNUeZnfPq+ItdzmSd5DJjxOpFnydwlWMdZzzLMG2l67KD2kV7T7TTS6yaMT7+9FYfjyuC4Fbw9DqT9jNv4EjAuQBYowkkE5tvLRfSP2V7U7nJ8Dv3jScr8xGXUXtNDbTkt9MJt+kDfobyfyf7iQP8xDqeTfYfTnOYj9xNPzOzZv6Gko81DW+Ys6xP296Nj5s+OBdpyyjTjzvGz573NY24f1R/Xo5H3Ycfk5ah8zvLn7angeOa3wbPmsM1fW1bHO1L8TRifav/sfGc+XTbF4bgyXtWPZ83fi1mvyXDm3ds/wziPD12mkepI4zOJZjyOkcs8H7yNZZDva3mvl0F1wPFmfRC+hhdTxGmqTt/5mQWVNfPpvCvfmX+XZb5s89N+bxYaj3b9+frZxD9NdH4k6syD0vXyXjfTVBqzuqTpx3yfNM95Ub4dz0TWrfOz9E2zfGli1r+kyxHb+0n5mc7Psmhd58th4vIq3ie6zBudYDrjmcY5y6scRvLItKf5OLFjLj/JOu+8nsaxtKfLaVx8El6J8Pq+edaDeztx5/bDuP3ug+aGXF+9E3/0e7fja1+5lTfjam/I9dXfvhVf/a0PIm/M9b8+yPP+vv77H8a7X7sXvpnXnVsP48G95uYsLu+MSKaz6bmJUkrUnSp6vTr6S51YWunF0rAXyxr75jHLw260P44eerjMNtUORq8Y5gVMbBuHsduY6vVoWtdc30ZZd8aP94lPnT/J+jae1uPZNphP/JTT83l1fG57o8zv+NT7Npdr1pYUh+PKvLb5zcROmcHTLD7fVyotp+08PE95XCaHLFdbJo3TSml4G58miyz7cgqUUqLj/rXfiYHPpVa/6htQrG4MYm1zKTzO86m7tfcI4bqb+2TV6cjHJOe5HuaNMB7uZf9+/85O3NX+4t7tR3mu+MP7e7Gr9/Z2xzHSvk3dT8YXSl+DYioKV3Egz5ddwH2hg+tu9rvTfZ7rrPvQqx6yHGpTblcjlc1l9H4gw6ydPsNW8roKtnNcPhacTasBp6f2oU7PYaT9j9PPsafbPLXj6XFE5nc6PZqOD8xrl5+NJ+ozFFQ2x+20MigPzpdD5k15yfwpz89QWla5YIHDPb4OW/KwPevVdNuPVT+8rb2Nc79zwXkkuasl4Hri45CHD3bD15j5M6s/c9659Sju6LOnj0cePtgLH4e4PlXTSui6p+4kcl5dotvr5PHQcLUXw/VerG70Y3VroPEgP3u2nzlLKTqEcQgeCCCAAAIIIPDSCFBQBBBAAAEEEEAAAQQQQAABBBBYfAFKiAACCDy/wL/5N/9G339PThx+93d/N1599dXnT5gYEEDguQTcDj//+c/Hzs5O/Nqv/Vr803/6T+PP//k/H6+//vpjN+na3NyM7/iO74i/9bf+Vnzxi1+Me/fuhdv+O++881x5YGUEEEDgRQj88T/+x+Nf/st/+VhfN5+XW7duxd/7e38vHjx4MD+baQSusABZRwCBqy6wt7cXP/ZjPxa//du/fWxRfDOu7/u+7zt2Gd5E4EULVC86A6SPAAIIIHC+Ar5YLn+g4+5O3L39KJqbct2L9752L77x1TvhH9/4o9//MBy+/nsa/8GdePdrd/PGXbffe5jrPLy3G45jPBqHvn3wNVAa59BkfqLpudDMjCgloq6r6Pbr8EXiK+v9WN1U8MVSCisKy2u9vJCq26v1z4ESPBC4aAFV3fNL8jlj9oWHTZiEL150ez5N8DqzoIhmF0BfZKGVlpKOJu2mHG2eTlOWo5Zt45nFrbSek3x/dcV1Xvk+qiwvYt6Rfir3PgJT3uE19aDdz6kOa0bWOf+owPOGNq7ZuE1H9pdtWyg/yqbasvM456CZZ+LRxpNjp9EEbwNpvNhhVnaVW9v8WdrrUe1NRX2x5XqBqYu0ST0n5KqxPbIuaWLmJe8TTXudDE290aQmmiSuzLMMXN+d9ybYZS6c1OK45RTxzFjp6WW2aaf7op3avMzyNy3HM7c3RajhRRfrZOnPbYtZ+ZX5nJ46nK4duN6oCUzjPUkmlJzqgtabS+809gfyp8g0KL6TpMwyCCDwwgTUR7j/b9vr/lh9gV5kH+TxXL9woK3PzT/cXzxpuQPzHfeBMNdvOW8vDGY/YWUv+7K0mCuvy3G4zPlay1ylscuRQQXNMuZ4v/yXekp1RNmdbh/XnUP1Vm9m2bQ8wAs1AAAQAElEQVRNnnvsuB4LTlNCyofbkaYYEDgTAVU11eu5+jytwyftWx6r74qwad/KnuurRs89KB5F2+RT+Ttp3uaXm+VTETX5c5mfO2ezCBSt8ud2qniVxza9+TwcN90un2NF1uRxFv25TSip/XzrRaY7l//Mz9Net+vl2AbKrraZno8ftIxWUfpnYOY8KjINiu/4ZC/s3Vn5GpO0VQZz7Pw+b2jjmo3bdFRCpa3nMxuURLoelffj6vX8ewfqkiLUkHGeWSZfcERtedJILw6Mz3xbq81oGyuZF1xqkkfgGQWm9dd1uAmu09PwvO3F6yvSA21wLr1Ldxw9l7eDeT4jjwMW57efeJaaoKxpPzAtp154PzG/3zjJtNfJ4PVn4Vly84R1ZttH+VTdOkme5pfJvGm9HM/nT/E+IcXjZx9+V/Eo2saxTWc6ns/H06Yzf9P1mnp4OKEr8loebuMzE71uyqPtp5kHytmW90ljLz8LTdtx3JdKIsvX5O2Zy+nyz8pppya+k5ZVqz5W/55W3+bfn20TRdSUQcIql56fa1B0Tb400aYxn+5Jptv1mnzN2TxXzh5fWVncz6tetOmeJI/zy+R6Xj+D0jmho8+t09I55Flzesp544i93VE8erAX9z/ciQ9vPYzb792PD75xP8/r++ZX74SDz/2bhT+8E+86fO1uvPdH98I38bp7+2Hcv7sbjx7uxe7OXoxG4yxvJqi8etyMJnmeX6lKVHUVnV4d/emNuHy+n8Pyai98/l9f87v9Tt5QptLyzm/GMQkexwjYqAmT3AZZZ9QHzNejk07nuopsvn0ck/Tp39K2VPQH8uk0T5q/djmvMwuKsMmvsqP49Xxhg5JWWdy/yl7mbZ7afJ523K7flEdxujwOF1YiErpKArOqkRN6Uj9f1SU63Sp66ktnN+Va78eab0CxOYjl1X70l9XPqi+utWxxX1uF+ukSfrR12nV3tDfOc7sf3N+Ne9pf3L39KHxzrgd3d8I3wthR/++bYXhZr+s+WxFFOCqH4IHA2Qs0ddT94zRM+17Xw6seZvsAl0kFbfYFZ2/ozwOKfrr/mu7DNKNJb+rq187HU8Jh8wNleNK6jvtAcB6a4LydQ4kvX5SLmiPtirJo2r7eljnSZ4+80ZpetG/nMjwhMCfg/if7k9Ek9nbG+RnTnzV97HH31qM8DvHxxyMdk+w8GoU/z461rKMopYSGiBL58LGNrx0bDLuxqmOg1c2lWN0YxMq6wlpfx0K9yM+dvSraz5ztuhkBTwgggAACCCCAAAIIIIDAWQkQDwIIIIAAAggggAACCCCAAAIILL4AJUQAgUsrUNd1fOYzn4nPfe5z8XM/93PxB3/wBzEajcLnKLTh/fffj1/5lV+JH//xH48/9af+VAwGg0tbHjKGAAIInETgL/7Fv/hYX9f2ee34C1/4QiwtLZ0kOpZBAAEEEEDg3AU6nU78s3/2zw4cp7f7rPnxD/7gD0Yp05OFzz1XRyTALAROIFCdYBkWQQABBBC4wgK+8Gl3Z5QXV9/78FHc+eBhfPj+w7j17oP8kQ7/UMcHmvZrz79762FekO2LoXwTrtHuWB/ax+EL7R5nmBw8IBpPmqstdfzji5/qTpU341pe6eVFUhvXl2PzxjA2ri3F2uYgVnzBlN7rDTrhC8xL0YrBAwEEEEAAAQROK8DyCCCAAAIIIIAAAggggAACCCCw+AKUEAEEEEAAAQQQQAABBBBAAAEEFlWgRMmilfDFCL7Jys7DUfgmK/d9zt+tR3H7/Qdx69378cE3FTS+9U291rTnffjeg/jwg4fRnvv38MFu3qQlb8I1nsRkrMgnPrevGedkzm/mlVKi43P9enX++Hlzvl8/1q8tKyzleX7+UfRay2jRaIPjieljfno6ixECCCDwcgu4i80w1w+rAy1ViapToturYrDcieW1fqxtLcW6wupGP4arfc3vhs+t7qpfrusqokQ+tHpkUByesbc3jh3fwPHuTvgc8Qx3dvI88Id5U4y9GGsZL1tpnVxXcWnwLAICCCCAAAIIIHCsgD+f+uZavq7M16X5hs8P7+7quGMnr027o8+qD+7thD+/jkaTyM+FOv4JH2xk0JMOQKoMEb5ubLDcDd/4Oa8vu76cx0F+vbTSi/6go2OkOnz8o1WOzdsivEkZEEAAAQQQQAABBBBAAAEEEEBg8QUoIQIIIIAAAggggAACCCCAAAIILL4AJUQAAQQQQAABBBBAAAEEELjcAtXlzh65uyICZBMBBC6xwGQ8ib3dUfjC6nt3duLOrYfxoX+c4737kTfj+sb9uPXN+3HbP8qh+XduPWouxPaPcuzsxWhvFL6AyvFkMeevapo099/yRVN+P4PmlSjhC7frThW9fieWht1Y3ezH5vWl2LqxHBvby3lDruF6P5ZWutFf6kSnW+c6wQMBBBBAAAEEEEAAAQQuqwD5QgABBBBAAAEEEEAAAQQQQACBxReghAgggAACCCCAAAIIIHDRAkUJKvjUPJ+Lt7c3iZ1He/Hg3m7kOX+3H8aH7z+MW+8+iLwh1zfvN+N378dtzfPNuu588DDu3H4U9+88ynMFd3b2wjdhGStC/4i6RkpkouBhkj+U3syfRKlK1J0quv06BkudWF7txerGIDa2l2Lj2lIM13ua3w3ftMvLllIiwiHy0cSdkzwhgMDVESCnFyIw399G9px5fnVdRadXR3+5G8O1XqxtDWJN/e3K+iD7YJ933RtMz61W/1xKifDaGrsfdhyhh2/g6BtjPLizE/e0D/A+476mHbwP2X00itFoHLmq+nqvmy88I3gggAACCCCAAALHC/iznq8n29sbR3tDLh9j5I2j/Rn01qN4cHc3P7+O8oZck1mEpZTQED7+KFXkuNZxzWC5Eysb/fy8uXljOdZ1HNTckKsbvrasq8+lXq7o2CV4IIAAAgichQBxIIAAAggggAACCCCAAAIIIIDA4gtQQgQQQAABBBBAAAEEEEAAAQQQWHwBSogAAggggAACCCDwjALVM67HaggggAACV0RgPJ7E7s44Hj3YC19g7Rtu3X7/Yf4QR/44x/SGXLfeexCef+fWQy3nH+XYC1+I7QunxqNx/gCHi1z05ODLpBxCT+0Pc+SPdyg9LRK+2Luuq+j161ha6eUPdGxeX46tG8O8cGp1cxC+aGrZN+TKi8arKFU85cHbCCCAAAIIIIAAAggggAACCCCw+AKUEAEEEEAAAQQQQAABBBBAAAEEFl+AEiKAAAIIIIBACpR81lMz4R88H+2OY+fhKPxD5765yt1bj+LDDx7ErXfvNzfimt6Q65bGnuebdX34wcO4e/th+BzBh/d389y/kc/7G0/C5/eFT/RTKhMHPXmezy10ev6d87pTouubwyx1Yjh3Q6513yBmrR/95U7U3SqqUiJ/VT2ah9dvpnhGAAEEEDgs4D4y+1tNaIhQF1rVJXyTCfe5A9+Qa7Ufa1tLsa6wstHPG3J5fn/QUb9cRa3l3fV6XY8zVIooInxDrp2He3H/7k7c/fBR3HO4o7GC9yE72peMRur0tXLROrlus6rWZkDgogRIBwEEEEDgygroMMKfG33M4evLdh7sNZ9TP9yJOx88iru3HsYDHYf4mCOvO1NBtYqem6GUEhoij0N0LNLRZ0of5/haso3t5fA1Zs1NSfuxPOxF3pBLn0t9rFRKaSLhGQEEEEAAAQQQQOCKCJBNBBBAAAEEEEAAAQQQQAABBBBYfAFKiAACCCCAAAIIIIAAAggggAACiy9ACRFAAIHFE6gWr0iUCAEEEEDggMBkEr6waW93FDsP9/LGXI8e7IZ/dMMXWz+4txMP7mu+g973RVK7u+MYOYwmMckf5FCMikfPEfPXNE2vlCqlRFU1F313enX++Mbyaj980y3/IMfm9nJs3VC4OYxNjde2BjFc68dgyReL15E/1JEXjJfggQACCFwKATKBAAIIvIQCPtxrgo4B/WNsPtZrgzya9yL2x1pOLzRoaU9rIU35OYPXzQmeEEAAAQQQQAABBBC4pAJkCwEEEEAAAQQQQAABBBBAAIFFETj0vUy+1JMGfbmjQV/o+GYQGs191+P505AO+r5nOvYo19VEO9aSenUFB7KMwJUSaM6f8w+e7+2NY8/n/D0axaOHewfO93t4bzfyvD+P7+/Fwwe7eW7gzqO92N0ZxUjr+ZzB5tw/tWI1/rYPaNtyUVJVVcI/dN4ddGJp2IuVtV6e8+fz/hzWNpfCP5Q+GHbDN47xOYLBAwEEEEDg9ALqitv+1yu7D67rKrr9OnxTiuFqL1Y2+nlTro3ry7F1cxjXXhnm2NObN4bhG1ZsaezX1/S+5/kc7dWNQd7Ea0l9da/fiU6nilLUycf00aad4+k8RggggAACCCyiAGU6cwEfPujjZPO/pGnss8+RPo5Z6ua1YevXBuHjlG0dv2y/uhLXZmEYft0ETw/Dxzg+ltl6ZTk2ri/Fqo6Blla60RvU4WvLal9bps+q84czwQMBBBBAAAEEEHj5BHwoNiu1/78/e8EEAggg8LILUH4EEEAAAQQQQAABBBBAAAEEEFh8AUqIAAIIIIAAAggggAACCCCAAAKXVuCIc5kOnOt04oxf4ILVBaZFUggggAACL0DAe6L5C6C8s2pf5/0StEBRvnyxUqUJj+dDhGbGoYdmaQi/VbRS3ami06uiN+jE8kovLwj3xVE3P7Iar3x0LTy+/vpqbL+2kjfkyh/pWO6E1wslVsKP5tlTBAQQQAABBBBA4GUReKHl1HFgm357fNgcK05iMg4FjfVGzhtr2sGvZ2Mt49cOWj48VpwaaVITjnw68mSGw69zJk8IIIAAAggggAACCCCAAAIILLYApUMAAQQQQAABBBBA4LwFHvsKRl/Y5Hc882N9n5Pz2u96Drzn74L03Y/eG2s53wxIb+s7H81T5LlejpvX510e4kcAgUagaYdqn7P2p2m10eZGW26PeiNPAmyWL1HCQxSNY//hpXIxR6jZ/gH1yuf8davoL3ViuNqLtc1B+OYuWzdXYmN7Oda2lvJmXMvDXvT6neZcv4hQN6G+QfnQdMarMUMjwDMCCCDwVAF1nO6Kx37SwrVvytWrI/vitX5sXl+Om6+vxhuf2IyPvHMt3vr0dnzsM9vx8c9uxye+9XoTPrs//vi3bMdbev+tT1/LdW6+uZp9+cpGP2/01e3XUdVF/XZE7ju8D1Ee9Cp4IIAAAggggAACTxMoWqCqInyTLN/008csPs7YurEcr7y5Fq9/YiM+quOQj+s45VPfdSM+/f96Jd75rpsZPvWdN+JT33lTweMbOe/tb7seH31nK1772Hpcf3UlNq4t5Q29HG+l46Ki9Px5NseeJiBwSQXIFgIIIIAAAhcg8Gg+jYcPH86/ZBoBBBBAAAEEEEDgAgRIAgEEEEAAAQQQQAABBBBAAAEEFl+AEiKAAAIIIIAAAggggMDpBY44l+nAuU6nj/H816jOrAiP+gAAEABJREFUPwlSQACBSyxA1l4mAV9APZn+EIammx/KaV4nQ4kopRwKnhcRJWIWYvrQvKKZpZSoOyW6vTp8Q66llW6sbQ3i2isrcfPNtXj1rfUcX39jNbZfXcmLxVc2BtFf6mq9KrR6+KkEDwQQQAABBBBAAIGLF9DxoI4N/UM7eXzoH95x8HGjw1jvO3jaoZ2ejbVmO614Mg4t5x9z80jvXnyRSBEBBI4SYB4CCCCAAAIIIIAAAggggAACCCy+ACVEAAEEEHjJBfzdTBP0/Y4s9NVN3nghb67Vfv/Tfq/j8XzQir4xRPtdj17mun4dfqH4GBBA4GIE3ILdfv2dq4OboNuiQ94wTzPUfNU0cymNlS9P+gQ8BQ2aMTf4PQWt1iyrt0oVUddVdLp19AedWPYNubaWYuvmMK4p5A25NgexstYPnw/oZepOFVH0DbAi0uAJheCBAAIIIHBCAfed6o7VF6un17GZV6uqEp1epb64mzej2Li+HDfeWIvXP74Rb+UNua41N+T6luvxic9ej48rfOJbrzc35vrW7fjYtyh85lp8VMu+8YnNuKl1N28sx8r6IAbLnTy3u6pL9tdj7US8L1EGggcCCCCAAAIIIHAiAR1GFB2vVJ0SdbeK/lInVtf7+dnx5kdW4823N3UcspXHJr751jv/2yvxzv92M975rhvxzuxmXDfD7zm8/W034iPvbOV1ZtuvrcT69nKsrPUy3lppRClRQo980pgBAQQQQACBl1uA0r/cAnfmi3/79u35l0wjgAACCCCAAAIIIIAAAggsjgAlQQABBBBAAAEEEEAAAQQQQACBxReghAgggAACCCyUwBHnMh041+kyFra6jJkiTwgggAACZyjgq7cV3ST05+m8olsTGjQrL7LW21H8V0r44u6qROhlRPN04DlmDy3kQXuSuq7you2+f5xjpRdrm4O49sowXvnIWrz60bXwhVY3Xl+J7VeH4YvFV9b74Qu9604VpRSFiCjBY6EFKBwCCCCAAAIIXD4BHRBq8AGhDxH9gzv+4Z0MYx07KmjQ7GZ6ohfNe1pDK8xeK46c73ma9jGmR4+V98iZjy3FDAQQQAABBBC40gJkHgEEEEAAAQQQQAABBBBAAAEEFl+AEl5ugekXMho139/4ex2H6fc9/j5nPH3t6TZ4nr8LasftfI9V4CYuRappBgQQOGcBN7W27TkpvdbLmLh9aqL9nja/l9VrtWhPekmFEtGejxeHH+oHpkuWqoR/7Nw3gektdWJ5tR+rviHXjWH+sPrG9nKs6fVwvR9Lw170Bp3odKrwo01f2fJLAgIIIIDAaQTcb6sDzb5U61Xt+dfqi4ervdjMG3Kthm+u9dFPbcVbn7mWN936xGe3D92M63q+/vi3XI+3Pr0deUOutzfjxptrsXV9GM152t08t7tWGj6WG+exnvYFTl9ByTMggAACTxHgbQQQeNkF9PEyfI2Zjyc63RL+/LiyMdDnxuV4Rccdr39iQ8ci18LHKr7h1qfzZlw3m5txfdfN2Y24/N47ev32t18PH+O89tZ6+IZcG9tL4c+dfR0LOQ2nFyV4IIAAAggggAACCER8cx7hG9/4xvxLphE4YwGiQwABBBBAAAEEEEAAAQQQQACBxReghAgggAACCCCAAAIIIIAAAgggsPgClBCBixE44lymA+c6XUwuTpdKdbrFWRoBBBBA4MoJTC9GKqVEKdNQlbwoqqpL1J0qQ6dbxX6o8yLsbq+Kbr8O/6BGf9AJX+S0NOzG8movhmu9WN3ox/rWUt5ka+vGMK69upIXRV1/fTWuv7YS130TLo039d6alvMF3ksr3Yyn062jKB/BAwEEEEAAgbMUIC4EEDiFQInQ4KeicSklfHw2H3whffva01UpkePq4LKV5peieSXCcWoymodnNFOeP51ihAACCCCAAAIIIIAAAgg8nwBrI4AAAggggAACCCCAAAIIPEHA380oeNAXNs33OhGlKhma1yUeH0fOK1ou3yslPF2KxiWilJIheCBwkQIva1rT9qaR2l3sh7Z91iXcTkv7uqqi8ry6ilrjWuNKoZ47L7Dbq6PX78Rg0I2l5V4MV/vhH1HPc/+2l/MGMFvXNb4xDN+Ma3VzEMsrvegvdaOjdR1nUXqhR97DxU8Oes2AAAIIIHA6gbwnl/tQBff17mM73Sp8nvaS+t7VjUHTL78yjG2HV1fi+murceP1lbjxmsLrnm7Cdb32zSy2tczWjeU8p9s3tRgsd6Orft/xzvrvvLFj6KGE9cyAAAIIIIAAAgg8XaCEjyUqfR7058yujlkGy50YrvXzJs6+mei1m8O4ruOTm2+uxs031zLc0PjGG3rtkPNXw6993LKl5fP6srV++Pq03qATnU6d6QQPBBBAAAEEEEAAgVbgq+2Ex7/7u7/rEQEBBBBAAIGrLUDuEUAAAQQQQAABBBBAAAEEEEBg8QUoIQIIIIAAAggggAACCCCAwMILHHEu04FznS4jQHUZM3WV80TeEUAAgcsmUKJEXvxUlag7JXxxdYZeHf6hja5vuDUNvpi7v9SNwXI3lhyGvRiu9sI30lrbHMT6taXYvLEcvnDbF0q9+tZ6vPGJjXjzk5vx0U9vxcc+cy3e+vS1eF3zXvnIWmy/spLrrKz1FGcn6m6VeSklIkPwQAABBBBAAAEEEDh3gbnf0cnJfIrmeEwHZXmsOP1BNh8ndru1jhkVdLzo1532tcee16vy/TyW1LyujvFqjWuPpz/qlnHq+DNKHHwcfn3w3Sv1iswigAACCCCAAAIIIIAAAggggMDiC1BCBBBAAAEEEEDgqgjoK5/IUEVUGUrUs+9/6ujquxx/t5Pf+0y/68lpzZ+N9T1Q1+9p3PF4+r2P46nqonhLFMVdSkQ4BA8EEDgPATcvt7Oi71vd9mq1xY6Dvo/tZKib8/7cTrMNV00b93vT9tvz+YCDTviHzX0u4LLPAdwYxNr8+X9vrMWrH9uI195aj5uazh9Gv7Eca1uDvBlXb1BHpTzE4cf0++bDs3mNwFUWIO8IXJSAb8YV0Xak7diplyjqc2sdv7mvz3O7p/14f6kT/eVOuD8fDLvNePnQWPP7mue+u+t9gfYJdXv8VmL/oQxo2H/NFAIIIIAAAgggcIyADyMy6KkqJSodq+RnVH0W9fFK38crOlbxMYin87hFrw+MtczsPU23xyqOq1QlFG1ECR4IIIDAhQiQCAIIIHCFBH5nPq+/+Zu/Of+SaQQQQAABBBBAAAEEEDhGgLcQQAABBBBAAAEEEEAAAQQQQGDxBSghAggggAACCCCAwIsTOOJcpgPnOr24nD055erJb/EOAggggMAlFjh51kpEKSWquhz8oZ1eFb4AqvnxjTr84xu96YVPA1+4PezG8opDL1bW+rG6OYiN7aXYvDGM5oZcq/Hax9bzhlwf8Q253tmKj33Ltbwhl2/SdfMja3Ht1WGuM1zvR3+pG51OnXkppURoyBA8EEAAAQQQQAABBM5bYP4nfJyWD8d8LFZKiVIVHScqdKr8oTb/wGJXx4qdbh1NqDRWyHkae/70x3u87GwZrV8r+LjTwfGWEtGkEzwQQAABBJ5NgLUQQAABBBBAAAEEEEAAAQQQQGDxBSghAgggcCYC/l6m0pO/o6nzB5JL+Lub/C6n/Z4nv+Opo9OtDoac73l+rw163X73U5VwvKWU8Hc/wQMBBM5VoJQSvhlWnW25irpts2qrXYWmDdfhaYeO5yl4utvX/H4negr9pU4MlrvhG3KtbvRjPW/INZye/7cWvhnXq29txM03V3PeZt6QaymX9/pVXcKP2ffNswnPJSCAAAIIPItAc0Osgx2quv0opeT5O51unf17v+3Hp335k27GtaR+fsnnfS91w+eCd7U/6OQxXBXFx3ClRD6U8MFUcy5PFytAaggggAACCFwtAR9GKJRSwscV+TlVxxld/Z+puRatE8fejEvHMf5cmmGgZXV8050dq5SoiuLNEDoWCh4IIIAAAggggMCiCJxFOf7nfCT//b//9/mXTCOAAAIIIIAAAggggAACCCCAwIsXIAcIIIAAAggggAACCCCAAAIIILD4ApQQAQQQQOAIgSPOZTpwrtMRq7zwWdULzwEZQAABBBA4V4Gi2It6+6qqou5U4YusO/6Bjl6dF2x3+3X++IYvwu4POpEXOi11Y7DciSXflGu1F76h1trWIH+QY+vGcmy/tpI/wuEf5Hj9E5vx5ie34qPvXIuPfWY73vr0Vrzx8Y145c212H5lRess5w29HJ9/GKRUJUppQvBAAIErIEAWEUAAAQQWQuCxX9TR8VgolIhKx2ezY0UdJ3a7dXQUupruZNBrHTt2NK8Jld5X0Lzu3Lxax5oZ6iqKQxVRStFT8EAAAQQQQAABBBC49AJkEAEEEEAAAQQQQAABBBBAAAEErryAvpfRMP3up0St72va84TyO51eHZ387qfS2NPzYX9et7c/XU+//6kUl79TKqXE7DE3OZvHBAIIPL+A2pabmtucQ12X2G/LVXTURrv+rlahM/2+tqu23fV0+57PCRzU4XMCB8vdWF7tx8rGINa3lmLr+nJz/t8ba/HaWxsK63HD5/q9uhKbN4axtjXQ8j2tW2d/EjwQQAABBM5cYDKJcGgjLlGyz6107NVRn97c4KKOvs/rXu6E+/Knh04u39U+wHHUnZJxep8Sh9ILHggggAACCy5A8RA4O4FSdKQyDZU+n9Z5vFKHjzlOfDOu6Y25vHxXn2V9bZk/65aqRClNOLscExMCCCCAAAIIILAQAv9tvhT/9b/+1/mXTCOAAAJTAUYIIIAAAggggAACCCCAAAIIILD4ApQQAQQQQAABBBBAAAEEEEAAAQQWX+BqlfCIc5kOnOt0GUtTXcZMkScEEEAAgbMT8AVKvmDJN9daWe/H+rWl2Ly+HNduDuP66ytx4/XVuPHGNBx6fb2dr/F1L9cGvb7xxtqB9a6/thLbrw5jS/Guby/H6mY/f5hjsNzJC6063Tr8AyGlRIRD8EAAAQQQQAABBOYEmDx3gclkEpNxk4yPyarpRfH9QSeGa/08Tty6uZI/vratY7trr2o6wzC2XxnGNQcd723nvJW47rGWy2PAG8PY0DHm+tZSrGz0Y3nYDf+4my+ab44BS4QTnYQeetKgCf/ej0cEBBBAAAEEEEAAAQQQQACBl0WAciKAAAIIIIAAAggggMBzCeRXLPnURJPf/+h1KSX8Q8adXp3f0Syt9MLnCW1sL+d3PP7uJ7/b8fc7Ctf0nc/BsBLbmu/ltl9dDX835POL1q8txerGIIarvej7HKBeFVVd5dc++vYn8qH0NeQkTwggcHIBfX3bLOwG5JCvJmpfJXyunb/HXVbbW1kfxNrWUrg9b72itqpwTWHbbXYu5Pe7mp/vtWO9n/M1ni3v73j9vvuBm8PY0ne961tLzfe86jsGS53oqi+p9X2yMhOzfGb+TvjEYggggAACp8t6GZoAABAASURBVBAoERpCj1JK+DybDDrmcl9c57hE3TkuVDoWrKKqS3jdMndzi2nUkY9JPvOEAAIIIIAAAgicTkAHFDpMiVJK+FjDxxx5nKLPjfPjvJm05rXj+ffaaa/rOEopii8yBI+rK0DOEUAAAQQQQOC8BH55PuJf/dVfja9//evzs5hGAAEEEEAAAQQuToCUEEAAAQQQQAABBBBAAAEEEEBg8QUoIQIIIIAAAggggAACCCBwAgGfw+RzmQ4teuBcp0PvXYqX1aXIBZlA4BIIkAUEFlXAFy35R3b8Azm+qdZrH9uIj3xqKz72LdvxyW+/EZ/6zpvxye+8EZ/6jhvxye+4qXAj3v626/GJb1X47PVc7q1PX4uPfmoz3nh7M177+Ea8+pG18I28/OMdm9eXYnVzkDff6i91wj/s44unqqqaXRhVSllUXsqFAAIIIIAAAghcAYFJ5I8xjicxHo9z2he0d3tV9Je7+cNqvtnWa29t5LHf2992Q8eDTchjQh8XPhZuxCemy33iW2+Ejxff9LGi4vBx4sb15VhZ60felKtThdPzIaF/18c3Bcv85IvggcCFC5AgAggggAACCCCAAAIIIIAAAggsvgAlRAABBBBAYCEF/N1KTPSn0mk6b5KTYz2VCN/AZ+DvfvQdzcb2ctx4Yy1e/8RGfPxbrud3P/5ux9/rPOn7H58v9El9/+PzibzcR9+5Fq9/fCNuvrkWWzeHsba5FEvDntKpopSiTDjEND/Kl7IxfaX3GBBA4CQC2Y61oJvPRN/n+rvUqor8nnW43g/fGO/6G6vx6lvr8eYnt+Jjn9mOjz/23e31aNv1xz+raYWPf8t2fvfr73E/+s5WvKnvct2eHY/7Bp/3t6F+YmVjED63sL/UiW63jqoqyo2DRjk4Z55o27inCQgggMDlEViMnMz1sdox+Jwa7RLC+4WxJjKMJpHj9rXHh+flujoa0zgP0LILn+RktF17O14MOEqBAAIIIIAAAggggAACCCDwkghQTAReQoG7KvN/UZgN/+k//afZNBMIIIAAAggggAACCCCAwCIKUCYEEEAAAQQQQAABBBBAAAEEEFh8AUqIAAIIIIAAAldb4IhzmHyOk891utQFqy517sgcAggggMBzC/jmWMvDbmxsL8WN11fitY+tx0c+uRX+0Y23v/1GvPNdN5ubcuUNuW7E299+PcMnvu16fPyz29Mf5tjKm3i96R/m+NhGvPKR9Yzr2qvD8M0W9m/I1Y1ur466W0VVlyilCcFjXoBpBBBAAAEEEEDgQgX8+zr+rZ38YZ7RJDztm6f6uG2w3An/yNq1V1d0nLiRP+DmY8TmplzXI48J53/QzT/eptdv61jRy3xSx5P+cbe3Pr0db769pTjWdZy4lj8M5x+I6/frqOsqSlWihB5K3D8cpJFfKDAggAACCCCwsAIUDAEEEEAAAQQQQAABBBBAAAEEFl+AEiJw8QL+4if0fY+Cv/Txdy4OpZQ8Z2fgG3L5Jj4+T+iN1XjjE5t57o+/0/F3O/6OJ2/mo+98PjEf8vufG+H3vay///lo3pBrM2/Ide2VYaxtDmJp2I1Op45SisK0+MqABr1QvjJ/mmRAAIETC2SzUSPSoGY9Udsq0V/qxIrb8o2hvn9djVc/upHfx771me1w+3TItqy2O5t2m9brPOfvs9vxcS3rG3i9pbbs8wXf+PhmvPbWetxU3+A2vXFtKVY3+rG80lV6atu9OnxDLjVv5SHmHrTtOQwmEUAAgXMSmCjepr8dazJvxqUdQ57roxl+PfE5P/OhnT8de9lczutr3dDxYo4Ucw4ln3lCAIFnE2AtBBBAAAEEEEAAAQQQQAABBC5a4MAduH7+53/+otN/GdOjzAgggAACCCCAAAIIIIAAAgggsPgClBABBBBAAAEEEEAAAQQQQAABBBZfgBIigMA5CRxxDtOBc5zOKdnnjrZ67hiIAAEEEEDgUgvUnSqWVnqxfm0prr++Gq99bCM+8snN2Y/tfOo7b8SnvuPm/k25vv1G5A/w+Mc5HD5zLfwDO/mjHG9vav31eOUja3H9jdXYfmUlNq8vx/4NuTr54z5Os5rekCt4IIAAAgi8IAGSRQABBKYCE40nk8gf3RnrhaZ9rNbckKsbqxuDPK57XceJH9Ox3ye/7YaOB6/Pfsht9gNuOjb0dBvent6Uyz/W+Nanr8WbPlZ8ayN/EM7HiCtrvegNOlF3Sv5wW5QIJR1jPe3flCt4IIAAAggggAACCCCAwHMJsDICCCCAAAIIIIAAAggggMBLJ6Cve0JBX7nou5fmOyDfQKfTrSNvyLU2iI3ry3Hz9bXwDXg+/i3b+u7nhsL1A9//tN/5zI/f/vYbsX9Drq14/eMbcfPNtdi6uRI+P2gw7EWnW0UpJUPoMcuH8qSXDOciQKQLLaC207Yjf5daqpLfs+YNudSWb/icv7fW402f86fvc/397Kzd6jvbTzjkd7nb8QnfiOuz18PtPm/Gpe9xfe6f13V7fvWj63FDbXr71ZXY2F6OlfVBnlvoG4B11YdUdRG1g0YamnxpggEBBBBA4NwFmj5Xx3aayPNqxpqeBt9s62khzwtq153uW8490ySAAAIIIIAAAmcsQHQIIIAAAggggAACCMwEfmE2pYmf/dmfjQcPHmiKAQEEEEDg6gtQAgQQQAABBBBAAAEEEEAAAQQQWHwBSogAAggggAACCCCAAAIIIIDAYgn43CWfw3SoVAfOcTr03qV5WZ1bTogYAQQQQOBSCPgHOrq9evqDO/1Y2xrkj2ls3VgO/7DG9murcf21lWb61ZW45vDKMLYUrt1cjs2bw9jUshvXl2N9a0nrL8XKRj+Ga/38MQ7/kE9/0DlwI66qKs2P7pTggQACCCCAAAIIIHAJBCbTH9rJH+zRdFVF1J0qOt06fCy3vNrTcd4gtnTst63jwVl4ZSW2p+Gaxg75em6Za68OY+vGMI8xfazpH4ZbGvaiuRlXFVUeG0ZzfBh6KH09MyCAAAIIIIAAAggggAACCCCAwFUSIK8IIIAAAggggAACl1qgRIm6LuEb6vg7Gn9X4+9sNraX4qjvf/ydz3x47PufV4axeX2Y5wqt+jwhfZc0WOrm+UFVVUUpwQMBBM5DQN+lllL0PW7VfI+70gu35bWtpfw+1u25bbvZbvUdbjtu51/Td75ebuvmcrb/zevLsXFtSd8HL+WN9RzfsuIdDLv6TrfOdt3Rd8eV+pBSSjSPdty84vklEqCoCCDw4gW0L9g/zyfitNOh9V98IcgBAggggAACCCCAAAIIXGoBMocAAgggcBUEvqRM/pZCDjs7O/Fv/+2/zWmeEEAAAQQQQAABBBA4kQALIYAAAggggAACCCCAAAIIIIDA4gtQQgQQQAABBBBAAAEELkjA5y75HKa55Hxuk89xmpt1OSery5ktcoUAAgicXIAlTyBQIn8Ip1QlKoda47qKqlPyx3j8Yxo5Pfe69vsOXl6hKFQK/s2NUkqUiAzBAwEEEEAAAQQQQODKCPhHeprM+mguQod1kcd50+ND/9Ba3a2i7pwwzJYtuU7l40fHlceNJeMPPUopemZAAAEEnk+AtRFAAAEEEEAAAQQQQAABBBBAYPEFKCECCCCAwDMK+KsYfR+jIUoV4XN8Kn9no+9unv37nyoqfWdUVZXiLE0oERqCBwIInJ+A21jRU/F3rgqVg9pzXVdx0u9xs92r/dZeR8Hf49aKo3LIyOfyPzl4s5fmnUneAKaZ5hkBBBBAAIGzFyBGBBBAAAEEEEAAAQQQQAABBBBYfAFK+NwC/24+hn/9r//1/EumEUAAAQQQQAABBBBAAAEEELgUAmQCAQQQQAABBBBAAAEEEEAAAQQWX4ASIoAAAgggcMS5SwfObbrMQtVlzhx5QwABBBB4foH8/YzpD3Tkj3NMf6DDP65R13M/0qHpaho8v/KPb0yDf9zD63qcQfFFRvz8+SMGBK6QAFlFAAEEEEBgoQRKKTqka0JV+biwhH/AzT/OdiB0q+jMh45eHwq1Xtc6dqzrKiqFomPOUhR3KGgcPBBAAAEEEEAAgasjQE4RQAABBBBAAAEEEEAAAQQQQGDxBRayhP5Kxt/RVJqoqhL+zqbulPD3OAe++9H3Oge++/H3QJ43C3V0OrXW07r6/qdyUHyKNkopERqCBwIInJ+A2lgpJUop0bTlErXaodtzx+3UbfYpodZyTShRuR/Q+pXasUPRuBTHH/mYxETjg2Hil5rLgAACCCCAAAIIIIDAFRcg+wgggAACCCCAAAIIIIDAVRb4/Hzmv/SlL8UXv/jF+VlMI4BAI8AzAggggAACCCCAAAIIIIAAAggsvgAlRAABBBBAAAEEEEAAAQQQQACBxReghJdUwOcs+dylQ9k7cG7Tofcu1cvqUuWGzCCAAAIInItAKf4BDYWqRP5ITl2aH+l4wrhdZn5ctG6GNq4SPBBAAAEEEEDgXASIFIGLFCjhH11zqOsqav8wW1fj+eB582H+vXZ69v5+fDp8jOCYMXgggAACCCCAAAIIIIAAAkcLMBcBBBBAAAEEEEAAAQQQOHuBou9mir6kccgb+Jz6+5866vb7H61btUFx+vskvvs5+21GjIsu8IzlU1uuqogM03ZYa5zf586+m9X3usdNe/lpaNtyUYRF8To8lrNJhG/E5fDYe8xAAAEEEEAAAQQQQAABBBBAAIFjBHgLAQQQQAABBBA4F4HfUKw/qzAbfuInfmI2zQQCCCCAAAIIXLQA6SGAAAIIIIAAAggggAACCCCAwOILUEIEEEAAAQQQQAABBBBAAIHDAkecs+Rzmnxu0+FFL+Xr6lLmiky9WAFSRwCBhRTIH9wpEaWUJlQaHxfa5WZjr9uEKMEDAQQQQAABBBBA4MoLlNChXpYixyWi+PiwFM0/ZXhsvQhFEjwuuQDZQwABBBBAAAEEEEAAAQQQQACBxReghAgggAACCCDw0gjoKx6VtShE8zWNJj3vdN//NOseXC8iI9RMRRk8EEDg/AWyranNue1NR1Gq0Mty8uDvcB2K14mIosHBExli9vBNuCazV0wggMCVFCDTCCCAAAIIIIAAAggggAACCCCw+AKUEAEEXkaBfzpf6F/4hV+IL3zhC/OzmEYAAQQQQAABBBBAAIFFE6A8CCCAAAIIIIAAAggggAACCCCw+AKUEAEEEEAAAQQQuCICPlfJ5ywdyu6Bc5oOvXfpXlaXLkdkCAEEEEDgpRGgoAgggAACCCCAAAIvUmAS/mE15yDHk9Brz3u+oFgUT8bqJwICCCCAAAIBAQIIIIAAAggggAACCCCAAAIILL4AJUQAgRcvkN/3hL7wUVZyWpMeT/R08qBveubW85c+Wl0xatCE3tIEAwIInLdAtjW1OaeTI83w+ORtefqd73g61vruHjKOWaSeaNp8M8UzAggggAACCCDwdAGWQAABBBBAAAEEEEAAAQQQQACBCxX4RaX28wqJtPWGAAAQAElEQVSz4e///b8/mz6vCeJFAAEEEEAAAQQQQAABBBBAAIHFF6CECCCAAAIIIIAAAggggAACCCCw+AKUEAEEEHhegSPOVfK5TD6n6XmjvrD1uSHXhVGTEAIIIIAAAggggMALEiBZBBBAAIEnCjQ/wBbhsZ4nZxMUi3+f8Ymp8gYCCCCAAAIIIIAAAucgQJQIIIAAAggggAACCCCAAAIIvPQCvtmOv6dxaG7co6lTff/j74za0KybX/ooYkWjGS+cmAwg8HIIqMFpUJvTs9tfhtnLtlmectzElStJUa/aSb1iQAABBBBAAAEEEEAAAQQulQCZQQABBBBAAAEEEEAAgX2Bf7A/GfHlL385fvRHf3R+FtMIIIDAVRUg3wgggAACCCCAAAIIIIAAAgggsPgClBABBBBAAAEEEEAAAQQQQAABBK6ogM9R8rlKh7J/4Fym6XuXesQNuS715iFzCCCAAAIIIIAAAggggAACV0fg6uZ0MvGPt01iMlbQi+YHGk8x/dh6V9eCnCOAAAIIIIAAAggggAACCCBwvADvIoAAAggggAACCCBwuQX0VU/sB33f89j3OJqnBZ76fdBsPX+PpDLr+yQ9MyCAwEUJqM2pqe6351mbPEEb9rIOimC/rTdtWbMyzlD8F1WUq5kOuUYAAQQQQAABBBBAAAEEEEAAgcUXoIQIIIAAAghcCYEvKZc/pTAbfuiHfih++Zd/efaaCQQQQAABBBBAAIHjBHgPAQQQQAABBBBAAAEEEEAAAQQWX4ASIoAAAggggAACCCCAwFkK+Nwkn6N0KE6fw+RzmQ7NvtwvuSHX5d4+5A6B0wmwNAIIIIAAAggggAACCCDwvAL+4bXThudNk/URQOB0AiyNAAIIIIAAAggggAACCCCAAAKLL0AJEUAAAQQQOEuB03734+XPMn3iQgCBsxFw2zxJOJvUiAUBBBBA4CIESAMBBBBAAAEEEEAAAQQQQAABBBZfgBIi8PwC/19F8U2F2fC5z30uJhN/aTCbxQQCCCCAAAIIIIAAAggggMCLFCBtBBBAAAEEEEAAAQQQQAABBBBYfAFKiAACCCCAwEsg4HOSfG7SoaL63CWfw3Ro9uV/yQ25Lv82IocIIIAAAghcOgEyhAACCCCAAAIIIIAAAggggAACiy9ACRFAAAEEEEAAAQQQQAABBBBAYPEFKCECCCCAAAIIIIAAAggggAACCCy+ACVEAAEEEEAAAQQQQAABBBC40gLvKff/H4XZ8OUvfzn+2l/7a7PXTCBgAQICCCCAAAIIIIAAAggggAACCCy+ACVEAAEEEEAAAQQQQAABBBBAAIHFF6CECLxIAZ+T5HOTDuXB5y75HKZDsy//S27Idfm3ETlEAAEEEEAAAQQQQOBlFaDcCCCAAAIIIIAAAggggAACCCCw+AKUEAEEEEAAAQQQQAABBBBAAAEEFl+AEiKAAAIIIIAAAggggAACCCCAwOILUEIEEEAAAQQQQACB8xP4GUX9Uwqz4ad/+qfjh3/4h2evmUAAAQQQQOCCBEgGAQQQQAABBBBAAAEEEEAAAQQWX4ASIoAAAggggAACCCCAAAIIvIQCPhfJ5yQdKrrPWfK5S4dmX42X3JDr2O3EmwgggAACCCCAAAIIIIAAAgggsPgClBABBBBAAAEEEEAAAQQQQAABBBZfgBIigAACCCCAAAIIIIAAAggggMDiC1BCBBBAAAEEEEAAAQQQQAABBBBYfAFKiAACCLy0An9TJf8vCrPhR37kR+LHf/zHZ6+ZQAABBBBAAAEEEEBgcQQoCQIIIIAAAggggAACCCCAAAIILL4AJUQAAQQQQAABBBC4LAI+B8nnIh3Kj89V8jlLh2ZfnZfckOvqbCtyigACiyxA2RBAAAEEEEAAAQQQQAABBBBAYPEFKCECCCCAAAIIIIAAAggggAACCCy+ACVEAAEEEEAAAQQQQAABBBBAAIHFF6CECCCAAAIIIIAAAggggAACCCCw+AKXs4R/Vdn6psJs+IEf+AFuyjXTYAIBBBBAAAEEEEAAAQQQQACBUwqwOAIIIIAAAggggAACCCCAAAIILL4AJUQAAQQQOFbAN+PyOUiHFvI5Sj5X6dDsq/WSG3Jdre1FbhFAAAEEEEAAgecSYGUEEEAAAQQQQAABBBBAAAEEEFh8AUqIAAIIIIAAAggggAACCCCAAAKLL0AJEUAAAQQQQAABBBBAAAEEEEBg8QUoIQIIIIAAAggggAACCCBwSOA39Pr/rTBRmA3+QZwf/uEfnr1mAgEErpYAuUUAAQQQQAABBBBAAAEEEEAAgcUXoIQIIIAAAggggAACCCCAAAIIILD4AlexhD7nyOceHcq7z03yOUo+V+nQW1frJTfkulrbi9wigAACCCCAAAIIIIAAAldBgDwigAACCCCAAAIIIIAAAggggMDiC1BCBBBAAAEEEEAAAQQQQAABBBBYfAFKiAACCCCAAAIIIIAAAggggAACiy9ACRFAAAEEEEDgagn8orL7FxQODD/yIz8S3//93x+TiX8P58BbvEAAAQQQQAABBCxAQAABBBBAAAEEEEAAAQQQQACBxReghAgggAACCCCAAAIIIIDAiQR8jpHPNfI5R0es4HOTfI7SEW9drVnckOtqbS9ye2IBFkQAAQQQQAABBBBAAAEEEEAAgcUXoIQIIIAAAggggAACCCCAAAIIILD4ApQQAQQQQAABBBBAAAEEEEAAAQQWX4ASIoAAAggggAACCCCAAAIIIIDA4gtQQgQQOEOB/6C4/k+FA3ff+umf/un47u/+7vjlX/5lvcWAAAIIIIAAAggggAACCLwIAdJEAAEEEEAAAQQQQAABBBBAAIHFF6CECCCAAAIIIHCVBXxukc8x8rlGh8rhc5H+T83zuUkaXf2BG3Jd/W1ICRBAAAEEXqQAaSOAAAIIIIAAAggggAACCCCAwOILUEIEEEAAAQQQQAABBBBAAAEEEFh8AUqIAAIIIIAAAggggAACCCCAAAKLL0AJEUAAAQQQQAABBBBAAAEEEFgcAf/wzZ9Scb6pMBu+/OUvx5/4E38ifvRHf3Q276WboMAIIIAAAggggAACCCCAAAIIILD4ApQQAQQQQAABBBBAAAEEEEAAAQQWX4ASIoDAmQv4nCKfW+RzjA5F7nOQfC6Sz0k69NbVfckNua7utiPnCCCAAAIIIIAAAi+RAEVFAAEEEEAAAQQQQAABBBBAAIHFF6CECCCAAAIIIIAAAggggAACCCCw+AKUEAEEEEAAAQQQQAABBBBAAAEEFl+AEiKAAAIIIIAAAgggcEECv6h0/qTCf1E4MPzQD/1Q/LE/9sfiC1/4woH5vEAAAQQQODsBYkIAAQQQQAABBBBAAAEEEEAAgcUXoIQIIIAAAggggAACCCCAAAIILIKAzyHyuUQ+p+iI8vjcI5+D5HORjnj76s466Q25rm4JyTkCCCCAAAIIIIAAAggggAACCJxUgOUQQAABBBBAAAEEEEAAAQQQQGDxBSghAggggAACCCCAAAIIIIAAAggsvgAlRAABBBBAAAEEEEAAAQQQQACBxReghAgggAACCFjgN/T0vyv8lMKB4ctf/nJ87/d+b/zZP/tn44tf/OKB93iBAAIIIIAAAgggcGUEyCgCCCCAAAIIIIAAAggggAACCCy+ACVEAAEEEEAAAQQQQOBcBHzOkM8d8jlEPpfoiER8zpHPPfI5SEe8fbVncUOuq739yD0CCyhAkRBAAAEEEEAAAQQQQAABBBBAYPEFKCECCCCAAAIIIIAAAggggAACCCy+ACVEAAEEEEAAAQQQQAABBBBAAIHFF6CECCCAAAIIIIAAAggggAACCCCw+AKU8IoI/E3l8y8rfFPhwPALv/AL8Wf+zJ+J7/me74l/9a/+VTx48ODA+7xAAAEEEEAAAQQQQAABBBBAIAIDBBBAAAEEEEAAAQQQQAABBBBYfAFKiAACCCDwMgj43CCfI+RzhXzOkM8dOqLcPsfI5xr5nKMj3l6MWdyQazG2I6VAAAEEEEAAgdMKsDwCCCCAAAIIIIAAAggggAACCCy+ACVEAAEEEEAAAQQQQAABBBBAAIHFF6CECCCAAAIIIIAAAggggAACCCCw+AKUEAEEEEAAAQQQQAABBBBA4CQCP6OFPqPwUwqPDV/60pfib/yNvxEbGxvxl/7SX4qf+Zmfia9//euPLccMBF6YAAkjgAACCCCAAAIIIIAAAggggMDiC1BCBBBAAAEEEEAAAQQQQAABBBBYfAFKeOECPgfI5wL5nCCfG+RzhHyu0BMy4nOLfI6RzzV6wiKLMZsbci3GdqQUCCCAAAIIIIAAAgggcEkFyBYCCCCAAAIIIIAAAggggAACCCy+ACVEAAEEEEAAAQQQQAABBBBAAIHFF6CECCCAAAIIIIAAAggggAACCCCw+AKUEAEEEEAAAQQQWACB91SGv6nwPQo/r/DYsLOzE//u3/27+Mt/+S/Hq6++Gt/2bd8W3//93x8//uM/Hl/4whfiv/23/5Y36nrw4EFMJpPH1mcGAggggAACV12A/COAAAIIIIAAAggggAACCCCAwOILUEIEEEAAAQQQQAABBBBAYJEEfA6Pz+Xxjbd8bo/P8fG5Pj7nx+f++Bwgnwvkc4J8btATyu5ziXxOkc8t8jlGT1hscWZzQ67F2ZZPKgnzEUAAAQQQQAABBBBAAAEEEEBg8QUoIQIIIIAAAggggAACCCCAAAIILL4AJUQAAQQQQAABBBBAAAEEEEAAgcUXoIQIIIAAAggggAACCCCAAAIIILD4ApQQAQQQuAiBLymRP6fwfyj8rMITh1/91V+Nn/7pn44f+IEfiO/93u+N7/iO78gbdS0vL0dVVVFKIWBAHaAOUAeoA9QB6gB1gDpAHTh9HcAMM+oAdYA6QB2gDlAHqAPUAeoAdYA6QB2gDix+HWAbs42pA9QB6gB1gDpAHbiQOuBzeHwuj2+85XN7fI6Pz/XxOT8+9+eJJwY1b/jcIZ9D5HOJfE5RM/cleK5egjJSRAQQQACBCxEgEQQQQAABBBBAAAEEEEAAAQQQWHwBSogAAggggAACCCCAAAIIIIAAAosvQAkRQAABBBBAAAEEEEAAAQQQQGDxBSghAggggAACCCCAAAIIIIAAAggsvkCW8Bf1/BcVPq3w/1f4LQUGBBBAAAEEEEAAAQQQQAABBBBYGAEKggACCCCAAAIIIIAAAggggAACiy9ACRFAAIFTC/gcIZ8r5HOGfO6QzyE6dSRXfQVuyHXVtyD5RwABBBBAAIFLIDC5BHl4ibJAURFAAAEEEEAAAQQQQAABBBBAYPEFKCECCCCAAAIIIIAAAggggAACCCy+ACVEAAEEEEAAAQQQQAABBBBAAIFTClzBaxdOWUIWRwABBBBAAAEEEEAAgXMT+A3F/P9TeFvhexT8gzv/RWMGBBBA4PkFiAEBBBBAAAEEEEAAAQQQQAABWFKTOgAAEABJREFUBBZfgBIigAACCCCAAAIIIIAAAggggMBlF/C5QD4nyOcG+Rwhnyvkc4ZOnu8FW5Ibci3YBqU4CCCAAAIIIPCiBCYRE4UXlTzpIoAAAgicuQARIoAAAggggAACCCCAAAIIIIDA4gtQQgQQQAABBBBAAAEEEEAAAQQQWHwBSogAAggggAACCCCAwJUXyGsVzuZ6hTLFaMfTl4wQQACBKy9AARBAAAEEEEDgVAJf0tL+wZ3/XeNVhf9D4W8p/JTCFxV+TeGbCg8VzubDiCJiQAABBBBAAAEEnleA9RFAAAEEEEAAAQQQQAABBBBAYPEFKCECCCCAAAIIIIAAAggcKeBzeHwuj8/p8bk9PsfH5/r4nB+f++NzgHwukM8J8rlBR0byss3khlwv2xanvFdJgLwigAACCFwlAR+KtvnNi13bF4wRQAABBBBAAAEEEDhWgDcRQAABBBBAAAEEEEAAAQQQQGDxBSghAggggAACCCCAAAIIIIAAAggsvgAlRAABBBBA4OwF5q9NmL9m4TlT4mZczwnI6ggggAACCCDwMgtQdgQWUeCuCvWLCv+Xwt9U+DMKn1W4obCk4N+l8ccIQgQGGFAHqAPUAerAItSBOPRYhDJRhuA4JQKDCAwizsyAfgVL6gB1gDpAHaAOUAeoA9QB6gB1gDpAHbiqdSAOPa5qOS4i36QR/C8lAoMIDCIwiMAg4koY+Bwen8vjc3p8bo/P8fG5Pj7nx+f++Byg4HFQwGgH5/AKAQQQQAABBF4yAYr73AJneGHrc+eFCBBAAAEEEEAAAQQQQAABBBA4UoCZCCCAAAIIIIAAAggggAACCCCw+AKUEAEEEEAAAQQQQAABBBBAAAEEFl+AEr7UAudw7YJ/UeKlNqXwCCCAAAIIIIAAAggggMClFCBTCCCAAAIIIIAAAggggAACCCCw+AKUEAEEEEAAAQQQQAABBBBAAAEEFl+AEiKAwIsU4IZcL1KftBFAAAEEEEDgxQiUiOK/4nE836O9oHUyiYmCnqKd9XwRszYCCyhAkRBAAAEEEEAAAQQQQAABBBBAYPEFKCECCCCAAAIIIIAAAggggAACCCy+ACVEAAEEEEAAAQQQQAABBBC4EIG8NmGyf61CJpozc+qZn0peS1HC42eOhBUXX4ASIoAAAggggAACCCCAAAIIIIDA4gtQQgQQQAABBBBAAAEEEEAAAQQQWHwBSogAAggggAACCCCAAAIIIIDASyrwUt2Q6yXdxhQbAQQQQAABBOYEiqZL6K9ElFIOhDjmUY56b3ph62Q8ifE4wmOHyPnTFc7gYtdpTIwQQAABBBBA4IQCLIYAAggggAACCCCAAAIIIIAAAosvQAkRQAABBBBAAAEEEEAAAQQQQGDxBSghAggggAACCCDwUgpMr0GYeKwnX6PgMLtmQfN8zcJhmyOveZhbqJRy4PqJUkW+jhKRIXgggAACCCDwYgRIFQEEEEAAAQQQQAABBBBAAAEEFl+AEiKAAAIIIIAAAggggAACCCCAwOILUEIEEEAAAQQQQAABBC6bQHXZMkR+EEAAgQUQoAgIIHBZBfJC0RKlhEJR8Dhmj2Z+RJk0ITSOuUeZm56fnEwm4ZAXuGodvdTbswlNa5hfeX5abzEggAACCCCAAAIIIIDAlRQg0wgggAACCCCAAAIIIIAAAgggsPgClBABBBBAAAEEEEAAAQQQQAABBBZfgBIigAACL05g/tqC+em8KMHXKUR4srlWwa8nR+Z1ftVcQIu110W010l4fk5XMb2WQmvloKfggQACCCCAAAIIIIDAwgtQQAQQQAABBBBAAAEEEEAAAQQQWHwBSogAAggggAACCCCAAAIIIIAAAosvQAkRQAABBBA4sUB14iVZEAEEEEAAAQQQWACBvFS0lCiVQpkLj5VtknN8EWpOTJ/KdNyOfCMuh/G4ubh1PGnG+zfzUjztSu24Xfm5x0SAAAIIIIAAAggggAACCCCAAAKLL0AJEUAAAQQQQAABBBBAAAEEEEBg8QUoIQIIIIAAAggggAACCCCAAAIILL7AMSVsrzXI8aRZUKO8VmF6jUJ7zYLnNQs0z7lKM5nP+9dAKIKc0zx5uRL683UU7fUUeu2hWYJnBBBAAAEEEEAAAQQQQAABBBB4fgFiQAABBBBAAAEEEEAAAQQQQACBxReghAgggAACCCCAAAIIIIAAAgggsPgClHARBLgh1yJsRcqAAAIIIIAAAicSKFqq6Kly0FOl4BtzVToi8riU0lxLWrTgE4a8JNVPcxe1jkaT2NsdZxiPxjHxzbn278j1hJiYjQACCFwhAbKKAAIIIIAAAggggAACCCCAAAKLL0AJEUAAAQQQQAABBBBAAAEEEEBg8QUoIQIIIIAAAggggAACCFwZgUnobzwJX6PQXq/gaxfaG3PFZBJaxMOTy1Qir5EopUReM1FFVFWZhaLXpUQuEzwQQGBxBCgJAggggAACCCCAAAIIIIAAAggsvgAlRAABBBBAAAEEEEAAAQQQQACBxReghAgggAACCCCAAAIIIIAAAs8lUD3X2qyMwAUJkAwCCCCAAAJnIuALRasSpS5ROXSmY09rvi8sLTo60hLhx0RPDho9Nnj+eBwx3hvH3s4odh/tZdjbGYcvcp3oPV/fmivOJvIVTwgggAACCCCAAAJPEGA2AggggAACCCCAAAIIIIAAAggsvgAlRAABBBBAAAEEEEAAAQQQQACBxReghAgggAACCCDwjALTaw888jUJvjbB1yjszK5XGMVobxy+lsHXNByVyqREc5OuUqIUhem1Er5eoqqryGspfA2Fg94rpURoCB4IIIAAAggggMApBVgcAQQQQAABBBBAAAEEEEAAAQQWX4ASIoAAAggggAACCCCAAAIIIIDA4gtQQgQQQAABBBBAYFEFqkUtGOVCAAEEEEDgGQRY5WUQKBHNhaQl6rpSKM1rX0iqI6NSSjQXk2ocRz8mk0loiMl4EnmB6+44dh6NMuxp2he4ehmv/dhFropWg98iIIAAAggggAACCCCAAAIIvBgBUkUAAQQQQAABBBBAAAEEEEAAgcUXoIQIIIAAAggggAACCCCAAAIIILD4ApQQgSsvkNcW5NN+UdprEHxNgq9N2N0dx+70egVPj0eTvJYhr2nw0/6qj08p7uLrJKoSlW/ANQ11XeXrovm+hCJ4IIAAAggggAACCCCAAAKXV4CcIYAAAggggAACCCCAAAIIIIDA4gtQQgQQQAABBBBAAAEEEEAAAQQQWHwBSogAAghcuEB14SmSIAIIIIAAAggg8MIESpSiUJWopheQVtMLSnOs+Xpby0TzaK9k9avip7mg9/KGXHvj8EWtvsDVYW93FO0FrhFaaG6Vw1HMvcXkSydAgRFAAAEEEEAAAQQQQAABBBBAYPEFKCECCCCAAAIIIIAAAggggAACCCy+ACVEAAEEEEAAAQQQQAABBBBA4PkFHr/WoLnp1mg0CV+jsDO9Idfe7jh8k67xeHL4coWIxyOJ5vqIEnm9xPTaiXp2LUUVVV5DUcJ/weMYAd5CAAEEEEAAAQQQQAABBBBAAIHFF6CECCCAAAIIIIAAAggggAACCCCw+AKUEAEEEEAAAQQQQAABBBBAAAEEFl9gv4TckGvfgikEEEAAAQQQWHCB5mLSiFJKVDoKquoSdV1F3ami09XYQdOV5he9r8W0bMweE01NJpPQoDAJX8TqC1p3H+3Fowe78VDBF7ru7Y3zPS/X3pPLcUVRBAwIIIAAAghcpABpIYAAAggggAACCCCAAAIIIIDA4gtQQgQQQAABBBBAAAEEEEAAAQQQWHwBSogAAggggAACCCCw2AIlIq85CD0mEb4Wwdcr+OZbu49Gea2Cr1nYebQXvoZhMp5oGQcvq7FWy8HxaMJxlapEVVVRd5rQ6dY5XdWaX1dRqlCa7QrBAwEEEEDgMgiQBwQQQAABBBBAAAEEEEAAAQQQWHwBSogAAggggAACCCCAAAIIIIAAAosvQAkRQAABBBBAAAEEEEDgUghUlyIXZAIBBBZWgIIhgAACl0+gRCnOVYlKE764tNurozfoRF+hq+lOp84bdflC01LKdPmYPdqbco1Hk9jbHcWjB3tx/95uPFB49HAv9nZG4fdyuZjob7YqEwgggAACCCCAAAIILKQAhUIAAQQQQAABBBBAAAEEEEAAgcUXoIQIIIAAAggggAACCCCAAAIIILD4ApQQAQQQQODFCkyUvK9A8LUIviZhd2cUvkbB1yo47DzYC1/DMBppKS3s5bTKbCihv6pEpVDXJTrdKnyNhK+V6PU70fVNuXwzLl8noWWboQQPBBBAAAEEEEAAgZdLgNIigAACCCCAAAIIIIAAAggggMDiC1BCBBBAAAEEEEAAAQQQQAABBBBYfAFKiAACCCCAAALHC1THv827CCCAAAIIIIDAlRA4cSZLXitawuPii0w7VXR6dfT6Cr4hl8Z1t4qqo2X0fvHRkhcOP5qLVn2HLV+4OhqPY3dn3Fzgenc3Hij4Atfd3VGM9d5konUcNMqhRKbbPAUPBBBAAAEEEEAAAQQQQAABBBA4nQBLI4AAAggggAACCCCAAAIIIIDA4gtQQgQQQAABBBBAAAEEEEAAAQQQWHwBStgKlNJcXlDaGRpPInwtgq9J8M23Hj3Yy2sVfL2Cb87laxj8nq9paK5t0Dqe8EjxlFKiVCWqugpfG+EbcvUGnegN6rx2ou5U+X6U0JBPwQMBBBBAAAEEEEAAAQQQQACBcxAgSgQQQAABBBBAAAEEEEAAAQQQWHwBSogAAggggAACCCCAAAIIIIAAAosvQAkRuLIC1ZXNORlHAAEEEEAAAQSeUaD4mlE9VVUJX0za7daRF5j2O3mBaadbRV1X4fdLKaEh/PBFrb6y1ReuOoxHk/AFrr4J14N7O+HgC1z3dkbh97yMg9dtQmlGfp6b9EsCAghcFQHyiQACCCCAAAIIIIAAAggggAACiy9ACRFAAAEEEEAAAQQQQAABBBBAYPEFKCECCCCAAAIIIIAAAggg8IIFDlxTsP/C1yA4jEaT2N0Zha9R8LUK9+/thG/O5WsYDlyvMJn4MocsjK99cPC1EL4motOp8xqJ9noJXzvhayiqKqKUoqfggcCCC1A8BBBAAAEEEEAAAQQQQAABBBBYfAFKiAACCCCAAAIIIIAAAggggAACiy9ACRFAAAEEEEAAAQQQQAABBBA4vUB1+lVY44UKkDgCCCCAAAIInJlAaW/I1a+jv9SN/nIn+oNOdHt11J0SVV2iVBEl9h8TTTqEnibjSeztjmPn0Sge3t+LB/d2NVZ4sJcXuu5qvt8fj8Z5get8PPPTipIBAQQQQAABBBA4KMArBBBAAAEEEEAAAQQQQAABBBBYfAFKiAACCCCAAAIIIIAAAggggAACiy9ACRFAAAEEEEAAgScIzF9T4OnJJMLXHvgaBF+L4JtvPbq/l9coNK/gdLwAABAASURBVNcq7OW1C37f1zLkNQ2KW6vpuRlK6K8qUdVV+JoIXxvhayT6S51w6PZrza+iaJnggQACCCCAAAJnJ0BMCCCAAAIIIIAAAggggAACCCCw+AKUEAEEEEAAAQQQQAABBBBAAAEEFl+AEiKAAAIIIIAAAggslEC1UKWhMAgggAACZyZARAi8DAKllLyYtDfoxGDYjSWF3lInfJFpp1tHXZeoqhKllPDDF7j6otWc1tNYM0Z749jdGcWjB7vx8N5u3L+7E/c+3Im7Hz7S+FE81PzdnXHkBa9ax0MTW1G8fkVAAAEEEEAAAQQQQAABBF6cACkjgAACCCCAAAIIIIAAAggggMDiC1BCBBBAAAEEEEAAAQQQQAABBBBYfAFKiAACV0uguUShRJnLtq858LUHD+/v5rUI93xNwp2deHB3J69V2MlrE0bhaxh8LcPsRlyamCg4KsfrayB8LYSvifC1Eb5GwtdK+JqJ3qDOayhKmU/ZaxIQQAABBBBAAAEEEEDgKgiQRwQQQAABBBBAAAEEEEAAAQQQWHwBSogAAggggAACCCCAAAIIIIAAAosvQAkRQAABBC5GoLqYZEgFAQQQQAABBBC4fAKlKtHpVtHr1zFY7sbSsBeDpU6+7nSqqGoFLTO7ynUyae7HNb1YdTKOvJh159EoHj3Yiwf3d+P+XYU7j+Lu7Udx785OPLq/lzfsGo+nK7UMxRMluI41DEFAAAEEEEAAAQQQQAABBBBAAIHFFqB0CCCAAAIIIIAAAggggAACCCCw+AKUEAEEEEAAAQQQQAABBBBAAAEETiDQXENQIjTE3MPXHOzujMLXJtz7cCevSbh/51Feo/Dw3m7O3300ymsYfC1DrjqJ6TUOmvCM/4e9PwGQbSvLu/F3Vc9z95nHe+6EIGjEBEHUxAFx+JxwAE0kCs5DNDEEjInRD2dAP/9R8e+EotFPcQanICBEg4KgQRFl5t577j33TN2n57GG73lWdfXt07e7q7q7qk939a/O+/Tatffaa/jtt6r69F5vvWrcCbkcC7EWK9HXGesTcnl/cpxE8IAABCAAAQhAAAIQgAAEIAABCEDgUBJg0BCAAAQgAAEIQAACEGg9gQ51cUF6rvQT0hulh6QJyTemNmpW+338bSpd/ytUPkHqkjAIQAACENgNAc7xZ8jThOGlkj9frqjc+Pnj59e1/0PSayTX/SyVp6QNqzK0B4MABCAAAQhAAAIQgAAEIAABCBw0Aoyn5QQKLe+BDiAAAQhAAAIQgMABJZB0q6SjsxDdvZ1rAaY9fV3R1d0RHV2F6OhI4WDUlFKOUvVdl6gl5Qrt0napVM4Jt5YWi+Eg14XZ5ZyIa3Z6KZeL8ytRXC5FZS0hl9qqmlqwpXDz3kIQgAAEjjIB5g4BCEAAAhCAAAQgAAEIQAACEIBA+xNghhCAAAQgAAEIQAACEIAABCAAAQi0PwFmCAEIQAACEIAABCAAAQhsTaAaO5ByhfzzsR855sCxB45BmJtZzgm55qaXwzEKC/Mr4ZgFJ+xyDEOlkqMb1pJx5Wf64fYdA+FYCMdKdPV0RE9fZ/QOdoWTcnX3dOZYCdcLHhCAAAT2QIBTIQABCEAAAhCAAAQgAAEIQAACEGh/AswQAhCAAASOHIHTmvHXSm+XlqXL0m9K3yY9S7oojUmb2YB2+vgzVLr+r6t8v+R23qHyRZKPq8Ag0FYEzmo2D0q6W5tv325VvkV1BiUMAhCoT8Cvq1eq2qLkz5DvUenPF+/X5uPspPbcKz1Pct3Xq/wjaVTCIACBBghQBQIQgAAEIAABCEAAAhCAQDsTKLTz5JgbBHZAgKoQgAAEIHAECTjQtKurI3JCrsHu6B/qjt7+rujp64yuno4caFroKEQqRPXhW53VrfzTT8ulSpSK5WpSroVizM8ux+zkUkyNL8S0NDu1FAtzKzn41cGxZdWtJedKSc1YkSJv6ykGAQhAAAIQgAAEINBSAjQOAQhAAAIQgAAEIAABCEAAAhCAQPsTYIYQgAAEIAABCEAAAhCAAAQgAAEItD8BZggBCEAAAhA4dASqMQMpwiaFHo4tcIyBYw2ccGthdiUcg+BYBMckeNsxCssLxRyz4NgFxzA4lkGnP2arO1IhRaEjRUdXIcdE9PR2Ru9AV/QPdkef1O1Yia6OcCxF8IAABCAAAQhAAAIHnwAjhAAEIAABCEAAAhCAAAQgAAEIQKD9CTDDO0vAibReoCG8V7oq/YL0dKkgNcuepoZ+VHpI+qDk/tyvNjEIQAACOybgu+2fobO+V8Lai0CHpvM1kpPcfYvKvXwWuY0ZtYFBAAIQgAAEIHBwCDASCEAAAhCAAAQgcEcI7OUPDHdkwHQKAQhAAAIQONwEGP1BIpAKKTq7C+EkXAPD3TE43BO1pFzdPZ3hZF0dnYUoFArhoNfY5FGpRJTLlXBQ68pyKRwAO31rISauzcXNq7MxeWM+picWY356ORbmV2J5qRjFlXJUfKJu68kiB9bqR9J4UkrV55v0xS4IQAACEIAABCAAAQhAAAIQOCwEGCcEIAABCEAAAhCAAAQgAAEIQAAC7U+AGUIAAhCAAAQgAAEIQAACEIAABCDQ/gSYIQT2RiCliJRSOFZAG7ZIoYd+OKbAsQWOMXCswdz0UjgWwTEIjkVwTML0xEKOUXCsgmMWHLvgUAS18HhTm4VCCsdAOBbCMRGOlXAyrsGRnhgY6o7evq4cQ5HHEzwgAAEIQAACEIAABCAAAQhAoEqAnxCAAAQgAAEIQAACEIAABI4cgWHN+GXSDemXpCdK+2H3qRP3d0vlK6TjEgaBfSJAN21A4ILm8DvSm6R7Jax9CHRpKv5cepVKb6vYk71PZxclDAIQgAAEIAABCEAAAhA4cgSYMAQgAIHbCRRuf8ozCEAAAhCAAAQgcHQIONi0q7sjevs7Y2C4Jxxk6mDT3v6u6OntjE4dczCq65mKA1cr2khWSjkQ1s8r5UqUiuVYXirF/OxyOAGXg1/Hr87FrZsLMXNrIRwcuzi3kuu4bqWsRtxCUimpubBC26EfKXnDCh4Q2B0BzoIABCAAAQhAAAIQgAAEIAABCECg/QkwQwhAAAIQgAAEIAABCEAAAhCAAATanwAzhAAEIAABCEAAAhCAAAQgAIFDSCBFSknjlmyrCpVZ+uGYAscWLC8Vw7EGc9PLMX1rMW7dnA/HIkxcn8vPHaOwvFTKMQuOXXAMQ25G7bv0c8c6qLNw7INjIDq7C9HTW42VcIzE4HBPjpno7e8MJ+tyPddHB4gAQ4EABCAAAQhAAAIQgAAEIAABCECg/QkwQwhAAAIQgAAEIHDnCfRpCC+Wrkovkfxcxb6bk638J/X6qHQnx6HuMQhA4BAQ8HuV3ys+rLF+sYS1FwF/JvyEpvQiqVn2j81qaFftcBIEIAABCEAAAhCAAAQgAAEIQAACB4ZAoVUjoV0IQAACEIAABCBw0Ak4iLSakKsrBoa6c4Bp32B39PZ3RXdvZ3StJuRKhRT+FzlSNUJPqtJGpVKJclkqVWJluRQLTsh1azGqCblmY/LGfA6CdXCsg2SXF4tRLJbD56WkZvQjpRQpJT9RGRHaDD28K2pPggcEIAABCEDgYBJgVBCAAAQgAAEIQAACEIAABCAAAQi0PwFmCAEIQAACEIAABCAAAQhAAAIQgED7E2CGEIAABCAAAQhAAALNIpCiGgug9lJUt7UjpaTtmiLHFDi2YHmxFAtzKzE3vZRjDxyDMH5tNsckOEGXYxQcq1AuVXLsgmMR1Gq2SKGGqkp64tgHJ+RyLIRjIhwb4RiJgZGeHDPh5z7mWAqdhUEAAhCAwBEkwJQhAAEIQAACEIAABCAAAQhAAAIQaH8CzBACEIDAFgQ+QfvfLb1ccnIbFXfcnITlZRqFx/UZKpOEQQACEKgR8HuC3xv8HuH3Cr9n1I5Rtg+BL9RUvkFqli2oofdLGAQgAIG2J8AEIQABCEAAAhCAAAQgAIH6BAr1q1ADAhCAwIEmwOAgAAEI7JpASilysGlPR07C1TfYFf1DlpNzdWu7O3r7qom5Ch0pUiEipRQRluNWK/4RFRf6USqWIwfDzi7HzORSTE8sxtT4QkzenI9bN+ZULoQDYp2ca2F+JZYWizmJl4NondTLDampyI9qF+HuUkqrpY6kVanAIAABCEAAAhCAAAQgcIQIMFUIQAACEIAABCAAAQhAAAIQgAAE2p8AM4QABCAAAQhAAAIQgAAEIAABCECg/QkwQwhAAALtRWB1fX9SWVXKa//zJFP+GTlGoFLJybQcO+DkWo4lcExBNQnX+piD+ZgcX4jpiYUck+BkXI5RcKyCE3GpmWoMQ7VVdZDUn1SIcMyDk2319nfmWIiB4WpMhGMk+ga6csxEV09HOIYipaRzMQhAAAIQgAAEIAABCLSMAA1DAAIQgAAEIAABCEAAAhCAAAQgcHAIOIHNSzSct0n3Sc2yZrbjcb1JDf6UNCBhEIAABC4Iwe9Ifm/we4Q2sTYkcEpzeqlUkJplE2roUQmDAAQgAAEIQAACEGgOAVqBAAQgAAEIHGoCzfyjw6EGweAhAAEIQAACEDiCBFLkoNPOzkJ0dheip7cz+ge7Y2i0N0ZO9MfI8b4YGOmJvgEn5erIdVMhIlI4d1ZVsfpYDUgtlcuxslKO5cVizM8ux9TEQoxfnYurl6fj0Yem4saVmZi4NhuTNx0gu5jrLC0Uo7hSilKpEpVypdq4mnWTjylFSikKUkraLkgus0LHHlPwgAAEIAABCEAAAhCAAAQgAAEIQGCXBDgNAhCAAAQgAAEIQAACEIAABCAAgfYnwAwhAAEIQAACEIAABCAAAQhAAAIQaH8CzZthSnHbev2Ukp5Lq2v6C7XnuXysbvhRqcYIOFbAMQOOHXCcwczkYo4pGL82FzeuzMbVh6bi2uWZmLg6F9MTizE/u5JjEhyb4BgFN6VOc1HRTzUbVqSIVEhR6CiEk3H1DXTF4EhPjJzok/pjaKw3x0j09HXmmAnHThQ6fFLwgAAEIAABCEAAAhCAAAQgAAEItAEBpgABCEAAAhCAAAQgAAEI1CFwTMd/Q3qZ5G/OUnGg7Vs0urdId0sYBCBwdAl8hab+YemLpYjgZxsT8DV+SpPn9xG1NyVhEIAABCAAAQhAAAIQgAAEIHCoCDBYCLSGwGH4w3hrZk6rEIAABCAAAQgceQIpRRQKKTo6C9HV1REOMnVCrsHRnhg90ZflYNTe/q4cfOogVddPoYejV7O0Lcv7VJZLlZxca2k1Idf0rYVwkOy1h6fj6uWpuPHITH4+OT4fM5OLMT+zHEuLKzqnHOVyJZyQywGyaipycKwaThrjbfK+dQpPJLQjS6dpM+8KHhCAwKEkwKAhAAEIQAACEIAABCAAAQhAAAIQaH8CzBACEIAABCAAAQhAAAIQgAAEIACB9ifADCEAAQhAAAIQgAAEIACBQ03Aa/Kt6iSSCkk7ZHGbNllokquiAAAQAElEQVTvH6qqE8KxAY4RcKxAcaWcYwccQ+BYAscUTFybi+uPzMTVy9PhmIPxa7PhGIT52WXVLYaTeDlGwW2tNhnVRtVypZK7KRQiOjpSTsjl2IeBkd4YPd5fjYcYXU3I1duZYyYcO1HweFPwgAAEmkWAdiAAAQhAAAIQgAAEIAABCEAAAhBofwLMEAIQgAAEIHA4CVzQsF8vfYm0V5tTA2+Xfl76Vum56/R8bf+k9FrphrRXe5oaeIf0TAmDAASOJoFLmnaXhLU3gV5N7wulndikKv+mtPGz6Du17xelv5PeLc1KGAR2ToAzIAABCEAAAhCAAAQgAAEIQKDtCBTabkZMaM8EaAACEIAABCBwVAiklKLQkcJBpV3dHdHT2xl9g10xNNqbg09HjvfF4EhP9A505eBUB6mmQgpHrVYiouIfOZpVT7RbP8PBrsXlUiw7IdfMckxPLIaDYq9dno6rD03H9Sszej4XUzcXYmZyKXKg7EIxHFxbLq0m5VLDSe1qeBH6IYuk39qy1E9KSbtTPhYuIkK7srQVtYf31bYpIQABCEAAAhCAwEYCPIcABCAAAQhAAAIQgAAEIAABCECg/QkwQwhAAAIQgAAEIAABCEAAAhCAAATanwAzhAAEIAABCECg+QRuX4uf8lp970vuyj/0JKWk/VZEXuvvNf8pQjtt4ZiASqUSTsblWAHHDCwtFHMMgWMJpm7O59iCG1dm4upDU+GYg/FrczkGwUm7HJPg2IRyKQcuqN1YfVRyLEPeq/5SIUWhI0Vnd0eOfXAMxMiJvhg90R9Doz3RN9SdYyUcM+HYCddNKQUPCEAAAhCAAAQOFwFGCwEIQAACEIAABCAAAQhAAAIQgED7E2CGEGgigfvV1p9JTm6lYsdW1hlOePK5KoekQekTpW+Qflr67XX6NW1/u/Qc6ZTULX2C9N8lJ05RsWM7oTPeKH2ehEEAAhCAQHsSGNG0niQ1Yh9SpWdJx6QvlzZ+Fr1c+75Weqr0LVJeUqESgwAEIAABCBxIAgwKAhCAAAQgAAEIQGD/CBT2ryt6ggAEIAABCNxGgCcQOBAEUkpRWBeA2jfQlZNwjR7vi9GT/TF8rDcGhrtzYGp3b0d0dhUiJ+YKJ+SqBrJqM1tFt19qAbOlUiUc/Lo4vxJz08sxNbEQkzfm4tb1+Zi4Nhc3r87GuOTtyRvzMTU+HzO3FlV3KRZmV2JxoRjLS6UorkjFck705UBaB+O6j0o5d6ZB5K63/KHpxU4VSc01KlXFIAABCEAAAhCAAAQgAAEIbEOAQxCAAAQgAAEIQAACEIAABCAAAQi0PwFmCAEIQAACEIAABCAAAQhAAAIQgED7E2CGEDhYBBpd7656O11P7/rbTraio5VKeE2/1/Z7jb/X+ucYgmI5xwA4FsAxAY4NmJteyrECjhlw7IBjCBxLcPPqXI4tcIyB9zvmwLEHjkFwLILbc9vuQ92p06p52/s0tRzb0NXVkRNu5ViI4e4YHuuNsRP9MXqiL8dG9PV35WRdTsTl2ImUUvCAAAQgAAEIQAACEIAABCCwBQF2QwACEIAABCAAAQhAAAIQgMDhJ3BJU/hj6QnSTs0JT16ok4YlJzz5nypnpZ3Yiiq/U/oPkhNrfbLKt0k7tX6d4KRgJOUSiCYbzUEAAhA4CAQuaBBnpHr2AVVwMi4nmvSKDT3FIAABCEAAAhCAAAQgAIEGCFAFAhCAAAREoCBhEIAABCAAAQhAAAIi4ADT7t7OnIBr5ERfHDvZHyPH+2L4WF8MjfbEwFB39DoYtasjUiHFY4/a/ZlamSKl6lEH1jqp1vJiKeZnV2J6YiEHzV6/PB2PPjCZdUXllY9o+8GpuHFlJiauz+V6c1OLMT+zHA6oXVosxspyKYor5SwH11oOsLUcUGu515SS+pc0Ro/TcuCs5e3HqVZ/tSyslimpjXoqqI5Vr94dPa4x0n/VJ+AAB3wAH8AH8AF8AB/AB/ABfAAfwAfwgbb1Af7/nxIMUoJBSjBICQYpwSAlGKQEg5RgkBIMUoJBSjBICQYpwSAlGKTUDgyYQ0owSAkGKcEgJRikBIOUYJASDFKCQUowSAkGKcEgJRikdEQYeO261eB8C5vVK4jVBnmtvXXbWvvVc71G32v1La/dt7yW36qt7/da/+XFYl77PzezHLNTizkmwLEBjhF49MGpcMyAYwdqcQSOKXByLscYONZgedHxAqVwDIL7VPcqkmSrxSrUygiPtbOrI3r6O6N/qDsc8zB8rDeciGvsZF+OhRgY7onu3o5wrEQcmgcDhQAEIAABCEAAAhCAAAQgAAEIQKD9CTBDCEAAAhCAAAQgAIEWEXAyrjeo7Z0m43pI5zgB1xNVvlqak5phJTXyl9InSZ8ovUPaifWr8q9KT5cwCEAAAhA4dAS2HfApHfX7vIpt7ft09EEJgwAEIAABCEAAAhCAAAQgAAEIQOBAEjjYgyoc7OExOghAAAIQgAAEILB/BDoKKXpyQq6eGD3eFw5CdTDq8FhvDI32Rv9QT/T0dUZnVyFS0rgcy1qphCxLe7L5WEquEOFg2+JyOZYXi7HghFy3FmPi6lxcywm5puLKA1Px6Eem4op09cGpuPHIbNy6Vk3INTu1FPOzy7E4t5LPd5BucbkUpWI5q1wq52DbSrkSlXKEx5EH4B/qP6WkcaZYHxjs7fVKSXU077RBrpP3+XgKtYOEAg74Aj6AD2zvA/CBDz6AD+AD+AA+gA/gA/gAPoAP4AP4AD7Q/j7ANeYa4wP4AD6AD+AD+AA+gA/gA/gAPoAP4APt7wNcY64xPoAP4AP4AD6AD+ADh9wHUngt/Nqa+A1r5VNK4WPrlVbreF9KOl/KEKL68Fr9vGa/XMlr+L2Wv7au3+v8rRwzMLeSYwAcCzA1sRBOuOUYAccKOGYgxw44hkByTIFjC6ZvLeZYA5/v2APHILjXlDwOb1WVx7AawxAqdTjHNjjGoX+oOwZHe8KxDyOOhTjVH46JGNB+x0g4ViJ4QAACEIDA7QR4BgEIQAACEIAABCAAAQhAAAIQgED7E2CGEIAABI4WgRFN91XSTpNx/ajOeZL0m5ITaKlouunuVrxdrX6y9BJpRWrURlXRSbmcbEybGAQgAAEItAmBzgbmcVV1nNhRBQYBCEBgGwIcggAEIAABCEAAAhCAAAQgsAWBwhb72Q0BCBxCAgwZAhCAAAT2RqDQUcgJtwaGu2PkRF+MnuoPB6MOH+vNwakOUu3t64yu7o4opBSV/O+xPh3g+tizpM2Ug22LK+VYXizFwuxyzEwsxvi1ubWEXI8+MBlXVvXog1Nx/ZGZmLg+F1Oq5yDc+ZmlWJxf0fnFcJDuykop3J6Dd8ulSk74VVbHFUkdyrz2IHLsb0opckBwoVoWOlZLPU+r8nErpaRzNioiFayN+zd57vbSJvvZtwlXOKUEg5RgkBIMUoJBSjBICQYpwSClnTFIifopwSAlGKQEg5RgkBIMUoJBSjBICQYpwSAlGKQEg5RgkBIMUoJBSoefQUrMISUYpASDlGCQEgxSgkFKMEgJBinBICUYpASDlGCQEgxSgkFKMEjp8DNIiTmkBIOUYJASDFKCQUoNMGhkzbrreA18ik3XcXvtvJVyvRTezlpda5+0389TSjo/Vh/VNfpes++1+06Y5bX8XtPvtf3FlVJe67+0WMxr/x0D4FgAxwQ4NsAxAo4VWIsbeGAyHl1NyOXYAscYONbAMQduz21HpIisyI+1cAE982gqUckxDY5tcIyDE28NOSHXsd4YPd4bYyf7YuREbzg2wgm7HCsRPCAAAQhAAAIQgAAE7ggBOoUABCAAAQhAAAIQgAAEIAABCECg/QkcgBn65tK3aBzPkhq1m6ro+i9WuSDthzkR1yvU0dOk90qNmpOM/bwqD0oYBCAAAQi0B4FzDUzjfapzXcIgAAEIQAACEIDAgSDAICAAAQhAAAIQOHwECodvyIwYAhCAAAQgAIE7TKBtu0/6zaijsxA9vZ3RN9AVg8M9MTzWG6PH++LYqQGpP4aP9eWg1F4d7+7pjM6uQjjgNlYfjwW6VsIBt5VypZo0q1TOibSWFoo5Mdfs5FJMTyzE5M2FmLg+H+NXZ6t6dDZuWldmquXVOe2fi4lrc3FL9aZU3+fNTC7G7PRSzEnzM8sxP7ccC3Mrsaj2Hci7vFiM5SWrFMVlqVgOB+eWipUoOZHXRuVxlqtjzduVqJRDcilpYnk+m5Wq73lueXyzc9gX8KrjV/gIPoIP4AP4AD6AD+AD+AA+gA/caR+gf3wQH8AH8AF8AB/AB/ABfAAfwAfwAXwAH2h/H+Aac43xAXwAH8AH8AF8AB/AB/ABfAAfwAfwgfb3gfa5xo2sW6/VKcdta+PL5dW18hvW0ef19atr7b3e3mvvl5dK1bX4i8Xw2nyv0fdafa/Z99p9r+F3wi2v6ffafscEeK2/1/yPr67/vy0mwPEBq/ECjh1wfZ/nmAIn4nKMgfsul6pjrK3Nj3DqLf2sFjliwbELjmFwLINjGgaGu3OMw9ip/hg7NRAjx/tiaKw3BoZ7ckyEYyM6OguRCvl0fkAAAhCAAAQgAAEIQAACEIBA+xJgZhCAAAQgAAEIQAACEIDA0SbwmZr+D0iN2jtV8ROkP5PuhP29Ov106S+kRu3ZqviNEgaBo0yAuUOgnQiMNjCZB1VnVsIgAAEIQAACEIAABCAAAQgcJQLMFQIQaCIBQimaCJOmIAABCEAAAhA47ARSpCQVUhQKhejq7siBqA5MPX1xKM5cGo6T5wfj2OlqoOrgSE/09nflejotaoGv1bIa+LoW++oKUX04EVO5XIlisRLLi6VYnFuJ2anlmBpfjPFrc3Ht4Zl45CNTcfmDt+LyByZUTsRDq+UjH56MRx+cUp3puPHITE7a5XMcwDt5cz6qCbsWw8G9DvJ1sO+cE3bNLud+FuZXYlFaWlgJB+4u56RdxVhRubJcjpXlUlZxpRRVlVXertJKObKKKq2SShQlGLSAAb6FX+ED+AA+gA/gA/gAPoAP4AP4AD6AD+AD7e8DXGOuMT6AD+AD+AA+gA/gA/gAPoAP4AP4AD7Q/j7ANeYa4wP4AD6AD+AD+AA+gA/gA/hAE33Aa9it1XXtTmb1eFXXw9fWx+e18kvFqK2f91p6r6lfXFiJvMZ+biXmZ5fDa++9Bt9r8b0mf3piMa/R91p9r9l3wi0n27pxZSauXZ6ORx+YCq/x97r/h94/UV3//4GJePiDt+LKR6bi+sMz4URd0+OLOWbAsQOOIXAsgWMKHFtQjTLQz9WYA8cgVPQjq1wJ17F82DEOff1d4VgGJ99ybINjHBzr4JgHxz44GZfrOSYiFVKOkYhIwQMCrSdADxCAAAQgAAEIQAACEIAABCAAAQi0PwFmCAEIQAACEIDAASRwSmP6canR7xV9s+p+tvSAdCftqjr/AulNUqP23ar48RIGAQhAAAIQgEBLCdA4UsvBIAAAEABJREFUBCAAAQhAAAIQgAAEIAABCECgPQg0+ofz9pjtTmdBfQhAAAIQgAAEjhQBh5g6SDWlFA48dRCqg1HHTvbH6YvDceaukTh5biiOnRqIkWN9MTjckxNydXYVIiUn4KpE5IDXCCflihwBG6FDVWlDNaq7Vc9JrZYXi7EwtxIO2p0aXwgH6F6/PB1XPjIZD3/oVjgpl5NxVYNzb8XDH74VOSGX6ly/Uk3INXF1Liauz8etG/MxNT4f0xMLMXNrMWYnF3O78zPLsTC7Ug0UXp+MS327/+WlUjUJ13IpitZK9bmDj2vPi9pXyipHsbiqlWpZ0vNSsRJrKlWijGCAD+AD+AA+cJh8gLHir/gAPoAP4AP4AD6AD+AD+AA+gA/gA/hA+/sA15hrjA/gA/gAPoAP4AP4AD6AD+AD+AA+gA+0vw9wjbnG+AA+gA/gA/hA2/lASdd0bZ16XrNerq5nX13L7rXtJW17rXtxpRRZy6W8Pj6vh/c+Pfe6eD/32vm8hn6xGDkp1/xKLEpe078wuxxee++1/V6L7zX5XpvvNfpeq+81+06u5YRc1x+ZqSbkenAqHvlwdd3/5Q+sJuT6YPW5YwKctMsxAlPjC3ltv/tx/yWN2TEHqyEH4XiEFBFWrAYd1I47ACEn5CpEdHUXcgzDbQm5zg3lWAfHPDj2wTEQXd0d4ZiIlFLIIgUPCEAAAhCAQBsRYCoQgAAEIAABCEAAAhCAAAQgAAEItD8BZggBCDRKwLeBvlaVnyI1Yk5+9cWqOCEdBJvSIJ4v/YXUiI2q0ndJXRIGAQhAAAIQgAAEIAABCBx2AowfAhCAAAQgAAEIQAACLSZQaHH7NA8BCEAAAg0QoAoEIHBACKSIlFI48LTQkaKzpzP6h7tj1Am5LgzHmUsjcfL8UBw73R8jx3tjYKQ7+vq7IgerphQOcs0BseVKdbscejgaNtRu6JHCwbEV7S+rTqlYDgf0Lswtx+zUUkxNLMT4tbm49vBMXPnIVE7G5YRcDsx1Uq7LH5yIRz4yWU3IpTo3Hqkm5PI5E9fnYvLmfEyOL+R2ZiYXc5sOBnZQsIODF+ZWcrDw4nwxBw8vL66Eg3lXloqx4qRc1nIpBx874Ljo4OOVchSlkuRg5WKxVH2usZfWq1SOklS2avu17X2oygYOcMAH8AF8AB/AB/ABfAAfwAfwAXwAH8AH8AF8AB/AB/ABfAAfwAfwAXyg/X2Aa8w1xgfwAXwAH8AH8AF8AB/AB/ABfAAfwAfa3we4xlxjfGCffKBYjrK1fl26nq9fx+617kWvcfd+r3lfUym8Jt5JuLK8Vj6rmNfQey390sJKLFpzK7EwtxwLsysxP7OUE2d5fb/X5HuNv9foe62+1+w7udbNK7PhtfzXLs/Eow9MxSMfnoy85v/9E7m8/IFb8fCHbuWYgOsPz+QYAbfjNt2PYwhKGq9jChxb4BiDiBQpxeqjEt5fjU/QdiXC2yml6OzuiN6Brhgc6Y7R471x/HR/nDo/FGcvjcTpC8M59sExEI6FcEyEYyNSShGy4AEBCEAAAhCAAAQgAAEI7IgAlSEAAQhAAAIQgAAEIAABCEAAAoeAwJM1xv8oNWIfUCUn73ISLG0eGLuqkXyzdFNqxL5UlT5NaorRCAQgAAEIQAACEIAABCAAAQhAAALtT4AZQgACEIDA0SVQOLpTZ+YQgAAEIAABCEBgEwIpIseb6kdHZ4qe3s4YGO6O4WO9MXayL46d6o/jZwbjxNnBXI6c6IvB0Z7oG+zKdZ2cq7OrEIVCyu1E7VHxhoNha4pwAK0DaVeWy+Gg2qWFYizMLsfc9HJM31qMKSfXujkft27Mx8S1uRyIO351NrIenY2b2s56dCZu+vkV7VvVjUdm48aVGemx8uaV2RhXPZ/v9iauz+e23X4OEh6fz31Ou9+JhZieWIzpWy4ljcfPZ1Q6sLhWzk4uxYw06wRg1tRizNbk5yjW2MACFvgAPoAP4AP4AD6AD+AD+AA+gA/gA/vjA3CGMz6AD+AD+AA+gA/gA/gAPoAP4AP4AD7Q/j7ANeYa4wP4AD6AD+AD+AA+gA/gA/gAPoAPtL8P1Nalu1y93tW1617Dvhi1Ne0uvdbda/CnvQ4+r4FfDCfBymvjxxdicnxeWlhbP++19F5TP351Liyvx39s/f1s5O1HZsPJt26T1+57Hf/quvxxbWddmwsn7PLa/Cn1NaU+PR7HBjhGwLECjhlw7IBjCBxLUKlETrTlZFvayuaoAyulcExCdHYWwjEKjmvoH+iKodGeGD3Rl2MZjp8djGOnB2PsVH+MnuzLMQ+OfXBdx0KklKoxDSl4QAACEIAABCAAAQhAAAIQgAAEIHBwCTAyCEAAAhCAAAQgAAEI7JaA7wJ9vU4+IdWzsip8q/SgdBDtPRrUN0kep4ptraCjL5L6JAwCEIDAYSHAOCEAAQhAAAIQgAAEIAABCEAAAhBofwLM8AAS8B+UD+CwGBIEIAABCEAAAhC48wRSSlHoKERnZ0d09XREX393DlI9fmYgztw9Euek0xeH46QDWU/1x8ixvpy8q6e/Mxz0WuhIkVLKgbEOmC2XKmsBsw6ejdWHaqje6pNcVKo/VZSKlSiuJuxanFuJ+ZnlcGDu5M35nKTLgb/XH5mJa5en49EHp+LKA5Px8IdvxeUPTsRD77fG48H3TcQD71VpvW+8uv8DE6pzKx7+0K145COTcUV69IGp3IbbufrgdFx9aCpcXnuouu0+1vTwdFx/eCauuVT/HsNG3dB+NBMwgMHR9AGuO9cdH8AH8AF8AB/AB/ABfAAfwAfwAXwAH2h/H+Aac43xAXwAH8AH8AF8AB/AB/ABfAAfwAfwgfb3Aa4x1xgfwAfwAXwAH8AH8AF84M75wMb16bXneQ376lr2tfXtl6fz+ve89n3dWnivjc96YCqvmffaea+hv/zBW/HQB6T3T8SD7xuPB987Hg+4lB6ytP/yByfy2vwrD0zmdfa530dmwmv4nXzLa/qnJxfzGv/F+ZVYXixFcaUcjgF4LF6gkmMD/MOhBY4d8LblOk7GZTnWoOwdOpBSCsciOCahp78rxyg4VsGJt06cHYzTF4ZzLMPZSyNx/OxAjnFwrINjHhz74BiIlNb3FDwgAAEI1CHAYQhAAAIQgAAEIAABCEAAAhCAAATanwAzhAAEIACBNiTwZM3pK6VG7CdV6Y3SQbbXaXC/IjVin6VKnyphEIAABCAAAQhAAAK3EeAJBCAAAQhAAAIQgAAEIAABCKwnUFj/hG0ItA0BJgIBCEAAAhBoAgHHoHZ0pOjoKuQEW70DXTE81hfHzwyGg1fP3TMSpy8OxYlzgzF2aiCGj/fGwEhP9PZ1RafOKejcVHA+rkrkhFzlalmNk62E/4Ufa7Guaxvaq6OqXyqVY2WlFCuLxViaX4m56eWYubUYDt6duDaXg3kd5O1A4qsPrQYJf2gyJ9u6/IGJePB91rjKm/HA+27Gg++fCCfq8rEcIKy6j3x4spqUy0HGq8HCj6otJ+Nym1cfms4Jv3Ifl2vbM3mfk3Jdd1Kuh2dy4qnrq6XHVAt4ppwJGMAAH8AH8AF8AB9okQ88Qrv4Fj6AD+AD+AA+gA/gA/gAPoAP4AP4AD7Q9j7A//+5z4AP4AP4AD6AD+AD+AA+gA/gA/gAPoAPtL8PcI25xvgAPoAP4AOb+IDXpFu1Neour6+uXffa9muXq2va83p3r3mXvJ3XwD84HV4T72RcVx6YjCsPTOU18147//CHJsNr6b2m3mvrnZDrgfeOh5Nyedtr7n3s8gdvxSOqe+Ujk9VkX5en48aVmbh5dTa8lt9r+mcmF2NuZjmv9V9ZKsbKcikcA1ApOxGXFauP1ViB1aISPqafKjbGGqRCikJHITq7OqK3vzMGhnti+FhvjllwQq5TF4fi7N0jcebSSJw4M6hjfeFYByfwcuxDh+MYUvCAAAQgAAEIQAACB48AI4IABCAAAQhAAAIQgAAEIAABCECg/Qkww/0k8Fx1dkKqZ4+qwk9JujOlnwfXVjS0H5VuSvXMd8O+WpU6pTttIxrAF0ivlN4lXZfMer0mtO+90s9Krntc5UE3j9Fjrc3riga8fk61be9/m469XPpMaVDCDjaBDg3vo6WXSL8vPSQtS7Vr6rKk5w9LTuTnek/RdpeE3U7ATMzGjGosZ1XFDNfL+z6k/a+RvlG6T/J1UHFo7H6N9GXSB6X1c/N7nv3ka7X/tNRu5vdCJ4F8qSbm6+fr6DmvZ7B+28f8mrI/+H3xc3XeKcmfWyoOrNkf7Zf2z9o8/dm1fm7eXu/L36LZ2P/9OtDmgTLzPqcRPV96leTPYF8bz2G91r/X+Ro/XXV7JQwCEIAABBohQB0IQAACEIAABCBwSAgUDsk4GSYEIAABCEDgQBJgUO1NIKUUTqrV2VWIrp6O6HNCrmO9ceLsQJy5NBzn7hmN0xeH9Xwwjp3qz4GsA8Pd4aDXHMyaA1n9N/kIB9SWSxWV2q6orP05PqqPFPqXIlJKocOrqkSpWI7icjmWl0qxOL8S8zNLqwm5FnIQ7/ijszkR1rXL01ENFp6KRz58Ky5/4FZOvLU+QPgBBwm/bzwe+sBE1sMfvBUPf+iW6k+Gg4SvPDCZ23j0welYn4zr6uWpqAYmT1eTcKmvWiDzWvnIdA4CzwHPq8HQDjZGMznoGg5wwAfwAXwAH8AH8AF8AB/ABw63D3D9uH74AD6AD+AD+AA+gA/gA/gAPoAP4AP4QPv7ANeYa4wP4AP4AD6AD+AD+AA+gA/gA/gAPoAPtL8PcI0P1zW+XluXvlpe95r1h2dibQ2717VL16SrVk7IVVv7rvJBr7G3psJr5b1mvpqQ61Z4LX1eV//+8XACrgfeNx7Wg++bCK/Bt7wm32vzrzwwldfZux+vl/ca/onrczE5vpDX9nuNv9f6e81/caWcYwAqlcpqTEA1RiA5ViD0I1YfFccVWKpXjnBSrorKiEq4rpNqdXUXorevKxyjMHysL8csnDg7mGMYHMvgmIbjZwZieKw3xzo45sGxD46BSGldX8EDAhCAAAQgAAEIQAACEIDA0SLAbCEAAQhAAAIQgAAEIAABCBwBAk568uUNzvPnVM8JVFQcePtHjfBnpEbsc1TpSdJuzImmKjpxK71FxwalraxPB75KcoKPSZWvk5yY5ONUnpQ22ph2PFH6Bsl1nXTM1+QFej4gHRS7qIH8gPSI5DF6rLV5ndW+zcz7n6EDL5beIM1I5tLyuamfo2T2R/vlVj7r/fbr7ZjYB39JFRYkv9acXOmLtO3r3qVyvRX05Lz0LMn1/kHlovTL0pOlZtyQ/hdqZ07y2DfqR7S/nvk1uPG8jc/NzOzqtbWT42Zl1q/XSWZiNmZUY7nZa9r77lX950l+j/Pr39fB16NZPNX0tvadOrqRz/rnW7G6oPN+V/qA9BLJSZtUrJnf8+wnv6A9V6W/lj5P6pDq9dms66osiFcAABAASURBVOx52JfsU+p2T+br6wRcv6FWnHzK74W+1t+j575+vo6es55uaj7m15T9we+Lf6xa1yQnt/K136/rrS7rmq/RJ6mW52p/tF96jLV5+rNLh2+z9b7shI32f78OnMTLbbnN207Yxyd+XzJfz8G8/Vn2P9T/10h+//O10eZttv69ztf47TpqFn+l0q9z+4M2MQhAAAIQgAAEIACBO0mAviEAAQjslYD/87fXNjgfAhCAAAQgAAEItC2BlFIUCik6OgrR1d0Rvf1dMTDcEyPH+mLsZH84gPXEucE4eX4oTp0fzM/HTvXHyPHeGBztjYGh7nxOd29ndHYXoqMz5fbUbESK6kO3cnLAbdnBtFJ+HlEuR1QTeZVzUK6Dc1eWSrG8WMzJuRbmVmJ+djnmZqTppZidWoqZycWYvmUtxNT4YkyOz8fkzfm4dWNV1+fCwb8T1+erCb30fPzabIxfm6vqqsqrep5V266V3j8XN1Xn5qMuZ8PluOs+6u3H5CBjH0PiZFZ7V2YNT3jiA/gAPoAP4AP4AD6AD+AD+AA+gA/gA23tA/z/n7+h4AP4AD6AD+AD+AA+gA/gA/gAPoAP4APt7wNcY64xPoAP4AP4AD6AD+AD+AA+gA/gAw36QHVN+u1r1L12Pd83v6r9XtcujVuPzsa49o17+7bS++dibb28185fn8tr6fOaeq+z1/PaenuvvfcafK/Fn761kNfmz0wu5rX6c9NLee2+1/B7LX9OwrVYDK/x91r/UrEc5VK5GgPgWIDVuADHBGRVvKMaQuBYglSIyLEKnSmcSKu7dzVeYag7xyKMHO8LxyYcPzMYp84P5ZgFxy44hsGxDI5pcGyDYxwc69DRUcjtpZSCxx0nwAAgAAEIQAACEIAABCAAAQhAAAIQaH8CzBACEIAABCAAAQjcSQIfr86dXELFtuZkFE6gs22lA3RQN9TC4320gTGNqs6XSftpTsTlxB5OOuNxNnINthqfk9o4Gc8NVXDSFretzTtiTmDyp+r5Iem/SuekvZi5eG7TauQnpOMSducI+Hq8Vt3XEqV1aXs3pjvc4SRY79HJfynZb1QcGfNr9Ns0WydocrI6J20yE+3alfk6OHGdeTpB2rPVSod0kOwzNZh3S18sNWqfoIp/KL1P8vucikNhTi74YxrplOQEXE566eRTehrNkD+zvlENHYTrbd/7Co3lw9JbJc/V+7S5K/PrwEm83JYTdH2GWtnPhSvu61+pz7+VzNeczVtPd22fqDP9Orc/vETbzfQFNYdBAAIQgAAEIAABCEAAAhCAwH4S8H9cG+iPKhCAAAQgAAEIQAACoT+5FzpSdHQWqsm5BrpieKw3TpwdjHN3j8SF+8bi/L2jce6e0Tir56cvDsXxswMxdrIvhlSvf6g7J+eqBbsmNehEXOVyJUql8qoqOQC3FnCbY269TCBufzhGdlOpWt6vUs1H6NxaG+VSJYrFSqwsl2J5qRiLC9LcSizMrsS8g4OnlmJ2cikn9ZrJSb0WY3piMabGF6TV8uZC5CDjm/MxecOai1tO7iXduj5XTfZ1bT7G9Xzimp6jarA2HOCAD+ADh8YHeO/m8wsfwAfwAXwAH8AH8AF8AB/AB/ABfAAfaH8f4BpzjfEBfAAfwAfwAXwAH8AH8AF8AB/AB/CB9vcBrjHXGB/AB/ABfAAfwAcOvw9U16TP5zXq1bXq83nt+uSNuepadq9pl/J694mFmPLad5VeA295TfyMk2lNLsXc1FJeM++184tzK3ktvdfUe22919h7rX1t3b3X4HstfoqI2tr8XGrHxjI2PGptOE4gxwTkWIHKaqxAORw74GMpUnQUCtHV05FjDBxrMDTaG060dfzsYDgWwTEJ5+4ZyTEKF+4bjXN3j+TYheGx3ugd6Iocl9BZiEJHCjUXPCAAAQhA4CgSYM4QgAAEIAABCEAAAhCAAAQgAAEItD8BZggBCEDgcQR0cyicPMPl4w5u2PEGPX9AOkz2IQ32d6VG7HNUaUTaD/sodfK/pFdJw1KzrE8NvVxy0ptPVbmf5nn8pDp0AhMnA9JmU62g1pzAyAnWXqztLgnbPwLmbe72rS9scrdOVmO/ccK1dk9U4/daJxgyR8/Xr5sm44wnqUEnxfsrlX6vUXHH7ZM0gt+SdpvY6D6d+3TpoJuvp98Hr2ig/1Hye7KKllrtev+Ferlb2i+r+fI/qcNfl+6Smm2e25vU6O9IF6RWm/twX/58fmoLOrM/vEzt2j8a/d1L1TEI7JYA50EAAhCAAAQgAAEIQAACrSDgP1K2ol3ahAAEILA7ApwFAQhA4AATcPBsoZCis6uQg1f7+rti+FhfDmo9e8/IuoRcI3H20kicvjicj42e7I+h0Z5wkGxPX2c4aNZBr24v9HBArQN4S6VKlMvl8Ha5XKkm5qqowpolbUn5RJU5anZDWTuWS1WX5aBetec2S8VyrCyXY3mxGEurCbnmZ5djbmY5ZqeWpMVwUq5pJ+SaWIipXC7GlLfHF2JyfD4csFxLynXrxnxM3JjLgc0T17TtRFxOzHVtLsYRDPABfAAfwAfwAXwAH8AHtvIB9uMb+AA+gA/gA/gAPoAP4AP4AD6AD+AD+ED7+wDXmGuMD+AD+AA+gA/gA/gAPoAP4AP4AD6AD7S/D3CNucb4AD7QQh/ISdW8Nt1r1K/NV9ese+36jfmorWefuvnYGnevc3cirrwG/tZCeE2818bPTi3G7NRSXjPvtfNOyOW19F5T77X1XmPvtfY5gdb69ft5TX6KqJWh7Y267Vjkx/r1+9XYgHLkWIFSJRw74Eo+zTEFTqrlGAPHGgyN9cToyb4cg+BYhLN3j8S5e0ZXE3KNhWMWTpwdzDEMjmXwuY5tcIyD23O7CAIQgAAEIAABCEAAAi0hQKMQgAAEIAABCEAAAhCAAAQgAAEIHCQCpzQYJ8NRsa35ztdrVMOlijp2cA57vL+h4RSlevbxqvBkqZXmm4ROZvR/1MknSK0yJ6/5MzX+7yT3qaJl5vadgMvJz9xfyzpabdiJoZx07E/03MlTVGAtJnBM7ft1ZO7mr6ctMSdce4tabtfrOqy5vVpygiG/RrXZUvN7zD+oh6+ROqQ7ZU4S9T/U+W6TcenU8Hv533jjgMrvg5+vsV2W9uN9UN08zp6pPU5s93kqW21+T/DvBPvly1+sCflz08nstNl08+vDr5MPq2X3paKl5vcCv6f6/cDbLe2MxiEAAQhAAAItJ0AHEIAABCAAgSNGoHDE5st0IQABCEAAAhCAQCawmx8ppXDQa0dnIRy82jvQFcPHenPA67m7R+PC/aM52NXbZ+8eidMXh/Kx0RP9MTTWmxNy9fZ35nPdjmNxHVDrwN0caFssrybjKof35UBc/ZBFpeJ7NxE+J/TQUGJTbTimp6GTZRW1XY6i+igul2J5qRRLCyuxMC/NLMfc9FLMTS2FA45nbi3GzORiDkCediIua3whJ+JykHItePnWjfnIuq7y+lzcknLQ87W5oIQBPoAP4AP4AD6AD+AD+AA+gA/gA/jAQfABxoAf4gP4AD6AD+AD+AA+gA/gA/gAPoAP4APt7wNcY64xPoAP4AP4AD6AD+AD+AA+gA/gA/gAPtD+PuC16lXNR17DfmO+mpRrfH5tnfuU171LXgPvZFwzk4vhtfFeI++18l4zvzCznNfQey2919R7bb3X2JdL5bzmXj/yEvzb1uprz23PU6yt5Q8/9NyF1/xXKl6+X8nNOCagXC5HuVSJcrFaep9jCELnOKYgxyX0d+ZYg6HR3hg92R8nzg7E6buGwjEJ5+4ZyTEKF+4fC8cpVBNy9YZjGXyuYxvcTkopeEAAAhCAAAQgAAEIQAACEIAABA47AcYPAQhAAAIQgAAEIAABCDRE4GNV64lSPXtIFd4tHUZzgpJ3NTDwbtX5V1KrzDfhvlqN/57UL7XaCurgv0vu031rs+nmJCYvVqt/Kp2Q9tOepc7+UnLSIRVYiwicUbu/L32JtB/2NHXy/0ruV0V9OyQ17tc47a9fpXI/zQnUXqUOXyH1SfttI+rwF6R7pb3Y+3TyFekgWu198A80uDudXMmfLa/TOL5UapV9tBp+q/RcaT/NnzFvUIdfLjXzM82vi1eqTb9O/HrR5r6Z3w+c1OzufeuRjiAAAQhAAAIQgAAEIHCICTB0CBwUAv6j60EZC+OAAAQgAAEIQAACB55ASikKBakjRWdXR/T2deXg1+Gx3hg50R/HTg3E8bMDceLcYJw8PyS5rMrBr2M6PnKiL1x/cLgnn+tg2J7+zuju7czJurq6O9R2ITrUh/tK6k/dRn5U9LNSCQfilsvV0ttr8rHb5IDeiHJ5VaVylKxiuZqca6UUK8vSUimWl4prWlooxkYtat/ifDGqWlH5mHJir/nHni+yfRsfeBxp38AXeD/AB/ABfAAfwAfwAXwAH8AH8AF8AB/AB9rfB7jGXGN8AB/AB/ABfAAfwAfwAXwAH8AH8AF8oP19gGvMNcYH8AF8AB/AB/ABfAAfwAfuoA9svV59dX37QvFx69+9Hn79GvmVpVJeO19cKeW19KViOa+tL5fKa+vtK5WIqioq12nD2v3aWn5V0gmRH17z77X/jgFwLEBnV2EtPsCxAo4ZcOxA/1B3OJbAMQWOLXCMgWMNTp4fjJNrcQhDOSbh+JnBOHa6P1zP9X2uYxg6uzrCibjcV0opeEAAAk0jQEMQgAAEIAABCEAAAhCAAAQgAAEItD8BZggBCEAAAhA47AT+hSbQyA2id6reNekw2i0N2gmjVNQ1J+TqrVtrdxWc0MgJPwq7O31XZ7mvH9eZrUha1aV2X7YqFXfELqpXX9vPVIk1n8CImvxV6V9K+2nu7/vUoX1MxaG3p2oGfyY9RbpT9h3q+OekAWk/7evUmZPnqdiTvUZnz0oHzfz5+SINyu+FKg6E+X3/ZzSSVvibE+b9udp+knQnzHNzwj5/njajf7/H/Yoa+kapEWtFHTN1Ui4nOmtF+7QJAQhAAAIQgAAEIAABCEAAAk0m4P+cNrlJmjtYBBgNBCAAAQhAAAItJaBbK45fTYWUk2j19nfF4EhPjJ3sDwfFnr4wHOfuGY0L94/FxSeMxYX7RuPc3SNx5tJwnLo4FCfPDcXxMwO5/sjxvhga681JuvoGuqKnrzMH4DoYN9RPpVIJB+6WS5UoFbXtAOAsPfe+Vfl4rldWnVX53Koix/xGJbSxKhUbLc9JfW5dpkgJpQSDlGCQEgxSgkFKMEgJBindSQb0nRIMUoJBSjBICQYpwSAlGKQEg5RgkBIMUoJBSjBICQYpwSAlGKTUDgyYQ0owSAkGKcEgJRikBIOUYJASDFKCQUowSAkGKcEgJRikBIOUYJBSOzBgDinBICUYpASDlGCQEgxSgkFK9RhEqMqWis0e69bSV7RdVSW83n7jOnyvzS+trtPPZbESpWI5ylJJ2z7uc3xupAiv/e/q7sixAI4X50gUAAAQAElEQVQJcAItxwg4VsAxBo4dcAyBYwkcU+DYAscY5FiD+8fCsQenLw7lWISxE/0xONoTjlHo7CqEYxZSinA/wQMCEIAABCAAgUNOgOFDAAIQgAAEIAABCEAAAhCAAAQg0P4EmCEEWkKgU602mqjpDapblA6rvVkD1908/dzePk6HT0jNtmeowV+QClKjdkMVL6/K29rclY3qrJdLg1KzrEsN/bDkRDQqdmxOkvZ2nfXz6+SEJN6vXTsyz++3dMbTJax5BLrV1CuknSRTWlH9ms+69HPt2pU5kdMX7OrMg3WSk3G9TkO6KO3UyjrhAek3pdprxcmDPqjnPqZiR/Z81XaCPr9+tdly+xj18J+lvdqyGni9dBDNiaH8Xribsfn97n060de0dn1d/qL2/Z3k4yp2Zf4c+16d2cxr7cRRf6I23baKHdujOuO1kudoed678WV/jvrzdK/v+SMai9v5MpW7MX8u+3PLc6nJn2tzu2jsXp1jNpdUYhCAAAQiAggQgAAEIAABCEAAAgeZgP9jepDHx9ggAAEIQOCwEGCcEDiCBBzMmlVIUZA6uzqid6ArhkZ7Y9QJuc4N5qRb5+4eiYv3j2Wdd0Kue0bizF3DcerCUJxUHQfVjp3qj9ETvTq3JwaGe3I73b2d1YRcnYVwP6GHA3UdsFsqlcMBvFl5W89VOqC35CRcpUqUdfvNdX1ORfuycrRwrOXjUpNVSyosFVXzk6pSSuq/ptD2RtWOUaYEg5RgkBIMUoJBSjBICQYpwSAlGKQEg5RgkFIbMWAu+j8R1zMlGKQEg5RgkBIMUoJBSjBICQYpwSAlGKQEg5RgkBIMUoJBSm3AgDnw/398AB/AB/ABfAAfwAfwAXwAH8AH8AF8oP19gGvMNT7UPrBxPbufP/Z3OT2LiBSRFdXHhqf+5j7LC+s3rrf3Gvy8Fr9Uidra/Or6/XJUS+0vSl6/73X6XqOvXoQ0OjoLOQbAsQCOLXBswNBoT44VcMyAYwccQ+BYAscUnLtnJBxjUIs3cOzBqYvDOSHX6Mm+GBrpiWpCro4cs5AKKdyPFTwgAAEIQAACEIAABCAAAQjUI8BxCEAAAhCAAAQgAAEIQAACEGg3Asc1oY+X6pkTcb2nXqUDfvy9Gt8VqZ6dVoW7pWbaGTX2M5ITR6nY0j6kI98q3S91Sqeku1blbe/zsf+qfU4EoqJh+1TV/HypvtWvkVTlO6SdJuN6l855nmQOx1R+ovQN6/SZ2vb+PpXPkd4hNWpu81dV+ZKENYfAC9TM10vbWVkHnVTn2SqHpG6p5rMu/dz7P1f7/6e0E7OfvUQnjEiN2N+rkpPanFO5UT+gffXst1Vh43kbn3+p6uwk2Y790cm0Luq8Rs1JzH5SlZ8smd89Kr9cqr1WvlrbT5D8fuBj/4+2F6RGzdfUr1/zbfSc3dTr1UkvlXabvEmnrpkTKvr945Xas/GarH/erOvsNu1L9il1uaU9RUf83l5Q2YjVXi+frMp+n/P73ZO07Wtau74uv1b7nMjNx13P9f068/k61LB9kWo6iZaKPZs/g16tVnZ6Pf+HznmmZF82V7+3e46W521ftq98iuo48aeKhszv+U5c5nE1dMKGSl167oSDO03G5TH6/czXxX37c8tzqcmfa05+6fG9UH34c11FQ2YWr1LNRt/zVBWDAAQgAAEIQAACeyTA6RCAAAQgsCsCjf4hYFeNcxIEIAABCEAAAhBodwIppUhJKqTo7CrkYNfBkZ4Yc0Kus4Nx+uJwnL1nJC44IdcTjsWF+8bi3D2jcebSSJy+MBQnVhNyHTvVHyPH+2J4rDcGhrujb6Arevo6o7OnIzo6Uzhwthbo66Rb5WI5SlapVlaiXAvqLWm7LKl0Eq5qQHAlcpxvJVT6h67MaqGtxyxpMyXNKdYUfqRYfZ5UbtR2xzbW3fvzlGgjJRikBIOUYJASDFKCQUowSAkGKcEgJRikBIOUYJASDFKCQUowSOnwM0iJOaQEg5RgkBIMUoJBSjBICQYpwSAlGKQEg5RgkBIMUoJBSjBICQYpHX4GKTGHlGCQEgxSgkFKMEgJBinBICUYpASDlGCQEgxSgkFKMEgJBiltZLDduvWISJEfOi1qqm7k3Ws/Kt7yD8lr9KtJuSLW1t2vrsXPz0uVcBKu6lp9ba9bw1/Wttf2e82+2/Gaf6/9dwyAYwEcE+DYAMcIOFbAMQNOyOUYAscSnLk0kmMLHGNw0bEG94/l2AMfO3F2IMZO9odjE6oJuQrh9lNKmlLyDA6NGCgEIAABCEAAAhCAAAQgAAEIQAAC7U+AGUIAAhCAAAQgAAEI7BsBJ4o62UBv11TnAekw2y0N3km5VGxrnTrqJCsqmmZPVEtOpKViU3PiKSfxcDKOn1YNJ/Aoqdxo3udjP6QDTvTznSqdvEdFQ/YfVGtE2qs5AckP76ARj/lZqv/Ppd+SpqTtbFEHXys9Q/o4yXxU1DXzI5lJXUwNV9gugZv97nvV0pjkpDpvVDkrbWbe72RcTmLj11aj19Nt2Qd8nrfryWPye9WjqrhRHoN2b2vzOrrxvI3Px1WnIjViTtjzU6pov1TRkLm+Ex59u2r/k+TXvIpNzePw+7IT4/l9/LtUywxU1DW/fr+kbq29VXi6Tv8saTt7pw5+n/TcVfk9za/9jfP4Qx130jFfx43XZP1zH1fVba2R6+w27Usbx7G+YSd08mvA12v9/q22//864AROfr38pbb9Pqeirrme6/s8v97sI3VPWq3QrfIrpb0uCvHn4kvVjl+/Khqy31Oti9JXSW+TtmPpY29Vnc+W/Fnhzwxt1jWP59tUazfzc9IzJ6fT6Q2Z37fcn33a72e+Ltud6M85JzDz57/PaXROnr8Thdm/tmufYxCAAAQgAAEIQAACEIAABA4VgXYbbKHdJsR8IAABCEAAAhCAwH4TSPrTvlVYTcrV3duZE3MNDPXE0GhvjBzry8Gwx8/0x/EzAzkJ16nzg3Hq4nCcvjgUpy+4HI5TKk9q/4mzg3Hs9EA+Z3Q1SdfQaE8Oph0Y7on+4e7oG5IGu6J3QOqX+jpzAq8e9e3+u3o6o6unIzq7pa5CThbW0Zmi0FGoSmP1eAseeIrbHskRxbft0ZOKE3ptpQgdlrY6zn4HWCP8AB84dD7A+5re3PFb/BYfwAfwAXwAH8AH8AF8AB/AB/ABfKDNfYD///P/f3wAH8AH8AF8AB/AB/ABfAAfwAfwAXyg/X2Aa8w1xgfwAXwAH8AH8AF8oG18YPt167rQsfGxYal8hHZ4DX1eS19I1bX1HYXwWvvO1XX3XoPvtfhek++1+V6j7wRbvX2d4eRYXsPfN9iV1/R7bb/X+Dtxltf8D4/1hmMAnEzLMQGODXCMgGMFTjt+4MJwOIbglLYdU+DkXI4xOH6mP3zOyLG+HIMwMNST+3L/HpfHm5f+p+ABAQhAAAKbE2AvBCAAAQhAAAIQgAAEIAABCEAAAu1PgBlCAAIQgEDEOUEYkurZB1VhUjrMNqfBO3mNirrmpBt1KzWhgpOQ/Hu180zp7ZIT7KhoyJyc5uWq+cnSZakR+xeq9LHSXswJZX5cDRSkRsx13eefqfJO5qfq+YvL/l4bnyq5HRV1zclMvlG1uBMqCC2yv1K7HyU5kdK0yp3YP6ryTq6nqseX6YcTAqk4VOYEStslNVs/Gb+GncDKyYV2ytTt+P3tR7TR6PuBX79OyuXEfjqtJbbda7CWrOkT1PP3Sr+9Kr+nPUfbfZLn8gaVTo71xyoPmjmJ4hc1MKiy6rxQ+lbJCd1U7NrsG/aRT1ILN6VGzD7oz/pG6m5V59N14BukRswJz8zlS1X5YWkn5s8If1b4tfCnDZ74Tar3ZGkn5s/472/wBF8/J7P057Tfvxo8ba2ak+rZjz2n313bu/2Gk4V94fZVOLoLApwCAQhAAAIQgAAEIAABCECgaQT8h5WmNUZDEIBAMwnQFgQgAAEIHHoCur1U6EjR0VmIru6O6OnrCgfbOsD2+JnBOHVhKM5eGonz943GxSeMxaWPOqZSun8sLtw3FufvHY1z94zE2XtG48ylkazTdw3HaZ3nc0+eH4qTZwfjuORg3bFT/TF6oj9GjvXG8FhvDI72qL/u6HfyrtXEXT29HdHtRF1dhTyugsaXg3MLKXKAbkS+q33bl+yWK1HWLYZyLitRKq1TUdvFchRrWtE2iiIMYIAP4AP4AD6AD+ADDfsAvz/xuxM+gA/gA/gAPoAP4AP4AD6AD+AD+AA+0P4+wDXmGuMD+AA+gA/gA/gAPoAP4AP4AD6AD+AD7e8DXGOuMT6AD+ADLfWB1fXqJZUlr2Fft6a9ts7da94r5UrcthY+KpH8L+lnIUWhUAivofcafye68tp6r7F3oq2+ga689n5wuDuGRnvymnyvzfcafa/V95p9r933Gn6v5feafq/t9xr/M5dGcmyA1/47BsCxAI4JuHj/WI4RqMYKjIVjBxxD4HMdUzB6vC8GhntyrIFjDjwuj09DDh4QgAAEIAABCEAAAgeRAGOCAAQgAAEIQAACEIAABCAAAQhAoP0JHOgZfnSDo3tE9ZzwRcWhtkaTaTh5SWeLZ+pkKk5M9BPqxwk7VOzK3qGznLCokYRpntPnqv5uLelEJ4NxMhNtbmtlHXUSmhepdPIwFbs2n+923LfbrdfQi1VhpwladArWAIGfVR0nPWs0uZ2qP858Pb9Te39easScmOmuRioeoDr3ayzfIzVif6FKTtbj17I292Ruw8ma3tlAK09Qne+Q/LpWsS/mJITPU0/1kjX5PfEvVe+zpX8mPSQdJPN76bdoQN1SPfsuVfhlqSI1y5wU7/PUWCPv+37tNPpZryYfZyPa4+RVBZX1rPa59jpV3Mt8J3S+/eRNKuvZCVX4ZqlRP+5S3e+VfJ6Kbc187YP/XbXskyp2bZ7TV+jsH5PqmVm/VJWcAFMFBgEIQAACh4sAo4UABCAAAQhA4CgQ8H/cjsI8mSMEIAABCEAAAlsRYH/LCCT9ub9QSOFAXQfH9vZ1xuBIT4wc78tJtE5fGM5Btw62vesJx+Kuj5KeMBYX7pfuGw3vP3fPaJy7eyTXy4G6dw3HqYvS+eE4eW4oTpwbjONnBsLBvWMn+2PkRF8Mq/2hsZ4YUl8Dw93RP9gdfQPd0aP+u3s7o8sJubo7oqMzRYcTclkpqjG7KkMP3xmp6IeDkcvacGByDlQuVaIslUrlKDmYWaWTcZWKpSitSC6R2MAi+wS+gC/gA/gAPoAP4AP4AD6AD+ADB8cHuBZcC3wAH8AH8AF8AB/AB/ABfAAfwAfwAXyg/X2Aa8w1xgfwAXwAH8AH8AF8AB/AB/ABfAAfwAfa3weO6jVeXateXF3DXlvL7rXtWU7EJeW1717/7rXwsfpIkdfKF1KqJuPqKERHZyE6uzvy2vruvs7o6e+MvsHuvPbea/C97n94rCev/R890Rdeq+81+yfODOQ1/F7LYM1t2QAAEABJREFUf+r8cJy+OBxn7lrVpZG89t8xAI4FuHDfaI4NuOsJY6uxAsfC+52Qy7EETu7l2AL35VgDxxw49sAxCBpq8IAABCAAAQhAAAIQgAAEIACBI0yAqUMAAhCAAAQgAAEIQAACENicwN2b737cXiff0R2zx+0/bDs+0OCAnaijt8G6u6nmJB9OpuKkKrs5f+M5f60dTvqioq45udFg3VqbV3Airn+3+aHH7fV4mpmExv73SvXidlVsa75+TjTUuW2tdjzY2jk5gZaTojmh1l57cmKm71Yj75Hq2RlV+BjpsFjSQP+DdFaqZ35P+reqdFVqlj2shpykz21rc1v7eh3959J+mJPp/Wt19FuSX88q6prrOclTsW7N/a3wJHX3OVI9e4Mq/LTkeahoqjn52k810KL90UnNGqi6aRUncXzGpkdu31n7XGskGdztZ27+bEq7v0l6VKpnz1GFRn+fcUJBvz50yrZmf/061Xij1Czz+54/w/xeWq9Nf946qWW9ehyHAAQgAAEIQAACEDiqBJg3BCBwRwkU7mjvdA4BCEAAAhCAAATamEBKqRqw21kIB8f29HXFwHBPDsp1Eq1TF4bizKWROH/vWNSCbC8+4VhcvH8szt8n3TsaDsY9e/eI6g3H2bscsDsUDtr1uSfPD8WJs0Nx/MxgNSHXqYEYPdEfI8d6Y2isNwZHe3J//UPd0TfQFb39XdHjhFzdHeFA3Q6Nq2AVUqSUQj/isUcl/K+s20K1pFw5ULlUiXKpHOViJRzEnAOai+Uorkgua/JzVOUChzUO2U/gAQ98AB/AB/ABfAAfwAfwAXwAH8AH8AF8oK19gP//6+9k+Dg+jg/gA/gAPoAP4AP4AD6AD+AD+AA+0OY+wP//+f8/PoAP4AP4AD6AD+AD+AA+gA/smw/U1qe71P+11q9h95r2vLY9r3GvRC0ZV14DH5XHlsZ7a3W5vJNdFTpTdEheU5/X+fd2Rm9fV15z77X3XvM/NNqT1+R7bb7X6I+dGojjp6Uzg3kNv9fyn74wFKcuDsfpi0PhpFxnLw2H1/6fv2c0zt8r3TeWYwMcI3DXRx3LMQPn7x2LM5dGwvEAjikYOd6X1/z3qH+PpcPr+ztSpJSCBwTuNAH6hwAEIAABCEAAAhCAAAQgAAEIQKD9CTBDCEAAAhCAAAQOHYGRBkc83WC9g17tigY4L9Wze1RhSGqV/YAadhItFU0zJ7lxgpZ6Dd6vCqPSTs03HJ0cpZFznWzkx9XBhpus2rM3c3tu1+3Xa+lLVcFJc1RgTSDwXrXxfZITyqhoil1XKz8iNWKHKSGXE+l8ZQOTcgKj56veg1KzzW26bfexXdv9OuikP359a7Ol9kNq/XeldrBP0yTqvRcuq873S7NSK8zvh/+vGp6Q6tmT61XY4nif9r9A2tQ27HSyvmZ/rn1Qffh9R8W2dl5HP0uqZ56Pk+U14u9OnNUKf/V76Is10DdJ9czsT9erxHEIQAACEIAABCAAAQhAAAIQ2H8Chf3v8o71SMcQgAAEIAABCEBg3wmklCIH7XakcMBud09HODFW/2B3DA73hAN1h8d6w4G0Yyf7YuxkfxzLgboDcfzsYJw8J50fitMXhuNUDtYdjjMqz1xSeVdNOn5xKE45oFdycK/PO6HzT5wdCAf+Hjutdk/1x5h1si9GTkjHpWO9MXysT1KpcTiRV9Zor8Zm9cSgt0d68vPB0Z78fFDPs4Z7YmCkW1LpbRQOwEb4Az6AD+ADd9QHeC/m8xgfwAfwAXwAH8AH8AF8AB/AB/ABfAAfaH8f4BpzjfEBfAAfwAfwAXwAH8AH8AF8AB/AB/CB9vcBrjHXGB/AB/ABfAAfwAdu94GRnvDada/Dz2vZ9dxr3b3GfWh1zbufD4325LXvuVxdIz+ssrZufuRYX16/7zX1j63h7w+vuXeSLK/BP3F2cG0tv9fpO/nW6YtDcfquoTizuo7/9KXh6tr+i8Nx2vKa//NDceLcYPh8t3Xs9EA4RsD9jBzvi2GNY0jj8xwcU+DYAscYONag0JFy7EFKKXhAAAIQgAAEjhABpgoBCEAAAhCAAAQgAAEIQAACEIBA+xNghhCAQHMIDKgZJ7FQUdf+sW6Nw1GhqGGWpHrWoQqWiqabk2a9uumtRoyrzd+R6tmYKuwmwUejSYbeo/a/W3LSERVNN7f7crX6qLSdOVnOl21XgWM7IvCDqv2w1Gx7sxp08igV29oTtz16cA765nyjieuc8KfZCYzWk/B7zU+t37HF9nO0/26plebESj+nDpxESsWhtl6N/nOlembffme9Sns8/hGd/zapnnXVq7DF8adq/6dL9cwJIV9Tr9Iuj7tt+3K905+tCp3SdvapOthI4q4/VL2flFrlr1Nq+6WSk7ap2NKcVLIR/ls2wAEItAkBpgEBCEAAAhCAAAQgAIEDR6Bw4EbEgCAAAQgcegJMAAIQgECDBHwrLqWQhX8UOgrR1d0RPX2dMTDUHQ60ddDtsVP94aDeHMh7cTicjOvc3SNx/l5rNC7cOxYX769Jz7V94b6xuHCftlWeV3ne5b2jOud2nVvdd+6e0ahtn7+n2m5uX/v93MfOqb9cT8fPZemc28qRyPs1tlzmY6v72K6ygQMc8AF8AB/AB/ABfAAfaCMf4Hddfu/HB/ABfAAfwAfwAXwAH8AH8AF8AB/AB9rfB7jGXGN8AB/AB/ABfAAfwAfwAXwAH8AH8AF8oP19gGvMNcYHDrQPPG5t+mZr2LXPa929Nv6ekTjvNfB6fj4/Hw2vi8/r4X1M+7ydj2k7l15v7+37qmvwvfa+thb/gtfm3z+a1+vn7XvH1N5qmxqb1/afujgcXut//OxAjJ3qz8m+nCRsYKg7xwY4RsCxAo4ZqMUORAoeEIAABCAAAQhAAAIQgMC+EqAzCEAAAhCAAAQgAAEIQAACEIDAoSfgO0z1klcc+klumMB1Pb8l1bPVpFX1qu3q+K/oLCfPUtF0e6tadNIxFVtav46ck3Zqn6cTnORKxZbm5CXfo6PmrKJlVkvuU6+DL1eF3SQf02nYOgLv1fYbpFbYNTXaSNKiS6o3KB1082vr8xsY5P9SnV+VWml+Pf6iOnhE2s6cmNGv7+3q7PXYr6mBy1I7mK/xP29gIk68uNBAvb1UWdTJ75Lq2QlVcCIxFTuyf63a3dJ25qRSP64KTpaoounmz0t/btZr+JNV4S5pK/PvPP5McLlVHe+f14//W2r1tfsr9fG7Uj17gSr0SRgEIAABCEAAAi0nQAcQgAAEIACBxgkUGq9KTQhAAAIQgAAEIACBZhPIf+lPKWRR6EjR1dMRvf2d0T/UHUOjvTkYt5qQazBOnR+K0xeH1hJynXPQrwOF7xvNybcu3q/y/rG46OcqL9w3Fue9rfJCLkfz8/P3jsWFfK6eq3SSrfMqs+4ZzYm5vC9r3f61wGTVyXXdt4/fPRLn79Z52n9O2w7IPnvPSCAY4AP4AD6AD+AD+AA+gA/gA/gAPoAP4ANN8AH+j83fGPABfAAfwAfwAXwAH8AH8AF8AB/AB/CB9vcBrjHXGB/AB/ABfAAfwAfwAXwAH8AH8AF8AB/Y1Ae8Nr26Rn00r1k/f/dI3LaW/R7t97p2l9a9oxvWw6v+6n6f5zXyTtDl7eqa+rHcXm29/YW1tfdjkRNw3Te6moxrNC5o2/L5Tup1TmM5e2k4zlwcymv9T5wdDK/9Hznel2MBHBPg2ADHCDhWIKUIBw64CB4QgAAEIAABCEAAAhCAAAQgAAEItCcBZgUBCEAAAhCAAAQgAIHWEfBtpo4GmndSl1YnpmhgGG1R5apm8cdSq+wBNewERyqaaiNq7YulevbXqvAmaT/sNepkQtrOnqSDz5CwvRFw0phW+JVH5QRyf+uNNtG/1DwuSfXsZ1RhVnrMWrP1ETXr66diW/syHW1VwjNf4zeq/XaxM5pIt7SdOQna27er0MRjDzXQ1oDqdEo7sTFVfqZUz+xf76hXaY/H/blS7/3eyRfv3aafu3Xs2VI9e50q/J3UavPr4lXqxL9jqdjS/J7y5C2PcgACEIAABCAAAQhAAAIQOHwEGHFbECi0xSyYBAQgAAEIQAACEDisBFI4plZK1YRc3R3R09e1mpCrJyfkGjs1EA7OPZUTcg3H2UsjOdg4J8haDerNwb73j0UtKZcDfasay4G/Dhg+f181WDhv3zuaA4dr2zkg+J7RHHyc23VQsuvcMxIOOj6n57l0ndo+b9+9etz7VrfPer+fI7EzH5QD4fGHQ+0PXENex/gAPoAP4AP4AD6AD+AD+AA+gA/gA/hA+/sA15hrjA/gA/gAPoAP4AP4AD6AD+AD+AA+gA+0vw9wjbnG+AA+gA/gA/gAPoAP4AOHzQeqa9NH41xeq+7rN7q6rXJt3frq9uqa9/P3jKyulVfpOvfWjo+u7l9X3qftrLHICbq0feE+bd9fTcB18f7VbZXePq/jWWr3rPo5c2kkTl0cjpPnh/Kaf6/9rybk6skxAY4N6OruyLECKaWQRaTgAQEIQKClBGgcAhCAAAQgAAEIQAACEIAABCAAgfYnwAwhAAEIQOBIEnDylbsamLmTcd1qoB5V6hNw4qEr9avtusaUznQCHhXb2rltjz7+4P3a9bFSPftVVfAYVLTcPqAe3izVs8+sV4Hj2xJwsphGOG/bSJ2D761z3IdP6kevdJDNd+4/u4EBer6tZrp+GL+pJ07+o2JL8+v74pZH93bg/Trdc1bRFvaXmsVxqVNyEign/Xu+tn9SchKuGypd57LK/bBWfaY8RYN/qlTPXqsK9fxLVfZk/lx72zYtrOiY/axH5VZmHz+/1cHV/X6/+2Vtt3o+6iLb3+inpWJL69eRp0lNNRqDAAQgAAEIQAACEIAABCAAgb0RKOztdM6GwL4QoBMIQAACEIBA+xPQrbmUUg607ewqhINuu3s7o7e/M/oGunIw7sBwdwyO9GQNjfbG0FhvDI/15aRdDtodPe7t/hg90RdjJ/vDwbzHTvXHsdMDcfxMVU7sdeLcYJy0zg+Fk3yduqBSOn1xKE7ncjhOX5TWbZ/R8zN3DcfjdGkkzlzS/ku1cjjO+vldeo7iDAxggA/gA/gAPoAP7MQHqIu/4AP4AD6AD+AD+AA+gA/gA/gAPoAP4APt7wNcY64xPoAP4AP4AD6AD+AD+AA+gA/gA/gAPtD+PsA15hrjA/gAPoAPNM0Hzl4ajjNrGlndVrnZ2vaLw9V18C7XrYWvrpEfitq6ea+hdwItr6nP6+vPDub19sfODOS198dO98fYyQGpP6/NHz2u8nhfDEtetz881pfX8ntNf219/8Bwd17z77X/jgFwLIBjAhwbUOhIkVKKkAUPCEAAAhCAAAQg0D4EmAkEIAABCEAAAhCAAAQgAAEIQAAC7U+AGULgqBN4qwAsSq2yshpekurZaL0KG447GUj/hn0bn05ox5uk/TInTHlDA509U3XGJOv4sHkAABAASURBVGx3BJzsp9XJlJz0r97onECwq16lO3zcSZqe3sAY7LfXGqjXrCq+fk5WtF17x3Twn0utsL9Wo+NSu1lJE7oueX6/pvLbpU+UTknPk/wepeLQmhNyOenYdhN4RAedhExFS82fm3+uHpwc1J8zr9D2c6WPkoakbulJ0h9JW1kjyRn/SSe/U9ov83z+qoHOnq069a6FqmAQgAAEDhwBBgQBCEAAAhCAAATalkChbWfGxCAAAQhAAAI7JsAJEDhcBByPm+NytVEopCh0FMIBuw7c7e7piJ6+zujt74q+wa7oH+qJweGeGBrtiWEn8jreF07cNerEXdKxUwPV4OEzAzmYOCfwOjsY1QDjgXASr5py8PH5wXDpYORaYPLpC8NxKmsocnIvJ/hCsMAH8AF8AB/AB/ABfAAfwAfwgQPnA/yfhf+z4QP4AD6AD+AD+AA+gA/gA/gAPoAP4APt7wNcY64xPoAP4AP4AD6AD+AD+AA+gA/gA/gAPtD+PsA1PgrX+NSFobxG/fTqOvVTfn5+KK9lP7m6pr22zj2XZwfyGvjjZwfX1sWvJdo6NRBjJ/vDa+i9lt4JtobHemNopCevtR8Y7Akn1Orp64ruvs7o6umIzu6O6Ogq5LX6XrNfW7+fggcEIAABCEAAAhCAAAQgAAEI7A8BeoEABCAAAQhAAAIQgAAEIAABCNwxAu9ucc9zat8JUlQ0zXwr81810JrndrmBes2s8rdqbItkTjpStSequEvCdkfggzptUmqlOanRfCs72Ke271E/lopt7Y3bHm3+QSfDelcDzX56A3V2U+VtOqkiYYeHQKPv+762+/W+/zLhc+I4J9Z6ibZ/W/qANCvVMyft+vh6lXTcydX8etHmvtlbGujJY3fCvwaqUgUCEIAABCAAAQgcRQLMGQIQgMD+Eyjsf5f0CAEIQAACEIAABCDQFAK+BSKllCKlFIWOFB2dhRz029XTGT29nZETcg10x8CQ5EDhkd6ckGvkWF+MrCblGjvVH8dOWwNx/PSqzgzGCen4akDyibN6Lp08NxQnzw3GyfND4WRcJ1cDmnNgs79kX89PXxgOVIcBjPARfAAfwAfwAXwAH8AH8AF8AB/AB/ABfKD9fYBrzDXGB/ABfAAfwAfwAXwAH8AH8AF8AB/AB9rfB7jGXGN8AB/AB/ABfAAfwAfwAXwAH8AH9sEHhuLURemCdH4oamvYvaY9r20/NxS19e4u8xp4r4W3VtfHH1N57HR/eO28k3GNHO+LkWN9eW394GhvDAz3RP9Qd/QNdOc1+D29ndHd0xldTsjVWchr9VOqrtuPFJEVPI4MASYKAQhAAAIQgAAEIAABCEAAAhCAQPsTYIYQgAAEIAABCEAAAhC4nYATDl25fdeheDaqUX6UVM+cuKmRxCj12tnJ8YdV+Ya0nQ3pIAm5BGGX9qDO2+/rqi4Ppfl10ldn5DM6bqYq9s2cDOvvG+jtftUZlJpp7vtDzWzwQLbVfoNq9H3/bzX1onTQ7aQGaP9Wsa29W0ftsyr2zfx+4N8PtuvwjA5ekDAIQAACEIAABCAAAQhAAAIQuJME1vVdWLfNJgQgAAEIQAACEIDAISOQUoqUpELKQb5OyNXV1RHdPR3R09cZ1YRcXTk42EHCQ6M9MTTWGw4gdiDx2Mn+sI6dGojj1mmVZ1b1uGRcg5EDlh3EvCon5Tp1YShO13RR2yhOwwAG+AA+cEB8gPcjPpfwAXwAH8AH8AF8AB/AB/ABfAAfwAfwgfb3Aa4x1xgfwAfwAXwAH8AH8AF8AB/AB/ABfAAfaH8f4BpzjfEBfAAfwAfwAXzgyPvA6np1r133GvacjGt1TXte435u8HFJuY7X1sV7jfypgfCaea+dt7yWfuR4X15bPzTSsy4hV1deg++1+F09HdHZ1REdtYRchVRdu59S8IAABCAAAQi0ggBtQgACEIAABCAAAQhAAAIQgAAEIND+BJghBCAAgT0QWNG5JNoRhH2yW+rnmnTYzIlA7m1g0P/YQJ1mV3Fyo4800OiTG6hDlc0JvG/z3ezdhMAzNtm3cZcTyF3duHMfnjfy+rxH43ACOxVNM3/GeM5Na5CGMoFe/fwc6Tek35GabWNqsJEEUE5gpaoH3vwZdrqBUf5TA3WaXcWJOm/WabRfx89JGAQCBBCAAAQgAAEIQAACEIDAwSBQOBjDYBQQgECbEmBaEIAABCCwHwRShGN6U0pRKEgdKQf9OvC3s6sQXd0dWU7S1d3bGQ4Otpysy+ob6IqsQZWD3dEn9a/XUHdO6NW/rhzQ9sBwd1TVoxINDMMABvgAPoAP4AP4AD5wZH2A3wf5XRAfwAfwAXwAH8AH8AF8AB/AB/ABfAAfaH8f4BpzjfEBfAAfwAfwAXwAH8AH8AF8AB/AB/CB9vcBrjHXGB/ABw6JD6yuYx/qftw697zmfd1aeK+Nr6qrumZ+oCsn3PI6+p6+6tp6r7H3WvvaunuvwfdafKvQkfIa/ZRSXrMfKXhAAAIQgAAEIAABCEDgsBNg/BCAAAQgAAEIQAACEIAABCAAAQgcTgKLGnYjiVKcCKJdEkH0ac7dUj2bVgUn0FLRNCupJUvFobLzGq2Ts6jY1j6w7dHWHJxTs49I9YyEXPUIbX38MPrs1rNp3REnSLqvgeYvq479VsW+mpOALdTp8YSON/u93u+j19UutnsCHTrVybGeq/JnpQckX8s/UfnlUpfUbDuuBkek7WxeB51MSsWBN782663O8XzuhK86ad1DDRDkc6wBSFSBAAQgAIGmEaAhCEAAAhCAAATqECjUOc5hCEAAAhCAAAQgcAgIMEQIQAACEIAABCAAAQhAAAIQgAAE2p8AM4QABCAAAQhAAAIQgAAEIAABCECg/QkwQwhAAAIQgAAEIAABCEAAAhCAAATanwAzhAAEIAABCEAAAhCAAAQgAAEIQKD9CTBDCEAAAhCAAAQgAAEIQKDJBCpqrygdJXNiqeEGJrysOk54oqJp5oQbTrzRtAb3qSHzqpfIxEP5Nv34uX2Wk9N8kvqsZ0405IRJ9epx/PEE7kCitccP4hDscVIkv1bqDfUpqvCT0n6/Vv6L+qz3GnDCQr9HqmrT7LC+7zUNwA4aGlTdS9IXSC+Vfl9ygih/TjuR22/q+TdIrqOipXZGrdsfVGxpTrZ2bcujB+uAE4zVG5Hn+92qtN+vzZ9Qn0+S6pmTY9arw3EIQAACEIAABCAAAQgcMgIMFwKHlwAJuQ7vtWPkEIAABCAAAQhAAAIQgMB+E6A/CEAAAhCAAAQgAAEIQAACEIAABNqfADOEAAQgAAEIQAACEIAABCAAAQhAoP0JMEMIQAACEIAABCAAAQhAAAIQgAAE2p8AM4QABCAAAQhAAAIQgAAEIAABCECg/QkwQwhAAAIQgMDRITCnqT4iNWJPaKTSIahzSmPsl+pZK5LIlNSpk6CpOFTW6LV/tmb19XdAd6vPejagCp0StnMCKzs/5Uie4WRKdzUwcyeHe4Hq7fdr5Tnqs15iPR93UiJVbZod1ve9pgHY0NConj9d+lrpp6W3SU665c+GGW0/IL1O+h7pi6ST0p2wcw10uqQ6h+X94Yka6+b22F77v18n+/3a9PuB3xceG8nmWyOb72YvBCAAAQhAAAIQgAAEIAABCNwJAiTkuhPU99Anp0IAAhCAAAQgAAEIQAACEIAABCDQ/gSYIQQgAAEIQAACEIAABCAAAQhAAALtT4AZQgACEIAABCAAAQhAAAIQgAAEIND+BJghBCAAAQhAAAIQgAAEIAABCEAAAu1PgBlCAAIQgAAEIAABCEAAAhCAAAQg0P4EmCEEDgiB9zU4juMN1jvo1Y41OMBp1TssiUY01JZaR0tb35/GL6obJ+VSgUGgJQT8OrFa0vg+NtpoAr5Gh+TEj8VGK7dZPSd4+ijN6SXS2yUnJ7ul0tu/oPKbpWdIdyrplrre0pw4bMuDqwcuq/T1VXGgzdehHRIynhdlPscEAYPAYSXAuCEAAQhAAAIQgAAE2osACbna63oyGwhAAALNIkA7EIAABCAAAQhAAAIQgAAEDiSBSqUS5XI5SlKxWIrl5ZVYXFqK+YWFmJufj7m5qmZd6vnCwmIsLS3HykoxSqVSPtdtHMjJMSgI7D8BeoQABCAAAQhAAAIQgAAEIAABCECg/QkwQwhAAAIQgAAEIAABCGxJwPdO8/1X3Uv1PVXfW/U9Vt97zfdcfd/V0r1X35Nd1L1Z36P1vVrfs/W5bmPLDjgAAQhAAAL7RYB+IAABCEAAAhCAAAQgAAEIQAACEGh/AswQAhCAAAQgAAEIQAACEIAABCDwYIMI7lY9J7VQcajtyQ2O/lHVW5TawfY6hyfutYEDcL6TsfA9uQfgQrTxEE5rbmPSYbeuJk/gpto7au+lw5qzk3BdU+mkly9T+XSJ9yBBuAPmJFZOZnUHum5ql/4ca4ffw5oKhcYgAAEIQAACEHgcAXZAAAIQgMA+EeA/+fsEmm4gAAEIQAACEIAABDYjwD4IQAACEIAABCDQOAF/kZu/0M2JtVZWVnIiLn8J3NTUTIyP34rrN8bjmnX9Zly7diM/n7g1FdMzszG/ITGX22q8Z2pCAAIQgAAEILA3ApwNAQhAAAIQgAAEIAABCEAAAhCAQPsTYIYQgAAEIHDYCPieafXeazGWlpbzPVXfW/U91nzvVfdcr/neq+7B+rnvyfrerO/RLi4the/Z+nzfw3Vbh23+jBcCEIAABCAAAQhAYDcEOAcCEIAABCAAAQhAAAIQgAAEIACB9ifADCEAAQhAAAIQgAAEDjABJ+QqNjC+j1KdUekwW68G/1SpEXtHI5WoAwEIQAAC6wkc6W0n4voeEXASMifhOqntw2pPOKwDZ9wQgAAEIAABCEAAAhCAAAQgsB8E6IOEXPgABCAAAQhAAAIQgAAEIAABCLQ/AWYIAQi0BQF/iZu/zK1YKsXKSjGWlpZibm4+Jqem4+ZqQq7rN26GvxTu6vWbcePGRNyanIyZmdlYWFiIpeWVWCkWo1Qqh9tqCyhMAgIQgAAEIAABCEAAAhB4jABbEIAABCAAAQhAAAIQgAAEIAABCLQ/AWbYNAK+Z+p7p76H6nupvqfqe6u+x+p7rb7n6nuv13UP9vqN8XxP1vdmfY/W92p9z7aoe7e+h+u2mjYwGoIABCAAAQhAAAIQgAAEIAABCEAAAhCAAAQgAAEIQAACEIAABCAAgfYnwAwhAAEIQGA3BB7QSdekenavKpyRDrONaPBPkupZRRU+JGEQgAAEIACBegSSKjxb8ufGS1V2SfthK+rk1dJ3Sc22/ZpDs8dNe0eJAHOFAAQgAAEIQAACEIAABCBwBwmQkOsOwqfro0WA2UIAAhCAAAQgAAEIQAACEIAABCCwNwJeCVkql6NYLOXEWotLSzE7P5cTco1P3IobN8bj+vXxnJDr2rUb4S+Fm7g1FdMzczG/sBhLy8s5kVdScWXcAAAQAElEQVSpVGpZQq69zZCzIQABCEAAAhCAAAQgAAEIQAACEDgMBBgjBCAAAQhAAAIQgAAEIACBdiDgJFq+d+rEWr6X6nuqvrfqe6y+1+p7rjkhl+7B+l6s78k6IZfv0fperRN5+d6t7+H6Xm47MGEOEFhPgG0IQAACEIAABCAAAQhAAAIQgAAE2p8AM4QABCAAAQhAAAIQgAAEIAABCECg/Qm02Qxvaj5/J9WzY6rwBOkwm8d/VwMTcIKyDzdQjyoQgAAEIHC0CThx1X8Vgj+VTkittgfVwculJ0t90gul90gYBCAAAQhAAAItIkCzEIAABCAAAQhAYDMCJOTajAr7IAABCEAAAoeXACOHAAQgAAEIQAACEIBA2xKolMs5odbi4lLMzc3F9PRsTE5Ox8Stybhx81ZcvzmhcnxV3p6I8fFb+bjrzczMxvz8Qiwtr4S/WM5fMGe1LTAmBgEItDMB5gYBCEAAAhCAAAQgAAEIQAACEIBA+xNghhCAAAQgAAEIQKAlBHyP1PI9U9879T1U30v1PVXfe/U91hv53qvvuY6vu/96a+3eq+/Vzs3NR07MtVIM38ttyWBpFAIQgAAEIND+BJghBCAAAQhAAAIQgAAEIAABCEAAAu1PgBlCAAIQgAAEIAABCEAAAhBoFoFFNfRWqRH7zEYqHeA6n6yxdUr17G9V4YqEQeBOE6B/CEDg4BJwMq4f1vC+X2qF3VKjr5W+U/pYyQm47lbp5/+ksiS1yt7XqoZpFwIQgAAEIAABCEAAAhDYlAA7IQCBQ0aAhFyH7IIxXAhAAAIQgAAEIAABCBwMAowCAhCAAAQgsP8ESuVyLC0txczsbExMTMXal8DdqH0RnMrxW3FTGp+4FZa3b9wcj2s3bub6k9PTOSnX8koxymrPXzRn7f9s6BECEIAABCAAAQgcBgKMEQIQgAAEIAABCEAAAhCAAAQgAIH2J8AMIQCBo0TA90Yt3yv1PdP5+fmYnJqOGzfG49r1G7m8MT5Rvdeqe67V+6238r1W33ddu0erOk7eNTMzl+/h+l7uUeLIXCEAAQhAAAIQgAAEIHD4CDBiCEAAAhCAAAQgAAEIQAACEIAABNqfADOEAAQgAAEIQOCIEPhzzbMo1bNnqcIJ6TCaE5l8eoMDNw8nKmuwOtVE4H9JQ1I6oLqkcT0qYRC40wS+UAM4qK8Tj+tlGh9Wn4BZfYeqvUjaq/m9yYm3vk8N2T/8ftWt7WPSc6SXS/8gtfhzST08Zq1M9vVYLwdr61c0HF/Xg6pP0/hmJQwCEIAABCAAAQhAAAIQgAAEDgCBw5uQ6wDAYwgQgAAEIAABCEAAAhCAAAQgAAEItJgAzUNgHYFyqRyLi0vhL3Vzsq38hW85GddE/gK4mzcnImviVoxPTEq3wl8Wdz1/edzN8JfDTU3N5IRcKysrOSGXv2jOXzhnreuKTQhAAAIQgAAEIAABCEAAAhDYTwL0BQEIQAACEIAABCAAAQhAAAIQgEDLCfieqOV7pJbvmc7PL8SUE3LpXuu16zfD91Z9z3V8/FaMj0+GE3LdHN9wP1Z1XWdC92RnZ2djcWk5fC+37gSoAAEIQAACEIAABCAAAQhAAAIQgED7E2CGEIAABCAAAQhAAAIQgAAEIAABCLQ/AWYIAQjcaQLv1QDeL9Wzj1aFp0mH0e7ToJ8h1TMnJntrvUpH7Pj7jth8mS4EdkPgmk66JWFHg8CnaJrfL+3UJnXCL0tOvHVapb+/+5xKJ976XpV/ID0krUgH3S5qgAPSQbc5DfARCYMABA4KAcYBAQhAAAIQgAAEIACBNiDg/9C3wTSYAgQgAIHWEaBlCEAAAhCAAAQgAAEIQAACEDgYBEqlUiwuOSHXbEzcmoobORnXeE605WRb1s38xXC3cjIuJ+3yF8E5cdf16zfj5s3xmJyajrn5+VhZKUapVA5/4Zx1MGbIKO4kAfqGAAQgAAEIQAACEIAABCAAAQhAoP0JMEMIQAACEIAABCAAAQgcdQK+N2r53qsTcs3NL+R7qL6v6nuqN25U77/enLgVE5ITc/kerO/FbtTErcmYmZ2LxcWlKJXLRx0t84cABA4QAYYCAQhAAAIQgAAEIAABCEAAAhCAQPsTYIYQgAAEIAABCEAAAhCAAAQgAIEjTOCm5v4mqZ4lVfhqqVM6bPZlGvCoVM/epQrvkbDHCJQe29xy6x4dGZIwCBxVAn6dWPXm/+R6FTh+4AkMaoTfL3VLjdrPqKLfJ4+pfIHkxFvXVVakvZoTeu21jY3n/+PGHZs89+8Ch+H7x83YyTY3mcJtuy7pma+tCgwCEIAABCAAgXYgwBwgAAEIQAACrSRwGP5D3Mr50zYEIAABCEAAAhA4KAQYBwQgAAEIQAACEIDAJgT8ZXDlciXK5XIUi6VYWlqO+YXFmJmZjWlpZmYuf8nb7Nx8+MvirPn5xVhQHZfe73qT09MxNT0bc6rnL4Tzl8v5S+aclKus9itekrFJ/+yCAAQgAAEINJkAzUEAAhCAAAQgAAEIQAACEIAABCDQ/gSYIQQgAAEIQOBAEqjeey1H9T5pKVaWV2JR91V9D3VqeiYmp2byPVg/n59fyPdlfW82b+u57706AdeM7tNO697rjO7V+pjv4RaLxXxPt3rvlZuvB9IBGBQEIAABCEAAAs0mQHsQgAAEIAABCEAAAhCAAAQgAAEItD8BZggBCEAAAhCAAAQgAIGDSuA3NbBGElZ8juo9STpMdlqD/XKpEfsjVbolYY8RaCQxy5iqn5IwCBxVAjOa+Eekmm1VPmGrA+w/NAQ+XyP9VKkRe68qfZz0zdIDUisWw46q3WbbghqsN9YTqtOKZGBqtunWyOfYRfU6IGEQgAAEIAABCEAAAhCAAAR2QoC6R5QACbmO6IVn2hCAAAQgAAEIQAACEIDAUSXAvCEAAQgcHgLrvxBuZaUYyysrsbS0EotLS+GkWpb3lYqlWPtit3WZtXy+v0xuZbkYS4tLsbC4mM9bWl6O5eWVWCkW85fNlctlQam3tkRVMAhAAAIQgAAEIAABCBwaAgwUAhCAAAQgAAEIQAACEIAABCAAgfYnwAwhsHMC5XIliqVSrN1/1b1T33fN91J1H9b3X3183W3X8H1Xq6z7qr436zpr92yXfO/V0v1X3dP1/VnXc/2dj44zIAABCEAAAhCAAAQgAAEIQODxBNgDAQhAAAIQgAAEIAABCEAAAhCAQPsTYIYQgAAEIACBHRN4t874G6meOfHHN6lSkg6LPVcDbSSJ2LLqvV7CbidwVU+dnEXFljakI4clMYuGikGg6QTm1OIjUj27WxVI+iMIh9T6NO4XSI3YB1TJSSz/XmUrraMFjd9Qm7PSdtavg4clEaOvhYa7rZ3U0TPSITSGDAEIQAACEIAABCAAAQhAAAL7TYCEXPtNnP4iYAABCEAAAhCAAAQgAAEIQAACEIBA+xNowgz9JW/l9V8It7wSTqa1tLgcC4tLsZi/3G0lf2FcpVyO8Amr/Tq9lr/krVgsRf5COJ2zuLgYS0tL0nLe5y+Z85fJlStlneozVk+mgAAEIAABCEAAAhCAAAQgAAEIQKAxAtSCAAQgAAEIQAACEIAABCAAgUNDwPdPy7qv6qRaK8Wi7r2uSMu677oUi7r/6nupKysrUSo9dv/U53iCLn1uUect+76t6udzVPoers9zm9WEXBXdf/VZqG0IMBEIQAACEIAABCAAAQhAAAIQgAAE2p8AM4QABCAAAQhAAAIQgAAEIAABCECg/Qkww3YiMKXJvFpqxF6oSk+XDoNd1CD/vdSIvVmV3iVhtxMY11P7h4pt7VO2PcpBCLQ3AX/BzAMNTPEpqnNawg4ngadq2J8u1bNJVXi+9KDUantiCzpwIkYn5arX9EfXq9DE404E+itq77r0NunnpG+RPku6IPVKW5nPKW51cHW/E0t+zOo2BQQgAAEIbEaAfRCAAAQgAAEIQAACawRIyLWGgg0IQAACEGg3AswHAhCAAAQgAAEIQAACEDjsBCrhL3WrfiHcSk6itby0HIuWv9htaUn7iuEvfXM95+OqKSrOz1UJf+GbvxBuUXUXFpZ07lL+UjnvWymu5OP53MOOivFD4AgTYOoQgAAEIAABCEAAAhCAAAQgAAEItD8BZggBCEAAAhCAAAQgsHcCvpfqe6PFUilWVoq617oSS773Ki0sLoYTbC1rv++x6m7rWodOxmWVyxXdm9W5yyuxqPuvizpnSef6Hq7vvxZ1/9Vtl8tlnasbtvqJQQACEIAABHZCgLoQgAAEIAABCEAAAhCAAAQgAAEItD8BZggBCEAAAhCAAAQgAAEIQAACTSPwe2rpvVI961eF75cGpYNsTt7xIg3wfqmeeXHS/0+VFiTsdgJOyvLB23dt+uyTtbdlPqG2MQgcdAJ/08AAz6gOSX8E4ZDaMzXubqme/ZoqvENqtfk991ILOnESxkZ+H/gk9d0p7Yd5rveoo5PSM6Svl14pvV66LPnz24uNP1PbG83J8q5t3LnJc5/r3x02OcQuCEAAAhCAAAQgAIH9IkA/EIAABA4DARJyHYarxBghAAEIQAACEIAABA4yAcYGAQhAAAIQgECLCOQvhNMPf2FbqVQOJ94qlkpRLDkJl8piKcp6XilXQtVuG0VKKe+rfjFcOfK5xaLKUjjBV1HnldSm2/b5ufJtLfAEAhCAAAQgAAEI3EaAJxCAAAQgAAEIQAACEIAABCAAAQi0PwFmCAEIQKDNCVSirBurvkda9P1S3W91mbW67WO+x6pqkdKGOHXtLFfKUSpLrp+le7BuK6sc689vc5hMDwIQgAAEIAABCEDg8BJg5BCAAAQgAAEIQAACEIAABCAAAQi0PwFmCAEIQAACEIAABI4CASereHWDE3226n2LtGFBkPYcHPsCDeXbpEbsz1Xpf0vY4wnMaNf/kerZx6nC3dJ+2pg6e5t0RXL5cyrtl5+l8oLkBC4qMAjsC4F/Ui8TUj2zf+73e+dXalCz0oek10gvl75CcnKwUyo7JKxKYLuffp/b7riPFfXjN6SK1GobVQf3S822RTX4LqmePU0VTkv7YX5Pf3Kdjm7p+CPSRrupHX8n1bNPVAW/HlTsm92rnpww7GGVb5R+Wvpa6dOks1KvhEEAAhCAAAQgAAEIQAACEIBA8wnsqUUScu0JHydDAAIQgAAEIAABCEAAAhCAAAT2iwD9QOAoEqiEE2VVv/CtrM1KVmh3pIiU8g9tyGqbq2Xo4cMqsqXkA3lTp1fbqbar7epufkIAAhCAAAQgAAEIQAACEDgABBgCBCAAAQhAAAIQgAAEIAABCEAAAu1P4A7OUPdaK1m6T6oNme7Jajy+nep7qtq01TZTSvm+bEoptBFJ/yI/Uv7pH77vWi6rPUsN+nm1UR9FEIAABCAAAQhAAAIQgAAEIACBo0qAeUMAAhCAAAQgAAEIQAACEIAABCDQ/gSYIQQgAIE7TsAJ+Y6GHwAAEABJREFUud7b4Ch+WPW+RDqIdkmD+lGpke9GrajeT0hOVqMC24SAk4Rssvu2XU4M82W37Wn9k2eoi6dLTlri7a/X9iul10uXJScT8/V9qbYxCLSagH3u3Q108hzV2c/kdX3q799KA5KT/zxP5YulX5c8XidjdBIpJ+tqRXInddMW5gR//mypNxknCDTLevWacdwJ1c41o6FN2niz9vn9U8WWdpeOfKy0H/YEdXJM2s4+rINXpY3mBGNOvLlx/8bnT9KOT5f20/4vdWa/Oq/yWdI3S78gmb99aUHbJenfSFjbEWBCEIAABCAAAQhAAAIQgMBhJdDIH50P69wYNwQg0GwCtAcBCEAAAhCAAAQgAAEIQAACENhnAhWnz6pUIn+Bm8rql7c9Ngh/zVtKKVJK2mmFtqvSz3Xb+Vn+3jc1ExV/GZzl5SRW8FgjwAYEIAABCEAAAhCAAAQgAAEIQAAC7U+AGUIAAhCAAAQgAAEIQAACR46Ab4tWVu+/+n5pOd84re5NkTIP33a1Qs9dWrH68HZKKVJKEbLQw02oyahUyuH2KnmHDmAQgMDBIMAoIAABCEAAAhCAAAQgAAEIQAACEGh/AswQAhCAAAQgAAEIQAACEIAABCAAgfYnsPUMnZjlB7c+fNsRf++ok0Y4IdJtB+7wkxH1/yrJyTtU1LU/Uo0/kbCtCfyDDm2W5ES7b7Mv17PT0n5Ypzr5aml15Zm2tra/2foQRyDQNAJO6vfWBlpz4p3Pa6Bes6o8VQ01kmTICcUaeZ2rOWwbAh/RMScDVNFS83vf56sHlyq2tXt0dEjaif2TKj8kbWfuu9ExbNdOvWPu54vrVdJxf1ZNqtzM/Np04rnNjq3f9wI9cRI7FS03/77y/AZ6cUKx9zVQjyoQgAAEIACBzQmwFwIQgAAEIACBphPwH8ab3igNQgACEIAABCAAgb0Q4FwIQAACEIAABCAAAQisEag4h1Yl/MVt/lI4P7O8+iJ/z5s2ZLG27Y3wnoi8Gd5OkVIKP9ScTl9tr7JahkofRBCAAAQgsK8E6AwCEIAABCAAAQhAAAIQgAAEIACB9ifADCEAAQhAAAIQOEAEfLN0VbX7r35aG2FKvqdaVd7MB1K+15pStcy79CNJVdO9Vt93Lassl9fuxVaP8RMCEIAABCAAgaNCgHlCAAIQgAAEIAABCEAAAhCAAAQg0P4EmCEEIAABCEAAAhCAAAQgcGAJ/L5G9gapERtVpV+XPlo6CObkFr+jgTxLasScuON7VHFBwrYm4KQsb9n68NqRJ2mrkaQpqrZne6Za+BKpnj2iCu+WsDtE4Ih1+4ea77JUz75JFU5JrbYudfAdUrdUz/wad1KxevU4fjAIPEXD+EqpVeYEnX/VQONOxPjkBurtpcrdOvnZUj17vSqsX8asp2vmz4FGkjO6n09ZO6u1G1+g5p8h1TOP/YP1KnEcAhCAAAQgAAEIQAACd5oA/UPgKBEgIddRutrMFQIQgAAEIAABCEAAAhBYT4BtCEAAAhA4LAQqleoXtzlxljYfN+zHvu1t3aHHdqbHNtcd16bbWi/twiAAAQhAAAIQgAAE2o4AE4IABCAAAQhAAAIQgAAEIAABCECg/QkwQwhAYAcEKrrvulbd90vXnkTcfm91441WPVeFFCnWP/LtXO3I5Yb2tBuDAAQgAAEIQAACEIAABCDQLAK0AwEIQAACEIAABCAAAQhAAAIQgED7E2CGEIAABCAAAQjsnIATsnynTnOyKhV17V7VcBKMp6q8k3ZGnf+B1GgyLlWNH9aPd0nY9gSKOvzLUiOruZzg7H7VbaX1qfGXSI0kGXKCuQdUF4PAfhDw+8mbG+jIyZS+TfVuXzypHU22T1N7XyrVM7/f/3a9ShxviMBF1RqQWmlOtPYideCkmCpaYo2+759Q718vtdKXn6f2z0vbmZMvvn2bClM69qtSPfN3qv+gKh2XWmlOyPefG+zA4/b4G6xONQhAAAIQgAAEIAABCEAAAhBoNQH/57HVfdD+lgQ4AAEIQAACEIAABCAAAQhAAAIQgED7E2CGeyeQovadbtqKXT/yl8P57NVWXKyXDyEIQAACEIAABCAAAQhAAAIQgMCuCHASBCAAAQhAAAIQgAAEIAABCEDgsBDwTdL1Y934fP2xTbZzdf2QhW7k6jZs+FErvd2+YmYQgAAEIAABCEAAAhCAAAQgAAEItD8BZggBCEAAAhCAAAQgAAEIQAACEIBA+xNghhBoOwL/RzP6LqlRcwKSt6ryF0p5FZDK/bSPVmdOgvMvVTZqb1LFn5UaSTKlakfe/koE/lqqZ2dV4WekEalV5gRDn99A48uq82sS11gQjrg9vE/zX1A/r5Yasf+iSl8itcqcUMiJhRr5juj/qUG8V8K2JuAEVXNbH1474uSQF9aetWbDfvPVrWn6tlYbfd//Zp31KVIrzAke/30DDTeSfPGP1I4Td6nY1j5BR52w04nPtNl08+9JTsjnxHz1Gvd4Pe569TgOAQjsKwE6gwAEIAABCEAAAhA46gQa+WPLUWfE/CEAAQgcfgLMAAIQgAAEIAABCEAAAhCAwKEnkPxVbqEfsZPHY1/65vN1ZpIwCLQrAeYFAQhAAAIQgAAEIAABCEAAAhCAQPsTYIYQgAAEIAABCEAAAhDYI4HqLdOUb736fmpSe6n6TFuRt2KLR6rtzxv5R97z2FZ+yg8IQAACENgrAc6HAAQgAAEIQAACEIAABCAAAQhAoP0JMEMIQAACEIAABCAAAQhAAAIQgEBzCbxKzf281Kj1q+JrpVdKw9J+WIc6+Rrp76QnSY3aB1Txa6Up6XDZnRutWf1Ug90/S/VeIbUimcnT1e5PSo3Yn6rSuyQMAtMNIDivOgPSXu0NauAdUj3zdzf/girZp1U01fzac0IhJxaq13BZFX5RcsIpFdgWBBa1/0NSPfNn4RfUq7SH4/YXJz3cj2W2jb7vd2s+/p3hkspmmv34h9SgEz2q2NIaTb74gFr4JakR+3pV+g6pFZydUM0J+dR8Xftt1fC4VWAQgAAEIAABCBw5AkwYAhCAAAQOLAH/UefADo6BQQACEIAABCAAAQgcLgKMFgIQgAAEIAABCLSEwCbLHbyrpkb69BfJVevprGz6se1XyVVr8xMCEIAABCAAgccTYA8EIAABCEAAAhCAAAQgAAEIQAAC7U+AGUIAAhCAQHsT8N3S2HC/tLovGnq4rrXWRL4hmyIXDbVAJQhAAAIQgAAEIACBg0CAMUAAAhCAAAQgAAEIQAACEIAABCDQ/gSYIQQg0FYE7tZsXiC5VHHH7SCN5Y7DYAAQgAAEDgCBFY3hxdKbpJ3YN6vyu6XnSU6YpaIl9mS1+leSk4A4aYc2G7JJ1Xq+9KCE7YzA76v6/5IaMSczceKsvkYqN1jnftX7VWlUqmdO0PJyVVqQMAg0QsBJf5rhr+Pq7EekilTP7Mt/pErPlJplft/9T2rMr0EVde13VOMt0uOMHY8j8PbH7dl8x7dq91OkZttnqsHXS/YbFQ3boGru9Bydku1P9LORBHNPUD0nj7qgshnmz/X/qoaeK9Wz16rCO6V65tfkz6nSB6VG7GWq5N+D/JrSZlPsk9SKE/E18t3tj6quE2F63NrEIAABCOyagP/ud5D+5naQxrJrqJwIAQhAAAIQaCcCzGXnBBr5T93OW+UMCEAAAhCAAAQgAAEIQAACEIBA6wjQMgQgcFQJJE88RXKxI91+Rn6Wf7iRtQ0/QRCAAAQgAAEIQAACEIDAwSHASCAAAQhAAAIQgAAEIAABCEAAAhBofwLM8E4SyLdK8491o9j4fN2hTTartas/q4fXb1f38BMCEIAABCAAAQhAAAIQgAAEjjwBAEAAAhCAAAQgAAEIQAACEIAABCDQHAIPqJnvld4s3ckvw3XfH9EYPBaPSZuBIAABCEDgYBCY0jCcvOovVO7E7lLl10j/ID1HcmINFXs2J8VwMos/VUvvkT5B2omVVfnrpL+WsJ0TmNUp/01ysisVde0bVeMPpDPSXs3X+s/UiJO+qKhrv6gaTtimAoNA3BKDorSdfbQOPktqhtnvnZyokbZOqJIT3X2Vyr0umHRCsVeonR+SGjEnKPxhVXQCRhVYHQJ/q+MTUj3zNf3vqjQiNcP82fftauiPpd0k1urVef3SbswJ5n5AJ/rzU8W29jQdfYP0z6S9mP3YybD8/8N67cyrgus26sOXVf+lUqPmtp1Aa6DRE7ao59f2F+qY+TR6DX9M9RtNHqaqh9oYPAQg0FoC/lub31P5+19rOdM6BCAAAQhAAAJHiAAJuY7QxWaqzSRAWxCAAAQgAAEIQAACEIAABCAAAQi0PwFmCAEIQAACEIAABCAAAQhAAAIQgED7E2CGEIAABCAAAQhAAAIQgAAEIAABCLQ/AWYIAQhAAAIQgAAEIAABCEAAAhCAQPsTYIYQgAAEIAABCEAAAhA4EgReqFneLf2StN9fzFtLxOW+PQaPRcPAIAABCOwnAfpqgMBV1XmetNOkXDolnqQfvyfNSX6/dzItJwbR04bNybyeotpOivGoyrdKz5Z2ak4m8m900u9K2O4J/G+d6qRcKhoyJzh6n2p+peRrqWJH5iQo36Uz3iZdlBqxD6jSj0j1EjCpCnZECCxonvUSyTlhzk+p3jOlzcxJkfw7a+dmBzfsc3KgF2uffVFFXfNr45dV63eke6SdmsfuJEh/qRO/Q2rUnIzrXY1Wpl74ejohZCMo/N7n67mXhIS16+rkgk7wZT9ppO+NddzOXr4r3InAfm5jo1s89+f+O3XsJZITa6nYkT1ZtZ2grlE/drIwJ0rTaQ2bE4b+fMO1I/z/1r+LCP/u4fcBbe7Ijqv2K6XXSo0mRnuT6joRmAoMAhCAQFMI+G9u/j3G/yc7wn//awpLGoEABCAAAQhAAAKxl/9kgw8CEIAABCAAgVYToH0IQAACEIAABCAAAQhAAAIQgAAE2p8AM4QABCAAAQhAAAIQgAAEIAABCECg/QkwQwhAAAIQgAAEIAABCEAAAhCAAATanwAzhAAEIAABCEAAAhCAAAQgAAEIQKD9CTBDCEAAAhCAwJ0l8BZ1/4Bk268v5vUXmn9EHfpLgN2nNsNj8FiCBwQgAAEIHEgCTsr1HI2s0UQkqnqbOYmI3/+dTMuJcSZ09I3ST0tfK33ZOjlx00/o+e9LVyQn0fkHlU7ucVLlbmxeJ32h5CQcFZXY7gmYn6/bG3bQxLDq/qr0iPRfJH/+O0GMNjc1H3OdH9PRG9IPSY1+z60Tr/0n1X9QOljGaO4kAb+X3GxgACdUx0mt/Hup33P83uT3qN/W/inJSXKcXEebdc0+aF+0T9atvFrhi1V+WPoT6XOkegkMffyLVO/tkhMGPVVlo+bXsF/Lfk03es5Rr+ckf78oCI1eUyflckJC+5CTC+rUhsyfmV+gmrXr+gna3os5MdZeEoN53v9ZA7D/q6hrHnPAuw8AABAASURBVL+TaPp3h0be813/k9Wqf8d4j8pG5+vx7MaHnTDv+9TPe6VG7T5V9Ph8Pb9R26el7cyJuz5WFZxo77rKb5YatUlVdEI/v+doE4MABCDQFAL+3cZ/e3Nj/j3bf5NrdWIu//+Pv/+ZOIIABI4eAWYMAQi0PYFG/1DZ9iCYIAQgAAEIQAACEIAABI4yAeYOAQhAAAIQgAAEIAABCEAAAhCAQPsTYIYQgAAEIAABCEAAAhCAAAQgAAEItD8BZggBCEAAAhCAAAQgAAEIQAACEIBA+xNghhCAAAQgAAEIQAACEIAABCAAAQi0PwFmCIFtCLxww7FWfTHvZl/EW+t64xhq+ykhAAEIQODgEHASLSfl+vEmDGlMbThRiRNU/IK2f2udnLjp2/TcSWbOqtyrOeHG09TIH0lYcwjMqpnnSk6GoqJhc0K1H1RtfzG/E7y4dJK0n9M+y4lLfL2W9NzH/qNKJ5JR0bB9l2r+gYRBYD2BaT35gNSofaoqOqGQ35v8HvWleu6ESqMqj0mN2utU8XlSowmcVDWbk3E5KVctgeHbtNevkZqc0NBJfnzcyQsbTWCkZrKZxddry69lFdgOCDihya/soL4TEtqH7IN/pvO+Rfo0yZ9vNT1Bz/35+lKVTsK1qNK+08h1dbK4n1H922yTJ+5jk90N73JyKCcWs+80epLnXnvP9/v6u3Tiq6SaH9t3nSxvWfv+t/RsqVHzODwej6vRc9bXe1hP/DpzO9ps2JyYy7ydbMzj9meWP7tqc/Jnmj+/fOzv1epXSTv5nna/V3ydzvk/EgYBCECg2QQ2/u2Nv/81mzDtQQACEIAABCBwZAjs5D96rYRC2xCAAAQgAAEIQAACEIAABCAAAQi0PwFmCAEIQAACEIAABCAAAQhAAAIQgED7E2CGEIAABCAAAQhAAAIQgAAEIAABCLQ/AWYIAQhAAAIQgAAEIAABCEAAAhCAQPsTYIYQgAAEIAABCEAAAhCAAAQgcDAJ+EvlH9hkaM36Yt7tEnG5W/ftMXgbHX4CzAACEGhvAk7+8iJN8SskJxdRcaDNSVOeoRH+k4Q1l4CToDxfTf6FtBvz99b6dw0nK3JiIMuJS56oxrqk3dh36qRXSBUJg8B6AnN64kRHKvZkTiZ4foct/K7qO3GQE+1oc8fmPv0+5tdITU5o6AR3O25MJzgBkRMfPahtbOcEVnTK/y2Zo4qGze95n67ar5TeLDkRVU3v1/Pfk75Herrkuirq2n9TjX8jOdGVim3tY3U0SXsx+4yTZX54F434ff3jdN7XSDU/dltOSqZdO7Kbqu15ezza3LX5fI9hN/Nxp56TP7P82VWbkz/T/NnW6DV0OzX5PcLn/05tByUEDgEBhni4CPhvb/4b3MZR+33rl7TTn0/+G56f6+mOzec6KaHb2qwN9+0x7LhhToAABCAAAQhAAAIHjcBu/tN30ObAeCAAAQjsgABVIQABCEAAAhCAAAQgAAEIQAACEGh/AswQAhCAAAQgAAEIQAACEIAABCAAgfYnwAwhAAEIQAACEIAABCAAAQhAAAIQaH8CzBACEIAABCAAAQhAAAIQgAAEIACB9ifADCEAAQhAAAIQgAAEdkHghduc4y/R9Zfp7vSLeet9EW+ty+36rtWhhAAEIACBg0PAyY5eo+E8RXICERV3wrbt80M66oQ1/iw6DInDNNxDaVc16udITjik4o6Zk5h8m3onGZcgYFsSsJ/Ob3m0sQNOaHRfY1XXavk985f17IulvfavJvZk79TZnyE5EZEKbJcEzM8JCSd3ef5eT3NCKn/G/YAacoKw96gsStvZx+jgqLRXc4LLz1Yj7lPFvttl9eiEcvZlbe7ZPB+zbFZ7ux2Q3xu+UCeTjEsQMAhAoKUEtvsbHH//ayl6Gt8bAc6GAAQgAAEIHCwCJOQ6WNeD0UAAAhCAAAQg0C4EmAcEIAABCEAAAhCAAAQgAAEIQAAC7U+AGUIAAhCAAAQgAAEIQAACEIAABCDQ/gSYIQQgAAEIQAACEIAABCAAAQhAAALtT4AZQgACEIAABCAAAQhAAAIQgAAEIND+BJghBCAAgfYi8BZN5wFpO2v0i3md/OQjashJvHyONrc09+m+t6zAAQhAAAIQOLAEHtbIvlRyIgsnwNLmHTcnJvlOjeJjpT+TnAhHBdZCAhNq+yskc3diLG3uqzkxjZOz/JR65XoLArYlgb/VkZ+Xdm63n/GU25829My++TrV/HjpXdKdsFer00+T/N6tAtsjgb/W+c+V9jsp12+pzydK/oxTkc3/p7qWt7b+8VQd2o3v6rTH2Qe1519JHouKfbM3qaenS81+DZmfXxs/rbbvhL1XnT5N+iMJgwAEINBqAv4bnN/3tuvHf8vz3/TerEr+G5+fa/Nx5mP8/e9xWNgBAQhAAAKHmgCDh0CDBEjI1SAoqkEAAhCAAAQgAAEIQAACEDiIBBgTBCAAAQhAAAIQgAAEIAABCEAAAu1PgBlCAAIQgAAEIAABCEAAAhCAAAQg0P4EmCEEIAABCEAAAhCAAAQgAAEIQAAC7U+AGUIAAhCAAAQgAAEIQAACEIAABCDQ/gT2cYYvbLAvfxFv7Yt5N57S6Bfx1s5rtM9afUoIQAACEDhYBJxkxklBPlrD+tfSQ9KdsAV1+t+kE9LLJT9Xge0TASdCM3cnQnvHPvXpbpwMZmNiGu9HENiMgN+vvlcHnNRHxa7tnM7slHZj79dJnyQ5gZ1fN9psuU2rhy+Qvkaak7DmEXijmvL1dEIlbbbU3IcTYH65enEiRBVr5sSEf7f2bPMN++zzNj+0q70egz/3/43Oto+paJn5tfIStf650lWpFebXxr9Tw2a8n0lGf1R9/nPpn6Rs/IAABCCwDwQa/Vscf//bh4tBFxCAAAQgAAEIHE4CJOQ6nNftII2asUAAAhCAAAQgAAEIQAACEIAABCDQ/gSYIQQgAAEIQAACEIAABO44gUqlEuVyJUrlcpRKpSgWi1krK8WoakXlXlRrZ12pPlakWl/FovpV3+7fKmsslsdW0x0HxQAgAAEI7J4AZx4iAvpYjNpnjz+L/LmUP6f0uVX7XFxeqX4uFrXPx12vdo7PP0TTZagQaGsCtddlWb/rlvX7ZalU+31Xv3vq9evXcPV1ve731Pw7cPU17te6tZJf89XfkYv5d9ayfn8u5/eKtgbI5CAAAQhAAAIQgAAEdkqA+hCAAAQgAAEIQAACEIAABCAAAQi0PwFmCAEIQAACEIAABCAAAQgcDQJv0TQfkBo1fzHvxrqb7dtYp/bcfbnP2nNKCEDgzhKgdwjshYCTZfyGGrhX+mTpf0r7YU7+9IXqaET6AanVSUHUBbYNgX/UsWdInyr52qhoib1BrT5FcnIZJ4XRJgaBhghMqdaXSq+RdmuXdOKQtFtzwkAnsGt1AkG/H367BnlG+kPJCclUYE0m4ERKTqjUqiRrTsT1HI35YyQnwNzsOi7q2OukevYlqnCP1CwrqaFfly5KTopp39ZmU+3Vas2/W7xCpX/XUNEyM1szdqJHJz5rZWIuz8vcXqzZtIKbmsUgAAEIbEnAf4vz3+S2rLDhwGZ/69ts34bT1p66L/e5toMNCEAAAhCAAAQgcNgJkJDrsF9Bxg8BCEDgyBBgohCAAAQgAAEIQAACEIAABCAAAQi0PwFmCAEIQAACEHg8AScMqSUpcDIRJxpYWlqOxcWlWFhYlBZifn4h5vYgn7+mBbUnLWS5fWsp97e4tBRL6ntpeTmqSQ+KUU12UFpLduCxPn4W7IEABCAAAQg0j4A/a2oqlcrhZD3LyyuxqM+p2mdj/lycm8+fj/7M9PFisRSuXy5XcoIef8Y2b1S0BIGdEKBujUDttVzOibhKsVIsxtrvu35Nr/3Ouxjz+v00a/3vvXP6PThLr3eV+XdYnbOk31n9+2rtde9+an1SQgACEIAABCAAAQhAAAIQgAAE9ocAvUAAAhCAAAQgAAEIQAACEIAABCDQ/gSYIQQgAAEIQAACB4DAC/dxDPvZ1z5Oi64gAAEIHGkCTs7xlyLwudKg5IRJr1fZrCQaZbX1ZunrJCezebrKP5Ca1b6awvZIwAlN/lxtODGXE7/8P9qelNbZrjav6KwflO6SPkty8i8VGAR2TMBJub5SZznhzkMqd2oXdMKYtFdzwiwncTqmhpxw6W0q92p+j/xTNeJEhX6P/Eltk+xHEFpsZlxLsuZr6vervXTp98yfVQNOPPhkla+V/PmqYkvzdX9ky6PVA+dV+HNZRVPNvuykmE6Oad/bqy/f0OjM0T7s/zM+rOf7aWb9m+rQibn+mUonz2rG7xnvU1v/SbpT81LXGAQgAIE1An5/XXvS4o397KvFU6F5CEBg5wQ4AwIQgEB7EiAhV3teV2YFAQhAAAIQgAAEILBbApwHAQhAAAIQgAAEIAABCEAAAhCAQPsTYIaHhkA1UUglXJbLlagm5CrmpFhOLrKwuBTzC4uRk2nNLcT8Rs1rXwPKSUtcz0kOcqk21W41qcliLCxaS7Gk/paWlmJ5aSVWlqXiSpSc3KRcjrIGaTnZgXVoIDNQCEAAAhA4VAT0cZM/F/1Zkz8by6VYWSmFE275c8qfXbXPxjl/LupzbUGfXz5eLBWjrM+sSqWsNhwzaR2q6TNYCLQVgYpe0JZfl5Z/1y2uFMOJtJwAdlG/dz72O69+r9Xvp/69d271d9bq77DzMTc3H7PS3Px8+PXvc5aWlsO/rxaLtdc9r/e2ch4m0zgBakIAAhCAAAQgAAEIQAACEIAABCDQ/gSYIQQgAAEIQAACEIAABCAAAQhAAALtT4AZQgAC2xF4iw4+ILXa3If7anU/tA8BCEAAAneOwJy6/i3pc6Qe6bT0f0mvkJxc5LLKW9Jm5nN9/E066PpfovKi1C19hvQqaVw6KOakYEmD2U6fpuOzUqvtq9XBduPwsZepTqvNC879ef8ideTkRU5AUrv+vq6+vpslOPE+H3MdX3uf43OdSOa71ZaPqWhbe1QzuyT5Om2nvfqTfdFtbNeHj9m3NZyW2t+o9QHJ/W0lMzEbVWuK1RLu3KvWnPDo+1S+XXIiIBW3mff9nfb8tORkQx+j8sNSs2xRDfk98Zkq/R7n9r9V278iOYGP+9fm48z7fdz1XN/n9arWZ0u+bn4tabNl5veRra5Xbb/fj1o2gE0afvyYImpjqZWtHJMTUzkxl9+v/L5lf7Hf2H+28l/v93HXc7Isn+skbd8UEU486PdSbda1j6iGk8XV5rlVaUaq2hKzz9n37Mt96uEZkhNr2b/93u3j2nWb+fcA+/Evau+/lTx//75gjnf6c97vE+/WmJxIxr/HeGy+Rk505/cLJ0BzEjxVuc1qv8N43n5v+XQdHZKeJP2YdKfnpSFgEIAABMJ/k/Pv6tHih/twXy3uhuYhAAEIQAACEDjyBPYZAAm59hk43UEAAhCAAAQgAAEIQAACEIAABEy/SefvAAAQAElEQVQAQQACEIAABCAAAQhAAAIQgEAjBCpRycuPKzmBSLFYipWVYuQEBYtL4aQj1tz8QmyquS32r9Z3QoPHaWEhFnTcyQwW/j/2/iVEsqzb88TWOebm72d4eHi8MvO7twYNomkEPWhBzRrVoBEFQqMe1KAvBT0RCNEDTTTQpHvYaNzQ0IMS1EgIClGCgkYXVING1KQomhb0feT3fRnh4ebm5m5mbm7vY/r/1nHz8IiMzIzMjMiM8Phb+o5jdh57r/Vbj73Nvnv34v1oFKNs4xiNxzEeT3J8CiUgC8VNKJ5AEQUKKtDeRzPfYwImYAImYAK/jAAT40LzI62Kal7FbDbLAj4jzVMU37rW/MX8NqA4j+a0kebMyWSi++aaT2mLfP6Xje+nTMAEPiQB1o60uWKZNWXG82RarzkVu8Qv691siudlfBPjtIHODRTrFOUa6D1rWJ4Za83KenWm9fM8C/F9SKndlwmYgAncQwJWyQRMwARMwARMwARMwARMwARMwARM4P4TsIYmYAImYAImYAImYAImYAImYAImYAL3n8CXqyEbjn9s7X+LMT62Du7fBEzABEzg/Qnw/7jQ0u3/L7X/k9r/Vu1rNYqOvKtoyLaucf1/rSP3/z90/E6N4hg6+O8zJEABkqX9sSv2pfjQ2/bnHNe4B9vzDM9+hipb5M+AADnlf5Kc/xe1/5XaI7W3fZJz/0ud/9+rUWzoY/ojBYv+R41DcSYKR1HAh/HflonPnOc693E/z/G8HvffJ0AAP8Ff8Bv856lkwm5vN85znfsoYvlS9zFn6vBZ/1Fo7v8rDSistZzzye9v6886AD/+p7r3/6b2++mvwX/kD5sgGzb6P+g+8gUF0Bp6/7ZOyzUMepNbKERzpfv8ZwImYAKfGoHf4re532KMT42r5TEBEzABEzABE/gCCLgg12dsZItuAiZgAiZgAiZgAiZgAiZgAiZgAiZw/wlYQxMwARMwARMwARMwARP4UglQiKtui6iqRVCkgMICg6vr6Hb70bnoxnnnItrtTpy1z6N11n7dWu04pelcHnn/E43nubfVOo/Ts/M4U2ud0Xfd2uedHK/TudTYl3Fx2Us5er2r6F8N4mpwHRRFoBAKck4m05jOZpJ7LvmrLHxCsYUv1Z6/pd5wpuEzM9mAYhTY426bTqfBNQpfVFUlGy1so9/SSB7rewQ+5RPEU6U8XClWiBlih4KEdWxNYjKhKedNZxlXs/k8KP5SKYnz/7nwKev2ucq2tMV0Os8ikRTo6fev4lJzE3Pj+fmF5saO5sXzaOt9t9uLwfV1FvjhGexYLarMe58rg99SbmJg2ZbsiYM6BqaKgdft9fxSRUUM0H5LYT3WJ08AX1r60VR5k3UjRbQoqEUcd3v9uOx2c73ZZq2rNeiZWkvrXdaop1qrtpbr2tN2vLptZ3Gq88T8xWU3esoJg8EwC8rONM5CMf/Jw7GAJmACJmACJmACJvAFELCKJmACJmACJmACJmACJmACJmACJmAC95+ANTQBEzABEzABEzABEzABEzCB34EAG4Z/+xHHpW/G+IhDuGsT+LwIWFoTMAETMAETMAETMAETMAETMAETMIH7T+AT0pDf5viN7mOJRN+M8bH6d78mYAImYAImYAIm8LsRcEGu3w29BzYBEzCBz4aABTUBEzABEzABEzABEzABEzABEzABE7j/BKyhCZiACZiACXyCBCjjUhdJqqpFUPTiajDI4gSvTs/iu5cn8efvTuKPf34R3/7xu/j7b/8cf0f7+z/F3377p/g7jn+n93/3x/jbH2h/o/O0v9W9yyPv81n6UKPfv1f/jPHHP72MP333Msf97sWreHlyGievWln84OzsPAt2Xd4UQKBA13A4islk6qJcv5F3LSh6ctMoNoPPUCBtMLjOomlZOC2Lpw1icD2M4XB8U5xmljaigNCyj99IZA9jAp80gczCd2JqWThmNBoHBaBuY6uvmFKcZVFC5b3xeBwUJSIOialPWsnPUDiYzudVMh5PZIvBMLrdXhbgevnqNL57cRJ/+vPL2/mReYsiPReXvcBGk8kkC0ZW6kPm/QwJ/LYiw5tW3SlIRwGloXz9NgaYW2hapzC/ECN3Y4Dnab+t5D84mi/8jgTwA3Jj5lOtEfGjvnLoxUU3Y/hVq631ZUtx/CrXm8Tyt396c53LOvVvWLv+/R8j169/9238zd/S/pjr3z8r/l9qfXrWPs/CXqxJx4p71jm/o+oe2gRMwARMwARMwARMwARMwARM4Lcl4NFMwARMwARMwARMwARMwARMwARMwATuPwFraAImYAImYAImYAJvE/irt098wM8fs+8PKKa7MgETMAETMIF7R8AKmYAJmIAJmIAJmIAJmIAJmMCSwMf8je5j9r2U30cTMIEfJuArJmACJmACH5GAC3J9RLju2gRMwARMwARMwARM4OcQ8L0mYAImYAImYAImYAImYAImYAImYAL3n4A1NIGfR4CiBTSKYFDYgsIXnYtuZEGuF6/qgiN/ehF//8c/3xTjWh7/FBTW+tu//2P87d/9KYsV/M1N8a27xyzU9fd/0j26T0cKHPydnqnbnyKLcX375zxSDOGPGovCCBQCe/HyJF5QkOv0LE5P21lE4bxzGRfdXnR7/UDW4WgUFECYzeZRVYts6EP7eSR89/sSgC1tWayGoijY4nUxruu4urp+wz7T2SwLclVVFZWr07wvat93zwlQjCsUDxyJi7qAzFQ5bRrD0TiG16OMIwrJZHwNFFfDoa4p740nQbEZniEe7zmq31w9mMIWxhSGGlxfx2W3H+3zTpyctOoiPt+9DOasP/7pu/xMkZ+Lm4Jc4+k0ZuQ95bxFYOHfXIXPbkCYV5rHc27RnE5RMwopMb9cUYhLrT8YaH4ZZFyMxuOgKCR2In54HtK0z055C/xBCeAL+BExmH6ktWL/6iouFZ/tdkdryrMs9vri5assAvtHrT1Zg7LW/XutVXNty1pV61rWsbmu/ds/aq37bfzPf/ttsP6lCB+54Ez9XWpdip9SKJEifB9UGXdmAj9JwDeYgAmYgAmYgAmYgAmYgAmYgAmYgAncfwLW0ARMwARMwARMwARMwARMwARMwARM4P4TsIYmYAKfEYG/lqzfqn3oP/qk7w/dr/szARMwARMwARMwARMwARP4ZAhYEBMwARMwARMwgc+AAL/R8VvdhxaVPun7Q/fr/kzABEzABEzABD45Al+mQC7I9WXa3VqbgAmYgAmYgAmYgAmYgAmYwJdLwJqbgAmYgAmYgAmYgAmYgAmYgAl8NgQWi4iqqrJNJ9O4GlxH5+LytiAXhbGyUMEfv8uiWX//7Z+yEAHFCF63P8bf/p3O3xQuoHjBsv0NhQ10/m/U8tzf617OqZ+/y/bnoADCt+r/2z++iD/++UUWAfvzi5P47sWreHnSipNXZ3HaakerfR7nnYssqNDrX6Wsw+E4JpJ7Np+nDhRhoH02BviMBIXrslH8ZF7Nk/1wOJIthrEsmJJH+dHgevhG4aC00byKRbUI/O4zUt2imsDHIaBAUAoOAqJSXBAjFICajCdBobvr4TAGg2H0KUSkNlBcXRNXyntj3UMRRYoREZcfR8Avt1eYwnY6mwZFduDe7fayMOTLVy3NTyfx5z+/1Hz1Ir7V/MV75qmLy26Q+5iXptN5FiKkry+X5PtrDqfqZj1CISWKbQ5HzC/XGQNXWYzrWnPNdTIejjT/T6dizLyipngilrK9/7C+8x4SwJfm8iWKgU7G02CdQmFD4vPsvKM1bltry1ZQkOvPFNbT2vNbrUG/VSzn2pR1qtpyDcv6lXXs//y3f8yCXBSX/ZOeOVEuoEgfhb5YP+Oz+PA9RGqVTMAETMAETCDCDEzABEzABEzABEzABEzABEzABEzABO4/AWtoAiZgAiZgAiZgAiZgAiZgAiZgAibwvgT+6n1v/Bn3fYw+vz+8z5iACZiACZiACZiACZiACZiACZiACdx/AtbQBEzg1xL4GL/VfYw+f62eft4ETMAETMAETMAEPhgBF+T6YCjdkQm8PwHfaQImYAImYAImYAImYAImYAImYAImcP8JWEMTMAETMAETMAETMIFfR6CuXbEIChdQQGA2mwdFXig80utdBcVHLru9uOz147Lbj66OWQjr6jqLxHDf8HoUw+E4i8eMRhSRWTadG/Nex5HaWE1HCmhk0zPD4SgoOEM/g+vroJgBhWcYo6vxLjX2xcVlFuGigMLZWSeLoZy16yNFELjOff3+lWS6lhyjLBJFIRV0QjfaryPlp5cE6kJcVcB3PJkGdsMv2ucX0To7r+1z3olztYuLbvTkR9ey82QyCfxrXs2jWlTqLssQ6eg/E/gyCRAB2ZSIKzViaqKYIl76V1fKub3oKIaIrbOMrfM4Vz4k3/V0ndgbKa/OprNYVMTU/eb4W2vHvDGfVzEVX3LdcFkYSnMNNri47MlGzItXwZzF/DXSPdiQ57AJfUQa+beW/vMbD1YUUJrNZprDJ1pXjILijhQ6Otf8ctY+z/mlrbmlrc/ML1wfaS0xm880ryyCPmifn/aW+EMQwPY01n6zXM+OtS4cKj77Qbx2Lrtx3rkM/Oe8c5HvLxTHrDdZq+BPA4oeas1CvI90JKaHWrtyHOk4XjatbyfTaVDwi7HwXcZlfEL+Q+jjPkzABEzABEzABEzABEzgSyVgvU3ABEzABEzABEzABEzABEzABEzABO4/AWtoAiZgAiZgAiZgAiZgAveAwF9Lh2/VPtQffdHnh+rP/ZiACZjA707AApiACZiACZiACZiACZiACZiACZjAZ0yA3+r4ze5DqUBf9Pmh+vtk+rEgJmACJmACJmACJrAk4IJcSxI+moAJmIAJmMD9I2CNTMAETMAETMAETMAETMAETMAETMAE7j8Ba2gCJmAC95hAXcCiqhZRVVVQLInCArPZrC4yMJ/HIosnRZRlESsrK7G2thobm+uxvb0Zu7vbsb+/GwcHe3F4uB8PDw90XLYHcfjgIB6qcaQ9eLAfD/b34iDbbuzt7sTuzrb62oqtzc3YWF+L1eaKxirFfJGFUCjaRbGti85lFuM4PW3Hy5PTePHiVXyn9kLvT16dxWmrnUUWLrv9GFwPgwIqFLiZzyvpsMimTv33KwgsFouoxBP/oOjMUJwvL3tZiOu7Fyfxxz+9iD999zL+/N1J2ubkVSsLXlCshkIWPDebVfK1hezxKwTxoyZwHwgongiERebfOt9RoLDb62cuI6cRQ9+9PLmNqxPlOwrfdZQPexS7ux7FeDrNmLoPSD4lHch3zIkU5JqMJzEaTbJg5VjvaZyvND+WRRHNZjNWV5t5bGqeXFlpRNlQK4soCtqnpNmnKUuleGCOGE8mWaiTef+8041XmtuZX/7055u5hfnl5SudP8uCdYPr61wrEEfYzMWQPk37fmyp0vbyIdZ8rP3wo6ur67i47Mbp2Xm8Oj2LlnypXTftPgAAEABJREFUfd7RuuQiLru9uJbvsJbh2RXFK+vbzc0NrUt34mBvL1jbPjjY11pWTevbhw+1pn34II6ODuNIx0NdYw3MWnh7azPXsM2VZpSK+Y+tr/s3ARMwARMwARMwARMwARMwARMwARP41QTcgQmYgAmYgAmYgAmYgAmYgAmYgAmYwP0nYA1NwARMwARM4GMT+KsPOMCH7OsDiuWuTMAETMAETMAETOCTJ2ABTcAETMAETMAETMAETOBjEfiQv9l9yL4+lr7u1wRMwAQ+ZQKWzQRM4DMgUH4GMlpEEzABEzABEzABEzABEzCBT5qAhTMBEzABEzABEzABEzABEzABEzABE7j/BH4fDSlEsFhUkQW55lVQyGA2nweFMWhVVZe3KMvytiDX5sZ6FtHa3d2Jvb2deEBBLgpvUbDgtlGgaz8o1JXtQO/VKG5wsL8b+3t1y4JcW1uxRTED9UthE8ZaLOoCNcPRKPr9QRbeaLfP43WRmlfx3ctX8fLlabx61YpXp+2g0AJFFgaD65hMJoEeVVVJt1qH8OtXEcAmFKjBL+BL8SB4U+SiLpjyIiia8t2yYMrpWRa+6PeuYjgaZ9EU/AubLMI2+VXG8MP3ggAxRSMmiKvh9Sh6vX7GTZ3rTrP4IHH15+9exkvlurOz88yHFLq7vh4q102V46p7weNTUkJTkObDKotTUtxnPB7XBbk0t0wmU52fBkWgmK+azZVYW23GarMZvKe4z4rmTK4VZSG1aDr47wcJwHI2myfj6+Eo8O/OxUXO+X9+8SrnFmKA9y809zPndy4ug/l+Np1FpXUMfQSG+8FRfOE+E6i0Xq205sOPKKKHb1xcdoMihq9aZ3k8a1OQ6zILcg3In9OpXGYRjUapGF6Nrc3N2FsWm93fu1nfav2qNS5FZynE9ejoQTx8+CAoMnugtezeznZsbW3E+vpaxn+p2L/PnK2bCZjAhyTgvkzABEzABEzABEzABEzABEzABEzABO4/AWtoAiZgAiZgAiZgAiZgAiZgAiZgAiZw/wlYwy+YwF9L92/Vfu0ffdDXr+3Hz5uACZiACZiACZiACZiACZiACXw0Au7YBEzABEzgCyTAb3b8dvdrVacP+vq1/fh5EzABEzABEzABE/ikCdyPglyfNGILZwImYAImYAImYAImYAImYAImYAIm8EEIuBMTMAETMAETMAETMAETMIEvigB1K+piMIugiAHFkmiz2SymalnQalElEwoMNFcasbq6Ghsb67G9vVkXLdjbjYMsyEUBroOgYAHt8PBBHD44eKNl8QLde7C/F/v7u3p+J3Z3dmJneyu2Njduihk0o1GWWSABOYbDcfT7V1mAhkIKp6ftODlpxXcvXqmdxEu9Pzk9y6IdZ+cX0e32I4ssTKYxn82DAlIL6bBA2fDr1xCghBZ+MhXXyXQa19ejLGpBsQvs8cc/vaiLprw4kW1excmrszg/v8zCKqPxOH0K/6IPGfjXiOJnfy0BP/9JECAtEQ+0KTE1HEa314+2ctlp6yzzG4UH//Tdy/jzdyeZ+4g3ChF1e1dBUTyKQ/H8J6HQPRKCOYN8RbGn8XgSI9pkkgWj+DzNIlCLoODWanMlVtdWsxjPyspKrGiubDQaOZeVRRH6u0dkPo4qC83TzPmwpdAcBbnOO5c5tzO/1EXpmFtOskjdqeb9i4tuXA2us9hjVS00rdBCx48jo3v9dAkslEwX8iFiljbWGhDfuLjsZSGuV/KX07PzODvvZMHDS+XZ5VpxoWeJ1zXF8KbWoqxL97VOPdjf1/p2Pygke5jFZh8EBbmOHh7qeJAFufa1lt2lINfmZqyvrSn2VxTvxacLypKZgAmYgAmYgAl8mQSstQmYgAmYgAmYgAmYgAmYgAmYgAmYwP0nYA1NwARMwARMwARMwARMwARMwAR+LwJ/9QEG/hB9fAAx3MUnT8ACmoAJmIAJmIAJmIAJmIAJmIAJmIAJ3H8C1vBTI/Ahfrv7EH18alwsjwmYgAmYgAmYgAl8j0D5vTM+YQImYAIm8IMEfMEETMAETMAETMAETMAETMAETMAETOD+E7CGJmACJmACJmACnwoBilcsguIFs9k86jYLCnFxrqqqoFBBURRBQa6VZjM21tezgNb+3m4WKaD41tHDB/Ho0cM4vml33+e5o4f1dR2Padyn46Ojw+BZ+qDYAUUPDtTv7u52bG9txebGRlAggQInFDWpqkVQtGY4GsfV1SB6vau4uOxGp3MZ7fNOtNudoFDNZbcXFPO4ur6Oke6dUDjlRhf0Cb9+EQHYzedVUKCGIkCj8TgoykXRC2xBgaB+fxB92WYwuA6KBY0nk/SvWEQU+o9/X7fwywS+WAILxQQxlU25jQKC4/FUcTPKGCKmyGP9/lUWJSTOMqbGE+XBWcYV8bhYVITXF8vxYysuM9VDFJEFtpiPVlebWXxnk+KUm5uxvb0dO8xZmxs6vxrNlZVoNMqcN4uiqJ//gv99H9UrBQRrkMl0GiPNLcPhKCiYxHxCDGQs3JlbWAcwD2UMKAKKQpz1dzvNvM+gvufeEFjIf/AFCuWNlSOHw2FcDQbR6/XjUutE1oX9q6ug2BvXybdFUcSaYnlrazP2dnfiYH8vDh8c5LqU9emjR4exXLM+Zt1KO34Yj9VY27J2PaAgl56lj/X1tWg2VxT3OOK9QWtFTMAETMAETMAETMAETMAETOC9CfhGEzABEzABEzABEzABEzABEzABEzCB+0/AGpqACZiACZiACZiACXyPwF/rzLdqv/SPZ+njlz7v50zABEzABEzggxNwhyZgAiZgAiZgAiZgAiZgAiZgArcE+O2O3/BuT/zMNzxLHz/zMd9uAh+fgEcwARMwARMwgQ9NoPzQHbo/EzABEzABEzABEzCBX03AHZiACZiACZiACZiACZiACZiACZiACdx/AtbQBEzgJwgsFhEUMJjN50ERDNp0NgsKFdQFuXSD+iiKIhqNRlCEZGtzIwsXPHxwEI+OHsbjR0fx5PhRPH2s9uQ4nqo9y/Yonj09Dt4/5bhszx7rfN2e6/1te/o4nuse7qWPp08exePHR1nki8IIDx8+iAcHe7G9sx3r62tBURQKMFCQg6ILFOZqn1/E2Xknztrn0To7j3N97vb6QWEG9KpclCt+zQve+MVMPgJ3Gr4DV4qglGUZZaOMlUYj7bPabKbPrK6uBoXV8J9msyFfKkMuFX6ZwJdNgPy6yKKHxNBc+Wk+n2WxLWKLwjKcL4riNp6IIxo5kOOqYozcXBTFl43yY2gvpKVyWnOlkXmMYpQU3aFwD8UjKcaTTXMThSUfPNjPuXFTcyS5DrvwfFGoo6CFXz9GQOGAv+f8Mp4GMcD7heICfI1GqThoRHO1mfPJ+tpq2oUCSCuac7heyl4U7yzCry+NQFUtlDvrYm6D6+uggOFgcJ1F3QbXwxgNxzGbzRPLSnMlNjbWg+KvFOBiHftU61ZarltZm+aaVOvSZ8c3a1aOak/q9etjrXuPHh7Gwf5+7Ghdytp4bW0tKMZXFGX49bsR8MAmYAImYAImYAImYAImYAImYAImYAL3n4A1NAETMAETMAETMAETMAETMAETMAETuP8ErKEJmIAJfG4E/upXCPxrnv0Vw/pREzABEzABEzABEzABE/jdCVgAEzABEzABEzABE/hcCPya3/B+zbOfCx/LaQImYAImYAI/RsDXviAC3mnjCzK2VTUBEzABEzABEzABEzABEzCBNwn4kwmYgAmYgAmYgAmYgAmYgAmYgAl8ugQosFRVVcxmFIGZxnQ6CQpXLYsscR3pKXDRKMug+AvFRihIQiGS40eHcXz8MAtnPX3yqC6+dVPU4OmTx1mciwJbWeBA5589fRy8f64jhbiePX2iz5y703Tf05v25PGj7P+Rxjl6+CAODvZiZ2crNrIgVyML2Ywnkyy8cHHRjfZ5J9rtTpxlO4/zzkX0eldxPRzFbDrL+9Fp2dDtw7T730syqxaBv+AjE3GfTKYxl+9UOg+Bsiyy2FZjpREUSaHhMxSnWVtdjdW1ZlBIrVGWURRF+GUCXzoBiiJmbOlNRS6ez5WrplmMiAKJlWKrKG4Kcq02gzhaW1uN9ZvWbK4o5hqOp4/gSEVRiG2ZOasp9hRB297ajN3dnaD41uHhg3iY7SCOdDx8sB+7N4V5KEK4ojy4LBKlrsKvHydAHMzl/xSim+T8MtH8Mo9KsVFEERTbYv5gTiEGsmleoQAS5xtlmfcURRF+fVkE8J3Fosr163g8ziJcV1eDXBtmUa7BdQxH41zrQgafyYJcildi+fj4KNevz54ex3PWp7RnT/L9M73PpjVtHnUPa1TWp6xLKRRL3LM2Ji+vNFfkh/ZBOLuZgAmYwP0mYO1MwARMwARMwARMwARMwARMwARMwATuPwFraAImYAImYAImYAImYAImYAImYAImcP8JfDAN/1o9fav2c/94hmd/7nO+3wRMwARMwARMwARMwARMwARMwARM4L0J+EYTMAET+NUE+A2P3/J+bkc8w7M/9znfbwImYAImYAImYAKfJYHys5TaQt8fAtbEBEzABEzABEzABEzABEzABEzABEzg/hOwhiZgAiZgAiZgAiZgAibwCwgsYhHzmyIwdRGMaVC4ajabx3xexULXIoooyjIajUasrjaDogMU5Dp8cBDHR4fx+NHDeHJ8FE8eH2cBrmdPjuvCBjcFum4/U8RALQsaPHsczyl2kEfeq+U1PUvxAz37hPb4SP0fxZHGeZgFufZjZ3sr1tfXY2WlERSroXDH1eA6Li670T6/iLPzTlCQq3V2rs+X0ev3YzgcZqGGSvosFtJaLfx6bwIw42aO+MVsNrstGDSTr1SLCi+JopCflI1YaaykfShig89QOGV1bTWLCVEIoyFfKoqCLt1M4AsnUOcjYov8NFc8LQvekZM5VxRFxhOxRBytr60pB67Fmo7NZjNzc1E4nj60IxVRRKNs1OzFeX19Lba2NmNvbycowvPw8CCYlyjKw5E5kbmRORJbNZQHKSJVFEWE+gq/fpQAMfDG/DLRekTxwDoEhI1GWdtidUW+v5pF6eDcbGq+0ZzSUCs1BxVFEUVRhF9fBgH8Bk2rahHkzNGyIJfWhawNsyDX9TBGo9FtQa6VlZXYUDxTSOvwwX6wjqXI1rObolvPb9amz3TMNavWp0/VbtezWuey7j16eBgHB3u3hfgyJ6vvorD/hV8mYAImYAImYAImYAIfhoB7MQETMAETMAETMAETMAETMAETMAETuP8ErKEJmIAJmIAJmIAJmIAJmMB9IfBXv0CRX/LMLxjGj5iACfzuBCyACZiACZiACZiACZiACZiACZiACZjA507gp3/L+76Gv+SZ7/fiMyZgAiZgAiZgAibwmRAoPxM5LaYJmIAJmIAJ/CoCftgETMAETMAETMAETMAETMAETMAETOD+E7CGJmACJmAC94zAYhFVNc8iBZPpJKWNiOoAABAASURBVCbTaRaums/nOl/F4kbdoiiiLMsstLS2uhobGxtZGGtnZztety29v9vuXqvfU/zgbqN4yW3b24192v5uHBzsxyHtwUEcHh7E0cMHcXT0ICiAcrC/F7u7W1kYbG1tNcpGmYXDJpNpDIejuLq6jm6vHxcX3bi4vNT7qxgMKMYwDu6h2E11U5gr/PpZBBbyCHxjOp3HWLwnk0n6TlXVnlKWRTRkj5WVRhZvW202g2Ipy8b5RqMRhe4Lv0zABEIp+KZVmXOJL4oiThRf0+ksz0VRKK4aiqWm4mo1ixFtrK9nUa7V1abyciNK3RN+fVACRVGIe5nc19fWYmtzIwvvHGiOenj4IB5RKFLHQ5rmqn3NTTs7W4Ftmsp9DeVCGnlRXYVfP06AwkqV5mb8vp5fKMhFDCznl1K+vhKrzdXAHuvra4qHpuyzEqVYF0VBqKgV4deHI/C59FQtqlyPjEaTuL6+1rrvOteEFOiaKp9S7K2IIv0F39na2oyd7e3Y293VmnMv275im4J7u7s7Geu7WuPeba/Xu9uxvb2VOYF4Zy1KzLPGKcsyiqL4XLBZThMwARMwARMwARMwARMwARMwARNIAv7HBEzABEzABEzABEzABEzABEzABEzg/hOwhiZgAiZgAiZgAh+dwF9rhG/V3vePe3nmfe/3fSZgAiZgAiZgAibwkwR8gwmYgAmYgAmYgAmYgAmYwEcjwG95/Kb3vgNwL8+87/2+zwRMwATem4BvNAETMIFPlUD5qQpmuUzABEzABEzABEzABEzgMyRgkU3ABEzABEzABEzABEzABEzABEzABO4/AWv4GxGgAAZFCpYFYCgCw3uKwnCNhijUFiiKIoteNFYa0WyqrTZ1bAYFCBplGYX+i1/wKooiKGBA4ZKVlZVYo+DX+lpsbm4GxQ8ofnL44CCLnxw/epiFufj84GAv9va2Y3trMwvTNJsroa7qggzDUfT6V3HZ7Uevp6b3V4NBXA+HMR5PsujYUrfw6ycJFEWR91A8iIIps9ksJpOJGgVT5lk0aBGLLArUaDTkFytZKGVtrRmrzWas6FyjLHW9lI2K4L/Qv+GXCXzxBCg2pOhRcFXVIsjH09k8KEo0nU1jXlVJiLgiPxJPFJPZ2FiPDeVJPnOtKIq8z/98OAJlWWh+WwmK7cCbAjx7eztx+GA/5yMKclEsks85H+3uBEV+sA+2ajRu8p1t815GYU5m7bGcX8aaY6aaa+bVPIvWFQX2aOTcgj3W19eD9cJKY0VzS+3/RVEfw68vhkBR1DbHf/CX8Xgcg+thNtZ7+BRZlnhsat1KAS3WjRTjIqaJ2S2tN/Gp9CetQ8ubPr8YiFbUBD4NApbCBEzABEzABEzABEzABEzABEzABEzg/hOwhiZgAiZgAiZgAiZgAiZgAiZgAiZgAvefgDU0gS+dwF/9DAA/596f0a1vNQETMAETMAETMAETMAETMIGPTsADmIAJmIAJmMCXSuDn/Kb3c+79UnlabxMwARMwARMwgU+bwM+WrvzZT/gBEzABEzABEzABEzABEzABEzABEzCB35mAhzcBEzABEzABEzABEzABEzCB+02A4gUVRWDmVcxm8yyuNJlMs1gVBQyqm0IwUCiiCIqT0CiuRLGRZnMlCy9lMYyyjF9av6Ao6LuMRqOR/a2uNWN9Yz22tjZiZ3sr9vd2swDK8dHDyIJcDx/E4eFBHOzvxd7uzk1BrnU925QMReoyHI2Dglzdbj+6vavoXw3i6uo6rq+HQbEGio6hHwzCr/ciUBRFUBWFAkGz2ewNf6mqefZRyA8ajTKL2KyurgatKT/BX0pdK8oibURXtPgkXhbCBH4fAkq/hJTaIjIXL6qg+FDG13QayzyFdMTPimJpdbUZa2urQVEZCj/xeWWlkXHFfW4fjkBRFJnL1pTLNjUnbW9tBfPRg4ODODo6jEcUiGQ+eqD5iAKRu9uatzZjbX1N81EjsBmtKOq89+Eku589UTSJ+SWLKmktUq9H5lmkbpEFH8u0B/MK/k8BpVXFQ/o/84s4h19fJIGiKGJRLXL9NxpP4nowimUB1pnWt1q8aI1Zak3SDPyGteXuzlauMbe3NmNzcyPPryq3ssYtiuKL5GilTcAETMAETODLIGAtTcAETMAETMAETMAETMAETMAETMAE7j8Ba2gCJmACJmACJmACJmACJmACJmACvxuBv9bI36r91B/3cO9P3efrP0jAF0zABEzABEzABEzABEzABEzABEzABO4/AWtoAp8cAX7T47e9nxKMe7j3p+7zdRMwARMwARMwARO4VwTKe6WNlTEBE/jtCHgkEzABEzABEzABEzABEzABEzABEzCB+0/AGpqACZiACZiACZjA70BgWYiKIwVgKIBB8YvJZJJFYCjIxTUaZQmoTVAURTTKMuqCS41oNpvZGiuNLDxSFEX83FdRFFlIhqIljUYjKNy0troaG+trsbW5Ebs727G/vxuHDw7iEQVQ1I6yAMp+HGQBlJ3Y2trM+5srK1HoP4ovDIejLMh12e3p2I9+/yquBtdxrfMUa5jO5lkAB3nRkaPbTxOgKEo1r7Jo22Q6ifSX2SwobsbTpeyJHZvNlSx8sbralI+syK6N9BuuF4WspMb9bibwZROgBBFRpbZQq6og984UU9PpsjhilYjIkeRHYmptbS02NtTW1xVnq+ECMonog/9TFEXmrrW1VfHeyOI9e3s7mo/2cz46Xs5HFIhkPtI15qN12QdbYbOieCvffXAp70+HzMVz5pfpLOeW8c16hPlF4RFFeWMPzSusEWgU51phDVIU9weENflFBChqSO4cjycxuB7G9fUo0oe03gul2kbZiFWtWynmtr21FTtaX25vb8a21pBbWxuK8fVYk2/hT0Vhfwq/TMAETMAETMAETMAETMAEfh0BP20CJmACJmACJmACJmACJmACJmACJnD/CVhDEzABEzABEzABEzABE3g3gb969+k3zr7PPW884A8mYAImYAK/EwEPawImYAImYAImYAImYAImYAImYAJvEnif3/be5543e/Wn35eARzcBEzABEzABE/ggBMoP0os7MQETMAETMAETMIGPRMDdmoAJmIAJmIAJmIAJmIAJmIAJmIAJ3H8CH1tDNtFfNjbOn83mMZ3OciP00Xgco9E4KJBznRukD3Oj9MHgOmgUyeF427hnOMz7eW48nsRkOg36nFdVVNUilmN9DL3ou9I4jEdBDMYfjkYpc/9qEDRkvZaMKd9kkrpSRIBnkYnjsr3dF8/QH4WB4DG4vk4O9AkLGu8HcFCD20gMJ5NpjjObzyM5LMSBwX7nhp7Is+Q1EY+xbJZ6DkcBp1pP2V02R7+77a6u3Asbnp+g72wWn5q+vzPuDzI8Nlt2tFA8ZQEYxetEtpvccJ/PFWvysbyviKAQRlkWWVSpcVM4iwJYzZVGnuNa/MJXURRRFHWjgMlt/81mrK6txvr6emxubmThLQoo7O7sxP7ebhzs7wXFuna2t2NzYz0omkIhhYhF4I/4EfGz9D/8jrgaKZ6IbQpLLVksj79QBeUkjSpe9EPMJ1P5L+PAdLyMiZtcuJRrKVvGgeKDI3IuG59p3EfjOWKL/siLU43BWIzJ2L9U/uVz9EF/mb8l81DykqvgljJdXdeFzQbDuFYbKjciB7x5Ngr1RNOBP/yLa8hLfKPLYDCIK+XStxu5lXPcg66Mi64T+eUMPZWXGWPZ6P+H2vIejrBBJ/pAr4l8HHlG8oOh9IMpDfkYF12RYdmuZJdly3PkbOVm7uU5ZByLFf3SP2MxJmP/kHwf8zzjMj5yzHIunsZEDEep7yjnVmSnpT7Sj+NSR458vm03unI/+g5l86XOFDvB/ujNWJk3bu30cbREP1qtY6VYnwUyjGUD5EI+5ETeu7ZEL9qtXuiNbprLuZ9n6YO+ZvI3+mecZful2vA8fWEP4hVmQ/kdsiFPNuKKJt9CFu5BBnguFpXyy6IeXjmmusnZU9l2kr481jw70hrl+p1xRUzV7TrXGtm/WPFsPcZc66o7Y9QjfbH/LmBMkx9XathtJtYz+QSNz6x5FroGpKIocg5kPlxZaWZxtEajjLIsoyiKbPEjL8ajUUyIvpkz8EX8F9+466+c4xo+yr3Ix7M0huDIOa5NJS/34Us8g93fznFv949Pcs+QGFe+mChvENv0R7/0T2OsX9J4dqY17ER+i0zow5joWPvoIH2U3I+8xON0No251iM8e3dMIqJSLGATimzSz7KPt4/MLTTOMxbj0v9IOsIb/d7u/+5Y7/tebqNYWqS8M/kM7NB1rHhDX8aEL+MPFOvIQsMOy8bnAXmJpjX0ULmC5yc3tpiJXyXf+xDyvksv+sUXGYOx8KGROGET5MpG7lRDD/SayJ4z+dtcduI5+qBvjnyeJYt6HhqrL3SiP55f9vcu/eHF2PQPS9pEHBiT5+8+u7TvFXlUsg3EF9YTsU/7al1YFEXGJbFZNur4xGYzMZ1Ih7FYM2bKpT6W/jLAFmpDxQXxhBzz1HWRuRk94x0vzlfy0Ur2QoaZGPFsjiW50A1dGJPGuDTGSz+QDByXbDjyOZvk4V6eow+40i/9MxZjMj7tHaL9LqeQBbmQL/MTzLFn+sQo5zF0elv/1PeGRb6/0R37LvWHJbbBX+mbMcjTjMe4H0th+qYxDmNiY2QYY1/8ST6Dr76tF7ZcttQJ/dDrrfUI+Wmm+KF/xqnbx9LG/ZqACZiACZiACZiACZiACZiACXyuBCy3CZiACZiACZiACZiACZiACZiACZjA/SdgDU3ABEzABD47An8tib9V+6E/rnHPD133eRMwARMwARMwARMwgS+QgFU2ARMwARMwARMwARP4bAjw2x6/8f2QwFzjnh+67vMmYAImYAJfMAGrbgL3nUB53xW0fiZgAiZgAiZgAiZgAiZgAibwHgR8iwmYgAmYgAmYgAmYgAmYwD0lUG8OvQg2i2YzajYDZ2NwNp9mg/Rutx8Xl93oXFxG+/wiztrncXZ2Hi2101Y7btuZ3usc17iP+y8ue9HrX8VgMMyiXvTNGIy1HPdDY2UjesZBBzYFZ/yLi27KfPKqFScnrTiVrOfSBb36/UEWOGHT7Kpa3G7OXt1swE5fo/E46KsvXS67vaC/8w4sOsnhNYuzgAef4XB23olzcYMhLNl4fDymANg04ACDD63/+/THuMvGhufoPlrqeDWIbq8fF91uyo4tz9q1nnBDvzeaWKauuieZijXPXw1qruPUd/a76vs+TD63eyhCgA0r+SyFBdjAns38J5NJ8D79S9fQqyiKLGLQaDSCRtGrFb3nyOcyC4+Uy8Ij8SFfhTq7bZJjpVHG+tpqbG9txsH+rtpe7O1ux9bWVmxsrMfq6mqsrKxI3iJjkY3sJ5NpxuhgcB1sgD8ajoNzs/lceWuRreYRv+gFR1rNcp6F8/DbocYh7inqQB5Zxj65jfhfxgb+T8wv46Kf4BI1AAAQAElEQVR1Ny/qPdeIIe4/71wG/dAf+gyHoxhLP/REhl+kwJ2HKuUt2JC/GSNzlXIdMr46rfNTW7GKDt3e1W1uvjs+ffCZfihgQT/cv+yDfu62E/Wbjfyq9+QJ9M18oLljmfvIM/gl/aMr7Y7ot285T6vkv9xPDh7Lr4ejcVDA4Uq5BZnIq+TwjnLOO+2h3IRN3rCHztX2OM/5jOfoo9vvy7cG8rNhYPvZbJb+dyvUb/QGvefzKmazeVAUYqS8jC37mqdS39T19VyMLjT0PG3JvvCXz+Xnpa7My7J57X8XOX/hg+Rp+h0ortIPNRZjMjYyIMuHVps+adh1pvjFJyhGggy9t+bXtuZPfC71Q5fUSzpy1OdT9FJry787mmexY09zF33RJ30zTqWYYEzaz9WHZ+iDnJrxoHiFGXGFbHB+ddqOV8ik1m5faP68yvUOcyvjkZsq+XIlOegH1n3peiGZWSOgXwt9ZLu7cfWu9y3pSw7BF9CTmEAuZERWxvuSGwwqsYYHrMdaf5DDe4pvfIS8BEPsRs7iyHnsAUt8Jv1ftqKvn2LJPbRK9zMm8cN4xFeOJZ9gjGyyHb7KNWyHbDmW4oB1K/3QODfWnICfcN8yLpCT5+k3fU8+03qj/3auczPvKk/gI+RecuZY+RP57o7zU7q96zo+jdxXysEXyu0pj/RCvyVPcmpX6+Sr6+sYkVOky2xe59PX+k2Ua0eZc+GBzC3p8y6fp99XzC00xcip7oPB6zhQzpZ+2OBdMv+cc8gHJ/yA7xCwY/4nV6IvY6bOyqct9JYsyIP+y8Z57JMyKjddYAvlpVtbyCdnH2l+Qf7qbf/X96+uvsfBGLmQj3Yq+ZGR72nouMyZM/xR/kxfNGRNFtfDLGj8mkX9HYg+T+GAbWj0S1P+vvv9J4saDes+0uZ8h9J9PJt2l31h2NZzXfznSv6jNRgxhUzk0UUs8rtE2of1gGQi5xMb6EQ/+Es29cdn+kTG9o0t+ppLiS36wNbVHV2XvoLey8Y9rEHIszBKn5D/E5ddccUvOrIxfs8YMGU85EG3bBmnr+curnFPW7riU/QBV3xkKEa38SpbLuVYyva7HBd1wdpK8tT+MMn4HWjt0NdclhzeYHCe341PW+f5nfg09W/n+6XucMInO5oHU3+xpC/6xD5jxQk2wvbVjY0+tO6wraQTNkYvbMzYyMCcgZ92bvRirsZmyH/XppmD5f+c5/eRpU48i48MFH/EDz4019qO8RgXf/7Q+rg/E/iVBPy4CZiACZiACZiACZiACZiACZiACZjA/SdgDU3ABEzABEzABEzABEzABEzABEzABO4/AWv4YQn81Y9092PXfuQxXzIBEzABEzABEzABEzABEzABEzCBX03AHZiACZiACXwYAj/2G9+PXfswo7sXEzABEzABEzABE/hECZSfqFxfoFhW2QRMwARMwARMwARMwARMwARMwARM4P4TsIYmYAImYAImYAK/BwE2h2aTaDaLpojBaDyJwXAY/f5NcabLXrBpOBuOs4k2G0/nhtRn9Qbb+b51Hi19brU7daGTi25cdrvBJuODwXWwkTmba7PxdfXRNteOWFSLYGNtdKgLmVwFG2ojNwW5Xr46jZZkbZ9fxKX06vevssgLG3EjF/zf4DGdxXg0zsI1bK7NJtv0x6bb9QbdnUj9pfvpaTty4/Gz82A8inN0bgrwsOE9G7nXm4zPclN5xmG836MxNq2aVzcFiMbJgQ3hcyNyselcXMZrPdlYndaudcwN1usN5lvSt83G8ueXybrb7cfV1XVu2M7G8rXdq2C830PX+znmInlWi0r+PpcNpwFr/Hgmn6VwxpJ3URRRluUbxbgaK438nEddK0vKZsVHexVFkQW/KAC2tr6WBbn29yjItRu7uzuxvb0ZG+vrsbraDAqFFUVdkIt8gU4US6EYF7lkOBplsaLZbB7oX+u5kOw0HX7GH5vi122RPDMHih8sGYfiKhkTvX7g15eX3fTxc/l6WzmkrXx31j4PYoCW8Z+x0Y5TilPofUvXuaetGCGmyCHkHfRhjMlkErP5PMf/GaK/89ZK+W8ymWYsU6jiQvK2JSeyZeEg5SjyVkf5mdxMnGZupkDITY/0MZvPgn4oTtC/ukqd6z7OgiIXy0bhi9tiKbcFMM6V/841Z1xE6no1iKFy6NsFCW6Ge+OALV+3SnmyygJzk/E05xByOjLDj74vpUeHPKU8i55tMYY1spLn37CHbHGq3N8660g+Nd1LwRD6gVWdo0cZR/gWcrwh3G/wgTErzY8z2WMqO+bccz2sC6F0e1lMq9O5SLZn+J5y72nq1Za/qS3faz5C/1b6XkdzcidzOfM4BWIuld+xPxwHg2HmauZMxmTseVX7I/J8aLXRj/w0V/xOptP0DWRAlu6Njsh5hn6Sf2lLfO52jk07tqOle9ryb+5HJ+Zo+hqNx8qJM/nPPBjvl+rBc8hKTp0oTjMetGa4UFwh3608iiuKcnGO+XOoHEXu0ook43qhPI0cxAB99LS26sh3l/njVPrwPDrSiKtl43Mdu2eZZ1hTYLvBzbpqIj+ZieWCRPahjfWZ9ccMwJwAe5iQx8kZ3d5V5rC2Yv4sY0Z5TPmKtVtH+aMve2CXuvjPLFgXvS9P7sO2jIktsAv2YazT23g8z3UTuber9RH3IBt5dq412EIxD2r6mmkumOBr8iHmiL78jRzVkb8s12PLmHjdfzv7byle2soP+Ge318u8gV71WPNgHMZYNsb8OQ0uY8UWOZhCTm3F3pnGRA7mAXyV7wldzZfoOJIOMCXWc0zNTzPltrF89lrX+pobLsWD+CVf8fzdljEgO53QTlrBGNzXlh07sluyvL4O5gds8HN0ede9yIgdidORvgcNr0eBDXrSB6adi4vMo9gRP0IWdH+jyb+ww5lyEyxYM8ADXfHFsfhNFa/VR4jX7/m/dMAOjI8sLdkq5UZG+WZb9rtUzu0PBlHnzGlgK3IeLCrZCxZj9YPsfcUJzJl37/ri6TJ/qc+W2pl0b7cvglyV/cvOFJqiKBd9cC6f130tPcta6eSVYlJrJs5zfSCZyKMT+Qo2CXhJwbniBZlGkon1WY/Y1vxPTKTv4CvLpv5OJU9LerflM8x9fcUTcqRfKtYqxR66Lv1h+Z4j1xh7OpvmumAk28EB/+/3+1oT9uJSc+mFfPF2TahxztBLY6ZuGh8Z6namOD3PPE7cJCM9i2915WPLNQj+PJOPLDRvLKT3si1l/E2PYr6I/CfIH7PpPFmQV/CtvnwCe3Vu8hOcz7TGat342Cn2vWGQ53S+1r2jdclFdO7o35Nt6JO+x8qB2Dn9UTb/WAwWYoyN4T3RmEOtVa80t/bkV+S4i6VeS5tK/tQJ39K8f5q6nQdzyZn0biumOnqGuO+jj/LTSH3OlPfwXXxqIZuyNvhN7ejBTMAETMAETOCTIWBBTMAETMAETMAETMAETMAETMAETMAE7j8Ba2gCJmACJmACJmACJmACJmAC94bAX0uTb9Xe/uMc194+788m8AURsKomYAImYAImYAImYAImYAImYAImYAL3n8C915Df+Pit721FOce1t8/7swmYgAmYgAmYgAl8EQTKL0JLK2kCJmACJvCagN+ZgAmYgAmYgAmYgAmYgAmYgAmYgAncfwLW0ARM4A0CbA7NJtFsFj2jGM3NpuP9q6ssqMVm4Z2Ly2jfbDTOZtqt3JS6HfVm1O1o3RQAYbN3NlRnI3Y2s2ZTazZNZyPz3Fx7XgXjVNUick/qNyT55R+WfVVVlQVcxjc6sME3G2q32udxcrNJOxtnIyN6oSObf7M5e7WoUoC7PKazWYzGk7i+vg421+52e3EhFmxu32aDbnFoqZ2+vem4xmPTfgoNdLv914URJNeSA+PkgL/TP4xfVfOgYBb2ub4eBhvCd9mIXHpiw/b5RRavgR/cTnPzcezOxvLY/Ty4diYW3AubLhvLD66DTe/HYgdDNjxnvN9J1XszLH7+RlMcwZa4ZTP53MRePsu5ihuleVEUNwW56qJcjZVGrDTUdKRAFsW6iqLIglnxEV5FUfddFEWOu762FtvbW7G/T0Guvdjd3c4CXRsba7G2thoU5MoCYZJ/Ll3QazQcBRv104bDcRYESB2lP3r+ct9aKA/VjdxBbiI+8dvhaBQZE4NBkEcoOnBx0Q3igvg/Jx/SzjpB3nsdG+2gwER+Vm4gPyzjg2cp4EB/tS6j1IXN+tHj1+JHB3IZcveIY8mLrC3FZxaraJ1Fm0IZOt9TXkKGZbGAJUP6mM3mMZkq74l7vz/InIce2cfpWdw93i2awvmWcgT6Mi66klOG6geuFPqg/+VY79JXZk+bVLItNuY5/Bo5mUuyWEL/Ki4lP3MMcxNjpT2kJ2OfKf8mf8ny9hE9uKct22EP5gFY0e+yaOJMfsf475LvY56DC8WwGH8ynWruGacP9q8GwTyCrOiL7PhcS3qiz1JHijot37eYk+V/sGiLC89QzKsj218qv2N/+sUHlrmaMaeyPYV3kAVdl0fe/9pGX/g5/c9uir6NMs6uX8fYZTcLjiFvS/Jnkx3xq1vd+Kxr6HauOQqdYMPchT6j0Vjz2uxmrVGlP/0S2VNerVmwx3gyzcJlMCMPnIlpyrMsyqFjW7Igw1A5Ch0ZM/vQuqT2ZfUhffvy347WEWe6v6X80ZKtyBnEzw81rre0zsBnu8yxmq/RE5vN5vNfrCMy3pum5FEl6ypqm02CnNFTLoQ3cdCS32A3OLfkRx3FA/l4JLuwFprh/+pDXf0kloXuwJ/Ja3P5yUQ+wnjE161/aDzGacl2jM+1wWAYzDGMRbxXynXpJxp0ptwzpjCMcuZA6yhk4xmKB+Jf9NFS3N+ux+Q79E0701jLeLhUfsRXyWkU+MH/kJVxkFui/+y/SlyQm1xJwRnGasl/4ck8wBEZu8ovyD5SHMJkduOfjD8T36V+FDa61L3kb/TBJt9rr860dj+Ll6zfNfcwxplij2cuez2tC8RSvLDBTyr0EzfABk7EFHqSF5m/iOmLi57y0mWgX9pArFtifyq7nsqPXmlu5ci5MzFpa36BT+Yl2QJdmZfpdyYbL2TznxDn51+W/2CjuXyRNSGcB/ru0tX48EKuVsp9Hukv4nipfIts2Iq5FtnIXepKOaWq40jfW/CjmkU/0Cn7kx+2aNI/ixMqBy77R//MVRqb52A5lE/jk7XNL/O7Q233tmzc0rqpnXxz3SDfR6YJtpXPLKL+D/sQp2NkUg7s9vvRUS5tyRb4YPoPvqJGATdsciad28q1HenaU+6lONhUsQonWiVboO8SOH7Ae46MB0vkQB44DFgTKqdcSjdYdJRD4HEum5+JKfNSS2O2JBPj05ZzM+daee1cunaCORl9sRGF0WCE3Ri3lkt6/9KARYlf2TR61o7iiDxT+S75BDmv5FvwRPYL2YDvu3CGATqeoqd8A1+DAQ1bnCk+zsTqHJt0BJ3WGAAAEABJREFULqPWv6fv2IPM16y9iZP0R+WOSnkHW6DK8sj7X9voi77xgdRLay7GJnd15SeX3W50bvRCXmRv3eiELrc2RUedx+74ASwuldeYd4j5Ed+D9dtKpe/bVfra72jQXwvNz5uACZiACZiACZiACZjA50LAcpqACZiACZiACZiACZiACZiACZiACdx/AtbQBEzABEzABEzABH4bAn/1jmHede4dt/mUCZiACZiACZjArybgDkzABEzABEzABEzABEzABEzg4xJ412997zr3caVw7ybwpROw/iZgAiZgAp8UARfk+qTMYWFMwARMwARMwARM4P4QsCYmYAImYAImYAImYAImYAImYAIm8HsQYANqNp9m0/XJZBq5wfj1MAsx9Xr9YBPpi8ve7SbU7fNObhq+3GCbzajZiLrVat8W4+JztrN2cJ3G/Wxaz+bUbMp+cdGNLhtU969yw23GnUwnudl7vfH4rymaAclFpG5VFZPJLIajcVwNroMNsdkwvX1+IXnP1drRbl/khvJsJM5G9GywPhqNYjKeZJEENo5nA/kuPC67WYzm7kbj6NY668Sp9M0mFkseHGlnbM59dh5s4s3YPN9JBv24urrKIis/tOE42nyoBpNKTGDMhuOMyUbqbDhOUZDUUXbBPsjY7lxGG5vnpvKd3DAfe562zgO9TqXr243rqW/7PM7Elk3Waeh7KV/q9WRz2YJx2Zh8Mp3GjE3W7+6A/6EUvvf9sJF73dK2Yri0LfFMI7brggqLLLJFwa1Go4yVlZVoNlfy2Gg0skhXWRR5T1EU8bFfjFCWZTQlx9raWmxtbmQhrs2NjVhfXwvONZvNWGmsRFmUwWteLeoCe5NJFsMhNvFhNupHb3x7sagU+9z9fm0hZjSepY+J+mbTfApFdIl54kF+i/+Sv/DltvJH+yYm2HS/JV/H74mJ1k0e4P33YkPx0iJ2lA9aamfqo018qT/ijdzU7faDWCQmiZFb/RS3yFm399NtrmfG4zr3kcuRn/GIz5bk5Mg59CQ/Dsl7mgdmFLyASywCJlnwYjTJPNVT/MKiRc6TPm/rmAUwTs9ui3S1xKYt/cgpXfEcUHxGjOk3ddEYC6lD00G2q3P3rT00LwyH4xgoZ/T7A+Xwel7q3BRGQH76r+1BziFPqYkvOtKQsfUOWcnXXG/p3jPajaztzkXQLzLDLeeGwSD1X9oD+VJ+cULuX9OW/dDnjAIX4jPSnIUfMid1xZzc2dGc0UFv8UTnM/lPS3Y4k+zogJ60lmzLsW5nt7kaBq07/tfSs210Vj/0hw92NMd15fM92YqxR/iEcjSyLVVF3p+rL8/Qx0y+Rc4fyS+JX+wK3678/lJjd6QjcmScaf5Ax7Mb/Vocf8CO6JrXdQ8xmfqIU0e8LhS/XXRivSH/G4rt5MbP5/MqKuWVpW4/phc6zDRX8SxcKG4Dp45kRs5Tjd0Sz7Pk2dFaoav5/VprkElUykv0TR+MN9e4xBU2Rn/6WPoweqAPLYt83MQTRbg415J9WxoLHS+kV196UVRmrDULubDO94z2ZbeadRUzYko+PJLd8TfyEOvQM/lHWz7Wlr2w2fn5pdalfa1Jr2OMf0xnmf8q5dGsQvNTOOVE3DuXj2Pbu7kXW7XwDdntTOO1lfexebe/HG+SfoKMrEGRs7/Md/JfchE5qY3MahkT6i99TjGNX9y29I924CM5lsYjntD5Un31NGb/6jrz2Sh9Zio9q9vcC7cfUpVrNPRkDYm8V1eDXEO3pROx19L4+GpLuiI3c2nGnGyALXiWPhaKCfoYyy7EQV9rYfIt8c+zt/osY544aL2eWyj6hH7cj17wgh3xWSmmf0iHu+cXS5sprpFtrNw7HI7q+UZ6dZV7yR3o0VEuqdfEF3GGrsqf6HuKvtL1VHZoISufOWY7lx1e26KW9yLnl47yBvr2lGv7GgsGI+VFYpi5G9lod+X9Oe+lWsBhhj8qBuDMPM+YbXxI/oM8vIchOnalL/a8vh4F+ZlGnhto/oMvsUM+5X6ea8NB/WCvbKlzO7IgmTjQP357q6ty1ZX6QteB5vSePtMfc+6ZeLbEsaXnTtVPS/2yJkIebDKRbWbSo2ajiJSNZ7Lb0mbch62Qjfigj+V6JItzyXda6r8t3YmFruYcZBgrBubKx7CGmXoW5oXYVcod82C+GmoeHOi7MXZaMqAPcgb91a0TZ4o1fKIl2RmLdrr0C3RSOz07i1OON60lfVuSi3bG82IKj+SmORF7MSZjYxf0ncmmcKiUm5BbAn/wP/qlf9ZqM3GfKCcS73CANXmkq/kHG+E7NY+L/M6YerzBoF3rLF3RnTihETstnWvBSAzyOfSXjVJ/fQfFP2DQl6/gN6m/7I58y/ZzlGetyXPodlcv+r668cmlXh3FPP5E/mxrrkj50EvynkpedPleS33aivvzbPUzF5H6qL9L2RR79pTfr6+v83cX2M6wqfywkl/XfvhztPK9JmACJmACJmACJmACJmACJmACJmACnwIBy2ACJmACJmACJmACJmACJmACJmACJnD/CVhDEzCBL57AX4vAt2rLP95zbvnZRxMwARMwARMwARMwARMwgXtAwCqYgAmYgAmYgAl8sQT4rY/f/JYAeM+55WcfTcAETMAETMAE7hEBq/J+BOrd3t7vXt9lAiZgAiZgAiZgAiZgAiZgAiZgAp8aActjAiZgAiZgAiZgAiZgAm8QqKoqKBzAZudssM2m12w+zQbTL09O47sXr+LFy1fx8qQVJ7RXZ3GiVm9y3s6iK9ybRSNuNhc/ZaPq29auN+FuneW9PHvy6jReqr14eapzrWi3O1n4i43Rh6Nxbn7OBuBsmP2GsO/xgU2sea6qFrmZOoURJpNJFu9Bv26vl4UDOp2LHLfdvsjPuQn9oC5QMBgMg3alY69/lcXIWmfnYnCaPL4Tjxdi81Lt5FVLPFrSA/3aQYGA0yUHPcOG3TzLMZuusVH9q9NWMmCT+LOUoZdFeCgmwObwFClAj/dQ+WfdQp9s+j2eTG+ZsJn6mWzwUrpgk2zSrbb5aep3cmvzM+moJnve6imdTtPe0j/f3zmensVJ6ip9xY0xTnUP47F5e7fXT9bovLQ5MtJ+lmJf+M34PQgWimcKC+A/Y/n9RHbmPRv3c70oimiUZRa5Wm02oy541YhGo8xCXKFXUVAqS29+k78iypSnESsrtTyrkmt1tRnZsmBYI8pGeSPfIig2Q8EKfIaieRRLmGXhlCpjfqHYx3+WTOJHXvV9iyxGgv/RJ3mic9GVn7cz5onzl/iuGrFxGxfya3z7lXz8tsm3MxeetiOP+oy/Zw64ec/nZSMXEFsnir0cRzmWvsgVZ2edIBeTg8gL5GlsS26r5f5hxerrC+k1z83+KeSATu3zThaMaFFQQPmJz+R8dB6ORoG/zGYzcZxHCCAsZ7N5Fqfh+pVyJDGbfakP5Hyj3eiI7qmHPreVWzoUIej2YzkO9kPGQioUwX+hfxlS9tW42CLHHU+UH65zfqAASs1LuUT5KfPwy5Ob+ekmT921Be81/ivZAt7IxJHW0vn6eH4zP7XTXtyL3K/SHi3laOX2zH3tvK99fpEFe2p7wGkhTHWLX/iCA61S7BKrQ82B2OvishuMh6zIhO+9WPqg5MNnOA+TlPtGJ/S6q+tp5ubzlP9U9yzvz/didJKtFdmf+qWQDjZt3dgN/6MIx0x+sVhUqe/PUXUhey4bdh2Px2lTCl5QoKIlP0SPF1oP1OuN0zruJMvJbYy1Nce2b3VA9u+389fXZXP6zOfpR/7CnI1d24oBxh5QCEOy1HE1fy+9KuUW7h/puWuKs/QH8s2+1ggXiqvzoAgMhTvw94vLek5nbVX7e0RRFDlOJVvP57OMN3yJwiY8g2xn4g4T2hs6Sic+c557KNhycXmZBeqQZaxYwX/m87nit8px4gt/yfWUA6u6iKP4YAtiq6t1ILyxFT543unKht241PmrwSBzJnaeyU7Yqvbfn4bJfeRo7EAuZTxyXveyn7m8rbVePd6lxruMy/SRQQzkSxRLytiXT1HcBjvjr6yZmBteLGNfvnyihn+/Um7KeF2ux7IQzHm0FPM8TxzjM9xLfNP4zLW2/AwG+N7wepTfA+76Drq8rTHnaNxHm2p9ge/RR0dzZlv5kX5bmrtyDGJNTAeaN+Ax01wCz0pxRD8c4Ux+YW7p9a7EpCtWxFMnTqUP8r5ud2JcOrc0B8HzUrmyq7U644wUm/BfyHZvy//2Z2TAXsjFOgJ79cUfXZAfXrQXyk0vkv+rzE0n+v7ySnmlzqVnuVa4u/ZvKVaXNmgp5y7lX95Pn6/bmXLbWZxKnzPZpKt5EqbkjEo6ICPtbdnf5zPPVcoHM+XuidaD+Bf+SG5iLHSE3wX8tBbvX13l9xDuuVIc8JlrxAk6kE9fSu+X0v8FTE7g0arnSc0jp2rMRdxLo398gj562f8g1wDYeqD8y5HzXGeMM9kz5RIH3lPsqqvnBooP7IPPsZbFtujGe3ww9ZKPcS+6oVNLfSADjfmQGMBGZxqD64zJ3IbNYU1/RaG1SFGTXeaOnK+utAZRrKILOp2IwXcvTuLPai/wC8UjXDjPOCc3HOpx22lb3iPLKbF5eq4Ybet8+/Z4euMnSx95pdim0SeN/vGRjtZSffn6SOs1YgcmSz+pJf9w/8JkJv+ZKM5rxoNgvdhWXJ9IvhfpA6cZE8yv5CnkPBEfOCwbctf64efS+624rtmc5Ros2el5+simNcArfX6l8WB/ITsMZGtkSt1lKOSkvY/m3Lds6Ea+wN/xh7byF2OcaEz0+S5//6j1S710/rVO0kN2rvXSe9mvpcbn+nie9uVz/Uwr6Jd+aPT/Sv0xZpccKR/H15Y2Rcb30cf3mIAJmMA7CPiUCZiACZiACZiACZiACZiACZiACZjA/SdgDU3ABEzABEzABEzABEzABEzABEzABH5fAn91Z/i77++c/tVv3YEJmIAJmIAJmIAJmIAJmIAJmIAJmMD9J2ANTcAEPk0Cd3/zu/v+05TWUpmACZiACZiACZjARyZQfuT+3b0JfAEErKIJmIAJmIAJmIAJmIAJmIAJmIAJmMD9J2ANTcAETMAEPg8CdSERNoDOzbavBtHt9oKN0dmUms21X7x8FS9f3tmQmo2xT+siJWy+zmbTtOUG1BzvttMWm2yrnZ7FiRobULMZ9cuTVtD/yauzoNAKm3xfXV1nIQQ22maj7F+2IfVC6Gu9eJ5+KEzEBvd96XfZ62cBrvPOZY7bPu8ExQ/YFH6g8dn4nXsH19dBY8P2zkU3Ts/OU966CIx4wEQs0GOpV83jLOBxetbOjdZbbNC9fH9zfCUO6H2i53mP/mwGjnzX16NgU24KDH2MTdaXTChkxEb0jElRCDapP5FN6g3Ib2z+SnpKxhPZ6BU2l9xsaJ/6oddbrcVG8zrXUlve80rP8Dx9swH5yclp8mHT/XNx7coecP/Aeq4AABAASURBVB6PJ8Hm6shHkxH997MJLKJaLGJezYMCA8QRvj+7KYJBd2VZRqPRiJWVlWiu1gWweF+WjSwWUxQFt/1mjeHKskiZmsjUlEySa1mUKwuGrTSiUZZR6D98Yz6vYnZTYAK/oSADn/GfqlokA+6LIBfET77ymaqK2Xwe8OoPrpUTLuWnZxnzL05exQv5bZ0L6/fksBPFRvq3fJwjhRQyB+hz+r/iPY838UBO5fPb8cGz9PVSYxAf5JO8r32eRVt6/X4Wz8OmFKCobosivVu/Wndpjy9Ip9FoHFf9q+yLuMumfIY8Z+0L5cNeFskYjUYxmU6iZlllQZ9KfcwoHKT4HA7HdSElxWzn4jLO2p3bHIdOy4bscEAv3pPfuJ8cT74ZSR7mHIpqyKTfsw/n59hY42KPwWB4WwSC/uCztEedr07TTjB8JZssj7f20BzEc+Tkuw398/yNfXjPM6+U706yteoilLJn6nLazgJZ5CwK2MBpcWOLhTjRvqfMT5zgGVrtg4sg74+Go+j3B/LBbsAOOV9JL/zjxYtXta74yk1ORjbkRv5s8ruWcjHvW9KNxvvTm3OnOsf9+dyNbqmv+oMt11vqgzkBuyHLUDLN5EvIerf9hHq3l5fP0MdoPA4KsVx2+0FRxjP5IrIQX/X8io5iL52R65VsgbzIxX0cs0lGdEPWlnRrSS/OU9yD+9GF+0/Uz0vNbaxjONc+v5A/9dOXmWsn0+nt3HMr8DveoENFnlDuGSkeBtdD2elKffVqPRQPMKN/9Lq87EZPdhwOh8rH04ynuttF1P3Mg3mY9Uavd5V9tLUeIa7o51Rcst3ohW6n6Knz3NOWHh3NoT3FNrKMxXWWusyyf2WAerjf7N9PbyBsxrxAvplMJnEtP74aDGSzfpx3ukFRs3OtBTvKZ6wDu/JJ1qFD5brMt/J5bEUefB+ejEcBJJ4dy0dyPNadWld3OhfKH51cX3cuLjK+L3W+L/vhAyPdT24kR3Zk15bsfEJM4ruK98x5OqYvy6fxa/wbXz+Vj+D/2YiLbOeZn1mzcd8JcaR4z3vVNz7GOH35HkXhYAQr9EWPH7Im12kzrStqpsPAfy/EsI3/0jR3IX9bPnoppvgn986V12kL5U36px9YoTfr765koeAOBZPICy35e8aA5K2Pbc3Lr1uOIa4X4tjTvEReoS/yaG0zRvnhtlDeRoaZYpp1BN+DsAe6MN4rcSbv0shNNN7n/C+WcKUAFTnnVPNMfZR8yCubwHrZltewF8+dqG/aK9n4VfbVznx/KV0GNzmjYj2jhpy0H9bk3VcWWgOxZkA/8txQczz+dancRA5pyU7Y6EL+1u31glzCdRos+8pfl5c9+e1Fckfekzv+SE7FH09ufAsWNYf6exA2PO900te7sk+fgl+Kh4HWWAPN61eKxa78n/GRg2JuZ2edLGzY0vFctu3KJ4iPyWQaM/lPRZP/wKNSPsZvR4pX5O3p3gvpRkyfyQatGxvUfG9kUp7mOn7W19jEKGzoj/Xoa5KLXEsTx/R9KT+uvxu346X0Ze3x5+9OgsJcNYfTOFnaVNdfj3mWhaYyDvFnZFJ84hctyXjK+5uGj8CQZ0/kE8v+krG48wyyI/cw11GzmCkO4YD8r2X/MO/oc67+YU9ckRvxB9YlJ/LbF7dr49Ng/n4hGWuZz+JE8qMLMr+z3ei8vIbuy3Ujz56o/xNxvG3qD1747kD+M1E+x7d/ju6smLMR92qwQ6++/PBScYcPIs8rjftC3/G/U3t5k3NPZFvOZ5Ms2Ih7TxX3eUSfW9ueZ7zkea0b0Y37T9Tvifqp+zzNQnyMeSnfwseZA8iHc807sP8wVnQvJmACJmACJmACJvCxCLhfEzABEzABEzABEzABEzABEzABEzCB+0/AGpqACfwMAtu69z9W+z+q/Tdq/0rtf1RrqQ3VKrX8nyt9DHOo/w+QzMEc7AP2AfvA5+0D/2/N6cs/3tuen7c9bT/b7wv3Aa/RldDtA84Dd32A7/B8l+c7Pd/t+Y7Pd32+8/Pdn98A5Db+MwET+MIIEPvkAHIBOYHcQI4gV5AzyB13c4nfe26xD9gH7AP2AfvA5+0D/Oa3XO7w/h7Y09//ZVDb8fOOS9vP9rMP2Ac+lA/wHZ7v8nyn57s93/H5rs93fr778xuApg3/3SVQ3v3g9yZgAiZgAiZgAp8wAYtmAiZgAiZgAiZgAiZgAiZgAiZgAiZw/wlYw19BgP+9KbJwQ72h+Siu2JT6shdsgt5qtePlq9bNJtunwYbjJ7nZ9lmcvDrLjaTZWJ4NtNl0mg2nOb6zsSH16Vlw74n6pL08OY0XamxSnRtSa1w2PWdz7Akbr8/mdwpY/Dw12ciaxkbd89msLnoxHEb/ahAUXGDzd3Q8a3dyo/nOZTfY9J3x2RSb4gGDwTALdrDx+cXFZbAROPL++cVJfPfyVcqODuhCQ49s4lYzOM9neI52eqbPN9e4j83G2WSd98jBJvK9/iAojJCbckv/ZUEBdPl5BH74bvqciQmFboYUpxATxj4768iurXgh3bA1unJERvQ7weY02RGZ2Vw+m3TCV1psRp7t/M5G5Ge5Ef0r2fwlxb1yc/OW/KCdhQc64oo94I08daGG2i9/WANfeZvAIpEtFC+htsjiMtMbG1NoAHtXlW7SX1EUUTbKWFlpBMWuaA29Lyl4pWvxG7+KogjGbjSQZyWyENedolwUDasLhpVRFIX0iyySwKb1+AzFEtBxqnhhE/uqqmIhXUUj3udFbC0WVfY5Vx/0d6WYwDeJ44wB+S1x8YKjctbruD/LmHl1Gxft2t8VE5kbdTwlJjjeNGKFfpexw/FEMXVCjCi/knPpj3somELxBYpMUDSCPF1Vc+XsRSxqo/+gisvr6DQajzP3kcfaN8VS6JuY5fNlt5vXKfBQ5966oA99LMRzJi6cH45GQUGGbq8fnYtukLdOldfeaDd6kiPQ67R1lvdx/2W3V4+jvIP9yEVFFMHfzT+pVyX7UVSOccfjSZCXefasfSG+Z8kcG3z34lUWw3hBzsIuYsiYjF23tuYpNcl0aw+9h+3pTWGM1u3ndp23NFfRB/Y4kT04vlK/9Mcz8EJ/8nTqIFmTk2IrfuGrfn4hu1ZZXGM4GienC82Jbel8Kh9CJvTMuUd+iJ+cyO84j2zvLHyh507f1u/O5/q5s6CPbNLz5LSVjFuy65nmx45ydK9/FciEPWpZ31/R+v5FbVf5LDGKTQdaa3TlD8zDrfZ5oMsL6YVNOeb8k/LU8i1lRZ9ca6Ru57XNbmzJNeKJdUbyyLjS8+L0Uv5Bn6/0Pm2osZl3RooN4mr2EwUw0AOtK+UK7D7Wc6wVeld1Qa5zcToTrzPNo/QPN3yW9QPz7GQ6E4OIoijyWCmuksVkEtmPGGd8yt5t9dNSPy3ZAP+koTMNHTnPWO3zi2Duxj6D6+sYK1aQDTtRqES440t/YTc4wwU+FEfLHNbtK4ddZnEsciwF1DpaB17q/NXgOkbKdcwrPFstY/w9YMJ8Pq+ysN5EtsX2fa3rLuVv+Dq2pQhYjief4TzX8YGRfGo4HAefL5RfW/Jr/PVEccA67AV5jiZf5hwxga/j80vfONUzp/KbZcNXuEY8vFI/r+T/vKdvZEEO/GeonFzrW2Uegtu71OU8DR3n81lMtFZHdvroSGZ8Et88kwyMzRhdMR1cD/PeueKsku9XN0wrvcc25Be49zS3XCrvnZ9rza28cKo4byln0U51vG06z3vGoEjS3TgYKX9OZ9Ng7nqXDnfPpS6aU2daL6E/HPqKRXRhzBPxOhE3cgf8aeQSzpErT5RjlnaAMzJ9r6Wsda6CPS2fV7/1Uetk9XOquXLJC6ZwqeN4Ech5V+73fi+HhPFMc/h0MpNfj2v/EmPGOlOewS/xfea1Xu9Kc89VECO0/k1+w67odSIezD0UXmJtBJclj9q30KWda3x8syU/4Fns05Vt+4qFK+V++h4oZy1tzvXzXJt0oi27pw/piGz4BDwmiif8ByYV/nOjG7l1qHgdXF3re1w/av+5iJby6KniIe2ieR3up/Ih+j6/kzuxOXPAIhaZn4tCaxIBVve5liYukZNYJXZP1eeJbMdc/Ofl90HF5UmuF85yLlv6Bb6R42r8U4397lb7Rn3tTHPamdYtahqDcZbtpb5DEesd5Y2+1qjp55pXZoopmCwk84f+w+/oP2NDcQUHit/hOyfyhReas7MpJ728005YR8inWXctW+qXsdBOHfmctoELfLh/2dQ3/Z8sGdCfzuFPjH8l30Em/KFSDqlkrPfSX/cpmPQna+u5mXIYHK/E80Ixcd7p5Pf2E8mBb3+nNSb6oVvKovO1Tc/k4zR0Wbbaji35B7q10Est9b957kR60A8xRJ/01daYxAbxMNYcvtQL9h/anu7PBEzABEzABEzABEzABEzABD5LAhbaBEzABEzABEzABEzABEzABEzABD5dAv9Qov2Xav+DWl/tv1f7v6r952r/SO1/oXaktq5W/w/ReuO/dxDwKRMwARMwARMwARMwARMwARMwARP4dAjwHZ7v8nyn57s93/H5rs93fr778xsAvwXwmwC/DXw6kn/qklg+E/j8CBDjxDoxT+yTA8gF5ARyAzmCXEHOIHd8fhpaYhMwARMwARMwARMwARMwARP40ATcnwl8+gT4Ds93eb7T892e7/h81+c7P9/9+Q2A3wL4TYDfBj59jX4DCcvfYAwPYQImYAImYAImYAImYAIm8BkRsKgmYAImYAImYAImYAImYAIm8DkRYJNnNrFms3c2f6awCJt7s9k4hQnYPP22tTtZtKDb7QWbqFPMgGdms1lu2h9RRFGWWVBnpdEIivxQPIfiOmWD80XwYrzJZBq5afrgOnq9myIWnYton3eyKAKbjLMpe7fXz0JYFLyY3oxT3Wy+Tl/v09CxqqqUcTafBxtcU7yH8dl8nSObcDPGaDzOTepHo1HKBw825+72+8EG3cjEsdvrSe5+cI0+JpNJzOZVbuwdcCjKQG84cGyUpdjU+le6jw3fR+NJFt9gU/Ou9KTvpd7wh3Ovf5X30D/FdNAl9Foe9fZn/fEcLGZsyD+dxng0zv77GucyNyCvi1K0zy+ycA5H5OrJRsgJK9jxPH0VRRGldGs0Stl7JZorKzo2Yql3qeuhFxvETzXmWHwpJtTvDwId0ZfiJRRcYCw+9yjYIL8YSTZsNZPd52LGeOrqk/n7dAVZyA/rYlxpa/n8bDqLiWKONpMdqkUVctMb2zXSbsviVyuNFfmu/PXGdvEbv4qikFy0MsgbjUZD/oRf0RqSrZHni7IIXgvlg7l0JIcRV7P0l7niHQ51i/fanZ/eIqrFIojRmfrE/4hvfB9/pRGTA/knuSF9VFwZm6JRSx8tBLdMPcqUt86FDcVGrQOf0atU3OjWHJP4ZrzRcBSM11POISYvLhSTyo1ZOEJHZKjzzjjG42mkvtVcNn+gTTWhAAAQAElEQVQPJYuIoigCdqXiltYoG/G6laGrEQKG72QTDz4XRRHcT2w3myuxtroaa+tr9XG1GRRLW/rQqq5zT5Niamqr2VaCz7wnT/C+qfsaK41oNMrsuyg0hpr+ghdDIwNssO1EeZYcRLGC/tVV9JW3YJH2uB4qZ4+D/DSVD1SyH88KTBRFEbf2KEv5UyNWNC7zU7aGPquVulYUFEmqfQC7YuOB+u5qLOzRuegGhWvOc666DM71lc8oEsK9E/kD/rj0hXjPF9ar5Mszxedkqaf8DH8jB7c1HoUvzpWbmZs511WuvBoMAh/lGZ6lD4YsiiLKBmzVlro2V6Q3TfrqXNkok03oleML+Ezs6Atd6JeGbtnkm1zjnkpzqm7PJ+uj3v7AHyxoPINtxpr76JdCLF3mvotetOXb+Hg79buIpY59cWdsniGP0QfjlbJVo1Hr0VDOWpE+2JJzXCvKIqWZa+6YyCZDzSeD6+tInlrD0H891mVgU3j2NM8NxJx5aqljJZsge3b21j9FFG+cKYoi/axRluljjZUyGqUYhyJIQlfKuwvFlj6GblUrAlkbjTKQv6k4oREjq4qv1bXVWFVsZbu5dnu9uVLH0/K6jlxr6vwtB/VbavySwcIv2Ffy2zk+zvrnJs5Yy+Ibg+tRjLRGIQ9jf+KY+yvZDnpFFBzeu+E3zAtLn8evaHVsjTNfjYY3R/nnSPHFvEL+v1JO6WkO6GqtedlVztE8kD6qeEDWkWKI4kPIiHhFUUTZqP2tUerYaORnJEYO8iE5dCz9rhUH/atBXbAo++5mvHU0RlcxwPjISNzMlI+IIfqId7wYW95NmpVnL6Ioiihvxl9RTDZKyVGWeb4okCa4XffLGvXDOhF5ned4Bn9fX1uLdeYXxcCaGueIi+aNn/M+283npuIj77n9vKKYWomGOBQaXwPE26+FTmBb1qczzRfLfH+lfN8TB+bajvL9Mjedtc8zT2GHrvIWcw/2msiPajuoR6nIeIyLLsQicybvOVcUml9ECr+ayQ/THhQIlr27sjV9Z26iGJ9yIZ+7jHWT55nfZrIJckv8n/UHbsZFVoqUITfjD/V9ZyCdyX3XxIA+j+RfxAKfrzQ2ebir+YbvP8jUka9wJJ9eK2dyL/xgKeNGURbJvtEooyE/SP3zKJvksZHXS9mm1L1FUURJK3W/bJbcdF9D7xtlqWulTCi4ke6jIW78B6V0riiKaJRlMA5+gM+87T/N1ZUs8pq+0lzJ/Nm8e9T3l8bNmMhVFDfjaYxKuRvuk5xLRlqjDbT+UFMc4Qe0gTgMFc9j3UPMw5nnUmJ1VUi+siyi0SjVGjlHrGi82j9W8jPXi6LIR7AVMU4sYp+efOQSG4g96wD8Ejtcaj7rkRc0PvdiB56NX/ki5ukHvckd+MS1/ISxLi/rnHHOvC0/JTaYv2t5ujnPJg/lNZjBgv6kWZQF+pepb+ov7is02bosZWcxkrHTxjxHPkavofIjHFg3IAPMh5JnonXwnJhQbmcMPSh+isV494t7aOgGK/rOfsWXWMOv4XumGOSIjsTkpXIl42bMKz5mil/6YBTkvrWrbNpUQyfOca0oFPfyI+ScKF9cy08GV1qPkGeUYxjnjN9YOpdxoc9Lm8Ib7suxqh9ZjyCH229DwKOYgAmYgAmYgAmYgAmYgAmYgAmYgAncfwLW0ARMwARMwARMwARMwATek8C/p/v+S7W/UfvXav9ntf9IzX8mYAImYAKfAQGLaAImYAImYAImYAImYAIfiAC/BfCbAL8N8BsBvxXwm8EH6t7dmIAJ/I4EiGVimtgmxol1Yv53FMlD/1wCvt8ETMAETMAETMAETMAETMAETMAEfiUBfgvgNwF+G+A3An4r4DeDX9nt5/t4+QmKbpFMwARMwARMwARMwARMwARMwARMwATuPwFraAImYAImYAImYAIfhEBVVcHm0GxGzUbUnU43KFLROjuPV6/O4lXrLAszdS67wYbs18NRzGbzKIoiKBixvbUZ+3u78fDwIB4fH8Wzp8fx/NmT+Or50/jmq2dqT/X+STx/+jiePjmO40cP48HBXmxvb+r5ZhRlERQsGI/HWXiry2bjGmspA5t8szl2/+o6xqNJsHk2G3QjNxtq/xQE7qlbFTy3bOhAcQ824aePRtm43ai9LJCpysIucKEoAhtkI8tZ+yJ6vasYjcaSu8pN1TfW12J3ZzsZHIvB08ePAn2/FoOvv5L+zx4nl6ePa/0PpP/O9lawYXzZaATyIctQfV5RKKF/FWzGzcbmjHt1VRdcYYN39KbxDC1+5otn6AfebPTN5uKMcdbuxMlpK05eteJUtmcDcmRg7NF4EozZaJSxvrYaO1tbsuFuHB0dxpPHR6nbV8+fxDdfP1V7Fl9//Sy+kt7o/0x2f3T0MA4f7Mfu7nZsbm4Em5RHLIJN1tnYvN/vx8XlZbTb53GWY18GRW6uxAEZxxp/lhufL8KvnyaAjbEXLf1d8YrNiR04Em/cQ09lWdSb4t8tZrGyEmVZZoxzz+/ZiiiiVDw2yjJjjcIFjbK8lU+X5EmL9E90JZ45LpTXFosqY2uRd+Bx8ZOvxWLxui/5HHGJn44nk8wHvOeehuJ2fW0tyH/4NTH98MFBPFJMHB8/jCdPHikuHsdzxT6x8fXzZ8qFdftaeZH8+LVihvh4/Ogoc8f+/m72R15olKXyVRX4/kA5gbxIQQAKMnVys/5+9K+ugvgZKXdi10qy/5CCRVHkJfhtbKxnzkZWctLTlJW8fRzEM7G6pbzelE/gB42y5s17Cl1wDX3J5c+U01M/6fQX3zyPv/jDV7ftL7+p3/+lzv3lX3wd/+Avvgnef63c8FxzxFPlyaOHhynL5uZm5t9Go/a7oqjlxWr48QwfzgI602C+mkx0VF6Y6vxC9m3IHnDbUn7Z2dnOPg81J6HjsXLyE431VLI+T3s8VX56VttDueobyYNM6PFM15nHjh4+CHTc2dnKojCNsswibSP5Acx7yskX3V50Li6Vu7pBrqRhE4pG4CdV9X75Cn9aNnx3LL0oiIPN6Z+58KzdidNWO1rKkReXvSAvM19wfynZ0H1bc8qBfIi5GNug71fSBz/7Rvb5w9fPg/YNOqvVOj8NfBA+PMOzB/t7OZ9tbGzE2upq5uuygV1C5hBt/IymjzqhGMs3P/jPUjf8EzvCpyffRbczzTvMq6dn7Tg9bWf+73QuNcf241p+j52hiC9i2729Hc0lB4GsqZ9iiFj6Juee5/Xco3PohH9h/wMx2dZ6Y221qVxCXM0zrq4GFCTCht1on3ei1ToP1j0132vdM/7B9UZR1P5ZlEUWdVnXGoC42N/dyVjGh9LX5OfHygf4Inlia0tMlTeaK40oiiJbs7kSG+vrWhNtBbIiM7p9IxsRL8RUfXx+G1uc+4s/fB1/+ReKMcXZHxR72BYfJp8cKhfleIoHfGNFY5SSNb70l5yJuKRo0Owmv1MgZT6vMr7x57Is06bYhPUKtiUOKCJInuF6ie3ip1/4Pn0zFjmB4jp85kn6aTTKILZKjVkURRAjGf/KLx3leYq0sD671Lq4r3PEfKW5DVm2lTPxF2KWeCAXP5e/PZf/f6W1J411KL7IPft7e5pftgJ/aDQaQT/EFwWX+orHC627GaurvMZafzAYxnA0ynlvNp8HsiH3201ipx8XRZHciAPW+Iz77Mlj5ZfjeKLcS47Bt/cVj8Qyfo/eZVlobi+D96urzWBtjLxP9V3ia+Ut4gD/vjuf1P4v32duuYmDf6A55i8UC8y1z/Us49MPcbChmGuUZbz9qu0zV5xPFe8T5Zyhcs9VkINOtRZ9dXoWp8pNrEvPlCM6YkTuHWvOrap5lA3WxGuSeTsOD/bjWPM/ejL+17IBeffrm/nla+lCPn568z0A2chnm8qzrIkrrVewB8Xh+rI19mDOv9s4x/gjzREUDX1bn5/6vNBcWWleSv+XTbEr7yv5FCzuPl/oQ6V7J5rzBtfDnOPQ/1L+0e31o9cfZCFICr2tKL9gd2yLXseac59p7U8++hr9xeJr6c9chJ9imyPN/Yf6XnCg+WZPeRO772rufgBHfU/k+efyZeZk8uFjfdc40rzMvZtaw8CsKIooZNdGWaYPUcCQPpDhDf/R3Idv/GX6ytdai9C+CfLqH756HsiJrz7SuMiDLrV/FqKwiEp85soXFKUijolRGmyYg3WTxm/oO+2qvuOsx87OlnL5XpD3H0lP4vOp1iDo/lxzMuN9Iy74Nlw48pnz6P1E/IgVWMBlXf5bSkfkmMoefA/v6fvRpdYC+AT+ync23qd/6LvknLWR5mnsqkP8khfPTqX3WP6OD/T03Ze8xLx9ot8HTvi+qHVJvS69jK6+y13LVyZan1XyHfIM349Zkz14sJ/r48fHj+KZ4vMr+UTqrXmOI98bYfFcOQxOrEWTgfxjV36BzZurzWiUdRzjt3f9t5KS+tN6ZCEv/2Ft0YmGfOiW6zn5M/yY/2mnWgtk3Gt9gs+jN3pNJ7Mo9N9qczW29D34YG+3nu+1hl/q9DV2la+jEy31kb6PZf8j+cK+9NlS7l6TLkVR5O8pI/El5sm9Ha0p2xQ4O+vkuoR4GwyuMz/xHQ5/q+SP6PDDWvqKCZiACZjAPSFgNUzABEzABEzABEzABEzABEzABEzABO4/AWtoAiZgAibw+RL4jyX6/13t/6fGhjv/QEf/mYAJmIAJmIAJmIAJmMC7CPicCZiACZjAl0WA3wj4rYDfDPjtgN8QviwC1tYE7gcBYpcYJpaJaWL7fmhmLUzABEzABD4WAfdrAiZgAiZgAiZgAibwZRDgNwJ+K+A3A3474DeEL0PzO1rWOz7cOeG3JmACJvDlELCmJmACJmACJmACJmACJmACJmACJmAC95+ANTQBE7jXBBaLLEIwHk/jenAd3W4/cjPodicLU5ycnsWr03ZuCs1G/b3+VW7AzibWRVHkxv4UmNjb3Y3DwwfBJutsJv782eNg43U2GM9Ntp8/iedPHwebqlOciQ3PKWSztroaZXFT6GQ8iasrydBDhm6OedpqS45OXFz2dG0Qo/E4Xm9IvQiJ/17mYePqqlrUm6qzCf1sHhRIQA82t6YfNtZfXW3GanMlirLIeyeSiU24u7kJ+WUWC2mfd4ICXRQVyY3oG2Ww4fju7k5QkIdiGE+fPAoYfPXVE3F4Gl+xwXjq/yg3JKdYwfb2VrDJekPPIx+yUORrMBiq/6u4lM7Y4uKym4XQKIxAcaCqqiTb4r11fxtQJQ70M5ZubLBO4YXOpXSTzU/YYF02Z0PyduciZaAwDPdWGrdRNlJmZD/Y30tdnjxmc/XHwUbyX3/1LP7A5uo68p5zT6U3m9Gzsfzu7nZsbKxHs9nIDdPZ3J5iEPgV/pVFD87Oo6Oxu91esEE510eSFXstFtXb6vjzWwTw5botsqDTfF7J15f+Pg38jHML3VQURZRlGY1GQzZZifR/xcCKTZO4+QAAEABJREFU7NMoyyjiE3hJiELxuJQTWcuGZJZ8pVpIB6kSbMZPLNPw1Uq+go6RnoYeC/55r7ZQjORm/8oT5JvpZBoUGCAO+Ey/yLG2thZsrE+xgIP93XioHEgBAfJgHRfHGfsUHqBAHZvzZ8v4UF54/jTIl8fHD/XsQeyrD2JrbW010BE9KARGTugqL1KchfxDXuj2FB/9QRYQGWehwnkg908p2FhpxObGRuzv7QbFJ54oVz19ciw5juP50yfx5PgoMj9RkGtlJcob9rBulKX8pBlbunag+Ceunz3Vc8pv33z9NP7wzVdZ4CKLpeg9RwpeZPuLr4OiXBQR+kb6kx8ZOwsUSJY3C7SUMmuRDdZpi/ksbTCZTF4fp9Mgl2Hi2h6rsbm5Ebs7W6+LYRwdBnLW9ngczyUr+TiLpdzJVXzGTs+Vr2Bw9PBBcsC25HfsQSE7fIA5gbx5odzcuehqfqpbV/Mn5ynwgM9gv3jPF3rS8N/RZBzk5i42v7gM7H521olT5UYKYTAuuXE0GsdM8xm2WZMvUrjjQHahGAk6P5VtU1/52dcUiZC+f8jCTc/ia9nga52DxTPZED48gw/TB31tKlevyRcp/tMoS2lSgFrHm6hS4OkvP//QP+h02zSHkMeRG04UEUGflnSjGFY9359HRzr3NOfCYKLYY7RVzcv4HX5LkRNkRW70Q4+vpU/OPdKReed56nSccxT65HpDupTyZ/xprLXE4GbNc6Hx2ucX4tvO4qPwzaImN/MONqmUE97WtSiKXL9QuGVD/BmDYjHwJwfA9rnWQryn8AzXtjY3NYeuxor0KQo9L3mazWasU5Bra0s5YC+OHh4GBUm+oYjMTcEhism8EU+cpxiXjpz/i6+/im/QXf79+PFRMN7u7k7Gw5pkq4vXYMP4ol/4YiU/xKb4IvMhMUTDLxby8EajzLmQtQptXfwo9NOUzVaUP7leyG5KUD/Jkv4Yb6a5BF+mMRZy4IuNRiMaZZl+VOrIeXIMa2HigCIxHeWZrnLBMuYr+WJTPsPam3ggZh8/ehistfA58hgxQE7D/46V07mnnl/wv7UoG1p3y6GRh7Us8YjfM+al8livP1AOug5ilXvms9k755eiKIShbqXkJ1cQB6z38Hti9KnmF4oRPdFakfU/Mm8qT3NvKY48R2s0SnFfzWJGhw8O6hhQjiIOyFv4ec4l8nmOdz//gz98Hf/gL7+Jv9S1r/UMxZXI46zJyeHrG2vRaDTi7Re88QXmdbgPhkOtv/uZg1pn7XjVOovMS+3zoOjQhfJ95gbNuXOtrRplqdhdS5nRmfmfcZ9pHvla6/9vNC9+o7jMpjz8XPHJvMd96EhO2NhcjxXJxvwN62WxJeyB/WmsiTleyhfqNfk4an99W6Of+KxlEDpX1Tzm8kkahb0W8iny7NtPV4qVseZcxrzUmhz9+W7Swx9vvg9yD7bE7gdawxxp7sT2z8Wg9sWnmm/qhl9SKIvryeDwIOdqchVzzs7OduauzO/PjoP7YflUcxn+c6TcSBEz4hJmRVFEiQ/Jd7Dvmr5T0g/+/kxzwDfyhXf6z816hAJd2AY5uf/40aHk2Y16PdKUb5fBqxKfmeZa8gU2mogJsQEb/EdY078Yf0PrK/TYP9gN5qqjowdx/OgokJ8xnmtOQC/8tJavZvON5rCUQ/Hy+Pjmu+KD/UCftfVV6amYlT0mmhNZY/S0/qtt0kt/xT+I38wTmt9SLsW4/qQCEurwM/9S7+ksRpoLb9c9mi8povnqtBUnr1rR0vf0tr4XdxQbPc3b3EfhQfwMm6yvr8Xu9pbWU/s5H2N74pPfCL6Wzsv2zVfP00/IYeSyJ2JwpPXbwQEMtvO746ryHn3K7FGJBTaZKw4zFlA0W8iV360vMr1uVa4fyX89+fL5+WW0tMY6bZ3r2A70Qk98nvw4pNCY1pxRhPJUM7a3N2M/11sP4lhrePw07ao4/zrj/nl8I//jHPP5E83LR/IF8h9rmdVV/KsI7DTUWq5/Y084YkvGbmtdgo2Jv5Fsiv9xfyV/RFVp6j8TMAETMAETMAETMAET+AAE3IUJmIAJmIAJmIAJmIAJmIAJmIAJmMD9J2ANPyCBf6i+/p9q/73a/07tB//+/X//34//7D/7z+K//q//6/gX/+JfxL/9t/82Tk5O4vr6Ov/3ztf/2+Ui/N4M7AP2AfuAfcA+YB+wD9gH7AP2AfuAfeDX+4AZfgyGVVXld3m+0/Pdnu/4fNfnOz/f/X/wh4H6Ar8d8BsCvyXwm0J91v+agAl8ygSIVWKW2CWGf1BWcgC5gJxAbiBHkCv8+5/no48xH7lP+5V9wD5gH7AP2AfsA699wCzMwj5gH7APfEgf8O9/P/jTx49eKH/0qi+agAmYgAmYgAmYgAn8egLuwQRMwARMwARMwARMwARMwARMwARM4MMTuNnNmf+BaDKZBMUv2EybzafZBPq01Q423H51enZbpIJNq9ksnuICRVHkptRsLL2/t5MFZZ4cH0VuSv3sSbCxOBudf/PVs3zPJuRPnxzH8aOHcXCwF9tbW/l8UdYbUo/H46gLZPTi4uIykKHVOtfY51nwhE3wx6NxzGZTtXn+P6dHvHvT7bdh8T+ooSebdrOZ9Ww+Ux+z2+Je3N9olFlshkIHpXTjvjEbn18PsyAWm2S32p1gU/5urx9sxk5/jUYj1jfWY29nOxk8Pn4YTx9T4OZxUBDh66+exnPxeP70OJ4+eVTrv78XO9J/bW01GmUjMMV0Nlefo2TAxtzdbi8oWHJx0c3CVKPh6E4xpUrPvJ/u8dZrsahSdzb3rjd1vxLvbnJ+tdxg/ew82Jz8QjIkd9mGTfsbYrS+thY725txIB3YUP/p40ey+XEWHkp7f/MssDm64wNsQP/o0WE8eLAfuzs7QZEXioNgu8l0GsNhzRc96+IsGrtzGWxCDodr8R+PJ6l7Bai39PHHtwks0jfwdxp+PJvP0+YUnaBxjgIMcvMoyzIoMkJBhdXV1VhtrurzSpSNRhRFEb/3CwmKooiyLAL/y1Y29LmMQueKgiJBi8wHqad0nc+r/Iy/4DKL/CdwOf3z43/ce8ttNlOOmAZ+So5MP5TP0h3FIIgF8t/uznbGA8UXiIksjpJx8TiIfTbk/1p5kIIDxAib9dfx8SRj5/jRUTx8eBBs1M8m/2uKsUZZF19gzMH1dZAPKMxEXiRWut1+5oVBxsc47Vsptt+lXVFAMdKeK42V2Nxcz7GOjg4ji0QoL1MggRzFZwqLbG9tKh/KD4oy8JFsjTLPbW9txMHBbhDXFNdY6vcX3zyPLJJyU4zrL26OFL2g/QOKYPzhqywcBBfGekSBgv3XBTBK6V0URcoaeqU9ZNOpbIEdxpqrsMVkLLsoL8x0fqF5oCF/XZX/bm5uRBbDUJ8URnokHR9rXmIsiiIw7nMKJigv39pDtqFg2lfPscfj4P6jhw/iwf5+7GxvB3ZulI3Arxi/LtpSF028uLzM/Hl52cucxRxJgQdk/SF7SK3bP7L4bZNjzap5pM1vikUx77TPO5mfW5qTz5Sbsf/VYBAj5WVkgtm65pLt7a04SL0fxLHm2aey6/Ob4h/k5D98/TyWRau++fppfC0GS53hwzNHhw/SN9B7Q/Pampg2myuKvYZsIrElI7z1TtT5d9nQYvn+zSNX0o56FjsOR6Po9QfRyXm+E1kE46b4De87nW4wxw4Gw8DWDNRsNmNrczP29naDIjvI+vTJ41xbMM+g3zfSjyMFPZ49fRxPNd9if3wVf8Y/YEUhzbF8hyIXl5rLO5pjYXyq9QbjX8qWXKvXGzPZfZ755F0JpFQOQjYKapELkI9CO/jQ8+ePM/7JB+SGvd3t2FTsrK2v1Tk2/bwMci+sd9J+e3GkmCCuvvn6WRA3xBTtLzOentcxdhNLFCD6g87/QbFH+0q+fax8wnjkpU3Fw7p8gzGQNb74l7xXeZK4mU3reZEcwpw4ryrNnZH5bnW1Gesba5H8ZK81fW6uNDMO8CEKyRbvwVIuL/+pcv0y0XqSIqSMjU/TT0N5hWMpPyqKQn62CHIMRXVqv7zI/LLM98QO8xNrKHz6IOP9ILIgDPGuHIb/4wfktGdPn8Rj+cMRhY8UO9t31p30Q56q14EDxWM3W669rq60Fh1qfTZSDE5jphxMDL9b5UK5oW7EwpbmDuaQx4/r7wNPJRftieZE4pF5Dq4ryiu17mUy5/2q4pw89lDyEgNfKzeTs/DtjAH5PUdaHQ9fZYxQ7JH5hfPfKK89U/wTg/RDHGysr8t25ffER6e51gusi8bKpxTd6fauoqM1KLmAgsRZCPGsE+3zi/wu0r+6Vo4ep12ReV3xReyyxmVOpPAO617m+G8k/9eSZ9nIt6yZj5WfkS1ZKM9iz0rOMtH8xpq337/SWL3oKEeeS5ZsOX4vixPjI9gPhcivHN+nyfvlY1XKPpNNafh9pZjQ8NlFkf/W/zDGWHPtQPPRpdYczD2X+l4AI2Tk+yDPIz8F4g70vQC9YP9Mc08WXVJOQn9Y4JfMw3xXZI49fLCvOWsv9nZ3cq7d1XcEfAc+z2VD7mcOe6LvT/TJM+RY8mVjpZF+Ryxih0ZZ5ndK5n9kwOe+Fn/yaPqP8iT5lIav0NJfNG+kXTQGRUrRAR/GF0vFJXzhMNN3NPxkMp3I/nWbKKZhCK0Ga5C1ZuYMZKAf5qqjXIM81FrrKND9uWLyq2dPNf8+y7UQXGisC5HjmeRA10dHDwMWzMXrd9aEjEmhYvgzV11cduNccxg+wntyB99PZ/Lr2qZoEL/otZBfMGcTG6w1KUbNGGeKB4pxnbw6zYJ1fHcjZnLe1poUGRcaHCbMjfA4PNjPglzEB7GNbdE721fPkwX2eq4cBqfHN/nigX4v2N3ZCmKYvEyfEUUWpJvLh+daM1UUqKIpsS6yxQ++JJby/EJxsFBengc+jNztzkWuRVpai7S0FjjVeovv++jLeoU8Sf4u1DPzwbby3AH5V2t3ciw556s7vk7eQh/ycRYYQ5+Hh7GvZ2r/Wo2iKDO3Yq++cm7ak5hXrLfEmDU/uZ/4G2vNMtN6F3+rNFeF9JQo/jMBEzABEzABEzABEzABEzABEzCBz4eAJTUBEzABEzABEzABEzABEzCBz5vAocT/b9T+tdr/Ru17f6urq/Gf/qf/afyzf/bPsvDWv/t3/y7+u//uv4v/4r/4L+If/+N/HP/Bf/AfxOPHj2NjYyOKgv/l8Xtd+IQJfP4ErIEJmIAJmIAJmIAJmIAJmIAJ3DMCRVHkd3m+0/Pdnu/4fNfnOz/f/Sm+w28B/CbAbwM/oD6/JfCbAr8t8BvDD9zm0ybwmRC4n2ISm8QosUrMfk9LYpxYJ+aJfXIAuYCcQG4gR5Ar/Pvf99D5hAmYgAmYgAmYgAmYgAmYgAmYwOdI4AuRuSj8+98vMfX3d275Jb34GRMwARMwARMwARMwARMwARMwgd+dgAUwAQczsagAABAASURBVBMwARMwARMwARMwgS+BAJtks4n1bDaPyXQabPBP8Qk2pGZDbzad71x0s7gIm66zETSba1eLRbAR9traamxursfOznYc7O0Fm2xT/IGN0o+ODnPDbTbdZ0P1uh0Gx0dHD+M4rz/Ighpssr2v59nIfn19LShwU91s/j0cjWMp0+VlL3q9q6AwFBuCD4fjmEwmMZvNckPtn7IZ+tLoO/Wez/XsPNhYnY3GOdabW0ewqTuN7cvn80r3TLI4ApvfTydTfZ7mJuDcs7bWjG0KhOzCYTcLTrEJ/NHhgyyoAQN0pr3W/2HAiU3o9/bYgH4rWa6tNqNRlrlJODKx+Xluyn91FWzSzXtkqHWuUm90kkl+Sn31GXk/+sywufRgA/L+1SDYaLxzcZnHC3GGNZu8D0ejmM1nuQHASnMlsA8biLNpPhuQs0n8w8OD1OUobXoYbGR//OiwtvUj2XrZZPdHDw/zXp45yM3Vt2NjYz3Y8L4oiywOMJ6MA19DLmTA5r1+bffhcCSbT3XfXPosblv49T0C+G76elWlDbH5TLEyk+1pxED6Tiyi0NMN8Seum7Izm93TKK7QKMsoCu7QTb/zH1IURRFlNslVFilbURSxfKVOCghiGf319ubS4ub45uGHP6lP9VuE/tOxbJQBm7XV1Swmt729Gbs7W0H81rGgHPjgIA7Vjh7exAT+rrioY+OhcuJDxcXhTYzwvm7EzCPig3t55uGDzKd7yinE2/qa8uJKQ/4eyj2zoCAAeTDbYBDkSHLDaDzR9WlQNG/J4Ye0Rp+11bWg//293RyPeKaYCI1iFxQaWJO++EVR3HCQP5RqzWZTsbsRezs7QTzXee5Qub3WiVxHcZg3j0dBgYknx4+CwgU8w7MP9vdid3cntpRHVzWv3B0vbl9FBDJEEUVRyAfKnCtWV5uSY13PbgRzCMxqe+ynTsxJD8nFYkrOpS1ZMw8dw/0mX6Wst/nqUPZSW9rjwX7aGrtvbKylLxRBzppnQSzmJOzQV66mWEVfeZX8OlGeraofskK8fslRF4pV4nKmOOU58h39UPjk8rKb8x+fB9fXGnNyZw7Cjjf639iy1vlAOjxQO7y1C4Viaj2PIo/Svz4e5n3YhPZQvOjjUHrjF/v7u7EnG+3I5/GLzc2NWJf/NFdWAn8oCtEoUCf/4c0bDX+co5fWGhSdwIfJ78w1rDcoOIGenBsMhjnfVuLRaJTBWgM/ZWzijTXD4eF++t2R7IO8aUvZkVhKfW7syGeuH6GPYpNn8Xf6Yu5ZUb5DUJiPxuO4urrOonfIxbrnSvHFPFjH1ux27uGZu60oytf+qHXMlvjg08xzR/K/h5on98QQdmu6vqpxVxTT6FcojzXKUj7VjHVdQ9dd1lWKi0PJzLy51Okxeh0TY0fx+Li2IcfHj+r32Bd9DzUecUBMoOeq4hhdifuQreILfyncbtZD82CtxfoPHyD+aAutQUvZhTlwXfmXhh+S92q7NXKtVhSFSNJ0+JG/hQasqnkwButt4pu1FXMUj9FNUbzuB9+fTWcZBxQrJWaQqyiKXC9tbGzE9rbmH80RB/KTB/ITfIWYPTp6cBvLGReaV/AJ2qF88YFi+kC+iG9QGHVVuRxdGRO5KPJDLmNO4T3+P76ZW+ZaD6MLMr/dJJpcq4yyLCO5ra+njOR3xiSPHEjWjL/tba15N7JwUqNs6Lkin2s0Gvns2loziAPmIXRKv8b3M1/Vvn4sn3/MOcXDY70/VjxkLOh4rPNHyg2H0jXHU94iZ9W6lsELPSrl5kp5BrugIzozr1Kgj3zUUd4lP7FG5jwsuJfnm4rfdcXrjvpmDHRDT2KdsWkwJwchzxtNenCNe46Um+7KSe5Y1TxYNsr0Udb8KZdyUbfXz+9kyIaN8Av8Fx0W0gWdkO2nmtwx+8aes1wTzrRumAd9hNaENPqq1CeFtvA9iiDju2PlSY6VuBVFkXlrQxzIbXvyR+x9KH/Ebuh2JDs8Ql/l51sG8smj1Psgljl5V8+mT26uBwx2MwfuBrkMpq/9Zye2xTx9d7WZflMURR5f+89qUBjsrv8w1zP+Y/nGMT4jP8FfKBDHER9DZr7L7u/u6vnNnHsaskNRFFHE6xfvy7JMX2UNQn5AZuTf0zyZvqDvOIfyv5Rfuh4p9tCZfI7tafV3pcNArrfbkhn3IRec0GfnRvdmcyUkVuaUkWySPqJ1R/emUNpgcJ0Fw5h3sRX2XLb4iRf38Uxtd/LQNMgF/f4gLhUTHf02QLugEKk+9/TdnPEpVMWzjbKMNc05m7LljuzI+qH2C83buT4+1HfBw5s8pflM/vFO/eUn6H8kH4LBofyKGDvQOoe1AH3jd5vKh2vK0zAhbop4/d+7VEXGmb7bjrU+I6Zh1df3TOZ91iLE/GW3r+/dg9Sb+yrFwkqjjHWNw5i70gt74JfIhXxHyr1HyCxfv437G93qz7XOR/IHnsFP0GNb3yfod6XRSHGJ6SG/f9zY8yIZ94OYH+p7+Vj5mPmB2ESXfMj/mIAJ/CwCvtkETMAETMAETMAETMAETMAETMAETOD+E7CGJmACJmACJmACJvARCPwT9fk/qf3nat/7+4f/8B/Gf/vf/rf631Qv45//838e/+Sf/JMsvPW9G33CBEzABEzABEzggxFwRyZgAiZgAiZgAibwqRCg+A6/BfCbwOXlZf5GwG8FPyAfvy3wGwO/NfzALT5tAibwOxAgJolNYvR7wxPT/v3ve1h8wgR+EwIexARMwARMwARMwARMwARMwAR+bwL+/e/dFqh3bnn3NZ81gZ9LwPebgAmYgAmYgAmYgAmYgAmYgAmYgAncfwLW0ARMwARMwAR+VwJsLk0RAjZ3ziIUvX5cXHSDzahbZ+1on3ei2+sFRUVms1kUZRFra6vBJtQU62BTczYyf/r4UTx5oqYjG2rXG03vB5tvs9k0G9WzQfne7m7wnk3F2VCbzavZoJqN0J/qeY5sUL27uxNsrs2G/kURWQBjxGbjw+FtoaZu/6reKJsCTdNpVFUV77MpdbUI3btQq9RvFbPZvC7GMJkGLGbSc35TcGCxqHTPPGbzWX1tPo+yLLOAABuv70tONm5/dPQw9X/65DjQ4ejhYW4gf3CwH/s3xQdS/70dfd6Nu5t3oy+btXOEFZu5b1KganU1iz0sFouUj033Kc4yHk9iMplJrko6LFJn7oncQP/H3Yn72FydDdPZUJ/N03uyeadzEa3WebTOzoMN1ik6MNI4lWBRbGVrczOQjU3kjx8dxZPHR4GuT58ex5Pjo9xQ/eHhQerFfdgYfXd3pC8678nu+7u6vhf4Dbweqw9YLTfAxyd2d7ZjY2MtN7hHVuQcjsZB8Zmu5Oz2rtL+sMiNyGWP6sbu3P/j2n+BV+U7FGZiM/6pfAae+Pcsuc3v+E5EIb/GtxuNRvKnaEWz2dT7RpSNUjcU8am9FMq3IiEd7fYEb3SiiIJ3N+3u+5tTP3IodHujLMVgJQugEJf49dHDB4HvP3/2JJ49e5yx8CRj/1EcP3p4Ew8PlAMeZHE+fDvjYn8n9hUP9LG3u53FjfbIiYoNrnPfw4cH+TyxQaM/8iQ5Y0/5BhmazZXgNVOemkxnMRpNglimERsUVMHGbNRfyQeIjTdYoZg6KHVcWWlkTt/c2IjNrc3Y3NyIjfX1WFejmMJKc0X2rwsEZB96piiKaMgnyA0b62uxtb0ZFCVAh4x96Ugs72xvZ4GsfK/Y5ri7i97bwZG2vbUV5FKKy6yvrQW6UZCgKAQ/3nxxKseVTMjGc7tiQu6E0xPNIU8fH0fmJtnjieajZKj8fCSbUYiGe2F5IObISqMYAmxp5HTOcZ1CStzPs/T/+PhhFrU6Un7HJgfK7dtitrraDGSbay6ZTCZBnmY+pWGP6WwaC+WpN7X5/ifsNJdNyW3k+exncB29fj8LJZIDKWJFDBdFIbs1g/EfSA6K7qAv7bFy8rFa5lbJig7ovH9H513ZoW47sp1a+uFe5ujDB/uBfhTBSL3FEX9/9uRxPIHrsfxc/XMP7DY21wNfKIpCHGhv6oZetLnyzljz7OB6eKNTL+ebzsWF1hoX0bnsZn5nHi5L9FsLim0cPjiQTR/F86ePdZQMkid1XNpV8h5IN3xwT3pgx13ph2z7YkNc0ceRfOB76w3NW9ibwj+sbYqi1Hw/r20o9oPrQcqURTC0/hhrHQL/SnPjm1pGSP0oy1L5ohFN5c41+fMG8aGY2t7eCtrG+npeK4syFosibv/Tw+TZVfk2cUAcbm9vyr71c6wLttUHx52drSC2djmq7e4ontR2snFtS89tZlyta3wKcWEfYqdRllFqrCL8WmjNVCkuZ4rbmdZ9+N1sOg/ez/WZuTNkoUZZymYrue5ryj7JUnkTnti7KIrQX/zUq46BKtdzE8UBBY1yLMU818ivlfyqkkzESjZ9zmu62Gg0YkO+RF56rPXTc62/nirnPVY84tf4d70O2wt8mjggJni/r/ggDmjcw1qOtRh5gTihuNGG1p1N+W1RFDGv5lrzTgMZJ8pp5KPJdFKzURwj07v0LQpYFAGXFTFaVX/4IP5MvmaMtfVVsVxNpuR67o0i9CreeI742ZRM24oDfDz1kY/zfkd+TwzkUeeWvr+r87v6TNvRe+KasZnT6C9t1yijKArF30Jr6Epr6bl0nWXhIory9LTWpBgP34M6ncu4vOwF54bKW/gEjLYVi7A7OjqMJ8pH5CbWA0+VH8lN5E448z3nQDkI2Xc1V3HcI0dpTYwdD5W7jm7mfHLtsvE83wv2tIbeYE0s2zOXT+U3FGfraS2MTFeDQeaqidbrM60F8Bn854fss5AfcS0bfiY744OsDdP/ZdtK33si0iDygyptPtG4E33PmslXBS7txLyX88/BXjDfoDss8Ec+o0My0HV8ED/jmE3+uL/kInthS/pKH1HOwlb4Df6yqbXJlr6D0DblD+vKq69zWiNlKYoiJS4Vq/gUNlrTd6gNPUu/u8wH4s9xl/HkG3UurXMn57jGue2tjVwHMf6q5nb8uCiK4FUUyp+NUuufhny4qRy7Gdj0UHMUMYjucGBd+Iz5SuuR2h8exm186l6+G+IX++JAjNLHruTjyGeKgR3oGj728MGDfHbpG3zvhi++ty+GcIEHcwprPmJ1MBhq3qp9g88Ud6pk6x/zjXjrhY/M5Q/YPb+HaT7sZmxcxKm+L5622kF89OSLrFUYoxR/1o7oge0pNvZU8fGV1slfab3MOmLJg+uH8v8H0mFfa2P8g+f29rbFlLaj7527uYbmPvjR32PlvmeKMxgTd8+UB2nHWp+R37aVL8g7ZeO1b0TU9gu90IuGbrAZSC8Kb/Hdt3NxGXXrZlFOYp74SL3kd3vyHdY92Jh4Z1z0S50eHWrddKA11L7k3ov0c2Jddt3Vmpi1/4F0xabENvoQI9iT57EvTHgOn13Tby1FUeR8Mbi+DoqF9RXvyMtaH5swiko8AAAQAElEQVSMb3JyRWBLN/+ZgAmYgAmYgAl8kgQslAmYgAmYgAmYgAmYgAmYgAmYgAmYwP0nYA1NwAS+HAL/jVT9Z2pHam/8/Sf/yX8S/+pf/av41//6X8c//af/NPjfqt+4wR9MwARMwARMwARMwARMwAQ+dwKW3wRMwAR+FgF+G+A3An4r4DcDfjt4Rwf8xsBvDfzm8I7LPmUCJvAbEyAWiUli842hiWFimZgmtonxN27wBxMwARMwARMwgftCwHqYgAmYgAmYgAmYwHsR4LcBfiPgtwJ+M+C3g3c8yG8M/NbAbw7vuHw/TpX3Qw1rYQImYAIm8GURsLYmYAImYAImYAImYAImYAImYAImYAL3n4A1NIF3E1gs6uIAbOx8NRhEt3eVhT/a5xdZnOms3Ylutx9sSp2bbRdlsEn57u52HB0eBJtI0548fhRPnzzKjenZVJqNpg9z0/G92N/fjb29nag32t7Jz/VG9Ae5eXVuSH18VD+vIxtV0//Gxnpu2F8URcxm86AQBptQUxijfzXIDfL7V1cxHI2CzeLZaBwtFz+yMfVCN3C9qhZB4RM25J7NZ8FG9mw6zqb0jMWm+wux4b6qYkP6eUzY7F5yFEVRb8S+tRnohZ7o8PTxsXQ4jmPp8OjoQXCezcEPlvrfMNjf24vUX/zQNZtY1Rv378bOznaw6TwbijdKinYsUj4Ku6ArG4gj51yyIFslXSLQTMr9xN9CbNCZ5+lncD2UzftB8QE2V6coFwXZ+uI7Go+zWMFKcyUoaoAubAD/+Phh2pmNyNkU/bFs/+jooWyJzvtxsL8X+3u7kfbe3cljbkQuvdmInA3H2VT9yfGj7OfRUb2JOUzYFJ/CCWyoj6zIOZJ9sXmv10+b8340GmcBhfm8koyL4N6fUP2LvAyX6sZ/YUmc4Ov4DuwW+I5cpwj9J79m03nYN2VzChGsrq7ESmMlGmUZuvzJMJTI7/D4QvIVwX+RwvKuiNBf3Hm99fHOle+/LYoikslKI5qrzdhY35A/72ZRuadPjuOr50/i+dPHURdeeBSPHx8p/h9mQa2jh4eKiQPlgf2oiy/sZly8KzY4d6A8QQ44OnyQRZ+eKI+8jq2D3OR/N4tzbMTKSjNCipGrsCnxQG6kWBNxSy7jGrZfyP74gYIk7r6Koqh1k63X1tZic3M9shiG8i65d13n1tZWo6mxGmUZRVEELw4woeEn6+trsbO1Jd12Ah3QhfxNHtvZ2cp8xvvdm/e7O9tZ0HF3dyevbW9vadzNzHmMt9psBoVniqJguDdaURTRKBvR1D1rkm9zc0P22InDw/1g3iEHP9E8xBH7PNX7x+JIYaqjhw9u7UEe2j/YS3n33spV5HTy1f6dfEWOOlbeO350FPTF54ey04Fy3db2Zqytrkah/8it48kkrpWzKJzAnErOptDJ+xRMwE70wf0UWKHIxUC5mIIXl91ezsV1ccx5FEWheWg1izyRO48fPcx8ig+i8+OU92EW8jjUXEP+Rt79O/piizfz9K6Y7KWvPdQzMEPvJ/Jrcj3FNJ4q3+cYGo9CMjy/ubERK82G/EkUJFdR1MfQC510kPstsrjLBD6ad1Kny250KADauYz2eSeLgQ6ur7MARVGUsS7/25HfIP8TjUsBjlsZZFd0fii7Hj7YT7nRDdvt7W6nX+zJx/aJK9n6UD6CPtjusZ6lP45HsiPPZAEM2bEsi1xvYMOB1kRXg+ugDQbDuL4eBfadMvdqfbDUDf1oRVFEo1Gqrdz46GoQS1ubm0GhF+ZR4mVlZSWKoojlqyiK/Nwoy3yOe4jFbcXVtvxrR2uNbcUJfcBjm0J34rKzjCUd6/eKN93HvbStrY0cf00cVxTnjTcKlIRfmkgqzYHMhcyLtOlM68Fsc60tqmTUkE2b4re22szCjNhvRSwbZRmlWiGfyRt/5B98hUbBHHIzOXoymWodM1dcaCytzbheya+WMnFv/bnSfLeQX5XKlRtBvD/W+umNeUfxSJGtQ60lmW+IhfR/1p1qfM5YUKw8JLa1RiUemHPIgfjWhuK42WymL8Ik85BkrGWdRMorNhVziiR6W92iKPLZUjxoDTFaFTP8mRyxqTjY0Pyyrty9ttaUr69EQ3NrMgyejeA9a44mvOW3G5JpW/6/exPTHHfxd2JAvk4hp6Xvc57G52y6h2cZe13jrim+6bchuYqCglwhGy/0XWCeOWc8nsRAuamrtSZr4ra+B5GfLi+Ve/XdiPjHJquSDV7MI0ea58kjz589DtpTrQv4TJ6BMwV7DzRPkGOwB4332chNshdzCWtoCjpl03qaI4WY0Gd9fT1tv5CvYgvkoDgPa+LB1XUw79d5aZa6VLpP7nRjnrcPC+XiUFtEpZv4rjObz+WHs2zzmzU1T+my7qmyz1w/Tqf5nvOFbNyUr2wrP8HhseYbcvMyr5Kbj7S2P5SvpT9K11r33Vj6IkfmW2wKzy3lu03N6RuyFT6zjv21vuAcdtySH2zIH9azoFsz/Yc4xGcKBJZNeY9PNWWjNfnZhvriOTgy/p78KH1jZzs47pJHdS5l0Llt+RT3M+a6xl6V/zJGUWgENfTOMRqlcsGq1i1agyi+0JPvNY81tzBHPs8iUY+D9QjnjsXiiLlK882hYjDnY81LB+KCL+xprnqjqc991iC6Fz+CJT4F12OtQx6rHcn3iGnkXZUtkI31A74w0Dx6Jd9gDTGejDWn4RtVVMQuBoTXTzTy0Uy+QdyzxhxoLuz2eq+/L56da/6+jF7/KvDJmXJDWZaxIW7YNf1aeYmYeP7sSbBeZh3xWOsJdOH6A/k/+Wxf65Ld3Z3beRsWcIEP1w9135H4ERdPtBbA157l2vs46JMGE3xxW360qlgnzpGnKIrQX2qLTrzhOJevZ8yjl9ZXFxTj6nSjk+0yLvXbx3K91ShrvfAj5EYnCow9e7K08cNctyMjsiI38sPhVi/pyHls/1D6sHaBQ73GehTIz7M8syUd1lbXJHehuJxmXurp9w5sim0HylMjrTOxDTZHH/RyMwETMAETMAETMAETMAET+JIJWHcTMAETMAETMAETMAETMAETMAETMIGPSODfU9//g9p/rvbG33/4H/6H8S/+xb+If/kv/2X8o3/0j9649uE/uEcTMAETMAETMAETMAETMAETMAETMIHPkQC/GfDbAb8h8FvCO3TgNwd+e/j3It5x1adMwAQ+NgH//vexCbt/EzABEzABEzABEzABEzCBtwj4owmYwH0i8KX//lfeJ2NaFxMwARMwARMwARMwARP4oATcmQmYgAmYgAmYgAmYgAmYgAmYwCdHoKoWudnzaDTOohPdXj86l91ody6yIFebglw6l5tST2fBht/ra2tZUIXNpNlonGIdNDaoZvPx40cP4+HDwzh8sJ+FAw5yM/rdYJNp2v7+bhb84PpDNtg+Ogz6efr4OI9sVL1L4ZnN9Wg2mxFFkZvAj9gsfziMwfV1UDCKTcB7/UEgG5vUz6t5bjIfev3g5tSLyHuqqgo21p/Nq5jN5rkZ/3QyE4tZfqavSmzoZz6f6xzX6s3oS8nDZt9bmxvBpuHowabaT588iqUObJ7OBu1sJH6r/81m4wfoLzaHbMh9eBDoe5if92NfrNggngICa6vNehP+xSLlG8pGbK4+moxrOSVXJT0Wi0o6Sen3+FuoL/Sh0MJ4PI5rsez1rqLTuQwKcp2etYMCBPAdjya5eXtzZSW2Njdly/0sNHT86CjYEJ3N0J8uiw88Ogw2jWcz9IODvWBzddhky43ldyP11jU2M3909FB9HKW9ec+zB6n7dmxsrMXKSkM6LVLPkfSuN4K/yuJh2H8k2Smcgf409HoP9b+4W2TutOFMvjKdTcVzkr6ED8CNtqCwRhEKsyLYvL4h9th8Vf7HJv/YgvNFFPG5vFLS/OdGYr0vbuUvbk7+9KEoioxBCrDAguIO5DA23acAABvyP3/2OIgDct+T46M4Vv7Dp7mHHHCoOGcDfvw740LxQB8ZG+QEfeY81yneQSyQTx4/fhT0x3ti5sGDvcw3m5kXV7BaYFdyH/FAUY7r3KR/nIVTZvNZUGyDohs/FB9FUQS2XltbzcIS5LTNzbqID0VAVlcVi82VKBuNqF8LUSyiKIooy0bAhfu2tjcz5tFhX/kN3XZ3tmOHYhe3bTvnjV2dXxYo4H1diONmTM0t5PyGxiuKIt5+FUUhezRiVTKtI7NkZSwYHysvPRWzp5pHnpKLlZue6D1zy7HyzZHmJNhy7117LIsm0E+2W3vsap7aC2zIsxRLyL5k3yPNWzT03VZuJFaKopA9ZsmePE0OpZATeZtiJsRa/MQLOxGb3D+eTIJ+6KPXv8pCmV3NxUPNgeS+oiiyENj21mYwzxxLrqePj+Qztd8cyxdrPzwM5pjMzcqx+Nob/ocP0pZ6H+wHjFJvzc30+/j4UTwVT3y+9vNHQf/4JX1tbqynHxVFkb7xtproxTn8Eb3w01qnXlAEg+I35+cXqeNgMFSemsm/ilhbX0ufQZYnGp9YW8qQtpB82OFQ8ycMbm0pXZa2PNjDjvvJ4M31xqPApvQNk20KYMj/mN/nip0l+8HgOrJpriTGxlqHzGazoDhO6LXUTW9T97IsFReNwI/X5KPkjM2tjdhWHGzLVuvSiWtFUUb9KnQognHxe66t6znicEv38wxFYra366JexMuO+tpRHN1tu7eft4J7eI543tB4a8rlxDn9I19RFFEURXzpL2xHXM5zfpyn32HbmdaEM51jjQilRlkq5zSDOG8q9zSbjVhRjqp5Fmm7oijih16MwzWOlfqdyX8miu/JdBK8n2sdij9xnca4rEGRC/mWObzU3IxfkL+eKNZZgxEXTxTrxGnGgtaUD+7GuWIB/6aRr5ZzzNHRgyzWR1/EMIWt8FX0K8oi19zkIRqyEreTyVTyzvMacqLT260oivQt/Aw+Ta3h1xVXyF0XiFsLYmB1dTVjJDmKrx4KPRmNsoyG9GzKZ9d4TrmFOMC/ieldfTeo/V5+nnGwPG5Hff71PLOj6zzL2BkHa/WYDdmuKAqJvrhdH2EHYptYJ8+e6ztQXZCLwjy9oPgV8U8OQ6ft7a14oDkZ5k807zx7+iRYDzzV3ENeOVJuOjx8oHv2Yz/nRH0Husmz8L61h3LXMi8daw5jrqLoEPM+uYm5EtmReaG1/lQ2YA7o9fu5Hr4aDGI0HGnewZemMZN/4TORKwSp+M6/RbA2xOfm8r2Z/J3vBMwr+NyCizfPVfoexHVsz3ekvK6+y6LMeNhS3sSHyMdPlaNhwXt0oUAcRcWYe9AXvWm8P9jbC457u7vK8Ttpu23luMxZsvm6bIX98cnNjY3YIhdqvt/Ma2s59zVXmoGv4GshexZFEWWjVGyupG+tqQ/uJxfuKj8u/Yf3O/KNum1rfDXZZlf3kDsZa1Njwn1V/ttoNNR9EUVExnqjLOWnjSzSirz0yxz7SOsMdH8i0angWAAAEABJREFUH3j29HFQrPWp3nMOmx69sQbZj4OM072gIB5c6CePilnO4TewY90Cy2PN8dmOH0b2KR+DIfKSm4qiSH+u/XiY3+nz+/HNnIXtsCf2pUmdH/3jnqXt+R7GWoQC3cRG6+w8Wi2+L14Gczmxwb2l2Gysrwd2RW7kfar4oBgXjUJaj7WeOJLs+P3ruXs3bnWXLZYs7jLgfvpDd9YB8IUz7al4H4sLuQ97ryl/NMoykKdUPrurKHrxGR6wQi+Kb/HbR+fiMs5vWrfbyzUYBYzpZ135aFeyoVeO/+xJ5NjSD5mIWWR8oJjel22x4ds6YfOlTY+0juSZpU7IT8zzHLGA/xZFkd/Z+N7b1+8dV1eD2q5a67NGmWgegTuxjE6/e7MAJmACJmACJmACJmACJmACJmACJmAC95+ANTQBEzABEzABEzABEzCBL4/AfyyV/z9q/5HaG3//1X/1X8W/+Tf/Jv7xP/7Hb5z3BxMwARP47AlYARMwARMwARMwARMwARMwgY9CgN8Q+C2B3xTeMQC/PfAbBL9FvOOyT5mACXwkAsQcsUcMvjEEsUrMErtvXLgvH6yHCZiACZiACZiACZiACZiACZiACZjAByXAbwj8lsBvCu/omN8e+A2C3yLecfkjnfoNui1/gzE8hAmYgAmYgAmYgAmYgAmYgAmYgAmYwI8Q8CUTMIGfJlDc3FIf63/rU7xftvrM+/5b6DH95Ua1HN/3Od9nAiZgAibw2xNgM+qqqoKN2NmAnY222eyZTegvu73oduuN3tlke3A9jMl0mkI2V5uxubEeOztbcbC/m0U72Jj6jQ21d9gUfyu2tzaCjdTZmHt9fS034F9b01FteY7rbGbOBuhsvn2wvxcU1djdUx/bWxprI9bWVmNlpRHMM1U1DzaER142GWcT7cH1dYxGo6BoQFUt4qdfi0j9F4ssVsOG3GxmnZvRS0/6mc1neY376K8oymBDdorPrK6upl4725uxt7cbyMyG6Pt7rzdV35HsbAgOK3R8rf9qcuAzDDY312NrczMoZsMzWUxAz25u1Hqz6X+j/P+z92exlmTbXTc6xoyItXafffXtObb4JBohHckW4gXRCFmWAVkCfVhc+YDh4wEJySBjXUvY+MEX0T9YsriWDYIXLkICTPMCmAeesA3iFc7JarIysyqrKrvd5d5r7Vix7v83Yq3d5c4+syoza0TtsaObMecY/9HMGbGzxqhgIZKst20rOVtr24l0N4lryCxRQib20fjYL1BBFogiD+hzR5iBHzpenyX2R/8k+6ZQVyf7qOoS/K4sL9vpU6uGrkkgfu7c6YMiA8JgTTpfWV6ypaXFwAbZkHEoXQ+lP5KYcw6BB0UZkHdtbUUYrhq6h06rr1XZFvKDc6mKTfUf+tgdjaMoCjxHEnKdt8ID/U2n3Ux+JD0m/Df8dCr8KO4BVuPxXvgytt7KhigsMcVoZrC5u4E5BTLqpo4CJM2gMey+ki7cn48V3oxd6dxEklAXQgx+Wb+5exROcHdz78ncTIf6ZWY6DrIHb+5F/l8CB4oeYMMULzmtGEi8Oh2+vxpFHeY+TIEE/AFbpv3cJ/CB8IeZb5zkH0uKCSTjX5MvrMm3ViHFhWX54aJixpAiWVVt7h7y4wPtXmuh39GeYsTeLEZ0ESOmxMVD2Nihzd2tlGLovJHOm0b6rir1XazfAFdH+8+7efEZHsUaPTOQjYRMCwvh/3E8l0/xcniYhoOI6cg9p4GebzRuo75qxXpsrWgMd7trc3eD30ry036ovsGX+HMq4smsqMPaasSVwG9lRfPRkmLtYswptA+azUtzncz5Cf5n92i3rLi2rPi2Ih2ELqSP6Fd7xuV5fESsGVi3k0nogkIPu7ujXh+TzsLX7P4bMB/219FoZDvqgwJWxL7tnR0jftMXOoNn7GxNMp5W/Dxz+rRhl2uSHx7hGR5pgyzwGjTXz74+hjaXe1Gy0xa5eZY+1gLbVWPOO0XfOp/3j20PpEP04t4rzb3fwyfEfBK4aI4lflOs7Nbt9SjAtb65Zcw7zOkUmwEh+luWHzAW8lDA4ty5MxYFbs6cMmSFJ3iDxyXpCL7nsiEL2LDnGvJAy+oTHa5JBubuM2dkLzpeEX5LWrPQFl2aecyx+BR6DB3s7IYuKEzUau5BJmQzbfO9Ds3dZzZarJIvQU1dG4R9U8hGxhAFQfFd+jHFaXe3qhRrmsqY/+BlLhOyDGXrA+HMvaGOj9C+HuVfujeIdo36aiJuwQP6KRrD3YNH+wZv+Bk6g8AfPaBT1sOt5kZsdT4/Ci4DP+LNgDhVC1PFn0qxCkzdi7n7Q6HJePv+LV/AviiUyfjd/jrG1B/k/biynQXpd0k2vqo5AL/DD8/IDyB8AZte0b1lxaklrdGxdexnQX4eJJ/mnOtLsnP8hn6gVcW1ZfkFc8uCxkFO7CR4VdyCt8BEuHDcaR3OPZms3Wtzd8ngVopLhmLYPf3iA2Dp7obNd1LEnKJPXQZTfHAgrIey5bB9ydHvZd/iMY517y5fmN+b76NNIz+oxUMtXirxVII3MSA3nIafE3eI1dt63yEWsRa+dXvDeB/a3r5jxADspCqV1sQDAz+KUJ07S0wSnT1t50ToA92sau5ekS6WtZYHc2Ik+MP3gmQJkk7wb/RFUUf6XNOcwvMUFTqnvhljVX3xPNi5ueb0qeaUVu8944hH8L2reWKkNTH21B6LTXZoA+M5IQ+2iE55hnllf22o9T/t5o9qFRDqdvfAEb0E37K5NfHcx+hTUcASeyS+hl0JgyXZLfyHzIdkBw8ITKABMUs6b0Tov6cqxmuaul+P6l5V9fqDvw6fObS+EXuh31q+if3s28fcHg7vZRtD6PA1HQ/2+ahj7EoxvJR+TPBwd3MvsqUS66aBnkHH+/rT3BjzluZjijGBD1hgD2ARdNhHZQdgMxQ2Q/U11J7zOYEzzywLyxXhja+fWmUuXo01J9eHeg683Hv7QKfok7mKd9p5XEPnPaFRO3EDV4h2xMHxeGwU22LO3tjYiiJwt/WN4La+FWxsbtvOzsiiYJUwAXPWDWvC4Jz8gYKdFCqjQBVzOHPuac23a7LpFclDW+QL+wgcBkfWh2DAPfwEjGkfOKt//AS7g86wFhedXlsz8MCuwONAby5ZPfy9I+bIvlvFMzCayxbrkVvrxnoEn9/RfA9uPIkdwS9jMhaysR7hnRifD5uXH8DbsmJpL9OwX1PN9ImO4AtCliX5BX1iH6fEN/2c0TcQbGdV+Cyrn+HCIGwMfUSMkp/vQnp/3xHths+3Wu+31uELku3emhUE+ZMIJAKJQCLw1SDA5HGY9kfl4v7JIx64aZp/xGeyeSKQCCQCiUAikAgkAonAi4FAcpkIJAKJQCKQCCQCiUAikAgkAs85An9S/P0X0QXR/s93vvMd+63f+i37uZ/7uf1reZAIJAKJwL0RyDuJQCKQCCQCiUAikAgkAolAIpAIHEWAbwp8W+Abw9E7xjcIvkXwTeLYrTxNBBKBZ4AAvobP4Xv73eOb+Ci+un/xgQfZIBFIBBKBRCARSAQSgUQgEUgEEoFEIBFIBF5+BB5OQr4p8G2BbwzHnuAbBN8i+CZx7NaLe1peXNaT80QgEUgEEoFEIBFIBBKBRCARSAQSgUTgBATyUiKQCLxcCLiZ6z9z/RaZm/U0O2BnD7/RhemXOw+K9GMWvyy3RCARSAQSgecTARI7k4SdZNQk6iaZO0noSbQdCehvr9vm1paRjJpE3N10GknJl5YWjKTTJKKeJ9fmmATSFKdZWlw0EplXdWVVqcy9mPu95wT3/p6XYiTO5tmFxWEUTCGJ/dLyolG4iXEXSDbe1EZybZL4R7Lx0Th43LmzG8ny272JkUDctCGjdif+kKya+7QFBxKJt20bCa1Jzk0Cbq5xn3aleMhFUnCSqvcJuU8ZycUj0fiZ07a2tmLwiQxVVRnkXsy9l/FuRlz3uOpG/3VVz8YY2uLCMBKS01etvpA5CnhYn0wcnoJsqv8stoOjOD3ya19e6RF52702cNvc2o5iKOgc3WMDJPpuJ13wj7wkfUdO9Hz+/Bm7cP6skYQ8kp6TLHwwMIoEVFWRHPeT94Ald7cC6ZmQu2mMBOVLS4sGvqurwnJ5yRZlC0P1XwkDsR76gb/d3V7f6KptJ6HzrhMCNLLcjiOArUyk01Y2Ph7vyVco1tTaZDIxfHve3t3N3a0qxcAcvQ7mhQnk00XXddu+7m0qBpAJnXddZ3OazpLREx/ce1ngGVnY40Purqch7Wy+5/j+xGPuLht3YVMiQX6teETxAYhjfLWqSrRxd9OPHd+mstEHk8Wz7vRVNF6l+CiK8Wpr5C+19FHXuied4EumrZP86LSdtL1uu0mPjcbsRPoxSE3v+9Opn1a2sbc3tt7fRjbWMdfoB7mKxq3kl8TtIB1zDV7c3PixZ7i5u5UCVTN8amFUBzZNU8dxJYyq0mPk7ubudnx7sC6wtv6pEuMV6V5U1zHWcNAYxTga6aSqSozBE/TbCUf0EfYp/5tGjLIHbopkoTfwpjgKPjsej+W3PVGUoVNfpRTDP4mdxMp5gQeK6lD4YTCoA5uq9Hy5+wPHPmjgkoUz9m5VEY7SMfGauHCYanCuNIbauLuxufd7jrG5ieRvFavHij+7uyPb2rpj6+ubduPmbbt1a922dY6sbi6ZBrasuYW1BvPNK+fP2bmzZ4x1xinNDRSwQNah5oZaepjj7u4MdyK59/fcPewGntHdguYY1i1LS4sxf1Psg77RKW2IGaat57+VDkYG/8gR6wTJha4hNbvnD/ejD/yKOLy3ZyNoJN8SJtgJbQz+hGWl9UDTaE0gu2pE4F4O4XvPgfLGQyEA1nPqNIfMdYONQuiD67ShQxf2xBN00cjnG+mmxu5LJXsqIpfqnKYn0rwf9sQB+sfesSOI41ZxO8ZUD17MqlIMP2PtS5EX7D/84cI5rT1PRSEebJf7c36KYpRpc3f9PvnHzdV3FX0P5EPD4VDrzaHRz4LOB5KPuQx7M23BM048P9aqk1PinC498g/9sb4ey/7xJeYYjlv5BvLTIWM3wncofobDxsLPZ7LxPES7p0GdYumYNTFxafuObW5uRUGe9Y1NxaiNiFXYRCV+lhWXTp1etTNa81OI55UL5+0V9HH6lNauK7FmBVP0VileursJbv30e7vH5u7m7tJLMexqYWFgy1oDU8zp1NqarSwvq+8FxcbGol9hAf4dtqu4iv2Mx4pPzBOKJ61iDDZ2L5zQXye5O54X7mBPH3vSCdQ/32m9oFHEVxFhE8g1HIo3xcu1tVXZ4WnF5tN25vSasW5fFp9LiwthT01TG3p0RzaTfD3ZCZu7x1V3VzvfP46DY786Md/zu2fYzu7uWOuTPeMa8rq5VaUIxzrwGmDPdR3X3N2efKMPN3eoWFX1hI2CD3LPj8GM+0X8uPs9h4bve9HBQ64xTZi6xqyMcfBZ9DEQ1nn6Lc8AABAASURBVIzNOOiKoQRT6C/iTei5mxWA7GJ90Y9nd2399anWkGov2yA+UShzc3M73hdv3r5t+MbW9nYU6aKYoLvbQHZBnDotW+D7AIW48A1i1unwj+V4z4NX8KlKJVmKORzoeXb3I/doae5uzMuV/It+Gs2PAyhixUC2pzWZzsEePNxdz9g+IV8nuZi/R/IXvnNQ6JT1yE2tRW7d3rDt7Z0oeOfuhj8vryyFjV+Qr7/6yjlDNmRa03pkSb6woHf2RnYGTwdjut1vc+/v076W/tAlvsM3jyD1S9+8h9N3KZW6c6NIZDvz+ZG+gUDhs5KJe8g3Jz2QP4lAIpAIPDwC2fIZIUC8d81DkIZw0SP/6KHZvMGj7h79zY/ZJyUCiUAikAgkAolAIpAIJAKJQCKQCCQCD4VANkoEEoFEIBFIBBKBx0GAxDf/Vg+6aP/nu9/9rv3O7/yO/dAP/dD+tTxIBBKBRCARSAQSgUTguUAgmUgEEoFEIBFIBBKBFwoBvi3wjYFvDccY51sE3yT4NnHsVp4mAonAU0QAH8PX8Ln9bvFJfBMf3b+YB4lAIpAIPE8IJC+JQCKQCCQCiUAikAgkAolAIvBCIMC3Bb4x8K3hGMN8i+CbBN8mjt16MU/Li8l2cp0IPN8IJHeJQCKQCCQCiUAikAgkAolAIpAIJAKJQCLwdBBwc4sfErjpwIPi0uzX/s4euHnfYrYzdWmu//jp7zza72ydCCQCiUAi8NUgQLJmEje3kzYSmY9GI9vevmMbm5uRcJuE1CTfvnNnx0jGPe06I9n30uKinT61aiTbPnfmdCRi5/j0aZKxL/cJ4w8lwi7FHyiQu1sRVXUVia8XFhbUz6KRiJriGMvLS1GgazgcBg+llEgy3k4mRjLtO3d2Iyl4JKVuW4NX5LP7bVMz2tCWxNz01erZPiF9G4m4uUbxKtq5F2uaWnwtRNJ5MDh9+lSPw7kzdvbMKVtbXQ0+B83AaskCn6XcW36JbGZu7L2UeGY4GBjFuEjAPRwONGZj1awvd7U1+IamPf+SQweUR9BF3bzXz3TWXnokAT+JyCmEgI7RNUnINza3bPvOHSO5PYn8S1VscXEYhcaQ79y505GEnOTqFCGjUABJw+ETeauqkizFHnYrkrkqxZCvaZpI1L68tGRRkGtlxdA9tkCSd5Ku02/bTqIgys7uSPtx6AleJ5NulmCeVkl3ISD9d90k8MJnxnsH2E1lE9g4z7h+FdkZukGnTVOHTw4GjaGDqhTpmFZq+DX/SCSZfq93bBo5KNSALNyDPWSpSmVVkZ2J3D34185cDeakw/v+uLu5z6lYUZ+1/JKY2AiboLoWRlXccy/mPm/v+33D2/6JDuDzMOnS7Gcaz5fixliVfIviAjGefAW91E1tXK+qfizTNu2m1vvDRPsuii+ATafrjD1VpLh/oNBdMUQ/+BqxnzgBcUzf9GPm4stj/J6nXvY5L+6uFm76Zc9mc3OH0EUJPiphBC77JP2AWSV8ehxp39Ocp16W+RmyH6X5Hdq598/SX8VY0jd+MVTMHg4aAweuu3s8xjPgyDzbxyehL2xltPxEm3v+UrtOfgnexOrx3l7Mw/gu8xzn3EeuRvawoLmROYNCUktLC8bxwnBg3AMD2kHuHrjdc9xDN9RUZ7S3eIbnK2FZg2tTWd1I53OqelukSIa7R3s7sk0VnyfWMseO96IYJAUwbq9v2M2bt435Z0tzD0Ul3F0xp7EVzfsU5KLwBUU9KH5D0Ze1tZW4h6wxN0gXpRTZY4lx3f3IyIdP3Pt7tKfA1UC6Y45Z1LpmaXEh1hxLS4uBH3pFp7RFYeDN+gD8Ifyh1Xw0UVzt5v4lvaH3w2NyzDViU6e2FCJq9yaKxXu2Nx5Lr+NYx7TChjbuLnsuVoOzbAwdNoPGKp0HL70I9jJtX7UsUhMqFU1ll4qZ0h9rPXSDv7VaW7asKSa6T2MxiG3XsrVBXRvFX2I+RCcVtudhe2r2UD9dFOrrwh/GsgH8OsYNe+oiCBXZQakqq5s61karURDmlFGcjjUYBaEoTrcsfx/K/4MntWct6e7G5t7vOT5MXK7EN31j58PhwA5T9CU5i/yKHrBfYIi95pA4psMpvx6d6Ae/wd93R2Pb1fvHWHGh9wHJry5L5QbGg0ETeDdgLX50K/R2eM/xk1CnWNvzsmvEJdbCG1GMa8so0rO9vW3opxK+S8uLRlxiTUxsevXCOev1ccpWV5elq4Xgt5beaF9cccnc+h/t7e7N3c3drZSeiDsL0mnEwLU1jbdqK9I/cZ14QL/ubmydbBd7hT/mhZHwHMumiFXYNLqi3XFCB1An2SeydbBvZ/MMWLTyAeIVbRgJW2DcRnLB27LW6tgfOPAuCCan9A4Ez8RT7Ak5eM7dQ77jPBw/d/f9S+4Hx/sXdQA/U3iWr4xlM7yvjGQ/8DwRz1Ph4e4RQxl/bj819iP9uZ/crz3CRhc9+UxnReNVRnwAn0ZzMmNjv5XGBbeqFCt6yM1sTrhPyHNISXHNFAJEx3/0uLm7xiyGPIwz1BwG1uGzkq+qZG/Fjf/opRMenfDqSbFOusYuOo3J2LSxE7Zu9hx2gF1RtGpT74gUz2S+xi8oqsl1bE0DGrxgp6f1PeCsvg+cP3/WYu7Wnrl7ZQX/GPbrkroWZjNMJJPDg/bs7kfubu4uDFzPV9YI36apY80wHDaGbcJHo2uV7hWwUHt3t/km0WN9DN9j+crOrvx+azuKjN28dTu+gdw5tB4ZDppYc5zWez7yvPrKeTun935kwueXY80w7P1+NuZJ487HZ+/e8+PukqVIjtrQ45L6WpZvQUvasy7B79EvujVt6AZ/pYjgWD4wlgzoqJVPHNbt3Jb0SP4kAolAIpAIfA0IEOnd9J+bubu5sXm/d44fjpwn3Pht6kbkFv+5rnHBcksEXjwEkuNEIBFIBBKBRCARSAQSgUQgEUgEEoFEIBF4+RFICROBlwiBPyxZ/o3oyM/P//zP2z/9p//U3PWx9sidPEkEEoFEIBFIBBKBRCARSAQSgUTgm4NASpoIJAJPDwF3j28NfHM4oVe+TfCN4oRbeSkRSASeEAF8Cx870g2+mN//jkCSJ4lAIpAIJAKJQCLwDUYgRU8EEoFEIBFIBBKBJ0fA/Zvx/a88OVTZQyKQCCQCiUAikAh8TQjksIlAIpAIJAKJQCKQCCQCicA3AgE3/jPT9zr9MusPtLPH2VwPubroyVyn+ZMIJAKJwPONwDeeOxJSdx0FASZGInMKrmzf2TES0ZNw+9btddvc2orCGSR6Jnl3XVdRsOLUqTUjATuFuKBzZ0/bmdOnbHVlxUgePRg0kSib5NHubu7+QLzdPZKZ8+ziwlDjLIgWoyjT8tJiHC8MB9Y0jVWlRA5xiieQiHpnZyf4JBF9S1GLjjTUDxpyaiRuBwMSWJPIvW1nBUP29gITrnGfpOWleCTbRr61lWUj+Twynz1zxihOBQ4UClkSr8hQzROjSy73e8vPLXePRO0kFufZvkDI0IaDgcasA5cyS7Ju0ZV4lwL1Q2kEke1v95McOdAjBchIRE4S8s2tbaMgF/re2Niy7e0dI7k9slelRHGBU2urfeGxs5L13JkoPkBxlL4g15L4HFoknq8qK8LJPZjc5+mkA3c3dzdwIok9ycYXhsPQ8+rqiq2tLkv3S/uFUWhn2tpJa7ujscH7aDwybLOVztFhJ70jI7ioaf4cQgBMJpPO9mTj4/GedCwbb/esnUysUxwAN5q7o5ciPZawO4oKoBsI/y9VZVKcfe1bGPpUvIumXb9H/xDCyiskinkpVuQ7par6Y5d8wbzbo8rh7nrErcjGK/VZqc+mqeWjTRDHXKt0jzbufXubbXOM2c+JQHbycf+Qe5GPzEjxt9Z4jIM+iBeVeCilWBFPPIF/T6TnVnrFhykG1QUmnTGOYKHZPSna6C77iXwN/9rd3bWd0W7va+qXexLNKDSC7wZPdS0+RaUSL8Xce9n1W709/R91H2Mgd1UVjV0pBkF1zBGN5ol5TKpmGLl7PDPnBjk4Zj+nB+mjlBLy0WctfTDOQPPSQLEaHKpS7Y9Bn518i9g0EW4cT3UepquBw0y1P+mHe530hh4pkrInnx1TdEGxb0TxEZ1zH34Gg0ZxeihasEWKSlFcamnBhoqn2El1D/lPGvf4NUEW8rj7Ubmlb2LDnMCiH8ejvR3bwGIiu9xTrB6L993dkVHMY31j027cvG2sOba37sjGWjM3A0/mUuZZit1QBOOc5h/mXOajvuiLZJTsjA0O7m7ubg/a3D3a8RzYLR5abzDmkvADx6H0Wje15PZwG3TIvLkrHexKB8jR7rWGjyFfT/cefSp9YgutbIE5i75GwmKk/qIvXZ/KPsSexqzCpsEXHQ7EB75WlWLi/t6D5J2HRAAvnEZMnMb80Rn67XUzMfTDeSd9TOWMYF4UY7Hx8HnFlyZ0UoeesD/IXS1F92KCvrjHnv7n/hD617qTa3N7cnf1XRTP6igyQzGbM6fX7MKFc1Hk5qzW3GtaK2Gv2GojnuCv6Dn3+/Ph7uq7sqZuwteGihU9DWyoWDYYNBFPkdm0BVrCQT+EyMBNv3Tn8X6Yp1rWIpJ5V75EPGCuAf9OfkKv4Fkrxg7FyxBfVMzhmnNTBIbaPZUf+EEXOxGXtuM9iHchinLdVoza2r4TNlFVRevSRWPte5aCQ1oPv/LKudAJulnVuwGxA/wa8Vsp9rq7uYvM78uru5u7y/dLYL+guEScYyzeuVaXlyO+D0LPJeZfAlMnGwW3PfCcxZORYsqeYi32dBJO6JHrPAvRDn3wDO+DYY/x/GzdYCa+XGvCYtgZ+uC9bI13A+HA+w+xelX2CM9gQJumqWVnilmSy91DPnvA5n7vdvDM4+gLmSlIhO1APc8TmaWs1U38lsARXUChjyJezO1pbO4e8rh7jIWua9krMs+J84jbsoPC2Grr7ra/oYjZibhGnfKvaS+D7iHvnGbNYlcKuqjku7WB84L8o5FdMN58HGMYdcrz4NXJr5h/gjQXc849O2Hj+lRxkaJ5vGez/rjD94F4X1yP+Zq5e2t7O969sRl3N9ZC+MDpU6finZH3ROIVczhFuohh2PWcVzBzd3Of0Qm8nHTJ3Q9hXodN4hdDxS7wgGKMY7i7u7EJYUO2VjY+0rpqZ2dk+Dgy3dR65PbtDeN7CP7AIwP1u7y8pO8ca4a/v/LKeUM2ZMLml5cXtf4a2kCxCpnmOnDvx2PMk8jdQ3baNw26HOobyqLRH2sRfIw9mCEffUulet/prJUO0Qu+DrGeQJ5O8YB1xFT2I0MKezpp7LyWCCQCiUAi8FUiQLzXeMR97R75xw8/0Z+oK13sj3WQP4lAIpAIJAKJQCJwMgJ5NRFIBBKBRCARSAQSgUQgEUgEEoFEIBF4UgR+lzr4/4mOfJD9B//gH9gv/uIv6nL+PAcIJAuJQCKQCCQCiUAikAgkAolAIpAIFlmkAAAQAElEQVQIJAKJwEuFAN8c+PZwTCi+TfCNgm8Vx259I05TyETgWSGAT+Fb+Nj+GPggvrh/IQ8SgUQgEUgEEoFEIBFIBBKBRCARSAS+CgRyjETgG4EA3xz49nBMWL5N8I2CbxXHbr1Yp+XFYje5TQQSgUQgEUgEEoFEIBFIBBKBrx6BHDERSAQSgUQgEXh0BEiseZwiwep0avfaH29/+Hz+DNlfuQ5HJPlk/2g0VRci8THtZnuOH4LmPMz38HESPRo/2ToRSAQSgUTgQQgQayeTiZHEmWTOO7u7dufOHaNA08bmZux3dkdG0nN3t0FT2+LCgq2sLNnpU6t2+vQpozAGybeXlpbsIAF7YySNJsG0u0eyaXuIzd3vTrA9GNhwODQKVO0nHCfBttoyX5F4up0loe+TsbdRVAHZjpMd2zRFae7s1L4z+qCwRtu2OhZN2rhOH+4e8jR1E0URkJUE3CSipxgCeJCoe3FxMXhtmseX30vpMdC+KpVVpRjXvHjg6D7bm5vFsXbm+s/6ze3g2I5uyAJekVxdcpKE/M7Orm1tbdvt9Q1bpxjXnR0bjfeMduiP5OJLiwu2urpsa2srhq5XVpZtWfomQfhQ+iHZfBF/jMYYEM8/DNEWMnGNjJV029R1JDUnAfpg0Fgju6vqyuDHtFGsApslAXwr3WPDk1h7dEZfkGlVoqbP0c/Xzwq4TCbYemv4CsUvwBH8WIPNOXR3Ye2yvcr29SGbbkRR4KgUtGVf/zbd1zc2EXJ0nXXTbnbdgs8i28RGoar0/uUuGeQr9hib+8GDfQyaWif7Y3xwpVjPHfkRyf3xrY2NTVtf3zQS/ONnFL6Dbt66bRDFiNhDHM+J85u3KHxAu3Xj2c3NbdvevmO7o5F0OFasmoSscOTGf71AU+xfzOmHI7kDR4fu9Yd3/SYmzi92OsG/jif8R05syd2tVMVq+eZAtoGvclyEsbvbV7ExjLubO9SPCG8T2QG8Y+Oj0diIc+DW62PrQB+3NwxdQGANgf/NQ7rhHOqvrRvFGjhGHxszfVDMgXHCnzp00vMS4AO9sIxjXeZUu4f6QRbeq8K+JBNyBcmP2U+xddledK9f83Pu4eudnkGPYQ+zEafR7lG46B8UxIFz0QE6Ponc0YP3Dxz6zZjwQnELcLqzs2P4x/b2tlGUizUHPoO+aFtXtebageaZRa03li0K0qytxvyzqPlobmtVwY/78XgOYpyHIdqauVFUjjjHmMQ35p9mNu9gz1WpDFldbXkG+2etgK5brZ/AOjDex/VkbHkWvuJ5zb977Z6BR8vxXqv1Rqs40oWZuBfF3hK+VTd1zIfz+IvPubvl9uQIHOikE/6TiKet1hS9XiY21y1KcXfDDmrFu6ahAEwd+qmqIhtyc3djc+/3HB8mxpoTdgDt28KebEHE2BP5Nu3cXTZQhe77gnHyheUlW1tdsdPyhVOrq0bhI9ZhjeJvzG/wUso+L3bfDT492hY9UxXJcZzEg7sf9MJhkMdz+nVw7xGPkBF88SNiwmg81rvInk3kD1PFLXOzqhTDH/fXglobVlVldpgne/wNHuZ6YD050vsOcYh4tLm5ZVuaa4lVXG/3Jub6j7luaWlRsUjrYa2LVyGtidEF70fEjqpU5u49Y7O4wDgPQ/AEmXnIT0xizOGgsdCzMKhlg6XSGEVj6GcqA51qHgh7UkzCfqGJbLnTde7bXZuuijfuY3PxrLBHH6xjwKPVOTqCH3e3SmM2g4Et6p1sWRjwLrAm+efxmXPeFwZqg96wSWzL3U0/9qSb2N3vAp7gGT4pzIsNwTuySDKN5z2/TS0f0nukeALLUhXds6e2IZe7H+kP3qay4Vb4M6fB247etba3Ne9t3bGT1oQ352u9m7ftxj3WH7EO0f2bcb9fE27ovS3s9M6ujbQuRO+dxtbCUOu+I2ztnwR/2EzQyc2YxdD9XAYKnlGgCr9g7bOudS2+gq0wXilFODe2rPfgNcWn06fXjO8DHK8pZq3ou8Gi7g2lB2yjqkrEU3eXPtweZ3P3iL1FY1elhL6rqjLsjn1VlUNj2P6GbPCMvSAXcmxpLbItfwfLbX0H2dH3EO7zEHazsDCIYtEr8nXkwuaXkUnfRPDPSuMW8eDuPCL4ZYUyWMZ5GEInZi4ZSswrYNTIdvt9Y+wPj4EM2FivozbWEr2/d/06QmPTJ+0st68ZgRw+EUgEXkQEIobOY+mhPe98h+le7ebXaTs/3t8/DiCzgM5OM4zmGbMT+z7EK+PR5n5Em+P0OOzlM4lAIpAIJAKJQCKQCCQCiUAikAgkAolAIpAIJAKJQCKQCLzECPwzyXZBtP9DQpy/9tf+2v55HiQCiUAikAh8UxBIOROBRCARSAQSgUQgEUgEEoGvDgG+PfAN4tiIfKPgW8Wxy3maCCQCT4AAPoVv7XeB7+GD+xfy4BuGQIqbCCQCiUAikAgkAolAIpAIJAKJQCKQCDx7BPj2wDeIYyPxjYJvFccuv1in5YVgN5lMBBKBRCARSAQSgUQgEUgEEoFEIBFIBBKBlx+BlPClQOBwgrRIptZ1kSSaRLSPRnpuAk2sf66zKGKg/qbdNBK6GRnehNpsp6MH/Khh8KfnSYI76eh71m+M1c3G4vojkHiKBKaHEso9gJO8nQgkAolAIvAICBC728kkCrtEUmoSht/ZiYIvFMnY2dkxEjxXpdjCwtCWl5dtdXU5CgKQkHptdSUSVJN8vaqKufeJqB+Bhfs2dfdIpl1VVSSjbupmlmhbY4kn3TZkYK4gKTXzGsdcm84nM7v3RhvagwFJ3Umc3rZtFGWYaP6iH3c3xh8MmsCgT8S/ZPMk40tLCzYcDKKNuwsD2yd75E0caS6Fp5BH8+BE51Pt4UXCmqvPonFKVVlVSlApbg659rp/rx/6ACNkPZwgnuIDGxQf2No2iiIwXlXVIReF0JZIvC/dLy8tGcXRSHbOGJ14AyeobSeB2+Ps4aknrR1msmrqZwiRm0kuiqa4c2yh2W5K26l1s/ZgwzPTuGu5HUMA3XcCiDUaCftHe3vh9xyD/T6OQCycS5FtVSUSw5OMPhLDN7VVulbC1uxr37T8tKlsEN4nsoM5dVyTrDCIX1SlmsnR78u+DC7T6om2D0PgOCdw631pZBTtwI8oVHDjxi37/Msbdu3al3b1s8/t8tVrdunyVfv4kyv20ceX7cOPPrEPoA8/sYsfXurpg4/t4jH6/sWP7fu6FnTxo3jmE/Xz6Wdf2BfqnyJSFJiiCAOym5u5+36BglKKFemq6JoXt/4/i73dcwNV+Zjwm4Kp4iA2Qlyg8EKr+NjpOm7m7rKHStjWxhwwaJqI01VVzN3tq9jEps31AV8UUJjHtq3t7Si8RRGLL4XXtc/RxxfSx2cH+rh0WfqAPrEPpIs5XfxAehH2Fw9Rr4+Pep1IN+gOnV65+pld+/wLQ+8U2qDwBrbRY2QG9qWgix4Xdze3ftNhf3CP39x3V2vpr0De9zPHuJOto5+YvzV3M28Ty9c3Nm1jczPmcu6BCzxhJzwzx2y+v8fwT3x53j/7VrY0pjia+IRHCntQ/AK8xuOxtVqLuJBhfhkOB0Zxm8XFBaPAy9LiYsy/xKIiPJBhovbtE8w7PEsfPTGfdGFLCO365e7yJfDWvri5yLQhSycfmBN+wrWe1OAeP9gqzzAucWM8bq3dE0mGA72YuZuh66oU+VZlxN6B1h/4V00hHl2njeX2RAigL/TBnNgqruEjsdcx+1Z64RuJjEI6cemk9PFOa6NGsa5umA+ruO7uxube7zk+iYiu++PKH7B5xg3SuNgi93mWeQq94wcrWn+tar1NMZglrcfwC3wEPqqqCv545tGI1ZJIhtnj0Gk9NYnvQpxDwYvuawBDMtZhUFVKyM2xO3cebeRorX678OE21iIRAwKDTpBPNZ7HGPg8OAy1zu4x19hejM39McfWw8gG3sTP0XjPiJPM48ypEZ+0Ht7VO1ErntTcqrpYM2giDlGMCuK9aKBr8Fjm8UExmX5b2c/jEs9DPM9+IlvBFuHZzcwlf5HskJubiaZ2MG+juyCtk3mGuUi37/rhXqc2tGWcVrJSKJB3IaiVDOiIdu5uTV33xbhWlmx1ZUW0LOr3PR4Dq+UXcyzsqW9I2cvZBc6d4Tvob8QcIv47xeY5v1VVDN2gIwjeuOYOZvbUNrhiTDAMfkZ7xryGLVGM9cbNWxZrkC9Yg3yuNci1gzXIx1cOrUH6dcjFWH9oDfLhwbrwrvWH1iasIz/SGuaS1pZXP7tm17X2ZF7Fl2JOkW7hDTsJKm7ubqWUmNt0Fudud29T8JX+6WtnZ2Tbmre3KVi1uW0bFAGTf4zlN3JWIw4taa4mTq2trdiZ02t2+tRqFNNc1LeDJmyi0rge49092ldzBR3NCV2xVkQudASxftqdFeLCjorwwn4WhsN+PbKwEHv8fkg8UuyVQIqbXaxf8JcnIXgKkg13io/Bq6BxSHpz8VO0J+6yN3PBP9X4UGed9N1Jb/Ecig/il+WWCCQCiUAi8AgI9HFUsVWxuFNMZk6N+Kx166PtFZu1huNdY/4c6zn67NT3vdZnJ7E6pbGeCd4U6+mD9eG83zhmrKCJHVx/iGPJSH/wFP3PxjmJj7yWCCQCiUAikAgkAolAIpAIJAKJQCKQCCQCXzMCOXwikAgkAonAV43A/1cD/rBo/+fnf/7njYQ4+xfyIBFIBBKBRCARSAQSgUQgEXjaCGR/iUAikAgkAonADAG+QfAtYnY63/Gtgm8W8/PcJwKJwOMjgC/hU/s94HP43v6FPEgEEoFEIBFIBJ4VAtlvIpAIJAKJQCKQCCQCicA3HgG+QfAt4hgQfKvgm8Wxyy/OaXlxWE1OE4FEIBF49gjkCIlAIpAIJAKJQCKQCCQCiUAikAgkAk+OwH5itEiWNjUSuR1NutbZg867bmIkWuvb6XiWUI5r+8nXbBrJPfVLTD9cEs/pLCFcp/7nfUcCuOB10hcP03EksmMfSeK6Q/yqzYyXg+e64HWq9vuyTx+OHzGeP18DAjlkIpAIvFgIEFspuEXi9Z3dkd25sxO0vb1j29vbkVCcmEzybpJqr0QS9uW+INeptdgvLS4aiamrUpm7Bz0tFFwdleJRhGvQ1EZSb5Jjw487d00zlhnzV8f8o/miYz7SXKEfPf2AH00ptEdGkqgHtW0k1mYuAx93jV9XUXCGJNwUQ1hZWbZTayu2urp8V0Ey954ve4wNnhkTnvo5fmLdTCau06W7m5diVQVVVnQMueu6SAowc7MgO7rRP3JFAYLR2Eg8fufOHdvavnOQYF3XwfNwUZS5zMtLS0Zi8ook5Ooa3sAOasHtMah/tl8DkPifPhlf3cdPL5Kbe09mfQLyKXoGGwkFNtOwBCnULI60y58ZAuDD4VR4oX+KwIzHYxuN9wxbaLUmm2MulM3de7uSntE1PofvUYwBu5jbm33dm9QN32EzWkPO7Qc5e5mnBqI+2QAAEABJREFUvSxVUQxR/Kj7AipVKeaKK+6SVmSPuNE3BJYU1tkdjSJubm5uWxTkunnLvvjiun127Qu7+unndvnqp0YhLYo3UTzhw48v2wcfXbKLUBSB+tgufvhxX+jpg6P7ixdnBaB0/YMPP7FLlz+1Tz/73PqCXBu2Kd/dxWelW0kT8iJbkYxBfiCruQRFXvY6vNePXCpeATr52ES4EhfHspWxbAbbQW78jaIAVSkRl4eDJmIktlKVSkM9YBB7Wps4mcrnxXQnDIhDI+FBMcl5MYybt24HXp99/qWwu2YU0PpEOH586Yp9BKEPYfvBR59ID9KLdHLxHvqgKMb3Puh1QvGuS3r+8tVrRt9f3rhp65ubxlzaCreQUHi7u4UuZHNF5C5sRPqxB2/ztm7uxXi+70t6VQfIjH5G2ODObh/Lt7aiENn6xlYU0djVvbnemFe6aSf9gltPD+bhyVrgKxBrDWLOHa0zNje3Ys7Zxn53d20s+8LWGIkYszAc2MLiQhS/oPjQko6Zf4lDzH/4eNv28wb79nHmHp6HiH+Q7Gcqm2cCEdpWhK+7jkTYurvDXmAHhmAfJNtDPkiWqPvR7K5fQjveh1uNOd5rjdjRx99W8/zE6JPnzVxjS9eKvzXFnxS3BuFfTRSXqUox954Xy+2JEOikb3wCf21lQ6EP9tJPO0EvHeYgvE2+V7TuqqQDqLamlj6kI/zR3dXGH8yLbKWDZGuRnF+20IpYg+Oj7cwO6agqxQZNY9g/a841rTdXlpdizYkv9AW5+jnN3Xnk0QleFA868ROk8effauJc9xVeo193DxmRtyrCQlRKf003os2j/FLXh/xBaxHFAGLZRLGzk17oi7GYUwaDQcwvYF4xv2hcM7d+m+/7s4f9jb8iK7iPNbcRJynO06+HN40YtaPYtCf9gEElXQ/0HgL2S0uLtrS8aBzjm5XeEdxLDI1+kaGVHT06TfRtbGKtxoToZ5+kI3hmkCJdgA1jurvph8sRPvrxu8AWHOfP9A0OfoM/96bqN2xRuLfiGR2AB3vOwYh2pbgRf5EZO8QeeQeCsM9l2ebCcGiN4pXPsDgY7ekd9XxLVNkt2EQBMekveBb/yEKbIlCqUlktnR3YT21cc/enxhC2QdAHo4n8B9zghSJW/Rpkw27cvB1rkGvXWIN8bpevfBpruY8/uao1yGX78ONP+jVhrD0uGWuLi1rzXfzg0tF14cWP7XusCbX/vu59qDULa5hL6oe15nWtQTa0Dh1pDURcgycE9eI2t5fCseT3+d5O3ni2lR2O5Zf9u+KObW/dsU2tLyj2iZ+MhTvy4wOL8okVfSOgINfpKMi1ZtgJ9oIPV6XEvOYO9tDJ4z7rq8gFoStwYg2yvrFpEDLt6lsIMYE27h72vLAwiDhMLOZbCEUSh4pJyKUm4Wusb9qZD7Wyw0clbLmnLr7xd/JLeJClm2kQdxd+rsNiRbpzdzP9YHudfIH2EM9g/1PNXJDllggkAolAIvBICPRxVBFUwZQ1ErEVYj3Ux+lJrNX6407Hh0ixO9rN9h3fp7U2mIj4TsWedQr9TbXWZQ59GOainX6JJYX9qfE8RF/BR4ynd0ntu0Njxnga+0F71gwd/Oj5ufwPw1e2SQQSgW8uAil5IpAIJAKJQCKQCCQCiUAikAgkAolAIpAIvPwIpISBwJ/T7/9HtP/z3e9+137xF39x/zwPEoFEIBFIBBKBRCARSAQSgUQgEUgEEoEXGYHk/cVAgG8RfJM4xi3fLPh2cexyniYCicAjIIAP4Uv7j+Br+Nz+hTxIBBKBbwwCu7u79tu//dv2K7/yK/aTP/mT9n/9X/+XvfXWW1ZVlbn7XfTKK6/YO++8Y3/qT/0p+xt/42/Yv/k3/8auXLli/NvubwxoKWgikAgkAonAC4NAMpoIJAKJQCLwfCPAt4jvfve7x5nkmwXfLo5ffyHOywvBZTKZCCQCiUAikAgkAonAy4VASpMIJAKJQCKQCCQCicBLicA8IRp7kqT11PXJPzvtJ4cTwt3jWO06UZ+IrU/UNj9mTwK26bSzqRAkyZt2D/0z1QMddKh//uEAiejmSefoH4rr8EuSOIjjIOSAxL/6gdd9Ut+MAW8PzVQ2TAQSgUQgEXggAsTWVjF4b5Zwe2dnNwp4bFOkaetOFORqJ61VVYnE8yTXXl1ZtrW1VTslWl1bMRLTD4YDtTn6D8weOPjDNHC3UopVdWVN3VjTNFbruCpVJKY2OyjONJknG9UcMu00Y+jHHrAhP3NV20764hh7e0Yibs5JcMrc5u5RzGegsUnCjbwrgcHKQUGyYfPU5GdM5r+5PBxzLWRCHvFTRFUpMWapirn7AZmOg2h8lEJe9C05R+Nx6Hf7zo5tbW1H8YEt6ZwE5YxVCefhcGjIvLy4ZCvLy0bC/aF0TZEQep7zCF5PQqwNeJ7+kBc+p7Ei0Shz2Yrk0rGumJYF1mnNEm2l62gvfXO9f0wnNEwSVj0WPUbT+Iede20bBXDG8nvsHfzRebR0M3fv/U62hb/VTWVNXRvJ56uqinv2HGzYCHJhB9gOxHEnQ+A68ri7VaWI98oozFDDv+SaF9hx0xa/tH/AT/Q565txiBEUX9jdHfcFueRHt28fFF/oC3JdsytXrvXFFy5dMYonRPEFCkB9eGlWeOGSXfzg4yP0/dk5e4pAQR9+dCkKe1GQ68svb9itW+vhu/hsJz8wyeHuio0ldFTkM0G65u7mDpm5PWgDOZOPTffthXgxkr3sKVZ2irH4mat/7AHb6AteNNY0tRXhq6EeNMhTvC9LEMsTYbAn2x4ptt3RXEZxhdsb6ONWXwwjCnJ9YVeufiZ9XDUKcn388eUohvHhR5dDF30hjLk+5vuPjxTFuEgxjIsfRfGujz+5Ylc+/cyuXfvCbty4FUWmdjV2+JQkdKHt7hZ6KMXcdQWyh9hcbURqrudM5KK5bvu+0AWFnXZHo7BBZN7c3I7iEhsbW8b57u7IKFoCT7SfSn9zH7FnuB31l96WRqOxoZsNCnJtbhrFMFh3EIvgD3Yq5p7BQHPP0CiAsbS4YItLC1qDLPT2JUA66Zo5A5pojcL+kYnnNB9OIL2T0ic8w4M7WPdU0JtsveiamdYcJt/Q+BPhSPs56bLibfzm192k2NHpGcZDZxRhYk8hjz529XbMMKW4VVWxWlg0TWODZiDZmzgvVWVGI8vtSRBAb53WEeijVdwgdsSeYlw6b2exjnbuHj7M/ME82DS1dFFLR5WuF6nD7WE2+gr/CzvorJXttRqLeQSCF9rQVykldI4PsOZcXVnRGmxZa+6l8Iuh1mdN0wQP7g83vh3bGGsqW57bJTbNcU9T2bMCq354zN01t7hVss1SKqtkh0fmUXu0Tb1H4RnWIPg/xDHfi6bSCxJVpVgjH6D4DdQI935cn2HO3h5rm8ofJ3pvQO+MTZykWCDrYWLnpuZzrsETAzDuYNAoDg1teWkxaHFhGL6JXRThYm42Dd1OrJX9PCpNiEmz5yayDfijD47RCTzDi2usUooV7d01KAPrRmCq8WkLjtg3z3Bdt4/96KowoG2Mo/EYi5hEbII45z59uLs1srcFybyyvBQFibFJ3gkpyrU8K1DWSEfwdWywp3jaG2Qnu23FM34z1pzf89uGTUkL5u5WqmKsT4bSG7qr4U3XdNOexhacCEP2nfboCXsaaa3EvMb8e3t9027evG1fXr9h17740j6lSKvWhJ98ctUo6PnRx1cs1h8ffWIUBe3XIB/HepD138UP+nUIx9BFrQ2//4HWH9rT/iOtYS5dvmpXP/vcrmsNsrm1FcV28eWpMEJOdzeXraCX4m7zvbtbj4X2dnRD5+A7liz4QfjG9rZtyi/wj23tucdTvB8zT2MXp1ZX7MzpU3b61JphG/gINlEJd8Z1935IHnw8eqyn0NE+zXQ1kt3wDryutdK69MR6BFnRYSc/Ir7BO7GWOIwsCwsLEQP47oHfu7vRtlUcD5JNtjMffrR9a+CNDfFuQZ/oAGFdv9xduJVed0V7znVdomj8aRD6norveI4bEpidmuVPIpAIJAKJwCMgoPBpxFLmduLxnJhbI05r/TgJmsS3EuJ2kOYA7scaLO53is+TWJsctOdaF/3r18NxJYb0w+cXPaKYr+AOL/3fW3seGJOxGQd+ud+f9/fveax5g7Y802ndACH7nB6OwWyVCCQCiUAikAgkAonAM0EgO00EEoFEIBFIBBKBRCARSAQSgUTg60TgnAb/h6L9n+985zv2T/7JP9k/z4NEIBF4Kgg8d538nb/zd/S3ef4+f3/69//+3z93vCdDicCLjsBnn31m77777n19cHl52f7n//yfjy0qvut+f/92f/HuE7seG5R88KVB4Cd/8ifv6z/ubmkrL426U5BEIBH4BiLANwm+TRwTnW8XfMM4djlPE4HnDoHnkSF8Bx/a5w0fw9f2L+RBIpAIvNQI8G+lv/e979nP/uzP2nvvvWeLi4v2wz/8w/ZX/spfsX/+z/+5/Z//83/s6tWr1nXdiTh8+eWXdvnyZfuN3/gN+3t/7+/Zj//4j9vbb79tg8Eg+vn1X/91+/zzz098Ni8mAi8iAg/zXe0P/aE/ZFtbWy+MeA/zPdL9xftW+KLp4YUxmBeMUb6j8z3d/d42zPd4/OAFEy3ZTQQSgecbgeTuCRDgmwTfJo51wbcLvmEcu/z8n5bnn8XkMBFIBBKBRCARSAQSgUQgEUgEEoFE4PEQyKcSgUQgEXi2CEynpj/UT41EaiTyJNEsyUG3t3eiYMbt9Q27dXvdbt26bTduPiTduGXXb95Se+h2JIaNPm5v2MbGpm3fuWOMQdJh/pFA100j2ZvZ4T+06Mzt0KY2YrbruijscGfngL/b6vfWrXWNB3+MOSfOZ3Tjtni6rTbze+z7cxLX3tTztyTruvgj+evOnR0jkTuJgsGFcfmHD4cYysNEIBFIBBKBByCgsB2JPImfJA5t29ZISr2zO4pCGbu7uzEfcI35h8mAAkwLwwWjGNXS0lIkoifx9tLioi0MB5HwvJQjE8QDuHi42/To7lEEgMTqpZCEupgzlrtmKItN0yZshlxx4QG/kB3qpp2RyBQMkJWE7nvtRPPvJOZhU6+MWdeVkcydRPRLiwshP/8YATwWFg7kF0v2JBs8kUybpKhtJOZvI0E3PHZSHPddA5DYPIpCiC8SgldVZfDJ+JCa3PWjx62TvK3kG433ohgXhVEoHrMr3UOj8dj2ZA8kbJXogSe8cI178wTzzMs3Yw3CvC3SGoNiNNdv3LRHo1t9++vsb8V64KbmftYQJEcnmT1J4Jn7W/HFvA+hl15AoaGf/jh/PwiBTkZAsl6wJJH+eK5vitHoHs+7exTawOaxMXw/bEy2VlXyP/mgu5u729ex4QPYwGSW5Bhb7Y/nfiuf1rqUdm4efoEszaAxigbUTW3IU5BFMrjTys3U1k7Y6KfrpsaYLb5DQSGtR9jJ2sYAABAASURBVLFN1s/Y6i35Amvs3vZv2ZfXbwZdl1/0NPcL2biu3dhfjx8+79e/h+9d31/jq108c9sYj2JGjM+6eyx+2plvwL67h8zoqqoUFyDprEC65yGnm8XejmyYwAFNe/8XzhEbFTPGovlYxFx3n9lKHfFxOBj0RWo0ljtj2FPf0AfU66Pt566dXQOPjY0tu72+acSQG3rHQA89/rdmcUZ6kG6uK95EvBKm3Oe4x1062NePjnV//z1L/c3bha5176b0zrsUsWquE+Io8RIegcA1V1WlCpwqdFHhQ8JGPw8Cx6UjCkLwHL5IYYjBoLGhcF4YDmPPPfppD9kmvNxSHEWmeJ+SHd28uR64zPnd3Nyyra3teP8jrsP3mHiwt2et7Am/AuOO90EZBfIwzqOSHpXvTMOW2slE74tjzT07GvtOEGOPZVeMN42xOmNPrJrI9piTWZvwDryxuRn6RQZkQx/XY86Z6TeOpeOH3s+f0142cVM4ocvNzW1j3qHQHu+cFMxCfmy+n3s4Ekm4KRPlPii6tn989wF9EH+xD2SGwLoVLp1ilqm/sBnHRsq+zaD7WnEL/Ufskk353d3nlcdAAFtjjdPKf1rZPbEu9jrGJrFDdFJK0bxRW6V5MPRR11bruMKndU+uag/aQv/Sc4wnnTPOYYrxdF9mYO4e+h8MGqMoKuvtlZUlY/25MBz0c1mMX6xgD26PvAU/Ggzbg6eJ/A0egmbygw82X8QPGJRK41WVsChWlaKxRbr3sIMzJhRjarxWOOAPfH8Ce8bmntgKDEqlsZp+fgELsAdz9/KwQ96zXc/HJOId69vd0ciINfg+38XYj5hfxSMYuHqKZ3QOz9y7c2fXNre2FJc2Ir7O54vrmkeuP3QcOhyzFIv03EFsuxnrYuIdMX1TMXtH72hgRSzpsSLuzElMxg/ncXDfXyGP4i79EOeQi76JTXvEZa0NaePu0nkVdkdRIt59lvUuuLTUFyeiYFHTNPKJ2orswh207Klu8AF1M347+Qo840PjvTaKKmNP+Cxh2cUHttKE/Qy0RhnEu2pVij0Je9hmz0c3s509vTPvGnPUpubVdX27ZC6JdULYgdaE0mmsR1h/6Li3Dela6wh0G6S26D2ONReFLXFNbWItyLHo+oxoxzjYxc1bG7autQ/rIOxyovfHqd73sAJkRSdVKeGzYMI55MV7LPxAVVMJCIEvfkl/zNP4A3uoXy/sWacxqlKEbWOL8W68ZCsry0aBtlXFK67xP5MxprtrLOhgrK/0SHIxxyLbVLaDreD3yMNaCNrRt2xsfyIfj3aSDxxozzXu4X+0jfU/up6ttdAL+mN/fV/HN/u150Odyx7CPrSXjllfsp7F5+NdXbEo1iOKm/AmMA/BJ00j36EreZgIJAJPA4Hs45uAADGVWN/qXYA4G/OevvUQf5lb+ZskMZk5l7k35mfNzf2xYjZzNt8J2O/Trf31G+15/tb6eqwXWSsw94z13s24jM/8NMda02WEeHfmTI/LUy1saMs3YeZm5uHt7Tu2rr+Vwt8tzUWMwVjwxRqEOak/vy1e7k3IxfO39Ddc5IW/bf3tmTFYE4LLRHNPp/VXTjWhjvyVCCQCiUAikAgkAolAIpAIJAIvHQIpUCKQCCQCiUAikAgkAici8P/R1Qui/Z9f+ZVf0ffb/rvt/sU8SAQSgUQgEUgEEoEXBIFkMxFIBBKBRCARSAQSgRcbAXc3vk0ck4JvF3zDOHY5TxOBROAhEMB38KH9pviYe37/2wckDxKBFxKBBzO9sbFhf/fv/l179dVX7Xf9rt8Vx5cuXXrwgw/Zous6++3f/m37i3/xL9prr71mP/RDP2QUMuLfqT9kF9ksEUgEEoFEIBFIBBKBRCARSAS+gQi4v1zf/8o3UIcp8leJQI6VCCQCiUAikAgkAolAIpAIJAKJQCKQCCQCLy0CJGQj6efe3p7tjkZGctVbtzfsi+s37Opnn9vlK5/ZpU+u2keXrtiHH12yD6APtT+JuDenDz+xi6IPP/rEPrx02T7+5Ip9cvnT6PPL67dsfWPLSDJKMl6KtMCHvtlZiWStHv9ToXu/B3ySsdGGJG0kLr55a92uff6lXbn6mV26DH+Xxd8n9oHGZNyLx/i7CF9xjTaX1G5O4u/jy3ZJ8n3yifi7es0+/+J6JJFb39y07Ts7gQt8djABM0mJQCKQCCQCD0SAkEnc7rqpkViTZObj8V4UO9zd3TWKM41Ge5FknPtmbiTSbga1LSwMbXFxUbQQx8PhwIaDWQL2qpi72zPZprNeYX52yC5G05jubpqmRNrrQKcmZkR24ob8EPMHCe1JMsp8QuEP5rO2ba3rOiMBt5trDixWN7WFvJIZHKBF4bEwHFrTNFbVlbm7PelGslUKI7TtxEgwDwVPk0noC77dXTxV1tS1MXatfSX8i667u4kR/Whv/cYzc0Je/gHfaDQ2EsFCJCRH/m7aGe2QPdYgwmF3d2QUQSGh62fXvtD649NYO3z48Sd28YNL9v0PPu7pQ+1FzPOPRh/3/cSzOtaa4CPmf61xLmst8elnXxhjb2xsBr/wjl3Cp3uxUkTe295MdLMQPX5Zbj0Cc9cBt9DtXmvj8ViEr08Mu4iCEwKxKsWw50Y23xewqiIG+Aznvsev5zf8Y5+t/AFb6KmNInL4DLJNJl3YsSluuHsUkWjko/gqfjscDMJvqlIM+/Hi5g7dLdN8PPrFD3e1Jic5M+vdzz+/btjn1U+v2RVIa/MrWq9+9vkX9qXW67S5vb4RhXTnSY3xNYi+en47w98h5OqkqDkxNjEorisexZ77s2Pk7BTHaR9tdQ8JkKeqijVVbcQtCvhUlXQoeR2ayaqd3b0JNICbEeMje6tY0NvL+NDcMLWiTirGkq0MmyaKMjSKhZXGc/e7u3/CK8iJzHOeRopjW1t3okjxF3pP+Oza5/YpulDsuHz1U72PXDPi1hdf3oh3CPSxsbllW3fuRDzh+bHmP/RBDKTffV2AszAFX8Zk7CBhHnvu6bhTu3hONtlRvETnuiVJ3YrwrkqxSpgQp+tGehA2pbjxnz1gc/fwvbn9Mv8uLy/ZysqSra2t2OrKcszF9G3akIGYTrwkGTeYYKOXhQfvfB/zXnVFuAijT/U+eU2YXb9+027euq13wE3Dtim6sSs7Zz5sNQ8hGzLOZe73Guwhf/r205i/6I9+dzSvMM72zk4UVGuFnZxWVjeVfU3iGveZe+APH2Ne+EDzwweacy7O6PvMG5qH4lz3Hm3uuRRzz0U9P5/HeJ/m/RU7+lK43F5fNwpv7AgPeJ8yR4bc0p4XQ78UTHPnnBsHe84OEzaBLSEridSxu7Fi8J4wJv5OaRD9uFWlhN5rfLiurZb9NKIa24G8mLsf7j6PHwMBMMe2sfFWMY440LZ7fWEffYNpo6gNca5ozqitGYjqWvroqZJOsAF3N/6zB2zz8RgLPxjPYk87s4FO8UROoL4sYiv6Hmi+Yq25HMWPlsLfm6Y2Vwx5wHAPdXuqMYl5cwzgBRz2hAfHneKZiSPkrGR78ARVwiHkr2SL4sXd7UFbyC8778eayNfboDhXDODbUyd+8BP6cnerSjHWuuAAIXvFmLPh1MQedxMrEZeQF12Mdsd6FxrFN6ZdxaiR5hfWGBQ/iLbCgusbm9sxn+x/89J6ldjz/Ysf2cWLH8eamLjCtUcmYptiWcQ27efPf6BvaR9rHOazm/retr19J+IkvIMfepzjUKSPUooFufQjkFw6nN+f75Gp14nWIVo3tdJBK70ftk1ik7tbLX2DP+9BrKOiMNziUHP+IO4VtXH36Nq938fJU/4V/EoPyNzKb3qeJ2FHnMMvbRAXnipstm7EZ2PDQSNeK+Oa++PxSN9zYjzemTe3tjSHrse6D5u4+infaj+1y/rGytoQnc3XILf0PXdDaxDmtx29c480t4yZB4g3kge5JtJFJxkhxsIfpjrn+DjRZu6/PMt5Jx9CtxFLJCZzFLaA3D0VCx+uihXsxAtwGdu8/07jIR+2sCse+fZKAdjd8IlWfjOhe6tKZU3TGDFqSd8HlpYWLPY6XlxcCNwZC13Q/9dNIZ9kmwgjvn9QdA6fRh8UvRpJvlY+0LebxrsF15B/fX2z/xav9RPf4C/in/hrkNYTh885flTSWoQ+Yz2iOPKBfJ7v9NgPBb7WNzb0Dbz3e/QT72zSnLtrvuh16e7mLjI255fOY5e/EoFEIBFIBO6BAPMs66nd2Xy3ru+OvEfzN8irn35mn2j9denSVftQ3yiJzfE+qhjf7z+Jv2Me/G3zUn+u+xcVx2nP318/nv3t9Yq+FV374stYNzC3MG7MOTPe3F1x+4BK6Y9pM9H8xfp8R2tU3vW/vHEz/pbLXEH/8MdY83F5r90n8fPBScTfZPX34Y/092HegT/RdwK+HfAti+8msd4ULqyHWWfAx4zV3D1tBLK/RCARSAQSgUQgEUgEEoFEIBFIBBKBRCARePkRSAkTgUTgRULgD4rZ/0e0//NLv/RLkTRz/0IeJAKJQCKQCCQCiUAikAgkAolAInASAnktEUgEEoFniAAFPfhGcWwIvmHwLePY5TxNBBKB+yCAz+A7+03wLXxs/0IeJAKJwEuHwMbGhv3Mz/yMnT9/3n72Z3/Wvvzyy69Ext/5nd+xP/En/kSM+8u//Mu2s7PzlYybgyQCicAzRiC7TwQSgUQgEUgEEoFE4BkgwLcJvlEc65pvGHzLOHb5+T4tzzd7yV0ikAgkAolAIvBwCGSrRCARSAQSgUQgEUgEEoFEIBH4ahEggSpJztrJJAoljHbHRhI0kqF9+eVNI4E6SdIuzQtefdwngNtPtBYJ1S7Z/vksCRyJ4PYTsJFw7ePL9vEnV+2TK1ejTxJ9kvh8d3dkJAqfTDqDDzMSwJHkk31Ppg0+zabRZq/dCx5v3bptn33+pV2+es0iKdylK/aB+IvkdMGXeNXY8HJxngyO63H8iXENIokcidc//uRKFPYiaR3J8G7cvG0bG1tG4rrRaGyRvK4TD+InfxKBRODJEMinvykIKGYqgE+nXRSdatuJYumeEVMp5LGzu6u5Z6xrk7gPKqWqIuE2SdgXFxaiIMDCcMGGw6ENBgOrm9qqUszdaf6MiYIxR4dw9xjbSVg640OXjjaanU1D9mnMXSQ4J7EpyUWZ98bjPcm+Z2DCNdqam1VVsXlBADCYF/aZYzFomkhu7u72xJvEI9H2pG2NROEkP2113EpPHcVexL+7i6fKGuHeMHYN/pUVyV50z93t+IYsEPIyd44010cC8js7oXvkn2o+ZV7vtG+1BuDa7mgUBYWu37xpJAW/fPUzu6S5+UPm9g8pPPCRXYxk5B/3czgJxR+FNP9fVD/0QRJy1inM/5cuX7ErVz6LMa/fuBXFYrBP8JhofYQs7m5VKebFzV17dzOD5r8tt30EprJ5aVe6ZX3XyqZ6ex/3a76u0/2pubuVqlhdV7LwPnVRAAAQAElEQVSvJgqQUIihqiorgbNHG/uaNvSODU/kD9gCMrDHVpGplW10yCI5JXHwCu/46MJwYNBg0Eg++UzIpPWtF7U7WSC5m+LgNIoPzP1mc3Pbbmq9y7r0008/N4ovXJFf4BsUX7h27Utjvc6aeH1jM4ocbZ9QAAo77qnTGJA4hu/DJAaQmUTRQZIN+ZHxKOlZrcmRoqDDUiRjZcQtdAkGRde458Ulr9uDNg1tjEmRFGQHa6gV9ozNfXc3+sZGmAvAmWPG0iD2LLap5i5wgw/iEwWTbt5aty++vB7xgsLFVz+9ZpcVP9ALceuLYwW5eK8inoz0LkHBCaiVT2A/9D3HeCq8gzQm404ldNC+jqQ3xUrwiOc4Vht5WohfAp/SY9TU0klvd+7F7MEqMD2uuaVYo2eHst+lxQVbXlqMQlxrqyu2srIchTBq+aupP2RgDqfgB+9M2CjFpYill/RORkGuKBKi9zSSbVNU7svrt2TP6xFjN7e2jSJZvAuGXwmTfbmQWbLpx5BPvx74Q1vwAh9oMmljjqX/bc09d+7sav7ZC/+aznqbyIfRC8U/8J8vr9+M91R4v8jcEnPGJfs+x8w9mj++z7U4v6T56OHp+zyrPr4f9JHenT+J99dPr30RxVVu396wze07tqt1Edh2wgA3Qy9e3LBz195d4AeZNo61O/QDDmA21fMT2QjJ1MfjsY205iB2YW+00ZPm7ka/FDFBr1Dvx7Id6bkqRfdpabk9IQLYXMQ46QT9YvPEOvTDnnlGE6O5dExca7Teguqmki9X4delmunDH8wM46HrVjF0vr5jrFZ+QZztiDMzA3PpmdhKTF3Qunt5eTF8f0HrbnihyM6DR7x/C2xu7p/w1Mr3gh/5fcgvvjoaSbZKcmKLlWyQPVRVwkB8uqvB/YfavztVTJ2At/rux5rEmpvxud7pPjzhL+4eGCMv8zbEMeO6u3zFnmhjHMZk7PBHrXd39d2tp5H8U+9CwgLdwA+87WrtHPFV61KKLzHnE5tYu37/ImtirYWJJ4otEa8eJS4pjn1fdFHPz9fFF3VO33xL47sY8xmxnaKSu+I35i7pLfQkNNzBxa1ILz1xbvfYpjHHd4pLnd4viL3oBN2DB/7APfVg6Bv8mYd4D6LYEu9Aw1hPVYa9Moi7s3smhCnCTycbgdeJbKiVflr5U5Dsinvo1czN8VvZaNPUNtS76kBELAUX3bVH3Ri/J+EmzFqNvSN72NKa8Nbtdc0ZN40iG1c/u6bvq58GsRbBTmINIpu5vb5u2M+21oS7mlewtbHmAXBvkUe6xN6IE+gUeYI0cJxrj3xQJx6CJPdE1AmXTtem2nOfeOMuSYVDVUr4UlXN9/JdYVOVYu4uKFyhbhpEH9BEvGADu5KR+Zj5GpvjGvzhE0X9DQZ1fBfYL8a11K9TevvQNwK9o7ozhn3tG7gEjsKolXxgH/LFemQnfB69gmGneMz8jMy8L8/XI+j0I96Bw0+13pCPhs8eOdf1R/F9tf2+Yka/FiGO9OuRy1c+1br2S4v34PVNfW8Xj/J7dCNTMBOsQFukYwibD9JFdzd3t9wSgUQgEUgE7o0Ac+VUcyfz8EjxlW8EG/p+w1rr8y++tCt6Z76kv72yBvtIf0Plb5WszaAP4m+tl/T+KGIuEMU1/uYZdMlYv/E3UQo58jdSvk2wLripb0mMxd9SmZs0AfMGEIy6e8TviOte4hptiP2s0Xa0fljf3LLr8Y78hd5dr8bfdimq9QHjBh+XLHgJHj+x/b8P8/fXw6T7fNdlLXtJfx++rO8nn177PNY0t/UeHOuV2fcSxocPMAum8lcikAgkAonAC4lAMp0IJAKJQCKQCCQCiUAikAgkAolAIpAIJAIPhcD/+3Cr73znO/ZzP/dzhy8918fJXCKQCCQCiUAikAgkAolAIpAIJAKJQCKQCLy8CPCNgm8VxyQ88i3j2L08TQQSgbsROOIz+BS+dXezvJIIJAIvAwL8G+h/8S/+hb399tv29//+3zf+n6ivQ66NjQ37q3/1r9rv/b2/1/7rf/2vxr/L/jr4yDETgUQgEUgEEoFE4MVCILlNBBKBbx4CfKPgW8UxyY98yzh277k87f/P2OeStWQqEUgEEoFEIBFIBBKBRCAReO4QSIYSgUQgEUgEEoFEQAhEYk3tIwlqO7HxXmskASVRG8nQvrx+w0igTjJ1kqV99PEVi4RrJFTbT7pG4jXoE4sEbNy7iz4xEsJd+uSKXbr8qV397HP78sZNW9/Ysp3dkZGMjn9owB/13ftkcO793my+t/ijP7ySFA4eb95at2uff2Ekmbt05WqMQcI6Egkfpovw8+GMP/HNORT86vyDj8Tfx5eNpHCfXL5qJD4lqfyNm7eCx+07O4ELfJIs1bRlUjiBkD+JQCKQCDwEAsR2YnfXTYyE1MTw0WhsOzujmAM4JiH1pOsja1Uqa5qBURSAJOzshwtDIzH7YNAYCc6rqjJ3f4jRH79JcBO/Zn1oPP3EuO5uFCgo2rt7XDO3Eze6CAw06XazpNzMJyS25x/V9bJ3Mce5OimlWF3XNpSsC0NwGBqJxhcXh7YwHBoYPC35gy/h3utlz0gWDm/MyRMSrot5d7eqKtY0jQ2a2pq6ivNSxK3uuZlpZ2wSUXIwX0NT69QH8u1K35FgfWfH5voGC9qzZzzGJVE5yeNv3Lhln1373C5f+dQufaL5XXP0Rc3X+wUIdHzxg0vGtYegg3Z65vs8C82SmX946XKMcfnKZxrzC7uu9ckG65OdXWNdBG/wWSRkKSX07u4W/7nF3nI7AQHpX8CR7J8k8+Px2MbjPcMesAvdMoFnpVRh79j1QDaG7ZdKOAtrdzf3nuxr2OARXuGZuNX7bBvr1lbr5vAR+XRHw2O+gq9SSAKZiFl1VUnW8gB5hJn6o++2bY3iCRQtunlz3ViXsn5mjUqy5svyjatXP4t1MOv1m7du2/r6RhS0Y428s7srXxsF5vBOf9gycbiTz8PzvWgqHrp9mtrBcafjqXxcwiKzdOLuigdV6BDd1VWt815/RTrEb8zc7rcRhxQx1G9nYAqv2ApEXGB8nnf1V5WiGFRHHBzMCl5UFbjaU9/gi7HhCT6IXRTkunV73Sh4wTsSRdJ6fXym95FrEUO4xzsE71Kbm1t2WB8j+QF9tZOJZBXNcRaex/XB+Icp7kt3E8VVdAnBH4K7u4FPKZV0UQVG2F1V9bpwd5rdl9xduqsU55uYa5h/l5YWoxDXahTkWjLmY/o1bchBXCdeIi82+qne8bBNEolD82Tgn332hWz4S6PgFbZ6W7YKlhSe2B2Nwk7R+1ymXm4Nsp8unOMH0VQ2NDVwmgjXVj6KDe3oXZN3OcYCf67Pe2qlB65xb31jM/i7+unneqe8rPdazTGaMy7GXPHx0eJbzCGPSvQ1K4LxPfVJsvJP5MefUpBL886t9XUDE+bBPfGOHNOQ3w0/8jLbu8mj3NydA9Nvm28yIx3qqXDRadgY/j9S7B3PbA+Mwdf0ZKxj5FOV4hMxCv+tNccH6Vol+3F3c3fL7QkRkHLwV/DHBlvFeHTT7u3F/2CBLaKXIj2D/6DReguqa/m0SPoohVjn5g/Dymw8xmEtM5YNMFYr25oohkwVS8K81FeRfivpnXl4Uevt5aUlW16Wv2sNir+7P9SI6ul+P9PwTebU4xgEDuILfBgJOSvJiz3GXryx5zrkTqv7jaUZJeSXD/Duob5b4T2nyaQN32A8MKcnd1f8K9YIc+YWCNkfdjx7wDYV2F3w0ka8G2ldPFLsw98hjsEhdBO8d7ar+8whFGq49vn1mGM+1pqYde/3PvjI5gV1LkZsUbx6lJh0+JnZMd/P6Jv9x/pu99m1L414vbV9J4oH9fxNFGe7kFaQKTb1c8wcJ3fpRj/R4NAvhSQ9NzUwj/is2NtKL7wHRXzSd0ium56vtI5o9A7Eex/rKOYi7BKdsM7AXt1PGOTQeE9+OD3gF15FE1Er22llSxzD7xQ/0mDE0qoqhs3AJ75Uy5Yq2bH74/AaiAUPU4o1CSvshDXhLX0DZd137fMv9d3y8yjGxVxy9dODNch1fce8dXvjYE2odxrsacQ8IKxb9RcyKBagkyDZ3fQYMQ9BXKcNMvfPTUKX83umzc1lDyLhUJViyA4xt7AvuuauVm6x0SdEv62wJUaN5BcU42JtwfHc5nigKsUavSfs28TSgi1pjQJhI+BeK1a4zwawr28TjNKdCaOpqLOJbIZ3iF35NOuNHeljJFnRAxhAe2ozivXKHWONhI6vxnrkSv8eq3XDRQg/x2fnxPmjUjz7sfFe/b2LH8d6h/XaNa1Hbmg9sr6xYdt37oTfo3NT/AJNdzd3l56LqD92Z2+zzWf752KXTCQCiUAi8NwgwKwOM53mdOI9c/q2/tbI30XjPVrrvKuax4nF/G2Sglz8rZI12Qf6e+ZF/V0Tmp/Pr/XnlyKOc8zfRHmewl6X1R9rBb5dbCumM6d2mqCYc+DFnZjtEdfdD/bcZ66HT96j13lH1txw9bNrdknvrpe0Rjzy92HxxnvtPolf+IOfnmZ/j1U7+Ov/Pnw1vvV+qm8HfB9g3tve3onvV/DJugBe4XOOHcdJiUAikAgkAolAIpAIJAKJwAkI5KVEIBFIBBKBRCARSAQSgUTgRUbgD4v5HxXt//zCL/zC/nEeJAKJQCKQCOwjkAeJQCKQCCQCiUAikAgkAolAIvA1IXDCtwq+ZfBN42viKIdNBF4oBPAVfGaf6RN8av9eHlhCkAi80AjcvHnT/uyf/bP2Ez/xE7axsfFcyPLBBx/YH/kjf8T++l//67azs/Nc8JRMJAKJQCKQCCQCiUAikAgkAonA84XACd8q+JbBN41nxehT77c89R6zw0QgEUgEEoFEIBFIBBKBRCARSAQSgUQgEXhCBPLxROD5RWAaGc2mRqK1rptYJAjd3Y2k8Rub25EE9Oat9ShMQfEsEqRRpOL6jVu6Jropmh/P9iSRuzE73m+n87iu9vRHYtj1ja0YhwR0JOEl0Rt89DxZJIPT79i728E245mkrSSTJVErSWlJ3Hbr1kYkDCZh8eGxOYYneOAYinPxRaJazueEjHOiH5LWzYsbkDh1PB7bZNIFZvqln2DogL88SgQSgUQgETiCAHGd+E7cJn62bRvzDTGcOYDE0yT67JM9m5Gsm6IATVPbcDAwkrEPBo1xThL2wwm9jwz0lE6I6j2/00igDd/dtOvjPcKYm7v3fFbFKlEpJa7pjungKJk2PddBXac5ZGJtO4niC3vjvcCinUxiLLU0L64+q5CXxOI99fI3dWN1XRnjQe5uT7pNbWpRMEk8RcGGvT2jeBI8ohOwcPcZT43BT32ID3eXyG5mcwoEAy+epQ8SqjJ/7uyMDJ1zjMy0tCPbVDhMhU1ru6Oxbd/ZMeb4jc0tIwksc/2cWEvMjx95f3sj1jg8R78bG5u2oXXP1va2Mdf3CdLbrJD07QAAEABJREFUkMHdQ3Zwxw6hsMUKPbi5Q2bmlpsQQOdHaGbz+PhY9s6aD9vCr6ayPXcXvsVI1t80jey+CRuvSmXuXz+o8Ih/wD8xi3jFfqz1IOvmVvFsMl8Xit0i/63rWn7SGAUDIGJY08heqhIyubuZzcnCzsCMGNHKD+mf9e2G7B4bpfDCzVu3tfa+aaxNb95eD/vdlM3iI/hKKz7oo5QiDOuImxTxW15aspWVJVtdXba11VU7tbZmp06t2elTq3b69JqdCTplZ89Ap+2M9qd1nzZrayu2urJsS4sLNlQsxgfov0hG06aQJubN3L3XoeRumrrXX/jHgbxqYvfa4BvCJsASWcAbfNnzjtDtF7xwjVVZo7GIRQPNDeANX25uT2ODlzkx9lh2e2dn14gPxIpb6xt28+btKNx0/YZ0It3cUkzZ0LsNRUt2d0cRw+jDSxEetexhYOhjCX0sLwWua6srdmpt1U6hCyh0sWZnTp+yszPi+LSO0QnEM0tLC9JHY9XMR9w9JHd3zQ1uVVVm/lRbjT5CF30be8Dm7lZ4Hnzlj9jvivjFFuY2gu2syp6WJQv366oyDIE4vzsa6f1uJ+LpbWECTtgsdPDOdbPH7vpsr/exeC8TpjfDtonHW8L7juEH2Dd9owswnZMGPfGH+90s7rTyJ+xorPmEuWck/ohBzEuHH+YZrjH39TLcMfSJrvHBIMkTe+n/Sfa3op91uz2TdXNry/p5p7ebXk6zIj+b6xIbx7ew+0prgEqYc9/dQ/eHZUEX83NiCvGrVXwYE7NkyxyDD+30uMYpYS/zMepZ/1Wp4p67xhBZbk+MADGzUyxDx8Q27Hqv3Yt4wTkFW7BFCvugawoSoXd0c6D3Yu4uXiDt7vNDX31MnWiMPa03x1FMkvE7+Qj2wTrM3S1ileyqkd8Ph0OjuM3iwjBiFzZRZI/3GeqhbiH/VOPia/CALeJzyN5jMYk1oARUHKsizjM2WBBnOK4Un9z9ocdDzoniAH4fJF9oteaeaN7mHhj0nXnYeyUMwJu5BXrUMe0+21wfyDuWLzLXj+WXwZfW3nviE75o597L2MlewIbYxf/4sr19J2LTbcURvlNBTxKP6Ofu5zft9vqmscYgBo/Faye9IZrLDop0MNcHBdPAKHRE7CiV1CcbtZ5/ntknGRuy0Vev/4neh1rZpkhjYA/cx9aaptY8N+gJe1zQvCd75HpVaQzxsd/vMzrAXue87slu0AP7NvQ00ftc16/fND7qgm94g0dsBwKXqggPGqjdo/yABWONZSO8P7G+2NjcNHTO2uO65tAbN24b60Ouretdpl8TjgJTni8aF3seDgfh08tLiwdrQq3xDtYga4fWhGtah0CntO+JNQlrlZX9NWGjeaO2qhRjDHc3/Rj2AQa9fdRWYxPSV5HNHLTzfRjgEYyhSWC8p/e/ke3om/TO7sjG2IX8lQeKxqK/gWIUaw/WVBS+ZS3Y6BpyVpX4UTv3gzF49uuhqXX6ftCJ/zZkay3e+6VPfB/iOrLLNWYs8sw0bIt7rFu279yZvQOv2/6aRP5/+wnXIjx/93pk2/D5kdZM2Du8gWRVinTZ6xObhtBFVVWygcqK7ru7bACy3BKBRCAR+AYicH+Rme+0aNAPMX5ivJvyfWFT33v4myPfe3hf7v8eeaN/V9Z3hut6Tw7S31PjfXl+rj1/4+Ra3Nf5fE8//dpgw+h7c2sW2zX/ENfFxBFmFb4jfpsRw93YWAPBM+s11qkxH2kNur6+Zbfib6/r+i51K2g+7nwPT/A2P5/vuca9/vxmfNtCXs5v6nvKba09+f7FWndX6wDG7fS3aviA54O5Eg6TEoFEIBFIBBKBRCARSAQSgUQgEUgEEoGvA4EcMxFIBBKBRCAReCYI/JXDvf7Ij/yI/diP/djhS3mcCCQCiUAikAgkAolAIvCVIpCDJQKJQCKQCCQCicBxBPhWwTeLY9ePfNM4di9PE4FE4ACBI76CL+FTB7fzKBFIBF4WBK5cuWJ//I//cftX/+pfPZci/aN/9I/i7w/Xrl17Lvn76pnKEROBRCARSAQSgUQgEUgEEoFEYI4A3yr4ZjE/n+2PfNOYXXtud+W55SwZSwQSga8XgRw9EUgEEoFEIBFIBBKBRCARSAQSgUQgETiGwDy5WtdNres6a9uJkXhz+86OrW9s2e31De03bWNDtLllW5HAbTfakJyT9kGRYHQSz7eTVvuTaZ68lmdI6NZTF2NHcjXx1++nRjI4ne7vOZ7TlAP9oi0E731fE5vE+JNINN22J/PR8zgRn1BrJH5tJQMyIf/O7q6R/I2EdcgODpHgVniQBJdkuCSFm+gZxoYHCLa+dkoGEoFEIBF4LhGY2pSE1Mw1ip3EZ+LoeDy23fHIRnt7RhyeamKqSomEzyR6JuH2YFAbexJ7V6VoXugThNqz3MQHvBDnW82N0CQS9yNHPzBJxUlCXdckp4aqWTLq/v7x3/Q3nc239NVqjmLeAQOwYCwNG/JVVREGlag2Eow3g2aW9LzSfYvN3WP/NH4xbif54CkKl4z3bLzXhk7gFd7dPfgZiBeoaWqrKpF0UoqLL8i0t9jok+ciEXnXz7cj9D0aRaL1seRnDqUxz5dSLORWn3VdxVgH+1rnXDtEVWVNtKvuvvcQ1+NZ9RFjxL42ZDqwu8ZIXj8cDo1k7yR+X1pcNIgiFcPhINpXepbCGe5u/Gf6bbmZlmny+anWeFOj8EYbftQato7dt4oDnfyBhuBXlWKB/dy+atlWVYSm29e94bfwj6/u7OxGonrWiqwZx/IV5KHgDfbu7rLjyrAlbAS7WVhYmBU0kUyS091NP/vEc1Cn+EgcwAdZh1Ik44svb9jnX3xpX964EcmOWZOyPt3dHQWurv7wx6XFBVtdXYnCCefPnbFXLpyz1159xd584zV7683X7d2337T33nnT3n/vraBvvfe2fev9d+zb0LfetR8QfVv0A9/uj7/1/tv23rtv2btvvWlvvP6qXVB/FOiikMOQwlzYvfw++Jazux/IHfE69FdZpTZF5I7MPdkJW/Qzkx8MsI9WMWJOYEMbHnX1h9/VTS1cm6BaPs81d6fJExHjQIwJL+i4fzfatBvXb9kXX940imDME0evr28axZTg1TR80zRGkYjVlSWjgNa5s6ftwnn0ccHekD7efut1e0f6eBd9CGN0ckQf778rfbxjvT7eM3TybekJfb0vvb2j51955byhjwXpvWnqiIGlqszdg8Ai8BEvh/Xh7g/GRm1KKVZVxehjQbGOglxnTp3q5dDYr4peuXA+7Oz82TNGwbBVinQsLUgfAz1XWZGeiAM9hmPDd3iXvC28SMb9+RfX7epnn9vlq5/ZJ5c/tY8/uWofX7pil7S/8uln9tm1L4T1daOgF+9jYIxv0B+6QUeQHdtkjtbpF3MabXn/xEd5dqw5iLltovluqjUJaJQiWUW1bAgsG2FGLEJ2rrH2YF/tz02Vcd6oPfvHpb6/XnesI5qmVtxohF8zm3sGMfcsDheMGLK4MIz9guakXqeVMC6hb3c3HdjhbSoMgmZ+FRgoXo1FreIxGNI+5K+K1U0VYzdNY7VkK8LE1K3l9pQRmGpu7AwbRA8H9tnG/Mg19Ab+TVPbsGnCLjiu5eP4ZVXKTPcz1u6zkxkYum4VT9E9xJj4RicfOCjK5hZ9S/eMNRjM7FDxnvNKY7s/DYOYWiemGL+VHbbiC35YG+CjnIf8Ggs/hI+wd2FRi+ADbIrii5rYg7apFhmsQfY0Fv0jPwXAWp3DQ8c6ZNYJfZaqhP0jM+Oyxz9LwdfsiTdk6+STreSe84NvtvCj66w38DvGQ1bGrmc6aWrZgohrffyp492Ac2yDdo9D0VdVhdzxvI7jmsblvJENooehbIH4s6A5YUFxiLgUe51zbzBobBD8VVaVYifpB30gPzpB5lY4IP8eexE6ASPkb+paMWkQ8ZBxWFNB8AM27v7E+nhQB/ALr/DX62ssP23lvxNRF74sczY4cffwy8BMvA/BQ9ihn1KdjIedsNEfGECt1sq7em/iG+RtfYukWAVrD4pXsD7kmCJczK+tbMjdpce6X4OsLhtrkLNaE17QGu61117RGuTVWBO+89Yb9t47b9n7sQZ527713jvGGoO1xre1Bgn6ltYfrAtn9G2dv//u28a68sL5s0Yhr6WlRRtqbqqb2tw9qCpFPFTSnexh0Oi4ntlDf1/NbL4hY0+d8JzEeydz9Gg0Nta5FKFrZRe0L+q3twn1i83JBoeyyUZjYw9l1rG70/y5IGRjLRL2o7k3bEjfPLD5VvrC3jvFoKniFGwjY1UqYVbZQLbTzAgbqvHHWIfU8vu+TVzT9UY0P36cfTXvV/2AcYwr3YHvQBgPhfWC9DwndM7xUHqAT8aEd3fs3M1sTpZbIpAIJAKJgBBgPoA6rfWI/cwDfE/q3403jL853tY7MkU3+dazvb0ThSn5fsoamfVA/O1ScyLzR1D8/bO1Nq4d3TPvtDHPtDG/MiZjwwNzjljSzMPvo8RcxJV+r5YsSnSB53h+ondo+oLoH+rHak/kow0eNb+Ll/64b4dMI33P4v1+c3tbf3feir8/r2utc1u0rr9J8/1lV+sBxmBs3h/gg+8LYil/EoFvNgIpfSKQCCQCiUAikAgkAolAIpAIJAKJQCKQCLz8CKSE3yQEfpeE/XHR/s9P//RP7x/nQSKQCCQCiUAikAgkAolAIpAIJAKJwEuMQIqWCLxgCJzwzYJvGnzbeMEkSXYTga8UAXwEX9kf9ARf2r+XB4lAIvDiInDp0iX7w3/4D9v/+B//47kW4jd/8zejKBfFw55rRpO5RCARSAReJgRSlkQgEUgEEoFE4AVB4IRvFnzT4NvGCyFBeSG4TCYTgUQgEUgEEoFE4KVFIAVLBBKBRCARSAQSgUQgEXiRECCNWZ9greumkTyNxKfb23eMJHCRBI1EaJubtklBLl2/s7Nju6ORkTytPZz0jSRr0P61WcI1kq6J9kQtNOF6n4CNBG5d1xmJhyOp2izR2xzBPgHc/OzoPjjXL57rxPtk0llL30H0P7H9MRl3n7gngldodn2i/V67Z6PxKBLGb2/vhMwbG5u2vr45S463EUXJdnd31XdrnXifJ4Q7yl2eJQKJQCLw8iPwKBIqXBvxkqTmxH7mA5KQjsaKu6OxjcdjIw7TJwmdSexM8ummqQ8KEdS1cY8Uz7R7lhT8KsZPmFs0r+2J4Hse9+HBi1tVFYvE1eKtqiqrdM3d99NQu1kcM1dB3bQzEnPTFxi06jeScwsHrtHG3dVPFcm2kX8wqG0gHKq6slIVc/cge4ob4yIbcu6JF/TBnAh/neZV7rtkI+H/YNDYYDiwpmmshqcCT9BRvqY2+282R9P3WH3v7o60jhhrHdEaMvfFIIpkFlWVVeqzFp77RJJwXa9jXwuXGc3azPF/1P2R/tXX/vOSq2lqIwE5RLJxko5TYIdCXLwxCxMAABAASURBVCSfX1pctOFwaI2wqMRbETYURnIHg6eomBe5K63puiDZfPjSJNZO2AG2he6xOUR0dwNHdDJsGhs2A+O4lCJbt699w/6JT8QrEidT+KC345GN98aGnxArprJ5d5csRf5R21D2gc1QSIfjA5mwE7fDG2OAB7iMFQ8pvkBiZgouXPviulF84cat23ZL63ISN48UNxkTjAbNwBZlk2urK3bmzCk7f+6svXLhvL3+2gV7841XLQpAvfWGUQCKIltR/Om9d/piXO+/Yz9A8YUouEDxhfd0/V2jOAPFGt55+w318Zq9cv6snT69Ztj/YNiEftyLwTfk7lZKJbmbIGStqqJrxdw9yO6x8XxHnJCdtLOYC6YQ8wTYIyvtXH0U2UWtONE0shUKBYjw36r0Y6nJE/8wVid+Jop/4729KLi1LuwpfoFOQh83b0WxqHkxDHh184jXFCpZWV42imGcO3vGKJD2+qszfbxJQa43jAJp7733lrB+W/SOcO/peHG0/vwd+9b7bxsFud6WLl+Vfukb2wrZFR/Bxd0tCtxVJXREjCJmo48ifEz37QGb637fR6U+Ktnx0FZWlu2M9H/hwll79dXzRkGwV185F3JRAO7MqbUoCLe4uKD2Az1XmysugmMrDPEd3iFJMM775fUbt42CXJ9++rldvvJZFOSiENfHn1wx9leufjYryHXDKECyofdQnmd+Qifohr7txG1qU3Q3KwTZ29FezDnoMt5hxdNUNgce4FIpjjPHYFM91dbjWkmWSj7d78HxMNHmcQkbjnGZfxqNJ3tGV0PZM7QwHBhzz8LCfD+0Rc07XB+oLfzCu7tLDNE9sCAOT+RXxN2RYgvxBUw65Dc3+qjxJ/ExUMyCkLEqxdzdcnu6CGhaNLCniGPMh3tt2Ob8uMU21ajIf7DFgexh0NSyw56wGXTmjm6g+/OHn0yk/1bfOsZag0EUpOIaPsB9enD33hbkC9j0QDY2lA2y3qs1fqkqk0HYk24STfJ3Qa1kJW5CFOEJ/9S6uNNa2Usxxh1o7GZQW6N9LRutZatVNbfNB8tvGpB1d6t+kR1ivIm+A/FOMtVYU7Vxd8nv8vUiqiwwGDSK543FmOLH3e1JNsaBJpIbfvbCHxWbxBtYTKQn7jOGu4uPEmP3ctdWN7WBA7z11yqrhQdrc865/jjEs0GaR4grcSys532hg+GgMewBWiAOzYrzMAcNdT4cDmLtBn/wU4SXmdtdm16wkJF3izkOYIFNxl7Y8AzPN9hgjDuMsRl3KH9omjqwcT+hfx5+miTbgNf2kP9gP5x3mmeQhfcYRHV32VDRe0oVehqI/4H4B4+qzG3WHmLTHDbDCZtgvbet77DMnRSzZB3CGoS1CMd8r2Rt2go7d4+xFxaHRpHMU5q3z509HXN1rEFef83eeut1Y23Xrwm1rnj3LWNd+G2tB7/NepB9rAnf7QuDxjHrw3djDcK6Mgpyad5fXlq0BekeW0Fn7m6lqmSXtfhogrCnStf6+6bNTc2073/AsNN81AlPcGWOZq5Cpt3dcbw70IY+aum+Ea7YI+Nid03dCPMeX3fvO31Ofst8jDhzWC7sh3jfzmIQ8Q753NyK4n7Iif8Nar2LNsJQWOq8FlWH/J3zw9To/uNSrX7n4/YY1xH7sF8w7mkoXc9pIJ/EL4fxLtw/X4J/d0niZtpZbolAIpAIJAIHCBDrO+Y7rfeYC/iexHed24f+5ri+sWW8L2/fuRN/m2QNwJzB9xDmkiDNH8whLevHoIm+Rx3QntYsLRTtdF3rg4nGZGx4YG7SMuOAsWNHx+N3/4zWJvCuufrI+k19M9b+mIy7T634EgUf2gev7Cd699nTN+GR8X4PBvwNekOyr+tvsLf1zWVDe9Y+I307bvVc8K7xWdcHHeM5TxOBRCARSAQSgUTg2SCQvSYCiUAikAgkAolAIpAIJAKJQCKQCHwlCPy/Do/yB//gH7Q/9sf+2OFLeZwIPFMEsvNEIBFIBBKBRCARSAQSgUQgEUgEEoFE4GER4JsF3y6OtT/ybePYvTx9ThBINr5WBI74CD6EL32tHOXgiUAi8NQRWF9ft5/6qZ+y73//+0/U9/Lysr399tv2J//kn7S/9Jf+0l30wz/8w/b6668/0Rg8TNGw7373uwbfnCclAolAIpAIJAKJQCKQCLwcCKQUicCTIsA3C75dHOvnyLeNY/eeq9PyXHGTzCQCiUAikAgkAolAIpAIJAKJQCLwbBDIXhOBRCARSASeEgIkViOxWdd11rYTI9kbSc9IgkbiefYbG1tGInSSpO3s7KjNyEgeR/t7U6v+etpr+307308mUYSDhHDQPAkpvDyqWF03jYTOnfgnQd2c5mPdNbZkbA+TeGlnhEzIv7MzMgohIO+6ZL+9vmG3bq3b7dvzglwja/f29sd9HL4fVc5snwgkAonAC43AdGok/icp/jyBJ4n3IZJukyCf68RTEnaTYLppqkhCTTLopqmtrivjnrs/eyjEb6f5hYIJ+3NGJDHtDB7JMn24YAnJq6uKRNRFt07mT11aYKB+exzamEuRnflnLr8Xt6K+Ksnb49AIh8aQvyr37t+eZBNz84Th472xjTXHwROyTyQ3MhfhXomnwWBgQ1HopKrFaxUyux+TW33yHHN8j2OrfseReJXEqiRc7zR3w3Yprn6KVVVlIXMkFdex+kdurvWka+Khv/YsjmVnTR14DyLh+8CGw2EkIKfQDERBosWlBV0b2EBtK+mqlGJF8uvHcusRQPcQOkb/2HerdSB6x7Y4xzZkJmE/YEgieexrMJC9S/dV2bf3vtOv6fd02lk7kf2Ox0aBABIH7+7uaj0sXxnvRbGArpvYVMK4e9hxUzdGIZOFWdEKZGpk18jp7iGzuxsbCZE7PYsPTuRvxATW4n1Bruv2+edf2pfXb9jNm7djLbq5vR1+BIbYHX0vLS7Y6uqyUTTr3Lkz9sor56wvyPWaRUGut9+wd99+y95/9217/7137Fvvvy16x75N8YVvvWMUffqBb79rQd96V23eNop3vfP2m/bm66/ahfPnjAJQS0tLNpT/1/LDUlwym2ga8uALxIVGvtMoftfy55PkRebjNBXGYSuzNXm7v1Zvhf0k1txTYWSCrAi3Sn2D50C2AtVNHTFEt453/VjnjNXz09medHznzo6tr28axS/QBcUwOKZIGte538q+TQw0dWOL0jtFrMDs3NkzduHCOXuNAmnCMophvCV9vPPW/fUhPaCPb2uPnr71/juhl7f1LAWxTp9a1TgLipmNqJLdFUMnXtyqUlkjexs0A0MftfRVlSL23B60ubsV+phhPBwObGV5KWwLO3j1lQtGQbBXLpy3V2QXFOTC7ij+sbS4KLvv+WGOBMdWOmWev7OzGwnGea+6ceOWff7FDbv62ed2ZV6Q6/JV+/jSFaMo15Wr1/YLct2Q3fMeyvPEj4l8BN3Qt52wYSb4Uz/PTgy9QMxr+BaFqfAd2ri7ZC1WSVbmmEa6a5pamNWBaQ1uca/aP+fa06c65pNB0xj2DObD2dyzsLAgPQ/7YlyyK67TBh6qUmZzj4du3fHJafgk+ARpnkVeCt6MFcPGsmfwAEM3k/y+L3+MLx7ou1Ql+rTcnioC0k7EM+y4VZzjW0WQ1l0UpeJbBm2KdNvgw4NG9ijSMXqpKulc99zdTD/2gI2+0DVjHPhAa638kus87u6ygyI7gGqrmzqKrAwHw4j38FEV2cPDDGgP2sSRnHQiP0b+VnET3vBt+OMcuy3iiXGbgWSXTcbxzB+LeIHU5EGDhS+wBqFfYvlI9s9YrbAnRnRak9MJfblLfvVda5y6qeWLwkFjz+cys4cA3E7ekIk77JnrGR95oX5N1IZdRFxSQ+Srqko6qayPTeIFGxBfnNficX6/0jHnz4L6eNgIi8aGw0GsfRcoEjiLT8PYD2yodcFg0CiONVaJT/h3d0ly9Efal5zT/SJFrfQP9TbQxjdCMKpKkd3X0e9QfS8wTsS/ga43gYv73f3bU97gpddXG2uBsWIo3wFbrQm5jv3InGNUbLYqsiHpDXsdiG9iKvoCD3sk+xFSUzPiwe7uKL5NMneyDmT+ZA3yheZQ1iF8r2R+nAhLhqib2nhfObwGoSjoa6+9YhTTevvN17QuZA3yZqzzKPRJEVbo21pnsOaINaHWh+y//a2+GBfrkffffWt/TXhqbdWWoyDXMHRSipu7W1WK1bJJZB8MGh3XVlUl7pnRxo5sYNwxT0HCFZ/gmyxy745G1spXaVPUb1P3Nga22N5QNomNVsLcNf6Rjp+DE/gmzrTSzVixJ0ixnvNWcjE3I3uw6mbIWFXFGvnQQLFnTnVTG3EoSNjWz5AYu2HsQSO/H4QPzv1vQT64T/JJ9ACPFPIr0o+7m3tPllsi8OQIZA+JwEuFQMwJmuuI+6wldvVuvLV1J77v3NTfHNc3NuJvrxTk2treie9OI607WCe2Wrfvk+YP5pADajVX9sR6qtWcA03Ubk6M2ZMWF4+IKnxDnb7XTLR+72liLTzNxmK8w2Nz3mr8k0lrqr02vqXxXY2/vfKuv76xabeFwbr+Bru+uWl8D9sdjY0+gnctuODjEdnP5olAIpAIJAKJQCKQCCQCiUAi8PwjkBwmAolAIpAIJAKJQCLwTUfg/z4MwJ//83/+8GkeJwKJQCKQCCQCLwsCKcdDIPCd73znrkTbJyXffl6u/b7f9/seQqpskggkAolAIpAIJAIvGwInfLs48m3jZZM35UkEngICR3zkBB96CkNkF4nAc4PAN5IR/n3zL/zCL9hv/uZvPrL8v//3/377x//4H9v3vvc9G4/HtrW1ZZ988on923/7b+1Xf/VX76L//t//u3366afGmNevX7d/9+/+nf2ZP/Nn4v9FetTB4fdnfuZnjP/H8lGfzfaJQCLw7BE4f/68UTjvefkW+CA+fvRHfzT+H9Jnj0yOkAgkAolAIpAIJALPGoETvl383896zKfVf3laHWU/D0Ig7ycCiUAikAgkAolAIpAIJAKJQCKQCCQCicDLj8DLL+E0crFN4w/wJJVt29ZIgkoCVIoOsCcR6mg0juuRCK6dGMnQpl1nJxH3DtNBG43T9dSx1+D84R+aI334eH7tQXueOUzdvN8Zf532h+mAn+P8T20y6QwM+EcEJL5DbjDY2dm1nd2Rca1P5N71GDCWGAwYtc+fRCARSAQSgZMRIE53x5N47rXxj7ZI3skcxJOluFVVZSR3Dqrr+IcYJHrmnrk904143im2zxP4MydCzA3MEcgBA/BDkvVIRj1oInk2fLu7uTtNjhDPQcxH9NNqLp3PNexJym02NYqYkHC7T4hdR3J7EmODBWO63933kYEe4yT4ms1/FIQYj/diLoQncOC+ewmdkFwdmeGpqiub8+Tu5u7GBoZBwpFnkbmdTKTr1sbjfj3BOTi7e+ibfhcXFqLwy9rqip06tWZnz5wyitlQ8KXCdu8GAAAQAElEQVSns3b+3DOk82fswjnR+bN2YUavzPbnZ+NS7OjM6VNR/Ah+wQEMsE33Xn77hm+hc+m+k86xIWy9nbSyqUnQRLaGv6uJbMbChrD5uqnD3knu3mBbVbFoYF/PhhwQvLL+ZU1I4aXtOztG8YPd0SjWha3WzrSrSgn+KRAwpGDFwtAozETyeuy79xe/S6Sp1sTgtD+G1pxb23dsY2PLKMp1a33DNje3NeaO/Gcv1p/EGvpela+clj2eOXNa/nIm/OOC7Bh7PRc2q2tnzxh2iw/1/nTazutakOyda9xnz7WzZ08bNk6xBXxxeXnJkKGRfqoy00nYupvxo+Oi67V01jSNNU0tn65Dr+5u7m7328CuA4OIiW3ECTCFeluZGG3ow92jX+RnHHBtNCaxuCrVA8eyh9gY67g+SIxN0QuSZUObm1uGLYz0fkSMRH4KsFG46tSp1cDvnHQSmArjwH6uj9l5XEMP507Qh67Pnz0nfRALzygmopPV1WVbWlywZjCwUhXJbObz/7xYKUX4VwYm4EO85nje1h5ic3fNRSL1VUuvyLa0uGirK0sGD2dOrxnynZetXTh/LuLlecVKZAobkuyn1WZtbdUoCrIkfvEL+HB3I/aj39HuWDjuRqGujXXZ+631KDxHwZHrN2/Z9Rs37Yb2FEbe2NhUuztG4m5wx186vePZXdvUprqO37ayqVb+yRqDPYRNoWN3D6zAiOIl4HqGOefcGTu3j/9Zw5eeNvW+edD3BWwD/EQXZvTKhbMGcX52jqf8fXl50RaG0r/svtep27025OwO+dZ4tKcYMo44DEYym8Cgqkr4LVg0gyZspyqyLcvtqSOgxVGntXCr+RF7xI7nRNE0rmspGHppmjrmFPYQ82RVVXGvyH7vrfkDrrEB4hljxfqL9Z3W3lzrmITV1N0VM0ronXFi/VnXYRO1/H8+pprZk24MGTbZTWwy8825/BTMauWzU9msFxc/1VH5xdOcH3ekh+y+Wz9eFzY/luxjrUH7eKDxFSfAhw6K7J2+iVEQGLDnWqnA3C2GpPEj0nwM9sjWF+iZaK6bGAUZkLmdrYviPUC8oAfmXeaUNcV84uk5zQXnmT8Ud4/HpOMx5fj9JzknBl1QnH9FdOHCOcV7SPFLsQqeTq2tae2+HOudRnGpCZspJ+MlhXTCfXLI/lvZAedQh+7drNeHbFDxiLjU00D2MLDoXxi5+SNq4tGbi13rxC82w3fAkWyI44nslOvoC7vg3Q2eK8mOzWA78Mm+qkrIQ7sHcYCNdMJgInsAl7HG4zska47btzdiTbi+rrlQa5AoVKHvk534q0qxodac2MspzRNRDFRriwvYCoTdzIj1XtiR5jnm63Pan1NbrsUx55Da9+enjXVhPw/p/Wdl2bDNpqmtVJUVje3uIZpLJ5wjd+hs3x7UTm3cXe0OCHwhYhFyIDfYgnFgvbdn2IXCZozT4yu70Nj9u0JjtTBnTNfY6vw5+5lap3iPDMjE+z56hbiGzDDs7orBlTXCa3Fp0dakQ/A+8Fut5VknPAO6K3bIXi4wjvz7wpzk96+ILigGwBfv6KuKS0vidTiUTzayhZkdSBTLLRFIBBKBROAoAsx1PWle0LzNfMe8MNK6dHd3V39vhEY20velsa7188VEc2BnrA2meuYkYh45TPttNFgnimcP7Y9y9eAznp+34nhOndYq0yMkPsVjd4ymOj9Mh+8zF/IOMNZaBxyQfVfrGtY97Pe/wdOHZBAQvCLN2XnK++wuEUgEEoFEIBFIBBKBRCARSAQSgUQgEUgEXn4EUsJEIBFIBJ5LBP6guPq2KH74t10/8RM/Ecf5KxFIBBKBRCARSAS+eQj86T/9p+9KtH1S8u3n5dqP/MiPfPOUlBK/AAgki4lAIpAIJALPGgG+XfAN49A4fNvgG8ehS3mYCCQCMwTwDXwkTvEdfChO8lcikAi8NAj8l//yX+yXf/mXH1oe/r+hn/7pn47CWv/rf/0v+8t/+S/bD/7gD8b/T/TQnajhuXPn7Md+7MfsX/7LfxmFvH7913/dLly4oDsP//Nrv/Zr9q//9b9++AeyZSLw3CDw8jPyu3/3747Y8rx8C3wQHxT4W1hYePkVkxImAolAIpAIJALfAAT4dsE3jEOi8m2DbxyHLj2fh+X5ZCu5SgQSgUQgEXhsBPLBRCARSAQSgUQgEUgEEoFEIBFIBJ4xAuQ1I5lsJDfTyeEEayRw4zoscJ29u5v70yDb78dmm7vPjh5+594/4+77/bk//rE6sSBzm/LfHBOSwM0Tzs2vaR/4sLfcEoEnQCAfTQReYgRIpH04nnaRnLozklG3LYlGJzZVfFXk7hNul2IkMA/SMYm2IXda+DNBijluTiQKhS8ShJIYFCIpKvxONReIjeCPZOAkJV8cLhh/VKJYAknZYdD9gE+mCPruJGOn5yng0ratzYtfkWyUpKyacqJfEplDg7pRv6K63k84bof6ZZwnJfiCKF6CfMiJ3PDHeSeeGaPMiyMMBjZPvh3y6rq7H2WrF1hLi6nR91R9UJypla7nfXfCAXnd3ZqmtqXFRaOQzflzZ+y1Vy/YW2+8Zu+8/aZ96/137Ae+9e6zp2/3Y3xbY91F4uH9d9+yd99+w95+8zV7XfydPXMmCs2ARR3J4CthUEQOXN9oQv3zghMk2IXQO/aEneH/6B6Q3F0+77L7yiiAQQL/ZtBY3dRWFTB1+zq2sFsJ0ongGxlIDkwBhK2tbaMYE4mCKQyEXUvx1pBIf3HBKIiwvLRoSwsLxj8iG8pnavlyVZ1sH53iIfjQH4W4Nje3owAXRaA437mzY/ilWLFatkYhuLXVFTsnX3n9tVfszTdeNfavvXreXrlwLgoIUcCJwkkry8tGwnyeWRgO5btN8Amv9Syu0Ce8QeUQj/hoO5kYyaKD9ohZe8EL9+Tg0l0JnugL/c2pVj+lnCyvHdvAmpjIGOPx2MajscZojbFjHCYQnpGtuLtVVdWP2dRRnGMwaOK8VMXQgz3hxphH9CF9b25u2cbmpq1vbBr6R++dFFLP9LGKPs6cVuw63+vitQv2quLEq+jk/LkoXnX61GrEjNCH7GR4X31UkrMEvkU4IhLjgRP2Bk00h8R+0kXBB2ByNaR9Jb6aptb8MRA1hl6qUsz1n5o80o+798W5qrJflBEZ1tZWQi5sDvt7SzH73XfetPciVr6pePmmYvgbETPfeP1Ve+2VC0ZBFwp8nDm1FgUnDhd7c3cDe+ZDim5RgOvGzdt2/fpNu36D4ly3+uJctzeiMNfuaBQ2gv3MybRJLRZYCRd8t8eIdYZw0rxDW3cXvpXspzHmntOn1+zVV87bO2+9bt9692371nvvWD8PvPPU5x76PT6nfXs2/3Cd+4fpffHztvh6VfaEz+PXFOUaDgdWlcrY3J3dEULOHosucCKGRLLz8Z61sh0w4oFSSui1UYzClwaKY41iA/7kfne/ltsTITDV5NdpTTSRfaIH9ELsi2PpBZvFl6tSrJEuDusEvdRVZVVVzLX2Mn8I/aizTnZP/+NZQTbiG+N04sO0FY1FvzGW4mmj2EEMKRrD3TWMq9XT+hEC4ifWCJpfKEIWGOztaU0s29Q8g20WjQsfwZNw4Hhf/lIMntXkgUzhB2ANxiPZ/liE/K3G7sQHHZTiwrQS3nXEBMaphDNjBDEQZI++CX5p3CImIRdroCCNjw5a2QF71shgwgjIuqg5gnmeQkivKna+pbXn+++9vR+PDscM4gZE3GD/TOn9d411Oby8r1j/9ltv2CuvnDNiKPPCcNgY6wFwc3fE2Sd0AQZdN1EMmliviz2tMSbxPsh9Gru7laooLlWGLuiPfSO7bJoqdFVKkV3aM9/gaSIdhf/IdnqeW/Hb2RT/kYLdXTyVkBs+4bfSHIwNVdXcVt3MILvv1o830Rpoz0ZaC+3s7hjrwA2tQW7dXjeKcW3fuWMUr9PQVmucxYWhxXx89rQxH7+quYw5+Y3XXtX7yivGvIsdMXesrCzb8tKSLeqda6jneHfFxxr5GH3Be7+vQqbgP2Rwc3czWfNEE0ur9zmwYL7Gt7BheDc14Rn66fseGH1XVWU+05mrzZzob6o+eRY8O62HWefQX6xx5Cdc08Dm7laVItuAN5Fkr0SlVLpXTL/sedsElRFnwueFGbiFbIo9XENud5dMxcBsUX7P+oj5nvXUt/X+Cf2A/O5Z+PW9YkZc15ixn61PflDvx99SDGI98pps7OyZ01rHLccaqtG8UaQbyy0RSAQSgUTgHggwa2vG08RA7O+077SO6DQfQMyBXNfl2fNuR/7TXOGuK49JdOru7B6J3A+ecXdzh2y25/jxSB3oR8/abBM8yA4GYHN4b/0NrRbUVu30O38SgUQgEXhxEUjOE4FEIBFIBBKBRCARSAQSgUQgEUgEEoFE4OVH4NEkPFLF4sd//Mfj77iP1kW2TgQSgUQgEUgEEoFEIBFIBBKBRCARSAQSga8cgW/wgIuLi8Y3jGMQHPnGcexeniYC32QEjvgGvoMPfZMBSdkTgZcNga2tLfulX/ql+P+GHka2P/AH/oB973vfs3/4D/+hvf766w/zyEO1Ibb8hb/wF+zSpUv2i7/4iw/1DI34N9t/62/9Lbty5QqnSYlAIpAIJAKJQCJwHIE8TwQSgUTgG4gA7xd8wzgm+pFvHMfuPTen5bnhJBlJBBKBRCARSAQSgUQgEXihEEhmE4FEIBFIBBKBROCbjMC0z29m2kOzpHD8Mb2nPlUqCLl+7VMkYvM+idpjH6vD+On7icNH+OXu0drdj/Jhx86P3z/xXF25mW7Z4Q0MOjCZTo3EcHPiuuDi53DzPE4EEoFEIBE4jgCJM0XEzYihs8SjkZS6JRF7p3lIDfQcCZ2rqlgpoqpYVVVWlaJzV3x2tXh2P/AHdeIP3kg2TkJ0iIIBXIN/Nzf4Isn4wnBoCyQ1bxqrKGJR3O7epporRNNO80gXidxJyk2fYwrQjPfiGs8VyUpSbpK6N03dFwdQ37Vw4N5JvfPco9C8LbJyjEzIDE/z4ggc9/J24t2Ef7G6rqK4S5+8vZa8VVwvktndzb0nm21oVFOnZJ4aicfpj34hCg9w371YUzdRNIhk8efPnbXXXrtgb0ZxlzfsW++/bRQeeOb0rb4gV5/w/J39ogecU3yAIjPvvP2GvfXm68HfubOnbXV12YaDQdgCugEHy00ITC3saTIxCl9g53vy81bnXI+Ew7IqV0t3N7CrZFth74MmbAxb4zpt7Cve8It9UiyA7/He2HZ2d6MwAsURKMjFOf6LXbu5NfJTivtQ7IA9f2wmNlA4p2nkL6Uydz8iTYyjMcBpZ3dkFPza3Nqyza1tjSXaumN3dnYDRwVJIw4cFF84E7b45uuv2Ruvv2KvvXrBKMRw/vxZO3PmtOFPFF9YWlq0xcUFGxKnZK8D8Qk/NTxV4kuxpYLKgT+z8u8Ur5CtbVuNv2djCqYo6ZFdsgAAEABJREFUVsHrZNKFHOio0rO19Bdxq6mFQ98n9+youPHM8V8RI9RfuzexsfqnaEqMIZsJe1GDPlZY2Ar9gkOjeEsRgEbyMHZViobz490/8nmn8fYk885I+rhzx/piXNu2sbEVBbk2pZNdxe2p9Ma4C8J2XgwD/NHF66++In2cN4oWXLhw1iiGcXptLWIGxdrQx8KD9CFckdW9mEksbIW4GTqZtNbKn9AN+07vKejMZF88E/gIF4qjEKPgs1R325895EafVSmGn9IfNrW2tiq5zkQxltdfeyVi47tvv2nvvfNW0LvvvGHEzLcVM9+gIJfsEyzOnT1jp0/PC3ItGjigS9c8wjyBDeBf4H3z5m378gYFuW7ajRsU5Lptt29vhG8wL4MFuEAHokxtKjy6WdGXVnY0EXHeSWe0dfeI243sFV1EAYxXzhuFJt5/762Yd4j7FKN42nPPD1Dc4jhp/mEs5pvj9P57bwe2rwk/sMOvl5eWZnNPkcplHGb7e9OGjDJjY98JC3Aay6bBbCzbBZNOWPBk6Fa2ARbzAirYS1WqI32q2/x5CgigF7CnAFMrnRBr2j3FWNko5xPFQk2Phl7wi8GgUUxtrJat1oqzlXTFvSIbRn8PYgkboM+9iK9ji/iqcbk2VYzn+VLcKsVT5gbGY6xqNo67RuFHZE9hC/n1C5tEXuTfQ/4ZcW0q20RG7LBRHAOHpp5jUFupihX4sgczNY2xOqPfI3OY8EYP3HcvfTzQGMwpyB9YlyrGcXfjP9Nve9RN48sR9TO1qXyxg6Rj8G+J4SKwmHBNctM9clNEk0KPFL1hXmHtSSwgPuzHiuNxROdPO17d1Z9iFbGRwjysi4nv8EdMX9JagxgC/5V05O6IEwTOHIABsqIP1oYUJuaYa2BDG3e3qhRDB1DT1IZOYi87rSrppbi5uz3rDb7RTyt76e1nbNgs11grML67W5G8tfwT2YNYW+m857UEr2pmD9rm4+ETFIPuC8Fux/qDue/2+qYxP8ILbRmLOWxtdcWYH6Igl+YKCge/oXUhc3MU5JqtCVdnBbmWtG5Z0PsrawR8PrBthLN4rkXwvU/ShUMSAHPuZKet7BYexlqztcQTXSOcuLkVtW2kJ/qlf46rqui6m+m+Hd+0wEMW8OzwD/UFvtGvxuEa65sinYMzfbHGqcG4qsJWuEfvx7v++s9nfi//blm3CatWtjTReSc5JbqZcK1KpThfG4V8T58+Za+9ej6KmuLrR+gJffy4P5+0HmG8w3Fmfv4D337P3tc7ObHo1VcuaP13yrC7xaWFeG8r0o/llggkAolAInBPBJhDucmcN9WkOdUFKOa/OOYu5EwNZq6ffXJzfwSyu9uaNnfX70f7cecZyIxDd9f+CcncbEbMhRLfwEKwxL7TeoA1o2ZRXouCWAtYbolAIpAIJAKJQCKQCCQCD4VANkoEEoFEIBFIBBKBRCARSAQSgRcGgT96mNMf/dEfPXyax4lAIpAI3BeBvJkIJAKJQCKQCDwPCPyzf/bP4u/88Td//fH/pP3P/uzPPg+sJg+JQCKQCCQCTxGBE75hHPnG8RSHyq4SgRcdgSO+cYLvPFC+bJAIJALPNwL/6T/9J/tv/+2/PRSTf+7P/Tn7z//5P9t77733UO0fp9Hi4qL9/M//vP2H//AfbGlp6aG6+N//+3/br/3arz1U22yUCCQCiUAikAjcD4HvfOc7tr29fd/vhRSPfJpFKe/HT95LBBKBROBFQuB54/WEbxhHvnE8b/zO+Snzg9wnAolAIpAIJAKJQCKQCCQCiUAikAgkAs8hAslSIpAIPHcIkPoMpqb644aJpkYyOP4xdEeSUP5hNKnP5s3czUTurt0Tkh1+3h57cz/cj46P9Kvz4/cfcG563tRm6uAxp866SAjXWSSFi+OpgRPwWG6JQCKQCCQC90FA8VLBkpg51dzSiSi8QULqdjKxvlhGP9EUxd+qFKsiyXZlhSTekBeFZgVm/dxnoMe6xcj7pHmvU4xv2zaK0JAQnSIWeyQdn7SK+52ZeCAZ+GBQRzGRhVlhFa55cXN3Y3Pv9xxLfGN+pe9JFAqh/9ZGo70Yh+Tj8FCVyppKRBGCfaqNYglVmWEQHT7ZL3RBD+whxp9IPhLkkwge+SezhOES2kjGXs8TrA8G1og35C334AlZ6DdIeFJIpm0nklVyC1twoN8ivEi0v7i4YBR4OXfujL326gV7883XIhn5t95750hxLJKEPysi6fgBvWP7x++/Y++/+1bwQ/EBEt2foyDXyrINh4PeVqteN+4OrN9oQuf4N/reT9i/1xrnYVPyMf2YCSp3t1KKYUvYAcUcBtiWbK2qekzta9jm9ovPTtouCkVRGGFr645tbW3b9p0d290dRXGTVjHM3W3Q1La0tGDLy0vaL0URrMVZbGh077g84IRo+AJ+R3/0v7m5HWNwvLW9bYzL/amCSFVXEXNIgo+vUGzhjTdeNfavym8oxnDh3Fk7e+aUnTq1an3xhcXgJYovzHy3EcYUSajVX6V405PirnTh7hpJ61/5bcQE+SsFKOBhvDcrRqEYBkYF/9Xz6K9pasWF2ogT9Mc9N0fE+xI4TBRrGIPiDuOxxtjbs4lw7TRXcF/cmLuHrVSyi0r20UiGwaCJQgC15CilqI098TaV3MRA9LG9vRPF0TY2t6IY1/rGpm1JJ6PROOJ5JdkXF4dRlICiW+gAXbz+2oWIY6++ct4uXDhnxItH10cVsaUIY9MWtijcW8Vp5sxWemmF0QFOJvndqiI9Bj61sBnILpteJ7ru7vaom7v3/UpW9Azmy0uLRmEo5Hrlwvmwv7eI2e+8aRRpeVf7d95+09596w17a16QS1hQGIRnTp8+ZRSbWV5aCntumtqKxmGeQP8UHNkQ1jdv3rLr129FMa7rOr4hunV73fAN9AMOvX0cSEVs6aad7Kcz8Olx6uKcuER7d7e6KrLXxihMcvr0mr0qOd4RvxS9gb6tuP8D77/7lc0/zGv7c8633t2ff95/7y17W9gyL+Lz2NHy8uL+3OPe68fu2vDQqeFD7WzuHcm3RlrL4GtcN3OrvAiLymrpIOLvoLeXInsx9W25PV0EZKDEGPx2T3rpi3FpfpzPkYp5DFiqIvus5b8DUW19vK5DV1UpUk0xM7cHbdj7fM05lu7HsgHiG+N3inWmPor6qxVDG+ke/+7HKubFe3JXsxnZk21TzS6dZMQXwy4Vx/bafh3MOntP5/DsLh9VHBsozjdBdY9BVSnGVRa8iaUHcdOPNzFwRvbRTH5iA/GG593diOWME+Np3KqqrVTFXNg4OLibfuxxNqlcy92pdTqYy45OiF9Bmv8mIu7RP/jHmnh1RXNHvyYmjr7/7tsRF4gVXxdFjNK6/P333ta6+O0oYsg8d0YxfUnzQthPUxt4ujvihOwcoFcIWdE9xbjQOcdc4x7t3N2KcK9kk7X6Yk3RaN/IDjimb+7bV7BNZ/aKz4zkPxDH+M9UdkyULeK3KpXBayM+a/gWVVUVcsBrKf5Q3IIBfbPeGslWKci6tX3HNjY3oxjl+sZGrD/HWiPRlrEObOW0sQakECjzxRuvvWq8r1xgDUJBrvmacHnxyJowbF7YYnf0B98HVCSDW5GM+jE27LTVOgT9wcee4tgE+5V94yRVqQw9DbXeZE4Blxos1IF+1MTpZp+QQ0ain87om77AoNUY+AfX+q7dqlKsUl9Bwjj6rUrf59Fu7XnY4Bu/D3mEU2/rE61HJsZ1ZHd3yVQCM3R5RuuR1165YKyjWIcEaU0QxbPYfwX07W+9E7Hm2/Oxvv2uMT6F+N7Wmu7VV8/rPeN0rOOWFhc1RzWyk2K5JQKJQCIwQyB390CAuB+kNXg3o6n2U9YUmjS41z/qxn+mOcJdR49Ddvdzfd+P/lvDm/usP5vt5+ePtTfTY3Z4Y02F/IHLDAvttD6IO3wOUnOOtcufRCARSAQSgUQgEUgEEoFEIBFIBBKB5wGB5CERSAQSgUQgEUgEngyBFT3+w6L9nz/6R1+I3DX7/OZBIpAIJAKJQCKQCHwjEEghE4FEIBFIBBKBRCARuAuBE75h8I2Dbx13tc0LicA3GAF8At/Yh+AE39m/lweJQCLw4iGws7Njv/qrvzr7t8735/+nfuqnou3y8vL9Gz6luyTP/43f+A07ffr0Q/X4a7/2a/bRRx89VNtslAgkAolAIpAIJAKJQCKQCCQCLz8CJ3zD4BsH3zqea+Ez08FzrZ5k7vlAILlIBBKBRCARSAQSgUQgEUgEEoFEIBFIBBKBAwRch27ubqVAJDmFKusTshZdL3Hf3c3NeuL4kUnPqgM9ZpDp2J7BRt/uZu7+SKTGpifMXb9FBSqSvypG0tda+1JVgUcpagOpjbnllggkAolAIvAgBKZmkVBT7SIJdddZNxVpT+JNSLfM3WdksS+zc3N7dpsY6yYTa9s2Cu+QBD1oNLZd0XhvbK3ukxwUJqpSNEfWRrJxkmcvLizouIlrxYudtCHftJtaJ3kjMbf6I+H6eG/PSGpOcQKeK7O+SWZOYvd5ovR6Nv+4PzkQwQsyi5eeny6Sg7ftxEis3pIEPZKrd9KZFKcxq+KSr7LBoAkicXtVlUjSbtrcj/Glx3Q5fhivm42H7BRBYNy+iVtVijVNYwvDgZHQf2VlOQrcUHjkzJm1SPp99szpr2F/SmOesjNnThkFW+BnbW3F4A+9k2i+OqQXd7fcej9Hv638iWIL2PiejkP3sjnsQa0CKne3Iv2DIzY1ty/sn+vuXz2m8Afvo/FeFMO6s7MTBRC2tneMYkxRjGs0srHuEzfgEN4XFAdWlnvbpWBO2IhsumnqKKKCPDbbGGN2GDGBAg8UGKLvbY1DEQbOxxTsE3b4SlWqiDNLiwvGOBREOnP6VNjnqVNr4TNcx4eISQvDYe+r8i34q+vKKtkrBC9HSDi7I4mFavBRdAYGI8lKASqOkRlsOsUyV1Cuq1q+2xM664lximJDsXmX6vWeP1ObGvGPfukfYuxWMZK4wYPu3ttJqYRlHbEIeeYENkUxyt3tSbdO89KcF4qhoRMKRKGTHQqxCY9Odgx+C9Lv8tKSUfiM+HDm9NpMH6s2jxUUr8IWFvaLszX2QH3MZHHvi6NNFI+ZL7AJaDSmaFlr8IkNzu3J3QMncGmk92EUxGC8SrovD6UPO2Fzdz3r0XclG4q+JTtyIV/Iv7Zqp2WHFIM7e/aUnSNmnz1j58+JtD937mx/vL/X9fNnFWNPy3ZXI/ZT4LAuleYd01zU2s7uSL53J4qiUahufWPL2OOTYEBMQfbDZNo03civZFfCDdtCXxBzMPdcbbyUwARZ8N3llaUoMnZGPhUyKO5TZO3rmXsO5jv4WRO2KxT6k+8P5dfwXEkP7kgiYY79ICOYdPLTTrYKTtgPvgVx3ume6fEiW6sUG5q6iXgx0Bzf6LyqHt9ejrHzFZ4+/0P1eumsVXzDfyPWKcajE9OIeswAABAASURBVIo0TaUv9FJJv7V8uBnUFvtae10rpYQfurvp54ECx3jyA8Yaac5C/xwzXoehuEV/tfpH90PFjKap5RtVXHd3c40yJx0+2Y8ms04yMj58UCgLAgdoIl5hq8guG9khvEDwB4FLVQkDL+IDrrS7zw990eee1rfIDlEArC/0M41Yw1issQeDJnygEe6cl8I4bu5uph97zE2jaBz9FjNgjvyd/I/YBHXCo9O8E7rXQKWqDB7w9Yix8v1Tqyt2RvPL1x2PiI2sic8oTp4WP8SmZfHH/AbPlXgHN3c/ghZ2CCErumfNM18fttIN14WQpDfjefpBB01dWy074JhrUJFtuLu5+5ExnsWJVKb3oy7mo7Hm3bF8qJ35a6ebsAC/8DiQ3YABPPd8yn5KmfEJr9D9uVSXsR7a0xiMxXwf6xCtCze3tzUf7sTacyr7YYzhcBDFtZiDmX/RC2sR1odrshneV5ijsaMFzR28twSfM1zpI0h8IscBufTQ89tprFbxirX8SBiMhAG8cY4e0WcnG2bx6K7nqiL7reVLA61ZB3HMGO59f3bCprAgH1EPAqCTL7AGnSgWREzUNR5x98DSXXv4jb2O2UPmNHvuqLf7fj3Ceg2sOskEIbdYN/diVSlWN3UUKUVvoU/WIayl9vcHa4NnHwtOaX0GHYyJfa2tregdZCnsDvtrxPOD9Gu5JQKJQCKQCAQC7m7ubkUxvyqK/RVUGXG0KiWuu/dt3LU3N2P/yBSP2TPZepZg6xC5jh+NzGbtZ3u+o1fCoz687gOTmeymPc9YbonAEQTyJBFIBBKBRCARSAQSgUQgEUgEEoFEIBFIBF5+BFLCROClReCHDkv2e37P77HXXnvt8KU8TgQSgUQgEUgEEoFEIBFIBBKBROAbhECKmggkAi8SAnzD4FvGMZ6PfOs4di9PE4FvIgJHfAKfwXe+iUCkzInAy4rABx98YL/1W7/1QPF+8Ad/0P7m3/ybtri4+MC2T7MBCfT/9t/+2w/V5dWrV+0//sf/+FBts1EikAgkAk+GQD6dCCQCiUAikAgkAi8CAnzD4FvGMV6PfOs4du+5OC3PBRfJRCKQCCQCiUAikAiYJQaJQCKQCCQCiUAikAgkAonAC4CAu1spUGUkuiVBK4k1FxcXjGT+Q5Iy17WRFK2orbubu9tLtU1J/iqJtDeJ5u6GrKVURkLd4aCJxKgLCwsGNgOdk3iUIgSlKtHW3S23RCAR+IYikGI/FAKE2Gi4f6Czw8dxOjUSV3N5yi/rz3VRd5/dD8mxSX5O4vPt7Tu2tbVtFGDZ2d210Xhs84Tj8OZerKorYy4gAT3FcZaW+vmB5KFe+vnAvd+bNmTh2W7aRWJ3kowzXtDenlGMAB7UNOZb+mH+aUjuPp9zNGap1Kd+aPek1Ikp+GjbSSSaZ99OJuIP6qz7/7P3J3CSdFWdP3zOvRmZVVlrr8/zgIii/kXQV/Aji/hxXABFRVERxRUc3GYU0FFBUXHcZlRAQWR1AwZxARdQxwUQcQUBdxQdUZCnu7qWrn3JzMrl/X1vZFZXd1d3ZXVX7ze6TkVkxI17z/md7UZk9T3iFZ4ZJ0iWGGOZE4uqZK+mY865u7k7zXb26QO/0KHG6fX1SH9Qt6sznBcpA9OyJHXT76r/WScMKj/m37cGAui40+kmu2r2F+7Hh7Cxbrcrd0b/pSzoO9mX7LtSsIB/YUW1sIo+R82xuF62vD6/MUl4pwAVsWB5ZdWWlleM/erammLDplGYiWIEyOLuhp8SC8bqZUGfyX7xnFEKMMmHmV+HGM1DMPdz9sxYCSthAj4Uvtra2lL/W8b47XY7YRWCJzxqtcKYn9fro1avj6TjUY2RiiwUlTSPd/crAgo+BkQBBIr3NJpNIw5SkCrFwkYzFYJoK2aIMQvST6FxqzwrSE5iFrLGECyIXHyb7c8P41LQgXjYVLyFiInogWumLXhQbIzCulKSnk0YCxqM5e5qeXU/jEehC8YGA3hpNlv9PLCdbBq9B8lWk53Wx0ZtfLxuY5D0PyYaPD/Bm/vV88R48EJRjjXlprW19aQX7CUVlZEhwTeSB42H3zB2tVJRrC5EVatITyFEM123Q97cXd2WFEIwiMI553LkqE1MjNn01IRR4OrE8aN298njdt977rL73fce+7D73G1333XCjh87qjaTwnNMz10jVlSK1FdX+QKbQw/JHuUj5GowQU9d+Q/yC4YkmaKLzFO/daLXz2M9jtPVvX+5TifSL4nT/6TdLfgjUZP8XeHWFTZg1FZux7/KAirbqRgUmLi54ccxRsOXa/LlqmhgL67rlrerRgCsB9SVgijCRMwjzrUV5zvKl+iKNkAegiveBekkigor5MtROTHEqPPR3D2RDbFpuHMFfrZbiuGt/pxWuVg24uojxqAxopX6Z7xiZxxj03jsDoOQsatxkR+bhNrKKRDnurJZE1MhBBvEEWwTDCrCAOKau5t+bN9NANBnWziTt1vKMeTbNJbiA3NQ8stgLOyfsaKw5ry7xjFo35Eu30DzYWSXc+pH8UkY8HlA5c1e7vq/+TSg/qlbbjeQryt5u9Ittt4+Lx6103MH7Vw4o9sYQprPoHf0Qj4LMVhAF27a0i/tr/0PfDEnuth+5D+yLTiAN+yyWi2MeVqlqCT/CZJDItl5ZJffGC8Vo5JPtNL8uZXmgw3NQ8h7nCOGxBhSEeOx0VFj3jE2NpaKJHHMnBDsPFw9Tl3pjVzL/GN9fTMVx9zc3LSSl5aBS0fxC75NggaNWZGfMj54QKU/BfMg8pIn93Jvgy1hKb9g3/cV+hyQnEauqgvntdeHXaf06ab7kURiXb8lV0/xBt1BOnm+PH3OXRhC5UeO3HRKP9rbddryMBmBjEBGICNw6Ai4uwXlyBBCmt8yVyBH8h3jCO9zRDtz0BAtqL0lMuUL/ZDvIH28XX6SePoVgmveFIy5A3jwLoV3XhxzjrlgABO1c8/50PKWEcgIZAQyAhmBjEBG4LAQyP1kBDICGYGMQEYgI5ARyAhkBDICNxqB/99uBj75kz9598d8nBHICGQEDgeB3EtGICOQEcgIZAQyAhmBjEBGICOQEbhGCOzxLuO8dx3XaNjcbUbgVkLgPJ/Yw2cOT5bcU0YgI3BDEPjzP/9zW15e3nfs5z73uXb/+99/33bXosFTnvIUe/zjHz9U17/zO79jrGswVOPcKCOQEcgIZAQyAhmBjEBGICOQEbj+CFznEfd4l3Heu47rzM5Qw4WhWuVGGYGMQEYgI5ARyAhkBDICGYGMQEYgI5ARuIkRyKxlBDIC1wsBN3e3EEJa/IxFziiCwCKuLIBGASoWhON8CFFtg8htsPV6t8FqcBJBPxKp/O2mf25p8bsYg1WKaNWiarVazdIiedWqsWhepVJYrESLIST8LG8ZgYxARiAjMBQCZbQ1G+zP3aQz/Ci3kF/OJ7XSef2+Jj8sjs0C/SwwvrG5aRTi2djcsq1GMy2E3tpuW7vTFdM9xXxPC8WTC8iXYxTHGR1VnqimRUQHC/ifz2jPGIOFzbvdjvoStTupKEIqkNHetm63qwyk/EPuqVSsovzDAqTVolC/hcUYNXZQGz+/6yv4lLDVeJ3+ovjt7e1UaIaF1ds6B4/wQzu6d3eLIYiPSsqBtWoh/ioWxauHkh/3cm87m5Sp4/I30PWM/gb9crzbCHbfTVeJdP/u8/qYf24BBNAtttWWjWPfFDViQX/OUYik28UqIEv2HGRDFdkSi/Zj79WiahX5QAhRDa6fBZQhppeKl8AzcWBlZc2WllaM/erauq1tlMX6UlEE+ZCHkHhljjg+VjeKcU2lglz9okJFIT+JFtQuYNS2ezvnExQlSQWHtraMgl+Mjy+CJTEFPKqagzI/r6eYM2L1kZFUlGukVtVctRzH/crxYiyIYhDEw2ajJV7ED7Fwq2GNZtOQu91uJ1+OISgmFCkmoDd4pBBDHMQqeBmCHXDHLihOQ//NVhmPsBf4kZEk/CrqlzEKYco+ykYYK4ZgYOQ+xGB26S2NpcvEasYGg1arVeYA8dQSca4rvaNP9DFWr9vE+FgqhIH+y3wwIkyqyS5CuHqeGI+xKYixtrZh0KZ00my2DF1wHd4ZyTUevKGHoqhYTbEawrdiDOZOKwl5DX7cPfUfQjTGq8pe8Yu67BWMpqYm7eiRaUsFue46YfcZFOS67z1WFuQ6YtPTU6kg1+hozQrp2d2TrSFnU/aHbyB7Q8etFnm5o9zZS6Qss0uqntJLz9DlAB91dO66m+nH0saByN3NfUBccX7dgtRLsmMTpfydZCf41zY2LP/FvrkmcS2EIFuNwrsiu5U/C/fkX/Ha2ovdYRv6SKT40dU8i2J62DV6SfrQea4DC/EsKt4VlSLppVJEq8TKuVwinbm7mkLaXeYHayCmMxZxBOKYMcvxvG8DlVL/8tuKYgfjB42x/wg29MZ4ULfXtY7m1PCB/OzhB+IaY8YQrFCML8RLURQGT6VdxsRvCLSyfTfGO1dQqaUcpriZ5vTEjm66P4RgFb3XqUl2qCgGWGsMYWDaWfnLrmjTdKeHVyrZwQ+EnD3NhRLRqdqwY6gBpSF3PnD11iTk7UnnxGJ0jL6ZE2KLzBHb8geuIV2QXkMMFqUP9F3RPkZ0Hs11zd1NP2rqouvwI50l/5HNtJRzW5oTwD82he7c3GIIBq/VquKnbKiQvcZKMHeuQmZulsj23XoGFmACRk3F7KbGJf81Ut7bVirrGpjUNPer10dsjMKgmn+Oay7C8chILflO0Pj7DrdPA+yUZ+CtRsPKgqAbxvNxQ8/H5JO25vnw2xNODBeEBbzhuxQnqwmToqgkfgf8uINGOXBPux6+wb78IPl0Rv3RJxjrRL+FGvGja+w4n/I+nyG1Sudvpl9JplKe7sDfxat+Si7TdbMESfplZoLH3U0/5bF52lveMgIZgYzAbYbAnSZOmSNDyomF5grMG2qD7xq15zPziRj7c4gU/vUrAaVcwp68wf4WJvJ7yb4buS4EFybBCs0XappHjWoew3uuwTuuCnPBEHa973HLW0YgI5ARyAhkBDICGYGMQEYgI5ARyAjcOghkTjMCGYGMQEYgI5ARuCQCH7f7yid8wifs/piPMwIZgYxARiAjkBHICNxSCGRmMwIZgYxARiAjkBG48xDY413Gee867jxEssQZgYsQOM8n9vCZi27IJzICGYFbB4F2u21vfvOb92X4gQ98oD32sY/dt921ajA6OmrPec5zrFqt7jvEu971LvvABz5w2Xb5YkYgI5ARyAhkBDICGYGMQEYgI3DnILDHu4zz3nXcjEiEm5GpzFNG4BZEILOcEcgIZAQyAhmBjEBGICOQEcgIZAQyAhmB2x4BFj5zdwv9xc9Y5KxaVKxWqxoLoUMcsyhaTAvhurmXZP3t3EJq/RO31q6/bGuvXM+1z7skNA/BYgjGYrLValEW4xqpWVXY8McHYFIRJuDi7gl1BUoIAAAQAElEQVQXy1tGICOQEcgIDIfABQuJ8rEkxWP1QG7hiL0+6odP2vWjNkeHSSz4TVEAFjvf2Niy9fVN29xsGAuQN1stY1F0CsbAo7tbrEQriiLlhnp91EbrIyl3soBqUE61CzbuQ5Zut5uK/ewsSN9uW6u1nYphdTplYYAYolXof1CIoFrRWJV0LoSgfHNB51f4sdvt2W4++EPAdqeTziEr1+GZ7iWyReW8iniqKSdWJTv5MYZoFI5wd5pdRMidTnIgos9ur5cWm6fv3kCfrovqgm6gdE/+dcsigF67snV8CvtuNWXj223Dvrqyu6T7UuXJnrHrKPvCpqrVqjHv4jjGoOsyjOuAhMxSo4hz8UXxhVazZeubm7a8smpLyytpT0Gu9fUNozBSS3EBPwky2KKo2EitZmNjdZuaHE/E8ajmjYV8JUq2GEKSxZ0CQ5bmnYwJMR5YNTRmijtbW8b4+CT+4sGtUEyoCZvR0REbGx21eqIRo0AXYw/GcT84XqU+euKpJOTabm+nAlzwQ/EFZG6KP+RutztqaxYkE7EAnTF+IRxirKTzXHN3cxtiEwhgkIqSCVfG4Bg+kN/USxAGMQZjjEQVxURw1bkQgsZ0cy/JrmADA25j35PtEhvhAZmbrabidMsoHMK5jmyYMau1woj/FMEYHxuT/keNglzovaY4WZHO3N2udIMX7u2KH8amGNXa+rqtijZlI+Sm0qeUO4Shaaig8cCJZ5RCtleVzVQTLxWLQTZIIzo9ZHJ3cy8pjS/9MC62CUYTE2M2PTVhx45O24kTR+2uk8ftPvectPvd9277MFFZkOuo2kyWBblGRqTrIuUX5Af3hmxja3NLuXnLmo1WmZeVs7gOVlASSz4MHHzuSVfYUDrmfGqw65eb6aekdODmPiC7dTcBgNxg05H9DOwZO6KoXEfzjZ7OIyC2XNpLJcXemuzlesdf+LiOdMOGwg7RCzppy3axa+IpxbnQVU/26uIuBLcdnciPmXtFxRN8C31x3d1lq2q8zw9jUjyIcVqabzZFjNvBBnrd1EcM0dB5VfGiJuI4RsWLEIwGbto0nn5f8Q98cLOyTJoDYpPwBC/socSTMKBdCNEqRcWIY/ADBlBMcT+KrSByml6WGHeQX7B/MCC/dTrtxAfT0CC8GaNaLayG/AnzqLwSjBFcv69O/HPBB34GhC0MjsFlRxDXkUg/GlnH/Jz3gRO3DiFjV3rtKuZ0ZPfomjjU2u7HcT0L0QaMeaaIISb7R99QxPalo6AG7m7u0PWRH77wV+wU20n+o/kscnTlP+aW7KS0n2qKoRxH2WkIblw38WtDbgrd6TmxLUwohNVS3muKmB82lPda29uy257FGHaeQZl3jGv+SeHLsXpd89ERq8iGPYQhR710M2ISz8CNraatb2zYOvMPPSfzfNxSLIFPsAAnegkacyd2yZd4d5p0KDzcXVA4zS5BeIFIINAfY6e9PuOn6SaOOdBeXqXJNB/KXfpcfrypfsPXQI4ufIvSJJoLidMSk/T73C8zHbvzy/KWEcgIZAQyArc4Au5u7q78Ha2ieU1RDJ67qimfU0yTeTg5k1xKDndzG2ykDrLdTuoYXLjF9uTDAcuCw9xdFBIuYFLTd6687xodrVlN79cKzWeYVzDvCZpXudN+0EPeZwSGRiA3zAhkBDICGYGMQEYgI5ARyAhkBDICGYGMQEbg9kcgS5gRuBUR+MjdTH/Mx3zM7o/5OCOQEcgIZAQyAhmBjEBGICOQEcgIZAQuRiCfyQhkBG4iBPZ4l3Heu46biNXMSkbgRiFwnk/s4TM3iq88bkYgI3AICKytrdkHP/jBfXuiGNddd921b7tr2eCTP/mT7fM+7/P2HWJxcdH++q//et92uUFGICOQEbgOCOQhMgIZgYxARiAjkBG4CRDY413Gee86bgIWL2IhXHQmn8gIZAQyAhmBjEBG4CZGILOWEcgIZAQyAhmBjEBGICOQEbixCLibuXuiEENa9LhWq5YL/ddH+wv9jxjnWAgtxqi2oVxDtFwRTse38pJwLPpaLmunI8nmFsFBclJkoFarGYvBscgtC9xS+IDzLAgXQkjt3d3ylhHICGQELo9AvpoipX4RMt3dWHSdOJpIn3WJYGxpwfZu11hAPx13OlYu0t8t880hpRwWA2VhbMZgQfFGs2mbG1u2urpmq2trxsLjW1tNaza3UyEh0xaVG2rKkeSC0dHazuKpIzpHjiQ3uCdJ1HrXj3hmYXEWdW+3O0bxnbRvt9V3u5SPnKp7YwzGQqyVopJycrVapH2sxLTouxKPXe2WZBfGbWHLoviJ4EW8sbB6JxVqENMaKMCT8l2U7Cwyj5wpD8KPeNVltdr75zwk9MHdxX5J6Q7JXPLSEwYdUdfAJfEg/rq9rvX0L7XNv24ZBKTWpMuygEHLWLSf452iIzRAmr49xBDK4gvYvOx9x750XtZi12rD9qAUAzrtxGez2TKKHa2tb9rq6noqxkVBLopxbegcMYGCCHgH/s7iycwPx8frRjGEiYnxsqDQ6IilRZXlNwE5+rKWsnB3SWl84YHNt9vb4mEXXvJDBT0DA/ogBuB/hTAqhFVFlPbyxRiD4oNaejnCQX7DCbEJHaXCD42mUYhrc3PL1tc3bGNj0xo612q1rK2YAc/uXs6XxUMZoypWER9QTDK7YjzMQHbZjf52CsZsg4FibopFXYnfMw0l2YLGq9ggBp0bJ+i6J7rsIENchA+asQePjmIimKR4LbnREbYiptJ46B9brVWrVqsWVi2qovPjtbvT5YEojS/dgzWFMJqNlm1tNmxDusAm19bWpZ8t5aaWdYQT7RnA3UucQpQuKoZtVMVXURT6HC3IRtTEruXm7gmbIJuPMaZxi6KSfAFf4ZkqFQ8ZH7NJ+crU1KRNT06k4wn5ENfIr1VhWpE9efDELvmTOQGYkCPYo4tS9p7aQNrt+uFOd0/8aKe9mVu5yeWkRmWXQZEY5Rv67EjnbdFA12X/5T23ym+Q6EpA8EGOtmwE6rDfbccSyN0tBvmWsMa3wJ34AvboUJctb1eHADYEoQ8InSRdoI/tdlmQtduxruY7jOTuBvZROqkUleTHzAljDOm8O1bslnZ26Y0xE8nGO4onaZ6n+EpMwR7gRWaiftzom7Fq8jsK6OCzMcR0zQ5hgw+6Yd8VP8mXB/KLp7byLzmgKz/Eft098YRNQvBWER5RMQUKigvubsNs9LcTzzUW+Zu43hEmjEcfIQQD72qhGF4tjDGjxgoaw92FA62ukrx/f+rP1aeIU26mH7P+b9OW4p2wgEcIPrvCjfNgCKnZLfEDryV1DVmgtmIs9thske/bmld0Uzx2dwsxlPNB6Rs9QEkXOu9eImXXcYN3fBaemQO1xDPHyME1l96C7KdSVNI8AB9K/hODuXP1YMzSJ3qm/3bykU6KEW1hBsELD8vuIeFUFEWad1SrhcbHfquy32gxBDv46JY2eOj27Q9faej5eGNzM82JVzQvTnNCPR/jS/BDW250dwvBDV+Cr5p4gq9C2KBX1zW77Oa66olvd+37pJPJPhgnkXwXfBi7TU4Tr/B8Mz8uShRz78tkbqZj29l6ks+UA3qW5FM+SLKhf+mdY84nGXfuyQcZgYxARiAjcKsh4O4K/24haN4Zo/HMNaJ3yrxLGhur63vYEeO9Mu8XeM8Qo3K57rGU4HopV5THdktugzzGnvl5EA484zBXqOkZZJTvX0dGrF4f1fewo2leszOHEA7uLvxuSdEz0xmBjEBGICNwxyCQBc0IZAQyAhmBjEBGICOQEcgIZAQyAhmBjMCBELjv7tb3v//9d3/MxzctApmxjEBGICOQEcgIZAQyAhmBjEBGICOQEcgIZARAYI93Gee966DNrUuZ84zAoSBwnk/s4TOHMkjuJCOQEbgxCDQaDZubm9t38Ac/+MH7trnWDYqisC//8i8faph3vvOdQ7XLjTICGYGMQEYgI5ARyAjcHghkKTICGYHLIbDHu4zz3nVc7t4bdS3cqIHzuBmBjEBGICOQEcgIZAQyAhmBjMBNjEBmLSOQEcgIZAQyAkMgQHEUFkMbqdXSAmgUoaLAQKKxUauPlguisSgci8B1uz2DWMwZGmKIm6oJPJfUMxa+ZY27ENzAoForbDQtjDeaCiywaPzkxJgwGEmL5nkIN5UsmZmMQEYgI3BzI+Dm7hYgxc8Yo8UYRNFYbJ0FR13nFY2VV7rG4tMsPM6C7RDH7U5X13oK1SzfaVe1sQgo+avT6aSFzputlm1uNYyiO0vLq7a0tGJraxu2tbVlFC+gPfzWalUbHxtLeWGsXleeGDHOFUWh3BHT4qrubhdu3N/tdo0iDMgDIROfKUzQ0zXu2cGnvxB9tahYtaiKKlaJFYshmOsfba+GyH0UKGi3O8aC6iwwv8OTMIFXUyPGChozSl/oqNLni30M0Zg32CX5cWNzd3P31DbGIDmiRfXn7tKlSafdhAtFb9ADC79D4A4+Pc01LG8HQ+BGt5btYEPtdtu2W9uysVYqQoe/cT4pXjy6e/KZILvAJogF2HxRyNYH9u52TTZ8EurKvtryg2ajZRsbW7a8Uvr/0tKyLS6WtLS02o8HDcMu4R9e6/VRm5qcsCNHpozCQhOT4zah+MB8eaRaTTHBfQgBFNK6CbOeUZRkgFOv19VQuthHgJ4GJKcyjvuXrmrXU/xBT1uKgeuKe6upKOG6DfbrFCJrIHtbYaEnnbl8OEi+ihVFofhUpD2YECei9BlCMHcX2b5bT1J2xQOFFYhDUFu2w7mecFEvGjNovGhVCjzIPpirM467ropMm7vr98F/QHhASQ8ak7HTsfjqoged292zO2N5kq88LI/LE2b6ZFe6ITPF2ZqNZrLJNQpxra/byho6WU+2SL4ibmMvaRwxQf4Ak4riNIQ+0E9RVFLcHegktb/Bv8Suubv0Kooh6RadFtJv4lcyIEsY2FEQon0K2kPubuU22Pc/6SPXuZc+sMkQosYLZrpm2sCYHIivUXAELJvNlm0J84aIvMg12qn5rfUjW+0prsE/eTWRYhyfmW90dU0uZ2DhCcuQ7KMiO6n2/RldxBDMvQ+Y5e1qEOgqjnQ0h21LDxA2R5xj3ybW6ZrUlvAOwj3GKJ1UDB9GF6UNSx/miY391ILdQl3pemDnbY3NmG2Nl2xBPJkMwd0thJjGIr7WqoX8saIYHzVv83JEtXG7sg0+oK7GSyRZ25pnwgd+xr6jc9gsI7i7hRjS+BXZZCGbRP4Yo8UQLMhm3d30Y8Nsg7HbGhP5IeaWJQZknzKnMcdGfohxGTOIj3PjMaYPM+TFbcSsuyc8A/uAHMFKmaJkCpKn7LsrQ0Bn+C1zYgieE05gqOvIBNktsollzfV7ichZ7WSLmhum+eG2daUbRIkhyPaiVYooeywM3ReygUqMwi6YQLLrvSXeZZ/wjL229LyI33Z0LunATXoMhp9WNe9L9lOR/4Qodt30b+H1tQAAEABJREFUy/TbDrL15JfYAf6CLeAbjMX5nX7oFOKEbMr6xK481oXBdR0O+8M4jIm8zHfJh6lYteYfy8srBjEn2Upzwm0b4MB97m4xBMWuKN1VNF+rpvkh2MQQzPXPLthcn13nE+l+/MPVNogietfeXc+LUgR8bctWwB9d4Bvs2ymmddP8VN3dVD/unvw7hGhR8lRisBiCJTklt5hOfpF0LZtqyzdarbY1ZWdgDyEj8QqM7QZujA/dQBby0PshkK9nBDICtwwCQbmgWlT1HeOope8b9U6J7155vzQyUrNatUhzixDIgZZyBTFY6ZDUccvIOWB0wHdXzyYQQsQYNFcohMGIIfvYeN2gcYqT6T1bes+uOVX5ztnylhHICGQEMgIZgYxARiAjkBHICAwQyPuMQEYgI5ARyAhkBDICGYHbBYETuwU5efLk7o/5OCOQEcgIZATudASy/BmBjEBGICOQEcgIZAQyAhmBmxyBPd5lnPeu4yZnP7OXEbgeCJznE3v4zPXgIY9xsyOQ+btlETh9+rQtLCzsy/997nOffdtcjwYPf/jD7e677953qPe///3WaDT2bZcbZAQyAhmBjEBGICOQEcgIZAQyArc/Anu8yzjvXcfNiEC4GZmCp0wZgYxARiAjkBHICGQEMgIZgYxARiAjkBHICNz+CGQJb20E3N2KSjQWPRurj6aiI+NjY9qP2li9bvX6SFosLcZobL2dBeoHy9hz9laiku9er2csetszFmQOVgGDatVGRkYk82gqvELBhYmJcRsFg6IwFsWzvGUEMgIZgYzAUAgovZi7G4tpxuBpMWpyCfE2LdStuBt0XWHYWHC73W5bu7/oNgtvQyxG3e12jTZ2lRvRv6scRp/tdscoxLG5uWVra+u2tLwiWrW19XWjQA2LrzNuDFF5oZYWCyUfjI3V+wW5auWC47Gi3BDEmYsu/OkZfaTxttupqE9bMvI5FchQHuIOd7eoHFuBKhUrlG9Y3J0iJWAVYhCOdtVbyntp4W/xwoL4osGC/+AOrz0B7e5JJniK0hG6qhQVg6J4CcEvy4+7rpupjad+QohJvhiDeQjGxliMycLvrWbLGo2mUYiGAkEd8QivtLtRxPjQjRr/VhwXvAZFF1hIvoV9yd7b0me3i2XhgWZYR5AdxBAN26L4CAVhsPuK7I1r7m6HvcHfOeoavthoNm19Y9NWVtdsUTFgcWnFFpeW7ezisuLBSooNxAPslHvhl8JbFOI6Mj1l01MTaTFlFhNmvsxcGnmCfORS/PfdXp7Ws57iUVfxjXgAdulYDfSj20u8DMTAQ5RQ0d4OYetKJ/h/Y6tpa8JgdXXdEikesl9f30h+CU5i1ILGjTFIZzHFvhSjCsUFxawovXEthGDuiUvbb0PGJLdsBHyhtuJ/V3gIHFNHRuyrqO+iqKTCuBUdM457OYZ7ubcr2WBA1IM0JuNyzL6kXorfnKP7wUgM6db/pw/uOu6TTuvHaX5gYsykD9nkxuamkYvITRSMXJF9rkkfm5sNa7VaO8UwNKyBORRjNOyTOJ3wUh6JwotrRsNdHCETtOvUgQ8PeoO7iw1RgIJyAhQNfqsF+q0Y/CNH6LdlX1KQnJ7uNzdz55ddsLnOh9QvuZR+YgjlfeZq25MZ95JOiUltzQGIU81+/iEHtRSzsMHrjY2YO++H8aHzTu7zQWacZKPoELK15Vcd+VMnxd9ukr1XOpa5u4UYLMo+iFf4MlTRZ86rgeXt6hBAf13F2MHcFt9mToteOG7L/rhGO3e3EKJsNxo6KOS7RVFJn4NsWJf3VQn9nKNuKnbEGG3ZAeNByRYwFKUWd1f/QeMVes9TVUyvprlnjEFjuemX6bddzaZhrKvxShw6hm2CAbxAbdlnV7GXdu4uDEqbJA4QF9I+RguJp2DuvkO239Yfty2cGYv8sq3jjvyhpzG53T1I/ii5KwkDfCFWgoWEuZu729Vs3O2mf8FTn/QbQ0i4J5l0PBiih60Ij23pizhEYR7iU1vnkp2I53P6BTG7btvucXcf78fAoG1X85yOcG9LNnRBzN091wcXCqOhb+w+5QPsn3gERvsNdNjXBS+8gzs8o4+kC/FPTEVXJr2GEK0Qj1X5a03vEJP9xJDmSnYFG2P2hBU+kUjHPdlxCtvi6VyXbu4DMh1D+mxm/HY7+MY4zMfanbYhazPNQ7bSHHhpedUoWpvmhFsNPcu2rdvtiEqmxEqy74qwAINqtTAKioBNDPjtZfjRze5urnZBFGOUf5RkXhYj6STb6Wjc7cRbq6m95kH4Cnz0EkCXGeMGXXJ3yRIMXGKlYiEGiSRZ3dKWMJdfU5iurdhEjMI3KHrWEP7YXVv+T7t0ww34tXvs3cc3gJU8ZEYgI5ARuC0QCJoTkifroyM2MTFmU/q+kcLuY/rudVTnqrVqyhshBMmrDKd5QBl/ybmQTt/An4MPLRmUp5GB+SAShBA1T6im713H6mP67rmkMX0PXR8dtZFaTRhUUs60vGUEMgIZgYxARiAjkBHICGQEMgIZgYxARiAjcN0RyANmBDICGYGMwDVHYGL3CFNTU7s/5uOMQEYgI5AR6CPA3+ewEPCrX/1qe9rTnmYPfOAD7ejRo+k7JHff2ccY7cM+7MPsMY95jP3AD/yA/fEf/7Gtr6/3e7n5d3yPxkLOr33ta3fkZIEz93Myunv6u7YP//APty/6oi+yn/iJn7C/+qu/ssZNuEgy2KMDeHzKU56S9MYC1O7ny+NefkanyIX+nvGMZ9jrX/96u/feew393/zayxzeSARWVlbst3/7t+1bvuVb7CEPeYjt5TfYF7Hjm77pm1Lbs2fP3kiWLzs2vvOWt7zF/sf/+B+XlQdZaUPbq40Bl2XoNrlIjP3ABz5gr3jFK+zLv/zL7aM+6qNsfHx8J4e4l7GIOPXIRz4y5ZGbNb7uVglyDZM7LsyRt4Jsu+XMxxmBjMDNi8Ae7zImbl5uM2cZgRuCwHk+sYfP3BCm8qAZgYzAnYnAXXfdZQ9+8IP3FX5ubs62trb2bXetGvAu6J//+Z/Tey/eE/G+j2ca9/K5zd3T+zGe63i+4zmP5z2ej64VT4fVL8/8N/J92WHJMUw/2NAb3vAGe9zjHnfe83e1Wk3vCZ/5zGfaO97xjvT/A4fpL7fJCAyLwO4Ywjt03jljd+7nYggxhdhCjOH99Xvf+96b1haRh+9HiHX7ycN12t0qMXFYnV6rdrxT5d3qs571LHuk3gfyXtD9nJ24e4pf5Juv+qqvMr674T3czZ5vkIt3f3xPho3v5QPunr5n450537vdKrJdK1vI/WYEMgKXR2CPdxnnveu4/N035mq4McPmUTMCGYGMwE2DQGYkI5ARyAhkBDICGYGMQEYgI5ARyAhkBK4QgRA8LXY2Uqsai5+Nj9VtfGzUxtiP13VuxCgwUIl6BdWztPgqXxxAVzjkDb+tJzngHzIdDzCo1gobHa1J9lF9YVK3yclxm5wYEwaj+sK+sBDCDef9Dmcgi58RyAjcagi4mSvPED9DDEYuqcSovCPS3t0Vhntl8YBOJxXJKRembuu4k/5zXbfbsxSv7So3Bf9ut6s+u9bebluztW0U5KLgydLSuQI8m1tbadFvxoziuab8OD42ZhMT4yk/sFgq54pqkeQIaiMxLmJOw/ULjXWMhcNZiH57u1PKJT56koubgnJLDEF9VawooMJY4B1igfoYQvoPQHaVW09IpwXmhfO25G9tt4TDdsmPzoENPJubJZ5ilL5ElYqxyHriRee45u57cnPutJu79/sJFtVH5F6dExuaS3St024nXFqtVirG1Wi2Eu78wQjY2w3ado+9+/gGsXPLDAtWaUF/6bUl32pJr/gZ+ixtSxMuSePufbuIlmLBjs1X0mfsy8ztWmzYd+JTvkecaTSaRvEjCh4tpWJcK3Z2ccUWF5dteXnV1tY2jIJcrVY7xSD8oF4ftampCTtyZEr7Sc0TxzVnHEtzReICfuI+BP9ipuRFvoD/dbrJL8q40MNNBIFb6spN+/TLDmtDJ63tbWPx/3XJuZIKca31i3Kt2cbGhoEPsasnbiiYgA+DQVGtWFEUoopVpD/0yLWgWO8iMbs/m5K/29cDhQiISZ12p8SA8SRuDMEqlZjm4IN4iH0EgeKuBnZ1GxaJDgbUVVzeTZzfGUHjMaKbm+kY0lE6Lj+6Trk+2xVtXeEB1mC+sUFBrg1blV5WV9dtRcQxuakp3+rIVhjETf+CG9iDU0VxNulHuuE49gtGup3bdsu0+/hci2t35O7m7hbEcwjRonQ74Bd7QoYYgrmuu6ut9kGfg/bYn7vOicyt3Dguj4zDoF+0j8o1lRgsiNxd1zTPkLKRF/0Sk8CaojBN5R18ANz5jA3Srt/tdd/tHnv38f6M9JLvYBttxWD8iT2yduVnvV53pwt3YROCgVNRVJJ/FQObCdGE2E7bfHDlCPTk04NiK+iCfIheID53FW8U6hLeMYSkD/y2kE4qlSLlwxjkD7LhYbjQcClPdaVv5nrovq2YynjYO5+7GlOuYO6exmOsWrUqG6gavhilf/zI7eo35Ceflbx0ra08l/hpb6e5X+IHpjWUu1sMIckMH1BF8SHKh2MIFoInnt3dhtmQEVk7ipWD/NKWX/C5K3zAPYQS82q1kPzCu6hYjFFjhZ2x3Icbby+e3F39mAXtQ3D1K6J/UQwhnXdzYwMreENPTc2dWorz8A3P2BD5gTbIRfvrRYx5qbEue0039QQyfHdlc+h6W7bInAPZ2He6HbUy4RKsIl0nnRcVK1Iskj6EEzpyd7tuWx9gZGM+uy2bgVd45hhbRiZYiiGI74rVkv8U4ru0H3fva9XM3W2YDazSmLJN8CpJZ+Uf+n3JLtw9jeHupgO70k3DpPzRlo6wO/Lh5uam5iDrmguv2PLKqq2vaz7caKT/bICt9vo5xd2TDvGdivRXqxbyp2rCJsQotsSb7bHpPv2Y808H6BqinxjkgzqP7GDRlh7AH10M/KOt52n0Ae979H5DT0kcYeKikGJKRTjEENNnk1xyjX6s7pbvCQaF0OT7YA+hhxs5H+n1gWUPmbbBXof5JyOQEcgIZASuAIHgIb3n5X3ypN4tT05OlO+R9B3syEhNc4qizJ9KJIRh4m5JVzDYzXKLBGHu1NUch/wXlROrmjuNjpbfu/LdMzSu76B5z1YbqVpF84mgufPNIkLmIyOQEbjuCOQBMwIZgYxARiAjkBHICGQEMgIZgYxARiAjkBG4/RG4kyWs7RZ+ZGRk98d8nBHICGQE7mgE+Nuiv/iLv7AnP/nJxndJH/3RH21PfepT7Rd+4RfsX/7lX2xpaekifLrdrp06dcre+ta32g/90A/ZZ37mZ9rExERa4PUFL3iB3YwFePj+75/+6Z/sm7/5m9Pih/e9733ta77ma3bknJ+fv0hO/obkQx/6kL3xjW+0Zz/72faIRzwiYfTYxz42FRri+kU3XYcT6MD3vG4AABAASURBVOyd73xnkoUFnsEeHcDja17zmqS3mZmZS3KCTpEL/b34xS+2L/uyL7P73e9+STbsAHtgjEt2kC/cUghQQMvdzX1v+ozP+Axbv0xBPRZ1xq5YMHR6etq+8Au/0F760pfa3/3d39lefoN9ETte+cpXprbHjx834sqrXvWq9H8jbjR4+C2YPPzhD09xC3/+qZ/6qcvKg6y0oS1x8nM/93MNHySu7CUP/nf/+9//kpi7e4ohe9273zmK7rnvrUv38vyP//iP79fNntf363u/fpH7O77jO1KM/ciP/MgUo37t137N/v3f/31P3dMeHMkjg/gKtjdTDELHB80dF+bIgWyf8imfkvSODe6pgHwyI3C4COTebkME9niXcd67jttQ5CxSRuCgCJznE3v4zEH7y+0zAhmBWxAB5u83A9tjY2P2ER/xEfuyQkGuRqOxb7u9Guz3DMf1ve7j3OrqairCdc8999iDHvSg9N6L90S87+OZhjYD4hmG5zqe73ivxvMe76MorHMzvQPkXRbPmPAIf7fS+zKej6/kPQIy//Iv/7Ldfffd9qQnPcn+4A/+4Lznb3THO5qf/umfNp5JKfDAczvjDfR7s+w/+MEP2sd//Mdf9l2Ke/new92NwjcrKys3C/u3FB+8B/wMvQ90P4en+/nHvDu7nFDY1dd93del98mDGMI7dN45Y3e77yWmEFuIMby/Rs8j+p6WGEXM5t3L7vY34hi+8Q3iBu8xiSP7ycN12u2OicTWS/HPezX383F2P/cZnaCbS91/qfPvec97jJzjfq4v9/OPiS9X4vfvec97Ltv3fv0So373d383xR/eqfJu9XnPe156r7oXP6yrQ7553etel7674Tsc4vnNlm/gk6JaD3vYw5IP8O6P95vYOLZ0oQ+gu8E7c75343spZDt69Khhd9xDm0wZgYxARgAEyJHsd9F57zp2nb9pDsNNw0lmJCOQEcgIZAQyAhmBjMBtjUAWLiOQEcgIZAQyAhmBjMDth4C7p4VCWfx2ZKSql+41YxG0sXrdxvWF+9hY3XYKDOwsiNZfrdZu9a1nLplirFi1WtiovjyjKBmE3BDHpfwxLZx8q0uc+c8IZAQyAtcTgeBuLKYZY7BKJVqlKBRvq1arVtOec+5uLNLJwtOt7bax2Haj0UyFYijSxGcW4aaoAF9+88cPw/yBA21oyz0s5s2C6vRLsZPVfvGZldU1K2nd1tY3rNFoGe3d3VgcfnSklnIhBXimJifSMbmiKjliVF4IIeUGd7fdW69nO4tttzsdY2xkgI+0gDgLkuoGN0/30xcLdlcqFQOTomBfsSjcXGPYBf3blWziKeHRFj/b24knME086RyFE+g2aLyKdJV4KOAjWtTnGCWrrrk7zfYgzrtY9VLnast9hbA6T99B+pb8A1zQyebmlqGXLe0pgNRoNq3ZbNkOZp1+sSIBi17tABvtB5TkV1/oGLnpH/uCB4gxS0w6sgPG7Bn3cP8Bhrwjm8q8ElYJ15Z0R0GJ9rbh171uVw5hFmQ72NGOrcu+8LNKsi/ZWbIxlw0dHEKZRt/nSp11pOe2fI9F/PnjkVLPDduQja1vbKRCA/j+4tKynT27lGhpecX4gyNiweZWw5AFToqikuaIzAtZPPnI9JQdmZ5MxbjGxkZ1raZ4VhjtkM/dbd9t0ER7d36Z6bexnZOla6Wtdqyt2Ag/OyTZiCXETrDnvgsJux0QdtyWnycs5FsUIdrY6BdcWFm1leVVIy6u69zWZiPFQtpSlAJ+ku7k0xXpqpBPV6vIWxifo84hd9B1d9+R40J+dn+G524PH0NGqJMKE8AnPA/auqu/HbLUN/fSBrJrsWk8unV3dmlMGZd1BUQHu6I4hPRR2lbbiBkQurqQ/9RB/9duvmlHe+4jPxB/BvpYki6gVeWnpI+tLcXDZhqH++jO3c2DK0dEQweD3BGVQ6JyExR03d3NIJMLin8wS3LIJ7EHxibuNfoxtynbwFc4D29tyQqfjNtV3OZ+dTXUz17y0lfCTbGBvjlud9pGnOgI265sgjHEtWFPyFbTfAEqijIfcd7dzeFCe3amT8iL3LQrZKPEFqiS7DOqRYlB4kHxaUv5nnhA4b1V5X+OtzT3QHZ4o11XOMEPZAfcuAfqCreu+qE/+gVXfItxwDphLtz53JaP0rare7gXGmZYqVYm2pONdi3hqPG6kC7Qh3bp+u6+En4JFbMdGC1vh4EAmIM/umgrVmPniTT3QvcDPTNWiMGibBQ7Lf24b+c67y4t6Yd2+1FPvtORD7Xls23ZUSL5VlvUaXcNfnoYgjoK6jeqf/yjqlheE3HMOfchB1Q/l/oZ+D7+zLhtYdAWX8i+3WqnWNYRr/Dj7haDMIiaA4BDIflFYBJClG36DtmwmxjoyYcYm3HwPY4hxtRl9dRTv9ppfP3oWOMYpHOH9OOu/kShL19F8lWLiuYK5M6KMReKIWhUS/ohNjQViym+uKk8nObGmrOwL2NTS/MS5UphN5DloKxiAmDQ1QF9gE97l36IQy3N4YhNzJFbipXorS2boj337jum+qYd7aGO+G0n/betpb7pD53QT4zBBnaPDZYFP3n+iSkHmPCz67DBL3QOl07CGl63la/IUcgi0UxaTbzBN/5TVY7iOIZg7n7F3KY7+SWiG3cv+3NT/BbJppn3tXf01ZYvbSfqCN+Sv96+4yc5lR/QAXpBJzx7MQdhXlzSuq3pWTnNhze2rCG7xD7LOWE5hrsnHEodRkv6I/fKxndsW23sos2TXO7BgjCL8v2KfIO8DZ6F4lGMQXd5mhe2ZXvYYlN5cqvRMObn7JvK4fDOtbbk78jOkA0d6eahfsr2veR/3N/pdKR3cIW2Za8lEb/Ba4Dx4L49B5HMQXKVMlUMuSpFpfT3iMySXzcSo+gTXBvCd0M4Mw+H1nW8dU3mI92+rOfkBL+W/Byfbwpj9vAEprvlFcv5JyOQEcgIZASuAoEQXHOeaCO1Wvm9q75v5f0S3ztC/GeFqvJo1PM8bY0KVlcx3s1za3/eIPkL5cMRvWPnHdo48tdHhcWIjYzWhEs15UzmAO5+87CfOckIZAQyAhmBjEBG4DZFIIuVEcgIZAQyAhmBjEBGICOQEcgIZARuCALnvfx0P+/jDWEoD5oRuL0RyNLdCghQZIfF/1h491M/9VPtV3/1V9PfwVwN7yzE+Z3f+Z1GAR4W5PyP//iPq+nuUO7l70P+6I/+yD7pkz7JHvzgB9srXvEKW15evqq+3/KWt6RCQyyayKK3jHFVHQ558+quxZIf+chHJllYuHnI2/dtxt9qYQfYA3bxS7/0S1dtE/sOmhvctAgMYgSLOrNALv59pcy+//3vN2LCiRMnjEVX6ftK+7rS+xiTAnTEJ4qKvetd77rSruz3f//3DR981KMeZSwcfMUd3SY3soDuf/tv/83uc5/72E/+5E9eVYwFW2IQizMTu/lbwRsBE+P+yZ/8yaHmjne84x0pd7AAOgsJb2xs3AjR8pgZgYzALYyA+0XvMi46cQuLl1m/ZRG4qRg/zyfcz/t4UzGamckIZAQOjgAFOY4cObLvjTzr8f9x9m14HRp8zMd8TPp/W7w/ut/97mePfvSj7Ru+4RuM56ef+7mfs9e//vXGuzmeU68DO2kI3mHxLgt+KIwzPz+fzh/0F/dxP7w//elPtxtZmOtOfV/GM+VTn/pU+8qv/EoDg2F0yLsRntt5fkdvw943TN9X0+bee++1L/3SL7X3vve9Q3WDL/36r/+68Xw91A250aEhwPvBJzzhCfbABz7QXvWqV13xu2P+z+RrXvOa9L7+Rr5f473eZ3/2Z9uHf/iHp3da+MiVgDWIiXffffcNe/d5JXxfq3vINRQs+9iP/Vh7/OMfb7wTu9KxBtiePHnSnvGMZwwd7650vMvdR8z8ru/6LmM+QlGtd7/73Zdrvu81vqciJmN/FE38+7//e+Od5L435gYZgRuGQB74eiDg7hcOc9GJCxvc6M/hRjOQx88IZAQyAhmBjEBGICOQEcgIZAQyAhmBQ0Qgd5URyAhkBK4rAp6+UI9pIdSKsaAsi8ClxdHGx2xcxMJwqSiV2rAonDvvyyAzvVUXaX+z//TEpiixKdbd3dyDITcLv7IgXL0+aiyGN6Y9BVdYJK9aqxqLy8YQzd3T7flXRiAjkBHICOyPgLubh2BR8TPGSoqltWphtZGajY6OGnG3YMHRoK84FJ/bnY61Wi1jUfD1jQ1bW9uw9XXRxqZtsDD1VsNYKLrd7ij16IY9WOAsX/ZC/EFEu922ZmvbWNR6Xf2srKza2cUlm51fsNm5eVs4u2TLOre+vm6NRtM63Y4F8Qtv5L/JiQmbnpqwo0emjAI8E+P1tFBoVD50xvf0m6NEjDsgxu+IVwrp8J8EobY+n1vM3DWWKAaLlWgVSP2mRcy1j5wXNkFjuF39Bl9dydcWJvCSqL1tbfHU6XSt2+umPMf4LARLbiyKivE5hmjBg3nw1MbM7cLNdaoktxBKmeiHombMKer1kTTHiCEk/TEu+mRhdRZ8ZwHylbX1skDayprxeUM6Q3fw2pZ9dMQnckA2xEY7qMsi9rqfMemLcemX/tc0JjYArckONjY3ky20tlvCpm3dbjfxO8Rwd3QTcOaPVFi0viWfg1jQnXNdVseXfWAXFC0oqlWr1QorsK9KxWLf3t3d3P3AODI2hK4Y75yemymebGxupXiCjhcXl21u/qz8f8HOzM7b7Gy5n1s4a0vLK4o5mynO9KT3KJ8kVlGM74hiwNEj03b06LQdO3pE8WDKJjRHZr5YkRwxyj/Eu/vl+U+X1cTdSz+R7BWNg58F+pCPacZqPdlsW75K/GqkAgRbSRbiY0OxiqId2DLyIrtdsHEOGmCCLhq7FvxfTkWfVgw8zgqTRcm+ppjLH2y1trdTLOyKh6Q79e3uBn9RsbwqeauK3eiPOXJF/McQLYSgOCHhbIgNm1DA7pn+6RheS5L0nNe5rnSAzyNjh6Iy8mGKUXAefMr2ajzEcHs1gVN3TzbnLt7Ff4zBYhBFyaNrQeTu4tKMeN7q5ygKpGwoL20qXmyIwK3ZJGZ0DL4uHA8uOQ+eyNBW3KU9hVfWlOdWFPMWl1ZSTsI+F+YXlZvWbFO2i09x76BPd7cgHvElqEi6KIxj+A8Bmcz0W8QeTEucu9JpRzju2IN4T8U3ND574i52sK4cDG8N2UxL/gwP3NeVTnbzYpfYLpJXY2LLZdzdSn7GOGuKv6ur67am8UoMtxV3haH6xSdqtZqezUaNBbtHR5VDiqpFdBOCuSOhGupHh31MYoor5C+opuc4qFqtWIhRurHUf1O62pTsq6trtri0bPgB8QF+Nsg7/fkGOGGDyDwgDbfvz6AtugY38APHhvBETsZYl94Zb0U8gDt2xHXacc8Aa/rad8BBAwEvTUtO/dYxhsv9JQ3soJvyGnK1FWOgUs5OOq9Wg97y/goRAPojWuVgAAAQAElEQVTS1zuyt3YqqAjGyQ629Vm4E8NcvlpRDkzxtFIY8RTC9mMMFrBz8325QL/Y2kCX5AaOiVnMObua39EGe6Azd7cYohVFxWopH1etzGPR3N2uelP8Rj7Ghg8oyS/ZyS/Mi7uajzJODMGickhFhOwQxzFEye9XxI+sX6LqN3zsImxbZ5N/dFMs7Cb9bCsegxXPAN1+jAMvCB4PSu4l3+7lHj2i06pidU0xjWeMmmJTUS2sUlTMQ0i+h+8zJyY2EBeYk6SCoXpu4TNxgxhR6rejPN1NsgzDH7IMqJtk79i27JC+moqHKTYr36wrFpOT4CGRPm/ofDnnaCc+6YcxB3uOLyTBnnhLdildlzawrWeylp71to34wz1Rei7QvXAAHwi7rOhcjOBHq2tLyAHBK7G3LXsAmzb46Lgt4lpPtoENubvFGAxbreI/1SIdxxjN5dOmzd31e7gfN/1Te+wghmAxlBTUVwhBVy3h3tY8qKU5CHNA5oLoZX1903i+RX/4VuJT4CPPhaNzDupKjrZkSzl5q5nuJ//xTMyceHZuwciLq5oTMhY20hYGXfULM/AExSA+JXPUvLACVSoJB45DjDbA4kI+3M2CfsUQLErPhYg4hF/w3pl5dVWYhuDJhtrwKhtlToK8a3pWwzbZrymPbihnD/js7HpORNYLxx585tqAEh6aoyAnvkBfCV/N8eg/4TuYE4gXbIR7BvcP+hzs3d2i5C+Sv1etNiKSnSAT9k3M9xBSjKIvdLopH2M+wnwcPSxrTr6q+dGG5inotim9Y5O79cv4NsRGOwhsGI9YTH/0y7jgl/CUvhlzTXuwbghz2nIP93YVN+hniCFzk4xARmAYBHKbOw4Bd0/5oVJU0vybvEfOG9N70vJ9afmOvKrrIURz1xxA95hb2kjDSh7p+Kb+xYNQYhYu3YJkCMHTe+VatdB3ASM2MTaW3qWN6fvXkZqe8ZUnK5I7xmAhBDPdY3nLCGQEMgIZgYxARiAjkBHICGQEMgK3AwJZhoxARiAjkBHICGQEMgIZgYxARiAjkBHYEwH+/oAiJ5/wCZ9gT3va04wFDfdseJUnWZDzAQ94gN3IxV1ZUJOFDFmk9W//9m+vUqKLbwc7Fr1lDMa6uMXhnOFvXinewiLHLHbMuIfT86V7YYyv/uqvto/7uI8zFrO+dMsbfCUPf00Q+Nd//Vf79E//9BQjVldXD20MbPlZz3qWEX/e/va3H1q/+3WEDTPmYS/aymKyFPr7kR/5kStegHg/3m/m6+QTivixCPPLX/7yQ2X1fe97X1qs/olPfKKdOXPmUPverzMWAmdcfOBa5A78gFjOAujgB4778ZSvZwQyAhmBjEBGICOQEcgIZATudARGRkaGKr7z1re+1XieuBnwYt7P/wniGeM///M/7S1veYu98pWvtJe+9KXpeZsCRLyz4v8/XQ9+ebb6ki/5kgMVcBqGr5/5mZ9JxWxe97rXGfIOc89htOHZ6k59X4bsz3zmM+21r33tFUOJLQ5bAOuKBxniRuyS96vDFrbBZ3IxriGAPeQm/L/P5z3veemd3pve9KZD7X3wfo33dhsbG4fa96U6w4corMR7vTe/+c2Xanbg8/TLu89P+qRPsn/+538+8P23ww349JOe9CT7oi/6Inv/+99/aCJ1u1178YtfbBSUvN7v08htg2KWz3/+86/Je2D84BM/8RONd5JgeGjA5Y4yAhmBjMB1QCBchzHyEHcYAlncjEBGICOQEcgIZAQyAhmBjEBGICOQEcgIZARufwSQkDXOQvByUbhKxVgolEXh6vVRm5gYO7cAerUwFkx1D+buIjPr9fprwfV0rM83688Oe+JXx7Dp7lbKHawoKkbxrbF63SjIVZfsLPoODuDBoqkxlnJb3jICGYGMQEZgaAQCsVbxs1KJirWFckxV8baaFuFk8VFibIhRuaSX/tip1dq2rUYjLQ7O4tAQC0WzIDWL1LOANAtSdy+1KHQ/L/EfQ2iz3e5Yq9WyxlbD+EMIip5QkGtubiEV5OGYwjRr65vW0LgsOE28H62NpPw3OTlu01OTRiEeCvJQpIvcQBt3NwcJ7dkNiLGhrr5cb7PAd7stHrYTtTvttKg6qYjbPLjFENLipORYiJwDXlG4BF1zT6PY1W7w1Ol0rZ0wKflhoe22+OPL+K4wZSjGRS/VajXpLGpuEGIwH/ACO9AeDLm7BckEDfoBLxZaZZH1GnOJGNOcgXHRJ4uBs+D56uq6ra6u9Qtyrdrq2pp0tiW9NC0tMi8sWYgcPm2IDXnPUVf21ZXs0sX2dioIgJ1tsAD62rqxEP3Kymoq2gQ/jabGlC3CI5jJrDTlQWtDDHyHNgFr9EOhDfQKbfdtqyxiYLKNYNg2dlCVfVWLIn3GVkII6bq7m7vbsBvj0pZ9Vz6HLTMuNsNi8knPG5u2tl7qGZ+n4NHs3HyKAWe0pzDX/PxZYwH8dbWFd/qiqMDoaM0mJycUA6bs6NEpO3Zk2o4dnT5XkGt0xCjKcBD+kc7dJa9bjEEYVBJxHHTetDF+O/lqy7a2mqKGEQO3GjpWrGruWigf2XXLRT+c78qvseG2dNHUvRubm4afYfNLSyu2KAKTpaVlYyF+xiAucE9XeNIHHcNWkI7QXyG9FdWKFUUl8Q1OIUbJE5Lu3JGQu/Ym+sSbekR+ORefKfTAnnNyNv30jHPw0Mb3E3WNAi+J+gVm0j3qY++RLncWHt3SP5ftiWfkg9BDDDon8qAWuiaGFEM61lJcQB+bwnFT8WNjY8s2tAc37Aac4emikcUj5/GFJBP6kA43NxuyzQ1bWVmzJemCQgxz8ws2f3YxnWMM9NGVHrnfxAs8hRhkO9GwPeI1+qgoz8YYLXhQMxfBhfMrEX3go512N/3BVUP2gL2j9xXFvxXFX+LummIi5xmbNvgSfo1vdfs2kXhJvV7i10Xy9rGT7W4IOwpwra1vJNnZk+vBsKV8zTgkCWSp1ao21n8+G8wZOO/ukq8kOHB3C8IEWyxkn2DCvQMi1sQQjH7pH10h36ryDringlzLq8kH1sXflvikDbFkaJnV++6fgf0yHvjRH3giJ3azviH516T7hPv6Tr5D39zTUb7uSu+7+7zc8Y5P4VfnUXkXOoN66hNijLb8ij9GRc624k23r9/yjvz7ihGQ/YNlRzoEV/BNOGv+wb4t/8c+guwWvy2KikEVzbcq+LEohJhs3Hx/LtArcbEtfeKvLcUp7KitOeegyFQXvcsu6M2Dp/jBeDXNy/AXYkkMwcSSXe2GLXYVo1O8EU/ICyF74k3yd4QN4wSNSbEqeIHAoYiVxB/XbAj56WdPEiNgg72nffqsKLCjn47mhVA7xXcw7Opa2VaN9+x0+JPubu5uyIFs4ExM4r1TVXOgQrGK80H66Mr3wIf4QExcUVxYUkwiPxOfVpQjiMsNxSZ03JZu4RdebciNthBjJf+Xz9MXsWlLz0nExFTwSHGJmMwxY3K+oXkxdtyVHe03HMiV4/SsK7l2j4X+GZNzmGOK27J77K9SyA+qhXyhMGwC3ITgfsMdyvWu5OrCqzBpY7OQ7BS7TcXaZK/YBoO5e7JPdIdO0WVFvMeI/4hjXbcDbu4uO4FC6htcQgjpnPugMFXHWs3t9FyEnWxovoqtbGge0lA+x3522wQ6sP42OGbflazbkrOlOQi5Dh0vy74o/kYxLgibYy7A9YG+esLHzDXHEMFbjInXiuJVSRUDB47BYjAXsT02d5dsQfcHG+CIX4zWR2yEebV8A/kZc1t6aMKrbHS9nzdXd80fNjQH25L8ic9uR9O1XiLbZwMLKMUp4UHMTL6gvihItaG5AONB+AfXkj1gC8KQe/caQhZgMYQkV61a03uPmuH32EnyeeEWJD/231Ff+AQ+hs8vLi4ZPk8xPuZmG0m2RnpuBYeBfi81tl1iQ+dd6a8tu8ZOmjt2tJXeuZRzsvU0B1rT8xL8NPH57bZiYzf5cU8x/RLd59MZgYxARiAjMAQC7m7kR+Y81WqR8gPvmur1URvneXd0NJ0jV9DOg5u7yJi76pcSB3Ms7fhwc1KfwXLXE/8mcs0dgvJiTN8H1JXnx8frNq7vnJF9dER5Unm/nD/E1NYtb4eJQO4rI5ARyAhkBDICGYGMQEYgI5ARyAhkBDICGYHbH4EsYUYgI5ARyAhkBDICGYFbCYHV1VV76lOfmoqcHOZiiJfDgEV5WYDyehbfYeHLwYKaFOK5HH+HcY0xHvKQh9hrXvOaof5u5iBj0jeFhFjEmb87Oci9h9EWO3nkIx9p6LHX6x1Gl7mPmxgBdMyiug996EOvaSE27OqzPuuzrrld8XeSL3rRiwwbZsxrBf33f//32+Mf/3hbXFy8VkPcdP0SZ7/jO77DnvzkJxu55Vox+Ju/+Zv28Ic/3K5FYawLecZefuEXfsEoJsm4F14/7M/gBn7kZY4Pu//cX0YgI5ARyAhkBDICGYGMQEbgdkJgenraPu7jPm5fkZaXl+0lL3mJ8f+P9m18BzX4t3/7N3vMYx5jPPNfC7E3Nzftq77qq+zrv/7rbWPj2hfUuZPfl/Hu5oUvfKH9/M///FWp8jM/8zON95lX1clV3sx7FIpx/emf/ulQPT3ucY+z61GMayhm7qBG6In3FxSaupbvpym29Bmf8RlGEcNrCe8HPvAB+y//5b8YhZWu1TgUhqS40utf//pD/77gWvF8GP0Sm3mPdy3fq/EODXvk+59raY8DPLDHz/mczzn0YpaD/i/cgx3fB1Eojnh/4fX8OSOQEcgI3IwIhJuRqcxTRiAjkBHICGQEhkAgN8kIZAQyAhmBjEBGICOQEcgIZARuMALubix2GmO0oqikxdEonsGiaOPjYwZRnIoFRGkTdi0IZ2y9Xn8tuB6fbkoqOROf5YE5/yS3uxsysUj7yMiIJZnrdauPjhqLvrMobC0tllwuCu3ulreMQEbgihDIN92BCLi7eQgWQ7QYWaS7OJdjRkdsZLSmvFNYDMFIJCx4zqLULHq90V9kfE37ddHGxpbxH2eazVb6Y7Ref1HonnLQRdDqHOG+qzb84Vqr1TIW6t5QP8urq3Z2cTkV4mHBcRYfX15ZNRafpg3/kSWKX/IgBRonJ8ZtenrSUkEu7cfHxqxWq1lUznSXfFCfAQ1r56hn3W4vLWJNIY7Wdsta29vivaPzXcnbM3c3FisPURiJKCTCAvT0PaAQQmrn7na1W08gd9Ni3O1UjKU1KNiw3U589cSvm1usRCuqRdJVMVgYVXwE8QC52rjtvbm7uXuaVyBLVf2UWI4aRbmYSyATemu3O4Y+WVSehf9ZeHxldb0syLW6Zqs63tjcTAvPn8OuY+iV+22IrdRHz7qSrYvsGpM/cGBR9R07W9uwFdlAsoO19VRch4XtEz7ttlHMYjDeYD/E0HdcE7DpdLrGgvFg15LfYfttneuiCCGC7gcL79dkG6V9Vc4VXpDtuLtaDvfDmLRkyQrXwAAAEABJREFUD3WlZ3hoS28t2Tf2lfS8uSUf3zB0jP/PL5xNMWBQjIuCXHM6xwL46xsbyS7huSJfGNWccGpy3I4cmU5x4OjR6VSQ6+j0VCpcywLClaKSbN7dk/3D00XkOrOL3N1K349W0TgQ+Li7sXV34te24lejLMa11ZA/QM3EI7bc6XQUd3rcchGVmHRl/135fNsazaZtKJbia8vLq0axj8WlZSMOLi6tWCq+oDHwN3DsymfoQ6HDJJjiXki8FtWKMXcuCulOFMV/jMGC4oSL7DJb6o/rsCzCNDg3IAnDT0lJnx3F0Y61JSey4o+JL13jnsQb/R2QgPkcuXlwS/E4RIsidIM8nHMjZPcSD8SORqOhOAFtaS8SpsSxZj8/dcWbbrnoB367EpiCCtuKRfSFfRL/lhXzFpdXbGFhSbZ51uYXFhULV5Pe8aOu7IEO4SW4WxCPMUbD9grFafRRqVTEO3pwqWtAljYNK0x7yRbAkcIT5LxkDxqb8Ve1J+6SDzfWN1PObTSa1sKX5VPch2zIQaeDPcd7Ede7Ghh5S59sqc9mwmx9UExD8ZcxKfwCFmBCW/RKDuFZjFw8PlZPz2bkFM6HEMxFEtQGxLkoWwSPmp7fSipsRMfVamExBinSjLkGutpQXMAXsP1F+QHxAR8Ak62tZvIxsN8tNzJBts8msY2cmmSX7W4LvxYxSXgyl9lQbgMDxk+4p9xT5ruBX3eT/3VtmPESO/KnwT6Nr8/swbLc91Jf9EffFCEBa2yhrflJKSfjpV7yr6tAALzRP5gmjKV/bADdJtJn9OAejEX5sdlCsRTCj7HxGPq+bG77bYyHTtuKK/RPDN9ubxufO+RgxSTGwxboi7iGPzBeVf5RExXyHc657z8efVyWxBDyY/8lBp2Ug7A1+IPglz6C/LLC2KIke0V5RZR4CS7pnWYHp2T/vb7N6/b+Z4IAWDB+yVs74dSWn+ITveR3g/vKve4+8I+7m3tJMQRDxkKxmphWG6nqWaJQHq1I/9GCrsMPMWJLcWlN8ZG4QLHABQr0KD6tKD5v6DmGmAx+6JZ7BLXtt9HmHPWMuNyRXbRlh9gK8ZB8QBGidc2BiE1rygEcb2i/KZ5ow7jdfi4Cw0uO28e61+saPA5w5n5i/LZiIeOrmcUQhE3FKgXzCqiwQsdR9gAugtCu9VZiI1yk+7bsAFza+JKoLYw41+12JEsv2RM8YbfwWa0Wel4Sz9hsiEnnB+bXLd038MsYg3CJIvZBF83AHV5aysfYwJbmauilfEZW7tD8Dv8Cb9O2l34G5wZ9oYst5TryL89BC2eX7MzcguYgC0ZOJB82dJ1+EwYCSqwauTeGkrcYo+bwFSt9V8fgAOl8kP+KlYt+3F027xaj696Y9A2OI/KL8j1sTecKtQmSuyf/bKeCVFuSGXnxj/X19TSvX5evbOAXSf5tI+Ygp1iVriyRXbCV13u61kv9gxnyJfvUPG6A74bsHmzofzDH297u6Lmwa9xDPxd0nT66u2Qr5arVqvL1mkj7vq2AFdj0FJDxDXSKLvF5nlGYkzMfWV1bS8WytjTnbMln0nwEO5RwjD0g22cr23XFt3iXTZOLWn07YlzkQ05wZU6SMJXsjUYrPdO1dc9AXvraZ7h8OSOQEcgIZAQugYC7n5cfeI80qvfi5D6ed/lOcmSklt7Fkl/dPc0PzNzYFP616yl7aHfT/vT5K5lNnLu7cron2WvKhcjMd80T+s65PjZqyMw8gGci5CZHupcyW94yAhmBjEBG4FZCIPOaEcgIZAQyAhmBjEBGICOQEcgIZAQyAhmBjMDtj0CWMCOQEcgIXDUC//zP/2yPeMQjUtGoq+7sgB1QCOd6FN+BrTNnztgXfMEXXNMFNRnnQuJvX57ylKfYj/3Yjxl/k3Lh9YN+5u9EWLDzUz/1Uw38Dnr/Ybbnb1ee/vSn2/Oe97z0Nz+H2Xfu6+ZBAJt79atfbV/8xV9sm5ub15wx7OqZz3ymMSZjH/aA+OS3fuu32rd927elvzc77P4v7O8P//APjcVZWaT1wmu32+eNjQ37xm/8Rvupn/qp6yLahz70IXviE59o5LFrNSD/t+BbvuVb7GlPe5phO9dqnL36pZjjox/9aGNB6L2u53MZgYzAHYdAFjgjkBHICGQEMgIZgT0Q4P8CPexhD9vjysWnXvnKV9ob3/jGiy/coWcoxvV5n/d59t73vveaI/CqV73KPvdzP9d4P3ctBuP9wZ3+vuw3fuM37Pu+7/uuGt7HP/7xNjo6etX9XGkHKysr9mVf9mX2tre9baguKMb1K7/yKzY1NTVU+9zocBDAl7/oi77IsLvD6fHyvbz73e9OhY8Y9/Itr+wq/ZNL2F9ZD8PfxfulJz/5yalIJLFr+DtvzZZvectb7LM/+7ON93jXQ4IXvOAF9qM/+qPX9D3eX/7lX9pDH/pQe+tb33qtRNqz34WFBSPm/fRP//ShfNe05yD5ZEYgI5AROEQEwiH2lbvKCGQEMgIZgYxARiAjkBHICNyGCGSRMgIZgYxARiAjkBG4HALunhZHCyFYpRKtVq3qS8wRY/FzFkmjiMbo6IixgHBa8D1GYyFW05a+gOn1F1zT55vzR/yx4m9/2Tp3l7whyYo8LP6GjCwGNz4xlgpz1UaqxiK75WJwwdzzYnCWt4xARiAjcEAE3D3F2xhDirksTE3Bw7GxukF15ZZarVx0NMSY/sNRq7Vtm5sU0Fk3FqdeToVjVlLxmOWVNZ1bNxaNZgFpFsvevV/f2EyLV7OYNItKs4B9un9pORXiWlzU/uySjpfU30rqh0Xmu92exRBS/iMfTE1OGAV3pqYmbGpiwiaVG8bqdRvp54agtnbRRqLppf/sR25kYX/+UyNFEZApLUDfbicZzc0C2MRgUXLzB3mVIiaMos4F9c91dzd3v2ikKzoh9rosNt/uGAvwQ/xBBQtzwyfX3D3xU60WVqsVKQ9SKCzxEzzx4u52uc3dU7tYCcaCq+h4fGwsFfis10eFofRdFMkuesJ9e7ttW42m9LYh3a4lvbAoPAuSoy+KJKFH9Lm6tmEsGl7qfDMVdsEGsBeI441NnZcd0GZ9YyPpmEXlV1fXbWV1zZZXVjWGaGkl2cHC2cVU/IaiB8uyrw3d20gLu7eNwi3dTk+zB4F3OaHv4GvYeiLpEjti4XbsqiW9tpO9d5JPJIjcZBuQDsySL6B/8GahfQg9Xo5KHW8ZeoIu9HkWsF+RrpfRs3SMDS3I5ylwBM0tnLW5+bM2L71T7GJVNrGxuWlN2WCn0012mexWtsq8cHpq0o4dPWLHRSkmKDZwPtkysUu2HEM5T3Qv5ZJoF/247fqndkH+hG/hayMjteQXVc2/mYfjb5paGzEEP202WzYolLG6tp5sGPmw5zX5xMb65g4eyLKh+Jlw0fm19fVk9xRbIBZSZIEF/xeFzcrqqvxpQ/7XsFarZe1Ox7oaOHgweHCXXJIED3DtOR8Vr6pFZacARUWfYyjbB8lFOzXd/0cNPbjFEIw+o54/GNPUh8njiEfwg320JP9OgYSNrcTz2no/Fkh3F9oL8nMOeyK2NOTPLeWVMtZ1z9mjsXkaspQtGAtBo5OadFFVHCwkK/EZ3nqKn/BDv9jemrDFftAF2K7Illalj3XFnQ3FkUTiD344XhfP6GtVOqTtknLbIrnp7LJhpyuKP+u6l/6bkpmxurJJc1O+kC6Ejbubg5mwqyjGJn5lgwWUimD029mFW8/ANPlop52KW4AR/rIoW1hYWLQF+USi/jF2QvxFPvilLTIjB/Y1kIs9fbHfIeTH/oQH8q4OfHJ5JRWAG/S9IswGMhMvpPqkA+YFo6OjRj7G33geHdV8oVpUZS/nZHSJOSB0hC0VsqVCusOv8FPuHdecg8/o0t1T0Q4w3pB+4GFRfBEPwGJROoEGcqOzJLPk2UAu+dfGLjon+2byQ7BZlx7BKsmOvqXbZY2xKKzJbQuKSQkDfV6SHWBHG7Ltpmy1rRzdkd5TXJU/SsShfiSWubvhVwkL2UmQnUDunvroEaexY8VmxtrcbKQcuSo9rck+4X1DmGz05UO2HdpqGLYJ4Y8Uc8FGB/xiX/CcBrrjf/Ws2+samLQVVymkApEXielgxjV0U5G9VovCBj6MjcZYsRCx82BWqs4ut/XkOOSLtvRKrGspnifdaGzG6YkX4ip9MWYIwRg3xQ/5SlFULFYqxnmjkV391pPtMjbzKPgi/iJ7qx+LuYZoMQbxUjF4gQ/2JQbRiMtXwo7rJnc3MIwxWtQYQTK7u7HhB235WVO8UHCotPHd/lse4wfk3vL6lu3s8YVGIxW5bCast43+kAm5GWNA7m4uP0QmcgpxiHlxXfGN+ARxriI7QI/YCD6GPxKDFpUfFhaWlCNE/XhBriBmrCq2rCvWJL/dFZvgE94HtIlP63pqKz9f033cv0xcYq6UYhPPR8vKA0uW5sM6t6q4Td/kUeREl2B3oYwDWc/tJclA/4pl3NeWbWKTPAthC2DlbhZilP5jX/9FmlvgD+CBzoxG5zq+Rke9c77a5xN+Ozpuy07Im13FTnwIduCLuU+p06pVlZcSvzGIXT8wj25uQfZJH0XRx0B+WU3zkKoVRUW+oLxF7N7etoZsb1Mxek1xG1tYlg7ZYw/YDflqQ/pO1Nc9x+iS62vSK+3JPYv9fMfxivLxqq7RtqE58bZk7ym2uIvDAcmWA7RLbxXxBxYQvgaFQXvtbY/N3ZPMpdwVq9Wqev88qmfFumhMxyPpHH26S3bZUVP+itzItyI+kXvAP/l1Bf5l21xHhg3Jvploa+d5cUO4JRI+4EHbNd3DvfQHDsx7FmX/7CGu0V8j5edtS/agmIofQHbBJnaTbPCO7mrVIs3xR/VcwVxkbGxUstWMZwB3T/3RN/ysSJeL8nPmhGkv/TA3Gcwx16RzeKYtPCVZBjJpvylK5yQf12kHoXfsY0WyLsvvkeus+mYuAi3qmHEYn3b001Rswwd6O7JeIOhN9zEzlBHICGQEbn4E3D3liKg8So7ge1bmgjyv8szLMecKzQeYa5Bz3d3KTVm5x1H6xcFNR4kzzQF7IpjzENI8L82B9e6M5/ny+b5ufB/AdwNci5oHMycYzB8sbxmBjEBGICOQEcgIZAQyAhmBSyKQL2QEMgIZgYxARiAjkBHICGQEMgIZgYxARiAjcKsiwGKIj3rUo+x973vfPiJcu8vdbtco6vSDP/iD12yRxA9+8IP2mMc85rovkLgbtec85znGYpCD7+12XzvIMYucsmAn/x/gIPddy7bf8z3fY9jStRwj933jEMDmKEaEr14vLhjr27/92+1d73rXoQ6J31Bc6eUvf/mh9rtfZyzm+7Vf+7W2uLi4X9Nb9jrYorPXvva111WGf//3f085ZGVl5dDHpU/09opXvOLQ+x62Q2yHolzXsujYsLzkdhmBjEBGICOQEcgI3CkIZDkzArceArzzqdfr+6qJ8vUAABAASURBVDLOsyaFfigOdbXvZ/Yd7CZvwLsyinH9v//3/64bp3/6p39qX/AFX2D33nvvoY/Ju4s7+X0ZmFKMCxu/GnDve9/72ud//udfTRdXdS/P4ehx2CI3j3vc4ywX47oqyK/oZvT01V/91YZPX1EHV3gT4z33uc899O8Q/uqv/soe+9jHGsWOrpC1A9+Grz7zmc+0X/u1X7tgXZUDd3VT3wC2T3rSk2x5efm68vnDP/zD9qY3vemajPm7v/u76bum62kvuwXBdr7t277NkJH3sbuv5eOMQEYgI3BwBK7tHeHadp97zwhkBDICGYGMQEYgI5ARyAhkBDICGYGMQEZgKARyo4zAbYAACx9XikoqvjXGoqHjdRsbH0vFuVg8lMXTqtWqxRD0xYtZt9dLxB8FQHaTbWIv8Qlv3W5Pxz0Lwa1SiWnxXBa6Y8E7Fr6j8MrkxLjV6yPpGovBWd4yAhmBjEBG4AoRcEv/3C3llhjTQussSE3MJd5OKOaOK8+wQDXxmIVJO52usfg7i04vLa/awtlFOzM7bzNn5rQXzc1rv2Czcws2B1FcB1pYtHntOX9mdkFt5tM9p2Zm7d7TZ+y09lxbOLtkS8srqXDGdrtt7p5yHrxMT0/asWNH7K6Tx+3kiWOpKBe8slh+UVTS4tkxBHPbeyPXQN1u17qdjrXVPwvQN1vbRiGCts5x3d0txKD+olF8oKgWVhSFIX+gf123Q94YtyNs4YmCCK1Wy+Ct3e6kxcC7va4xbCUG5cBCuqpqX0n5Muqcu+RWA/3syZm7m/s5ijGmPuqaS6BripyxB090PjpSS30rMSdsWPybBdYpUoKeTkvfEHqfOTNvM7KBWemea7PScyqqpP38wlmbR/cQn0VcS+1kH8l2dO/M7JydPjNr2MMp2QM2cep0/zO2IZthQXLsrtlsJd1R4AJcLK0sa0k+y9sOAtgU1NVkC6xYpL7dt3mKj7Rlb90099ItwpBCDhQY6sgP8Ad0vrq2Ziw8vyA/X5BvXooooFXqWfru63hHz9Ivej6DnchuZqTP0zNzdqqv53tPzdi9p84oBsyluEE/LDy/sblpxIAgu63VammuOz01YcePHbW75P8nFQfuOnksxYMTx48a8YFYVatVk+1i4yH4wezChYW5hRDlH4WxCPG45tn4Rb0+Ui7SnwqjuHUVR9ryz6Z8NWG1up6KyGHbM5ITmTmenV8wsBgQcZDjM/KXhEnCY1b2P5fi4qzwOru4mArxoAd3V/ypJH5GJNvIaM1GdhcfRHcid08xq1Ip1L4QBpWdmBV0zd3NvSS7xObu6Qrto2JEodg3olgwIvyrxMAQTZ0k2fkjHYoGbWxuGX5JPiA+IBtys4fQ54Lsh31JZw17oe2SYv3KylqSlSIn9NmVTVranKF05NJHsIpiPLodFErhmQfean0szDzFBfITBRHod3Fp2YhBc+hg7qz0IF1oP7vLRpM+FKfgGZ2huxnpJO2lxxnFJfpYW1tPMTkKF/jgeQt8igpYx/OwDiFYDNEK2QqLWNeq59q4u124lX7aTbGeuE8BOmTAD+B9RjZxOvnMrH1IvoK/4D/kzRmdL3mdtxn52BnFVWSB5iQnvO/gLjmTvDo/K0xoM5B50D/90ueCYvbKymqZi7e3E8vIjT/ghxDPZil3yEfqFOSSnEFyJwl3yenumme4MBEJv6psCf1NTkzY0aPTdvTItE1qvkEfhfSs5gkLYj3FKlZkIxSnQJ4Z6eS09AO/HJ9R7kCOJI/kQr5S5rPS/WKfzkr3Zy21we+E5xnRjO6dSX3NKh7Npjj0IcWjhIGuzwkv8k4q+KF41CD3KD6ir5JsqA15QpBNSPaiUhgy7pBshLzu7kq3PesQUzTOxsaWrQj/BcVd5B7QvPRSyrfYl21R87ClnUJqi0srtqz71tY2UpETMMSv2uK7q5gF30MxfRs3Uko08l1HObBNToS22/LvbaMgEefAyd2tIv0kP5ddViC9o0BfMQTFJVfU8f2R0oDkVvptMd8UkdvQNblZl9WHy0foM5ZxPDK/q1ih8eGBMbEhsWRXuzFeV3GWsdsJg44xJyD2kHPYc93dxUtFc81CfECVhEdFGMQQJH8YTv4LGFa3FmMwfGCkVlVerabjivzDPVhX81342NrastX1ddnzinLriux80ZKvK8bhD6UfLOn8+URRPWLniuLGmuI2vtRoNg250KtdsJHvkIn4RlyiAMHExJhNTo6neQV7zsOfCTxs5FzOL3PMrPIKMeUM8Uk0QyxWDCGfz/X5Pcczvns2PRMRrzg/RzzWPLfsY16xfM5SbGIerLkSMelexaZ7753RXGk2+T5+vqG41OzL1ul2xF7P3P0CCc//KBGsp1iA/WODbcWcbVFbfgB1FCsGOKEn7A9dlSQ7KGQHss8gG3Dz8zu/Bp/gJdmqfLSl+RZ0UUxDKI3t7haCy75isqmqcg05GBliuFJ7dfkB/RXpeZR5Yb1fsC29fx0ZSX5h2rCxra1mKkxK3ljUHIQYTtyeU36alS0k0vGc8sv8PLYgu9Znzp+R3czIfshxA53zmX7IhehHw1iI0YgNNb33xW6RE/tEJxDHxKtqtUhzxyR/DBbAQBgZREeXIHdXExeOQeNE+WjNkHVSeZqcPyH/GKvXrZ7yftVcmPNc3VTugs8V5SD8EJlmkkx6N6A9z/+cg+Yk83zKZyUGpT+fTX4xq2u0wR/S/ZrnDJ4PweWMMOL6guaWi8p5FKna2mokH+/KtruKb9iN7bW5ZBO/YBGFY1UY1qXPScl25MiUQZOSb1Rz7UKxzoy5Zcca8jMKZ+F3zF/x6xnxga5Oa544k+Sb34lRyIB/7xD6hiQbssM/8WEg4xndPyM5T2tOckp+j7//572nNS+ZSfEArBZlT6t61iD+4Af4Rc+s/xjMkT7kn4xARiAjcKcjcEjykyfIo/X6qJH7pqYmjXdCfBc7qvcPXCO/BuUVcs4g9zAlgQ6JjUPrBh6hrpiDyBoxBs0Tqimfj4+NpvdtvE8bGxsz5BzROyDmf3xfcGiM5I4yAhmBjEBGICOQEcgIZAQyAhmBjEBGICNwGAjkPjICGYGMQEYgI5ARyAhkBDICGYFDReBqF0O855577AlPeIJ9wzd8Q6L/+l//q33iJ36iFUVxRXxSkOunfuqnjO+3rqiDS9zEAsMsJPve9773Ei0uf/rEiRNGMZTDkJPCVSwQfPkRL30VnX3913+9dbvdSze6xBW+D3zAAx5gLDw9kGWwf8QjHmHIeYlb9z0NP9/7vd9rZ8+e3bdtbnBrIfDOd77TDmpz2NL97nc/gzg+sMT9G5aXl+1Zz3qWra+v989c3Y7YQoz52Z/92Svq6MM//MPP8x/i30Hke9vb3pZi5o1arPWKhB7ypivBNoRgLPSNnUDEqCGHu6gZC3UfdpG1lZWVZPtveMMbLhpvmBPYxu7cQbwl1l6JnBQdw97IZ8OMndtkBDICGYGMQEYgI5ARyAhkBO40BB70oAfZp33apw0lNu8wvu7rvs6e+MQn2n/8x38Mdc/t1mhjY8O+9Vu/1YYpxsWzzTOe8QzjfdYHPvABO336tLHnM+e5fhB8KDr81Kc+1XjmsoPceJm2d/r7Mp7Jn//859v73ve+y6A03CX8iGf04VofbitsgndQv//7vz9Ux1/6pV+ai3HZ9d/4f43f9V3fZbyLGXZ0vi/ArgbE52HvvbDdz/3cz9lv//ZvX3j6ij/zroXiYryHPGgnvOPhXQ/vfKCDfj9CPvrKr/xKe93rXnfQoW+J9uSKg2J75MiR9E4ZW+H7pysVFGy/+7u/2z70oQ9daRd73kcxLr5f2dzc3PP65U5i9x/7sR9rX/u1X5u+T8Nm6It3zpe771LXrtX3aZcaL5/PCGQEMgJXgkC4kpvyPRmBjMDtiUCWKiOQEcgIZAQyAhmBjEBGICOQEcgIZAQyAleDAIudsvgqi6KNjdVtYmwsLZjG8Vi9bqOjo8aicCFG6+kfXxSkhdZYae1qBr5m98KYOO2VxDDublH8IwcL7bMIHIu/pwXwJseNBVO5xh9f2026ZbYyAhmBjMDNjoBCrZXkRm5h8e5aWpR6xCYmxtKioyw4CpFfiMfEXRZqZ9FrFr9eXmaB/KW0+PTMmTmbmZ0vC8rMzadzLEbNotPzacHts8bnWRat1/VzC0/PpUIYp2fmbHZuwc4uLtnyyqqtb2waC64zJmPDx5GpKTt+9EhZjOfEMTtyZNrID+REvoSuVKLR3t33hF+pxnq9bvpPiCxi3W530hj88UertW3IRs50d+WhYFH9VYqKFVClkj6n/u3wt56YI2ef42k7FcJqs0A+i+N3lS8TXzHl+Vq1sKJSWEU8wlMILn26mQ3I9tzc3dxd8kUr9T2aCqFQWGVyYtzAmUVYR0dH1HdFMwmzsvhAw1ZX15J+KPiCvpLO0bsIfbKo+Kx0Ozu/kIqfzKWFxxdT4YByofVFnYfO2uy8KBUfWEg2c1p90Ofp07OyhzMlzZwxPrM4Of2yEDmLobMoelu6Q189cBGX7m55O4cA9rRD3W5p8xTekC1ty6Yg8MPm5BRCsKdd1/ALziedUwxjdd3AfWFhyRbOLiZikX1o4ey5c1ynyNJ839fnpPtZ2cFsX8fEhhmK35yZT4Wn0Gm54PwZowDOvadndH422QIxY0mxhSIaFAnxEIyCA8x1WQj5+PEjqSDfoBgXBfpOnDhq01OTaU6MXbM4coxBth7OgbLfkZs5/2RLQfcWRaF59UiKMcSZcv5ZlV9Ecw/Cq5cKQDWbrVT4ZiX5x7IRx/CN5A+KiXOKa8gEzc8vygfOihYMbGiH3VNoYGamlB//Atu1tQ0jLokdq4iXarUQDjUb7RfIKgrFJGFjbIof7p78uqrzXBtgENTG3c3dbZjN3c0VT8gJVY1bq9U0btXoE0zpA7tBNw3JvrnZsFXxStwmfs/h24oDc9L/vOxhAbvp2w+fIeyFtqloinDDr8krFGHpKkYzhnv6Lb7NgvgpFINrtaqN1kfSAtHog8IYNfGHrOaWCrjRD/2trBCvllP8QSfJHpV/2MPbnPikUMKcbJVj2qCzFItSPJq108pLfJ6XHPRJsY2omFsTH9VakQrVVIR3JUoXMVoMwdzdggj8Cl2rKa9Wq4XB/0AXdsGm6C4f7aUchG+CK+PhB/BW2sms4uJsKmBJoYZB0cLTqRDEnPLvXPIfZECWOeE/J9nmxfsOYX86NyfZaXOuGMScZJW8p8+k/pF5Qfeh043Nrb4deso95IjpqQkjZ0xPTqb9hHJHXTkDObERdzdHRu3ZQe4uPQbjOrjU9cxKoRuKcUHkH3RbyObcXVh0DRyYCyzLRlIBDPE9I50M/GVGepqRj1HcDnnm+jLPSc5S5rNJ/xzP6d459C9/HMhN3qKP0/K9U0n2GfvQvWWBQM5zD+NiSxuak+DrxMdBbLUhN3dPsg9sAhkL2QY2ge1G2Y7/NIxKAAAQAElEQVR7WZCrrRhNkb8kt2wY/4GPefFPHi2PFyXXOdnQ1YLiMT5FvF5eXrW1tXXblO4azaZhtxTeIb7Du93xW8+IM+gSXIhl2+3thBMxqK0c2SWmyp/RD3GwkF2iLygqFu34cjL0EtBL/QZziiXRb2u7lfyJMRmfWMp17nV3i0E+UglWUZwpoKKSYgc2EoKbu9vVbz3lr65RQAce4Iu4w5ybnMPnruKwu5d8wANUKXkZxLug6/o5MDvubshTVZ81xVKo0HGUvPTZ1bwOXlIsJ7fInrHrBeUR7B9fn8Uf5OcLilNp7qE8M9jjB8RO4teq/GBjc9MaDfkBelXfdsHmHgw91xSr64pjzIGJc7x7Yl4xpfdP5BraoKvW9rZtbjWU99Y0J162efExp9hDXJnRHGdGMeqM5jtnUmxaSHOCWV0vfRjfXbTEN7xLjjlRkkmxiXtmdC8xGCLWnWJeTCFGxSjmS6cVr4gFyLe5sWVN5eHk45rj9TSbM23ul7OTnuxfpLlhW3PptnApqaM5TUext5Ouu7vFEIRNFEn38oEquUz7KF3FEExN7FpvYI6twmNT2LfkQ0le8d6VDDwHkEPd9E8M4ZvYF77Ks1JV/KK7EKO5+4HZ9eCGvMg+MlI1no/IVbyj5PmYz/QP9PC11WikZ9gVPcsuLi73dX22nPfJDpjjzWk/J72n3DTIyWm+PK+5MPl4ztA9eX5GeQ77JweBgZknveAz+A7EMTwge5CMMYYUN+C5Vmj+gX9JfgpquLu5u+mX7bW5uy65BekXot8R+SmyTk6WuX9yfNwo0IXsYEy7juyvoXyzvrGh5/g1+cZSsn3sGcK28ZGUr/vyz+EDogVhABbz+JKO53Sd9hD3ntY8B7s/JR84JX+YESb4zLzaLi0t29q68p18EvwpftjDLjAKu3hznQKHGIIRy8Cornklc5CjFOSantK8fzzpuSLcaA/uxJAyL68m2eakvxn5OvwwV4RP+IXgjetQkgsZJdvgmPPEBGyB9hAyQfSF3pnnnTcfkayLSyu2opi2qeczYjX2j91Z+cvylhHICGQEMgKHhwC5rZrmhqM770snKEJdH00FOplfROVWD2QKRWI9OzBn0ZGYuEQS0pUb+SMW0xyP/AGv8F+rFsp5o8rr9ZIkY3r3pe+Ya5r3MA8YyHgjec9jZwRuRgQyTxmBjEBGICOQEcgIZAQyAhmBjEBGICOQEcgI3P4IZAkzAhmBjEBGICNwJyDAQrWf8zmfY8vLywcS92u+5mvsL//yL63VahkL8P7Wb/2WvfKVr0z08z//8/a3f/u36dqZM2fsx3/8xw9c5OnZz362Pe95zzO+1zoQY5dovLW1lRYYPmgxrsc+9rH2e7/3e8b9c3Nz9pa3vCXJiKwDObn293//9wYmlxj+otN8Z/fN3/zNdlB+6Ag+WNTzIDp73OMel+RYW1szihq9//3vt1/91V/dkQV5oHe84x1G/+j1H//xH+2Zz3xm+j6RcYeld73rXfbmN7952Oa53S2AAH6Mve5ncx/1UR9lL3nJS+zf/u3fjL+3wpb+8z//0yCOOce1H/3RHz1wTHj7299uv/M7v3MoaLFYOEXxDtIZseDP/uzPUlxjgd7d/kP8Qz5865d/+ZftgQ984L5d44ObmwdfsHXfjm9wA2Lk93//9+/LBTHpTW96ky0sLKS/V7333nuTnWAr4Ehc/fM///O0MC1/v7Fvh7savPjFL7bDWkyfv2NmcemDFuPCXi6VOwaxFjnxqV/8xV80fGeXCJc9ZKH8pz3taYe6aP1lB7xDLmYxMwIZgYxARiAjkBHICGQEbg8ERkdH7du+7dvS/4kaVqLf/M3ftAc84AH2uZ/7ufYXf/EX6Rll2Htv9XY8H+/3rP2QhzwkFdyZmZmxF73oRfbFX/zFdv/7398okMKez5znOs9xD3vYw4aGhUI+FJA6jPd/PJff6e/L/uiP/she9rKXDY3/pRq6uz3lKU8x/h/Bpdpcq/MbG2WRuGGfwynGRWGmqampa8VS7vcSCLzqVa+y/Yrd806HokO8K+a9NO+cefczID5znncovCu6xFB7niZu/MRP/MSB34/s1dnKyorxroV3Lntd3+vc5ORk+t6D96a84+G9Ou98oMH3Bs1m0/7lX/7FvvEbv9HAYq9+Buf4vuAf/uEfBh9vmz3v+MjL+2F74sQJ++Ef/mHjOwnsYnFxceddId8/gc+pU6fs5S9/+YHeowEk76PRCceHQXynRoGxg7zbxV54J847S+yCwomvfvWrd76f4V3zBz/4wfROne+a8Jv9bGa3LLzrJqfvPpePMwIZgYzAzYRAuJmYybxkBDICGYGMQEYgI3BHIJCFzAhkBDICGYGMQEYgI5ARuE0RCPoik8VlR0ZqxiKwLJLGosEQhQpYRLharVqMIS3L2en2rAelTzcnKCwIxxdfAwosjlqJaZF75KzXR1OBkKnJCZucmDA+16qFvnxyy1tGICOQEbjDEbgq8d09/YEZuSUq7rKod31UMXdiXPF23CiyMcgzo8o75BYW7280Gra2vmFLy6u2cHbRWFw7LUR9Zr5fEGQhLcI9N7fQLxpx1uZYiHqe/UJZiGZ2Pi06zoLjp06fsdMzs7rnrPpbsmX1u7GxmYojuLuRC8bHx42F8Y8dO2InTx5PBXmOTk+JxzFdH7GiKJT7onJDSDJdCMwg13SVE7vdbipE0O60rbUtam1rv23tTsfIRe5uMUSjeAZ/OMRiq/TPwt3kKA1gh72xZGtHfPEfzlrwI+I/8lAkgYIRZXEESzzBT025vigqFmM0eHV3sQWZ9rbn5s71krivWqumnIqeU46dHDcWmWU+URYfiAkPFjhn8W8WAT97dln6m7eZM7OiOemQYwrBQAuyhQWbmztrLDYOsVh6SYvJFjg3J7uAZufmy75m5/p9zSY7wB5KmrVTFOWSbZyZXUiFodbW163ZaEpXbet0ugYuYLenwHf4SXDBnrsyfoqB4LvYF/pkz2d8QTPFhBTt+Mz51va2bW5uGcUsKChAoQsKSJSFuBblp4t2Vr6/cHbJ5kULOt5ZaH5hsdS/7GBWuiY+lIvNzyc9z8zMlXqWbll0ngXnT506Y5ynSBX2srS0ovEVA9rtVNyoKnsfq9dTDDjejwF3nThuFOO6+67jduL4UTsyPWlj4/VUPKqieIaNh1DaexJw319uOI+7y6dCKj40OjqSfGJiYiz9x2JiJDHB1S94tdsdo3hOKkq1um4U70GGmUEslPyzwgG7Ry72cwtnEz7Y/wxxUPbNAvwzZ+YSPmC1IEzXFGNbrZZYcmPuX9Xcl/GJh7WRajqX4pH0i55Dn++iUqQ5dFEp4wNt3D314+42zOYejJxQaMwRjTWi+F/0YyxddBVHiU344obsZE1+Sdw+K75nFecpMnBO7kXZiEh2AQbz2i/IXs4uLSuHrNjyypqtS9Yt+TW2yXPLgEfGcndDBuRBfnJUXbaAbuBrpCYsioqxoY8t5Sf6W15dTTFjXvwk3KWLufkFm0MfUP88PM1xrOtniEV9+8QeU5zTZ/pYE48U7YmKufBRk00Wwge+KrK3SgwWoD6/tONaVW2qRdWwmxiC7akB6bBL/FcOolDPoKgFfgBvZ2Qb2AjxEF/Bb06dnk1+xHls58zA5mRT+Nzl8J/DBpEX0n3cj7ynZIv0P6P9vHSEbspcvA28VpPM5IipqUmb1nMZRbnIHZwb1fNaTbLGIBmFgbufJ6u7W9A1cKkWhXKPfEtzDQpgHD06beQhdFstKubuiu/yrWbLGH9FNoJvgQW8pkKNwoTjM5KXIh+zkgXbm2OuIfnmZWeJJEfaS8ez0j/+CT7cC51WP6elY2S/V3GIeHTvqRkDz3ndw7gU28PO+WM34iP+do5siE1YIDt2Ir/El7AH7KPQuRjBzKwrvyLft/pyL6+s2kIqQiS7lUxzu2Rb6MuHLy3I7/A9YjW0rDnU2tqGYuiWNdUXfoVvpEIlJIYhOL6dm8jdEtbdvs8Ry8AozbmU+7YV19EvMbWQPSY/Zy9Cb5UYLYoo6iLN7gtVGk/zFXTQ0tyupbjOeHyGB8YyN/mHq98giooXUEV7qD+ebMgOYUv86BdzTuwZPuAHIvdvK+92ZYvunsYv5K9QhX2l5CeIFxcZjNvBNndPMtInsXSkVjOOYwzmTmG6rrWEE0Wv1tbWbUl+gF0Tk4gBs4P4jQ/Iv7H/3URBrlS4RnFjTX5ADMF3ia29Xtcu3Nwlp/RJ/CKvMAcm509Ojtu05hWTev/E+Yp8tSfcEm/Ke6vK+YvKY3PyzVnFH+apM+QQxZQZxVViE8S1lHfUbh6ed+ispc+KM1yf1ZyY9jPp/rkyvivOn9IzEjGfuAQRr+YVC/Dzjc1NayQf304xU+xdKN5Fn2lDnmUOPdB/WzqH0H1beQg53T3pCZsviop0VCnnFjrGB0JfX3aNN/jFVuGtJd9pyjbIxW35aRnTFNRo5JbsJ8guKzGU/FaLNJcrpLsYsC878ObuCQcwqMlWsQVyVV05b4y5yMiIEcvFRSoK2thqpjnNyupaOQeRjaLnOekZHac8JBuelw45D83Jfmal/xnlM/R/Wjk46V05ic/YP7rGR01bCCH5Js9xtVo1yRglY5CMUIzR4Le6I38lyeDBzXX/gHS454+7m7sbfaF/fJQCXFPyiSnl/gnNiXn/DA5VzQuC2mJL5JuN9U1bkc8upOfFBeVSPR/KH5AN+yYHz0neeeHB/Au/BoOSzhrnZ4XPrNrQfkb3YvOn5Av4AdjQV+pDvoQPrilOUMAPu8BWiF/M0TELu3ATrx7cQgwGZlXFNeSYkGxHjkwZc5JJycd7D2Q3N8PWGpqjMg/E7xYWl21O/M/IVxM/mkOc0TF8wTc04A95StnOzYO5dy7JOG+ljHOa/8/rmXou+f0p+fyHpPv/vPe0fUjzEfqlH+xgVXa1ofjTlC8ga4/3/DI+/VjeMgIZgYxARuDwEAjKFeTRMeV75oQp/42Ppe9ieQdB/qjEaEF5hXnTOTo8Hg67J3JGmgNqnk/eiCFoDlFNz+Xjeo82LvnI7xByk/+Z4yDjYfOS+8sIZAQyAhmBjEBGYGgEcsOMQEYgI5ARyAhkBDICGYGMQEYgI5ARyAhkBG5/BLKEGYEbhsDKyoo95znPseXl5aF5YJHdD33oQ/aa17zGHvnIR1pRFJe996677rJnPetZxmKCLHo4OTl52fa7L/7gD/6gsbjh7nNXevzSl770QMV8WDyYYll/+Id/aCwGOjIycsmho743/IRP+ISECfdw7yUb77pAIRpk5G8Wd52+7CHfS1JshnEu27B/8Qu/8Avt3//931MxLuTg/+H0L112h14f/OAH2wtf+EI7e/ZsWlyUc5e9adfFV73qVamI2a5T+fAWRoCFY1m49FIiYPMsOsvCqv/9v//3tCgqfnFhe85ReIi4Q0ygWN9B7Ap7JG5d2O9BPn/gFpYVAwAAEABJREFUAx9IManbvfjvSPfqh+Jaf/M3f2N/8Ad/YJ/6qZ962Zg3NjZmT37yk9PCsSwkfPz48b26vK3PsZg6f+N5KSEp7MYiuuDzBV/wBXbs2LE9mxJzH/WoR9mrX/3qlD/IPXs23OPkqVOn0n17XDrwKfLWfotL7+4UXyA+D5M7uG9qasqe+tSnpsWZuQf/4Px+BM4UCjtI/tivz3w9I5ARyAhkBK4LAnmQjEBGICOQEbgOCHz6p3+6ff7nf/6BR/r93//99Nw3MTFhPLu8853vTP9P78Ad3UI38J7pUuyGENL7IN7NfdZnfVb6P2mXast5nvl5jvvLv/zLVLhr2Of9//W//pe95S1voYsrJuTI78vMfvqnf9ou90w+PT1tX/mVX2kUsHr9619vr33ta433OB/7sR97HvZ8fuhDH3reuevxgcI9z3zmMxNfw4yXi3ENg9K1a3O5Yn74P++9l5aW0juaxzzmMXap99Kc570174p4p8K7lWG5Jk5z37Dt92pH/OC7A9617HV9r3P/83/+T+P9Ft978P3HXm045+72//1//5+94hWvsLm5OaPIEufvJJqfn7/sdzy8C/ut3/oto6jj933f9xnfSWA/F2Lk7naf+9zHvumbvim9R3vd615nB/muibhHMawL+z3oZ/R4kOKPyMI7cAq38U78Iz7iI8zdLzksuZTvmngnyljf+q3fesm2uy/wrvvrv/7rL4v17vb5+LogkAfJCGQEdiEQdh3nw4xARiAjkBHICGQEMgIZgYxARiAjcBshkEXJCGQEMgIZgeuNgLunL66LomI1FoQdqVm9Pmpj9bqxYFpdx7Va1YpKYeUi0WbmdtNvEivxGIKXxUaqhbHAXX10xOqjo5JPNFaXrCOSu2osjuoe0j35V0YgI5ARyAhcOQLEX3c3/kiK2FobqRqLjbMY5+TEuE1NThgLVFMMa3xszMpCTRVzM2t32sYC1evrG7a8spoWHl84u9RfTHvBZudEsyLt50R8ZhFqFuBeWFhS+5W0aDdFfwaLS/PFr3uwoigU/0dsYmLMjkxN2bGjU2mR7CPTU3ZkejLxNaa8wCKh8B1DMGRwhzPbY2PJ0V4qMNXt9sR7NxX84o+MkKFc0L5t3W7X6CEoH8UYlG+ieKkkSguuhmDuboe5Jc40LouZlwvOb6ciPy0WnU/FIdrW6XSNNbeDeAIbFoctNBeosAC7zoU+X+778+buaY5QVCopp9brI2kOMYG+pyYTzhQh4DMLsTKvoBiZwLN2u21bjaatb2za6uq69L5iLBA+L33OLywa+kXPZUGehVSgi8+JZAvJDubPpna0ZyF2inzRx/LSqvpbM+yB/htbDQODdrujobuiniGdSzfubvoRaW952wuBXt+m2tIZhSiwLRbz5z9gsW8LVxZz78ofsC8KwXCeBfVZ2H5tbcOWlpZtbuFsKpx2Zm7BWDiexfTRJ8UnIIrhDPSNfks6m3TMvfOyiwURRTIobrO0vCI9r5Z6Vuyg2Bs+CF9d8YxG8elatab5Xz0VB8TnjyoGHDs6bSeOH7MTx44aRXw4PzkxIftVbNKcsVatymcrdhB/GGDngwPtub9QDGIuOsYce3zcKDoEERvxixR7iopsMBg4sjg+hT8GhaBSLJTccxQB2ol/Cyk+zs8vGtexe/BYXVuzQQykeJpYkBzRKLYwqnlwXfN7/oNhVfNjsIkh7sjYs3Jz9/SMUFFMSG1itBgUF3Xefbd0tu8W1H4nPmj8MWFQFw+jwpgcAB9R/dMRcQub2djclF7XjMJAc8nHF8ocINmxmx06M6e4MG/YBIUUlldWki1gcxSDwQbodzeF4FYpKlaTTdTFw7hiP3ogRk0qR01IP/BWqA26Qx+tVisVJFoRtoyD7WGLZTEM8Sa9JD7nzlrKSYtLqaBa0odi27rkSXYp/1HmMOTFHrCBwXhV2UiMQTbQx1fK0E9iPfEsXdCmWi2s1MmutqnVrl/cKGIs/pCPQiPtTifFXHBptprW2GomO1lf37S1NeLvqsEvsmFPxNM5+eucZJqTfPgp/lnSQqmP2fm0n5OOktzK2dghOZyYnmKvYjzxAakKyTgC5uN1owAXfocfTikPg0XyBT2PImeMpT/skiodunvCyN2T3YJFTc+x6HFKOQc/Zo7BfAN9olvGLPr6pLAGsQkbSQUxVtYUm1akL803JO+sZJmTnUGzc6V82Ns5+ZH9rGLSguLZgnxwMdkpMWlpacWWZIMrq2up0OjG5lbKcS3lX/BX4il5t3MyuO8+tn03NZfcbjHEZAfYA7Y0Kp8a6y98vtuvZAapsAvyrkrPi+IRv5pXPJmVbikohnzQzJl5o1jHrPQ9N4gras99FFUkLhH7iSvgmCYSdmdv+BhxBv1iV+Qe9A01m9uaG24b/mdSXFScIxZC2G1FPs25EOTLikvm+2OJPxOTGKfZbKUiaa3tVtIxfgYvzO/c3eg7jSVfYizmnZwLGsvdzd3tardS/l6aV7YV3+ALfrCVRrOp+ee2rnXSMDEEg58BVYqK3tVUEp9BvOjHDro5faofcijz+HHFFvZ15ZrR0Voq+gS+4NLSHDgVvJQfUAQYH5iTr89CimX4wIDKODcvPz+r2LCsfFTOM/DpMpZLr5rvXMgvMsQYDNlq1ULPOTWDH+LREZ45jkyl2Deh5xHyIHyjF/wU/JqNVso1+Bw8EldSPJa/EmcTr4nfhTSXmiVGaT68c17XaIdsxHDuJyYT21f0bEWsZ25BPGjKftAX/mzawDKGoPgSkm0gi05f9mdgj/COzbeUK0s/aKd809HzRq9fuCwET7rmGYB4PKCK/CCEYBrUrvXW6/WSPRLHkL8pG20pPlN8qa0ciW/RBj7gCV1G8YeOSp/t26tkcXeaHYjc3GIIyQ9qmmMSq8l7zD+mpyZkG5Oag9aT3YCPaxx4aopHbA/9oUvyNDEavc8pXhOzoTnlr1L3S7LbpZTbyEdJ541GihNiQeMXehfafyeqnDyi53XyLnIit5uiu7DCv+EhKnZxvZBNo69BOwODAemeS/24u5q6xRiMPkaV58c0F8QPJifHk9w8KzIvGNf7gRFdJ064u/TVVRxpab6yaSuaT11UVE8yg0Mi+XHayw9mld9mdW0ekv/gR/jDkp5FyjlKmaeTL8hueW7pyqdL/fdMHJuGN/P0Y3ttuqTLbkENIWwE3sc1r2Qekt55aH4zOTmZnj+IBVxHt7xfZ7xt6ZaCgat6hoGvRfEHr8yp0Occ+pU8KTZpT2wibw+en7he0lnNPxf785HlpHv6WxVmvFshhzc0H8PeO/ilmbn7DsF/CP3P5pa3jMC1QSD3mhG4MxFwD0aOqNWqKf+SJ+rKFXXlYIjcUO3nWGKxaVOI1u+b/EfpQj8WQrAKz/maTzCvGVcuZ19nPj4yYshd6HrUfMKdOyxvGYGMQEYgI5ARyAhkBDICGYGMwG2NQBYuI5ARyAhkBDICGYGMQEYgI5ARyAhkBO40BPhbi+c///k27EKT9Xrd3vjGN9qv//qv24d92IcdGK5RfQ/FQoUsqvnoRz96qPs3NzftaU97ms3NzQ3V/lKNGPPHfuzHLnX5vPN8j/bCF77QWDz4QQ960HnXhvnAPW9/+9vTwpDDtAfPP/7jPx6maWrz/ve/3ygQkz7s8+sHfuAH7A1veIN95Ed+ZL/lle3QHYuL/tM//VNaEHOYXv70T//UaD9M29zm1kWA75Rf9KIXJX95xCMeYe7Df7c8sKs///M/t/vd735DgfCe97zH/uEf/mGotns14u8lf+RHfiQVqdvr+oXnKJT07ne/2x7ykIccSDa+Z2chYQqZfcmXfMmF3d6Rn1lcl0XcX/ayl9k999xzIAzIOSwUTmwmRg9z8+/+7u8aiz4P0/ZSbcgd3//933+py+edhy/4u9Lcgc089rGPTYvmDmsz5II3velN5/GRP2QEMgIZgYxARiAjkBHICGQESgTu7N88b/7QD/2QTU9PXxEQFAWieMojH/lIq1ar9jmf8zmpQNDs7OwV9Xcr3gR2f/AHf2C8D+LZ/yAy8HzzjGc8w/7v//2/Q+mg2+3a937v99rZs2cPMsx5bfP7shIO3veWR+f/5v/Hve51r7OFhQX7pV/6pfS+lWJWX/VVX2UveclL7H3ve1+6RtEY2vJcerkiQ+f3fjif+L+yFOPiWXeYHr/6q7/aXvWqV9nU1NQwzXOb64jAp3zKp9i//uu/2nOf+9wDFUyCxcG79W//9m/n41DE+2/e+Q3VeI9Gf/3Xf228L9zj0kWnjh8/nr5P4b372NjYRdcvd+LYsWPJZvmOhe9aLtf2Trn2nd/5neld7xOe8AQjdwwrN22/4iu+wv7u7/7OPvmTP3mo206dOmV/8Rd/MVTbSzUixlJEkneGl2qz+zy84QvkUuYmu68Nc4zNUGhxWJtZXl42in6trKwM031ukxHICGQErisC4bqOdqcNluXNCGQEMgIZgYxARiAjkBHICGQEMgIZgYxARuD2RyBLuIOAu1sIbjFEY2HVoloYiwLXR0dsnAW9RfXRUavVWPg9WoghLTbq5sbGy34WfOb4hlLPLPEiJiSSubsF5IrRWNAuLXQ7NpoWQ67XR21ktGa1atWKoi9XCLrH8pYRyAhkBDICh4SAu1tUDGYxbRbfrCuvTE2OG4U37jp53O6+64SdPHHMjh07YkePTNvExIQRq1ngu9vtWau5bSwezuLxLCg/21+AmkIRMzNzNjM7Z5xjkW0KS9Buc3MrFVwybUVRSQW4WOSbMU6eOG53nTyhcU/aPfecSMecn5qcsLF63Wq1mnJCJfHs7uph/x/yDrx2u12jiAx/qNNotoyCQCzu3Wq1rN3pKE32zFNOCqnwQFEpyrEq0aLODzea7bvBz4C6wnDAU1N8NBqttJh5q7WdikNwTYwpp4fES5HyIfKLlBMDfInMhuPO1SyEUM4l1BfFfiY1hzh6ZEp6Pi7cwfy4jo+VxY90flI6rysn1zT34F4KAjTFJ4uGo8/FxSWjyA7FBs6cmbOkd+n+9MysndZ+ZnY+FXSak22w+DyL0y8vr9rq6lqynUazaSyujpwsfjsqG5ycGLfjR4/I7o7akekp2d247IR5TlU4FNJHNHcJY3nbjQB21el000L+Tdn4gEp7aqfz/KFRItk8e+xuq9EwCghQWGJxednmFhZtRro8dXrWTp0+Y/cmmrF7T51Jnzl3Kul3ttT3GXS8YLPzC7r3rC2cXSwLDCyvSM/rSc+MQYGwHT2P1NIcdmpqUno+Yif78eaeu0/I90/afe5zl93nnpN2j2LQXbp24vhRIy4RC0Y152UuHGOwIHt2990wHPh4cLe7WyF/H9Hcs14fMQoPUXTgiGIf4x8/dtSmsUf5DLGyqvjl7tZud3aKFOITxDri3hnFv1S8TLbPZ3BZXllLhe3QDf5fqI8xxbaj09OWxpDdJ9vXmBR9GJOsVfkqPHYVw860sFwAABAASURBVCiuA2lCneR0dwsxWBTfxOUYwhX7RtC9hcYixifZlQvg4Yh0hNwULRgbq1tNuqtovF7PFK+2kzyL0vX8/KIh54zkPnWe7ZxJtnP69JxiwYItLCzZ0tKqra2vpzhMkQNksws295Bica1WNXTOM8/01ESyA/LSiRNHU17CJsbG9NygdshA3CSWUsBqeWU12eLc/FmNPZ8Ko6RCcrJV4tHS0ooRy5J9ttuKLUFjjRiykntOHD+S9JLGOjptLFpdVSw0bW35UEf+Rkzs6rireO7uFmNMhSxohz2FEM3d7eLNzRW/g3CP3FOpWK2/ODb4TygOgveobHFE5ytFJXWxY28bm4bPIgMFDucpUiVbO6OYe1r+S/w9fWbWOJ6Rj1IUApkp+gIuFOHC/4kbxN4RxV7GPSIbxxbvlt/dRT6G5Icnjh+zI7IFeKrKR+A5xmBBMrgn1vb85V5epC2YjPbHwfcp9HVCvn1XGuu4nRDezDWmpecJ2VqSW7hga+Ru8vbq2oYtSm8LilOlXhdSvCLnzEjuGWITe9Hs3LzNzSkmyebOLi3bsvxvbX3DBvOQrnwqhGA1yVNXnhufGLOpyUkri3NM2YQ+1/HBamEV2XyUntx9TzkvPukpd8cY0r019TEmX8dejx+btjKeTJZjSMdVXXdXPJEtYY/Y5ZJyJXEj6VQ+dS90asY+JLpXhMxn5G9z0jsFTFbIq5pj4VPJLiUf+pWr2h2/CQT0jf9Q8IkYjP03NAeByJNtYU9sHegMv0Dvgz3ng3Q0jAWAezlW25oaA502lJdbmuthy8SpnhJikP1ViooRe6NsLMRoHjzFDHeX2iDtrvanLz/jUoippXlmU/w0Gk1jLtzUnvPkF3iK4qMifkqqGPsYgwXxZnZwnrgPG68rVuMD+NiR6UmbhhRXJpVv6ooN4ED/HcVjMGOuiG3PKWaf6ce2U8xJZP+n0pxEMU4+P6MYRwxclJ+vrq2nOQ14b293DJnsgs3dzT1YDNGi5IQ38u2knjeYa5xQvDuZqJwTH1dsgudJxeW6YkW1VpjrfvAEQ+LpyuqqEV955qEQD7lwRnHotObCiXQ8Iz6Rg1wJv8wXiOGrqyXP6CTZofjF7lI+1pjEyynFpknxBw/kQ64VytkhBHN33WE7e+tv2CHU7XU1V2kbtt+QPcJzU/rnc1tYI0dXOYzbXHLFECzEYDEViatYoTgcQ1RMc3MaXWOCZ3gilqHHLdkn+6bsdsBzl8QgPoJsMsZo51OwEIK5Xxm33BZiMHRQFBUb0bwHzI/IVo8rZ50UMUfAJpgvjI/Xrdafg1DYD155Pl7ux3BiNDpH9xDHxPZS92tGoSdiNjKMyQ/wEXIhc4/BPBhfwfYqslcJplDVS4Vh0V9b81CFkyQz8YR5I7wjQ5Aw7m7lPxtqc3fNv6IVsq8ku3LXtOyP+Slzg8H7AfIYc2TsEt6KgnmK8pj4aWw10hwFn8TWwQDZZwb+oP2MfOKMcthgfoKvg8ma/AFMiJXYJXIgU135mLnRlOLFmHga+ADF48AuBDexvqeM5fnyepRuk8/Ll+H9iOY9xzT/PiG9pvmI3kdwjA54Dhjol3l2T37SarWTzog1i4srhs/Paa7B/BKZZhSTyrnX3Lk5mPL0nOaiC5qPLC4u27LyNXkeOYnH2Dz9J7w1/5nU/GNK/n6kHyOZnzF/KqSTKL8EE5e8lxR4TxTyyYxARiAjkBG4HALkihiC8n9MxWLJ7aOaA9SVL8YUmyE+V4uqxRgtKA67l7nFtBHLycc6vLE/mvcnXsSFuNP8LViIUXJV0nxlVPl0XO+0xjV/QbYRvWsgLzJ3iEFt+3Lp9mv/k0fICGQEMgIZgYxARiAjkBHICGQEMgIZgYxARuD2RyBLmBHICGQEMgIZgYxARiAjcNMgwEKTP/mTPzkUPxTLoWjOF37hF5q7D3XPpRpRWIUFBFk09VJtdp9nccMXv/jF6W9jdp8f9rjdbqcFNVlwdr97+DsMir6w+CvfAe7X/lLX+Q4Onr/hG77hUk12zne7XXvBC15gLPa8c/IyB6997WttZmbmMi3KS4zNYsbIVJ65+t8f/dEfbRS5+ZiP+Zh9O9vc3DQKGe3bMDe4ZRFgAVqKz7HI9tX4y8Me9rBUOG56enpfLPDn3/u939u33aUaUCzp//yf/3Opy+edZ2HdV77ylTZ2wMV1d3dy9OjRtGg7hQV3n78jjncJ+dmf/dmp0BS63nX6QIfYGLb2v//3/x7qvr/927818sdQjfdoxN8q/uAP/qANkzuwXRaqv9rcARvYzK/8yq/Yd3zHd/DxskT+wE7n5uYu2y5fzAhkBDICGYGMQEYgI5ARyAjciQg89KEPtZ/7uZ+zEMJVic+8+w//8A/ta77ma+zuu++28fFxo5AR72fuvfde4/+6XdUAN+HNPOPw/ucxj3nMVXHH/Twr0d9+Hb3rXe8y3snt1+5S19FHfl+2Nzo8k//Hf/yHfcVXfEX6Pw97tzKj8AtFY06fPm3PfvazL9Xs4vOHcIZncJ75f/Znf3ao3niv/PKXv/yq3tkMNVBudGAEvumbvikVrPqIj/iIA987uIF36xSH4/324Nzl9nxv8Z//+Z+Xa3LJa9geY/Eu+5KN+hce8IAH2J/8yZ/YZ33WZ/XPHHzn7sZ3LG9+85ttmNh48BFujTv4zuLXfu3X7Cd+4icMfV8p19jZG97wBhvm+wrG+M3f/M30f+o5vhL6sz/7M3vZy1421K3EqT/+4z82eBzqhks0ci9tBjvne7pLNNs5/da3vtV++Zd/eedzPsgIZAQyAjcLAlf3VHazSJH5yAhkBDICdzgCWfyMQEYgI5ARyAhkBDICGYGMQEYgI3CzIOAh6IvPYCw2ymKkI7WajdZH9WX+mI2P1fXlw4hVq9W0uFoMwWjvbtZfp9Z6+seP3aiNxeAuYMDd0x83VCpRvBdpoduxej3JUx8dMRZYZfE75EXuECWX7rG8ZQQOGYHcXUbgTkXA3VNu4cvsmnJIXXmFhamPHT1id508ZucW3D5i5YLb4yk2x0rFet2uNVuttOh9WnB8YdFm5xaMxajPzM7bzJmSWHx6XtdSIaaVVeMPFba32ykjsGg4uWxqYsJY5JsxWQibxcfvufukxj9u8MJi2PBGToBX/pONu9swG3mw1+safwzXbnfSYvTNZtMoQLDVaBiLYHc64kcN3V15KSqXRisKFqAvjMWxA3lV1+yQtp7Ggjriq+SpbY1mKxVtaDa3E0/brba+6O8Ip554CsZi+ORD+Koob6ac2OdrWNbc3biPnEpfo6M1m5gYN4qiJNyFOfsTx48ZC86zEDkL/4+NjipPVy0Et06nm/hkEfFl6RO9ol8KD82cKRcePz0za6dmdKw957AJbIMFy9Ni68srtrK6ZhQwoAhEu902tiJWkn1hg0ePHbHjIhagZxFy5gXYKPLHmOcDtseWbKrTMfyrJXtqyM5b8tHWdsta29vp/LawbssPOiL2zda2fKGZ/DgtLL9ULiw/I/89NXPGKHwB3UsBjD6dkl5Pn54tC65J5/g7NCf/R8csNo9dLEnPq2tr6nvTKP7A2D1ZNPY7MjKS5rAUMjh2dNruOnHM8Pl77jlp95Ed3veeu+w+orvvOqlYdDwVicNOsUdiAfYbY5RNhqv+D99A6foVQpDvV6ymOXZdNj8+PmYUwTh2dEq2eDT5BAvj4zOjmqcWRWHc1xHmyFcWgFpLBaAoTgYms3PzKS4SBxfOLhk+Q5EG/J2YxKLHY5rHUxTvxDGNIZsHD2RlbGRlHNNGe+Iueta02kz+7PLJxLewiP24wGd3OLMDbfRVFBUjLoyP1w0/pBgAPojcHPPMMSJ8onwVPrCz9Y0No4ACcQA/P5NsZzYVcqNgyr2nzqRj4gJ4LJxdtGXZxtrahm1tNmSbrRSf7YLN3a0imfB78GbsqcnJVITrxPGjdkJxCtwGfKG3GEIZoxpNxZcNSwXSFpdtTrZJgZRBLOLzgvLSkmIYBZrIB23pEZsC8+npCen8iIhxoGPKRdM2IVyq1UJWbBqn06eu9l3rKZ67u9EH9gmh3xCDoSu7YFNTC/oVdZ08U8iewJbxsbHJ8fGdZyLOF8LCzA0+sbcNCnIpji4vrxpFXeZTQbSzqfDYjPwSvGcUhzmmMAzyoyOKY2CH69Ib+oPvIkZjcfEJ2Tz6PiF8yQUU3rjrruMGnZCPTk9PGfYKBlH3BOHtfmlbcy+vubvRFkySLhlnaiLpklwzGOvEsRJn4sK42ozI1sDGhDjxY2uraWtr66W9yY5m58/Kv8q5BrKeJjYhs/ZnhAFFPubUJsktO0Bu9E1hr6ZiY7fbk76CfL5qY/VR6RefL/k6Mj1p6GG0rmfsoqp2lSRDCG7ubvttNKFtjCHZcVVzLArHMZ85pjkWxVzAcyemya6CbuooRqNf+ES32Oms5lTIthOL7y0LJHJuRtfAgdxKXkU24j1xqaN8TcyQcdqdvvU07wKPtvClyE9Lua+pPFlSM81nwQycYojSWUV0bh8H9h729mfu203leB1jHOI9Om0qJzc1LrbcVryhjas/5ndFwXgV2VlMdubu6s5la9odwg9jdTVvZ9yW5uBN2T+yNzQP3tpqpBzdbm8b9hKCJ9mRuVKJaf4ZtY8hGPy6H5yhGELfz+oprx5RLClp0qYHvpbyaiXJDJ8N+TvzEuYT2Dg5lUI3p07N2inlFfyhpNkU9/AVctEaxXw2N9NcFX0j014cB8kZQkjzfPyT2DvVnxMTA08oxxD3Tir2EZvgF38d0/sq2gfd35GPNcg365vKN2tG4b+5BcWl2YXEE/H39JlZzZdm9VwkPhWXkGN2fsHmlYMWFJeWFMPx3Q3x3JCNwLNpwy5GhAlxiJhI7JicnEi5OcVHzeGJxcig5sLN2e0QOucD+55iHfaN7Tdl91saBxvgj8ixR65hH8Rad082uFv/5LIYQzrvfv44dg02eG4L22SrwheM8Z+W7Bae25rDlvxa4inKP3dTCPDqF2EyLKvubjEEw+6Lfm4eV/7HVilChV0c13zt6PS07HlCuXpM9l3TPW4U1gJjnnHIOQsLS8pTZ418lOZIxGzNSRY0J1zSXGgFe93aSvMI8l1duYh5DfMbCn/dffcJ4/kY++MaujBt3aTTrg30B2bIjd3AM+1iiMJAfmtgoZuG/HF3Q3bsfHSkZuR97O/YsWljPnDPXSfspN4TJAyOTMkmx43cXq0U5i4M9Fy9Jb2Rx5hzYOuzysXYPoWqUu7CFzRfPCMCF4p2LZ5dNjDB7zeZHypeUngthpCeQ5EfH5zUewPmhLwvxgeIUzEEjR3MzO1Sm1jTJU82g2zM9Sfl82B7TM8iJ08ctTTvOXk8zf8ouIYuGGtE85EYg4EzNkjcJNYM5GOuQa4mJyPjjOQ7zXxE+zOzc+n9CG0WNHfhnpXVVVvTPIzFleiPfqPseID3hOaAjA1v+P+45kTpZXp7AAAQAElEQVRJXtkj7WIIFiTQpaW1vGUEMgIZgYzAARFw95QjyKGFns1qtaq+qxwx8s/Y2JjxvDiivJhyj2J28GDu/UicXtCYnlp1oB+7UZvG7okLhtfjj/gz8+Cao4Q0p6/pmZScPS55IHIhOS7NHSRTVK5z5RjLW0YgI5ARuM0QyOJkBDICGYGMQEYgI5ARyAhkBDICGYGMQEYgI3D7I5AlzAhkBDICGYHLI8DfJgy70OT09HQqlvOQhzzk8p0e4Crft7FoKosSDnMbbf/pn/5pmKYXtWFB39/4jd+46PyFJ4K+F2Ohwi/5ki+58NIVfeY7NwrHDFOA5m1ve5tRPGa/gWZnZ+1Xf/VX92tmD3zgA+25z32uwcO+jQ/Y4P73v3/qe5jbwH6YdrnNrYcAcYHFuT/lUz7lUJh/+MMfbvjLMJ2x+Oj6+vowTc9rQ9yjUB5/c3jehT0+sODvYRW0Gx0dNca9U4tyPfrRjzYW2D169OgeSB/slLvb05/+dHv84x+/743tdtuwlX0bXqIBi9e+4Q1vuMTVc6fJHSzyz0Lz585e3RGxG3/ADvfriaJjv/iLv7hfs3w9I3BbI5CFywhkBDICGYGMQEYgI3ApBHjHw9z6Utev5PzGxob9+q//eirQRWEM/i/SIx7xiFRUhPk5z55X0u/Ncs/gGedRj3rUobDE8z7PTPS7X4cvetGLjHdf+7W78Dr35PdlF6JSfr6SZ3Le205OTpYdXIff+Mz3fM/3GO9/hxmO98m0hc9h2uc21w8B3mPwDox3YVc7Ku9GfuRHfsQe/OAH79vVmTNn7B//8R/3bbdXg3e84x32xje+ca9L553jXSjfHXzcx33ceeev9AMxlner9Hulfdyq95EPwPJJT3qSuff//9WQwuzVjO8rXvKSlxj97nV997l3v/vdV5Rn6IP/8/ujP/qjNsy7ZWLvz/zMz9hhxim+n+Nd5TA284IXvMA+9KEPwXamjEBGICNw0yAQbhpOMiMZgYxARiAjkBHICGQEMgI3OwKZv4xARiAjkBHICGQEMgKXRcDdLYhijMZio9WisNpINS0INz5Wt/HxutVHR6xWqxoLsIYQU3t3t7QUHCuwlUf6fWN+zi0GpyPx4+7pS5MQgkXJVa0WVi4+OqovGyRPfdRY5C7JJHmRO4aQ7rkxEuRRMwIZgYzA7YeAu6cYXBSVlEPq9RFjYepjR6ctFci463gqhMPi4ywMPjkxoVg9khavZyFwinlsbJSL0LPANAtqn5mdNxbXZiFq9pxbWFi0VCxiZdU2NreMP5oxbeQs8hcLzB87dkRjHTcW+qYQ2D13n9TxCTt2bNqmJiesPjYqHmtWKCeQN9xdPVz+R+nGWMgbXjuDQgSttjWaLdvcahiLabMgfbvdIV2m3BlD2Mm1VeHC4ujkKtt/ONtv65mlpVF7asjC290+TxTfYvF2+OLL+VZr21JBDfGFDIxfVAojVxaVStIZ55gbQO5u7q5eL//j7hZDSPKBIwt7s9A/hbdKfZ8wFiI/eeKYscj6kemptMh6XTmZsRmz2+kIv6atr2/Y8vKqLS4uG4uoo+eZM/M2c2bOWIicxdbLhchlD7IJFmJnQfazZ5fTfaura4btNJpNG+BfqUQb1XxmcmLcjssGsbtp8QCPo+KhVqsdSP92h23YVEf6ae8qttGUrWNP+Fy73U5Yt2kjYhH/VqtljUZDfrlpq6vrZaEb+St6vPf0bCqklAoqnTqTjsviF2fslK5RlIt2EPqfnTsrW1g0YgH+TpEJFtVPetYY8IAD4FMj0iVzWBaZP3ZUvn/yuA38/j4U5brnLqMw1z2pEMFxo/gB7YgV9dHRHTvAJt19KPvfzxzwJRZfrmk+jc2n4kSKPRQjPHH8qA18gvN12WlVscjdE6aNRtPWNzasLAC1VBaAkt0TD2fnFtJncOH6umJmQ3aP/+PP47JtfO348SNpDOSkINf01ISx6HNRVEwCWrfbM+IZeu4BpJlOu8WoubR8B1xjuPK5MgtKI1OKC+NjirvjRlEwdAR/FGMY03NHTbqraDz4aCpWbaxvpgIK5+LAnJ2eOWPJbk6fSYVTOD49M2tgsdAvQkFhpVQ8SDEZueyCLQRXrKpYFX0Ib3AHE7A5efyYnZROOIYvbGlE7UIIqRhG0gcxamUtFasi/lA0cFAQYxZbPbuoWLRiaxQGUz6gEBJYEoOmpyeTLpJONM7JE0dT8ahx4VLTM4sJf3xthxTL0Y8UIn1EK9SmqFatUlQsBnRygXD9j+6e/vAr6lkIPY8I24HtTUyMGXjDT03PfVw3t2RvFLrAjlYoTrW8YguLSza3cDbZGTY3MyMd9GMxxzOKzcg+L9+muM3ADpvyf/RYkT4HeqcAxQnJTE4gH99114nkmyeEAbjAE/kAnsHb3c3d7VKbu6frIUTjPnwHXWJbx45OGWPdrbnGXaIT8gHmGlybGK/b6EjNoniDR+Iaf8RGTKGYBbLMzS9YkjfJOmulrLOyv7mUiyhCNjd/1piDkKuS3NI38xBiX1d6g69arWr1et0mpF/mG2CAzfN5VPEGvsEoRnQZbLgNuYP0GzVnqmj+UrUx+Tr9H9N8p4wnk0Z+Q+eM4e5GfKYQEXa5vCLdyl+Q8bT855T8CV/60KkZgyiOyLU54YBfkVc3NcdqyS+xTeTDt5hzDMfz7dsKGwKPtuZVzK+ayo0DajRaNsAMBIL0XMjuyAfofbBH/0E6chrtQ4yHDsh7xCN8lvFa8jnOcY04HoIb/RfKJ+xjCLKZkHzGnZGgfQYb4jJjIX9H8m+3ty1h0GpaQ7loS/m5IaKYJ/bi7oasO7IXUTxGnYtpnmzmdtAtSK6qYuKgKF3pY5NGTCGuTyreERvIQe7yA/EJX2uKccwnsHGK3TC/HPgBewjfOKMYQEwoi/lofik/QDbmOch0Ib/ubu4umYIolrFJ/skc49iRIykuEfOI/SdPHE8FOYlNk5qf4q81yeKSCT0yTsr/mtcSZyhMSuw5o7g7I76YC8Mje4r1QIMchGzwTCzf2NiypuwSGzVt5I9R5T7GJM/B29TkeHpOI+cRs7GbGEKSRbdc9IMdchLd0y96b0jnDc1ZmhqrpVhBbEUO2vLM4e7JBmOMil3RmKck29Rn9GjXYYMXbLXkt2Vb4pdnpKb4pUgXcRKZzG2HV/jdTe4lLu5+YI7d3ZC1IpnBeES5aHxszJgPnTh2NM0/mKthx9OaJ44rX40oj4SoOUinKz0yJ9y0VJBLMTzZr+aCxGsoFQXVHATdr66tpedRdBAVd7CvaemZ+c0JzXUofkU+xle4RhvTljDqdgy9Qvh4UDwpiormIBWrqK8ofjjnDga7SR1c5sfdk+6r1cJK2etJ9uOar9998oTdrXnBST0rksuYI0/q/UBduZKxdWviqaGYgv8uUuhXcw9kRvYZ5id9wj9Kf1iw+fnF9K5geWk1PY+Q79E/xeRCCKWPaoxJ+eCUMB+TPkakF3g8Z59ujH8Z0dJ1+qtJNvCcFNboEX2CN1hDJ5SneT5G54zFPCHGmObh8EWuZT6ylJ6DF9P8lqKvyEScOq2cPTieOTOfrs8JB3L14tKynhfWbF3zVN5H4IfoE50h07jm2sRE/J65CDxMSN7k8+IbuwwhSpYgUV2UfzICGYGMQEbgMBBwd80LQ8qhzEmJ/aOjNX3nOmrE5rri88jIiPJsoXZRcwVXLBaZ6+2AMjETKbN0rN0N+REXaVzyCgfubrznCcql5BlkImczdxnXs2+9PmI18mkxmDtILt3j7pa3jEBGICOQEcgIZAQyAhmBAyOQb8gIZAQyAhmBjEBGICOQEcgIZAQyAhmBjEBG4PZH4JaVkIUHh1loku+VWDSXxXMPW1j+/oJFCT/t0z5t364XFhbsZS97mQ2+99r3hn4D2v/SL/2StVqt/plL757znOcYCzVfusXBrxw7dsxYpBEcL3c3/LEI5eXacO1v/uZv7F/+5V84vCxRSOjDPuzDLtvmai4+7nGPswc96EH7dvGBD3zANjY29m13Mzf47u/+bnP3m5o+4zM+w9avoEDV1eD+fd/3fXbYcYFFWIcpYPdv//Zvtry8fGD2h417LJj6vOc9z4qiOPAYl7phdHTUKII4jHyX6uNWPD89PW1gOTU1dWjsg+WznvUsq1ar+/b593//9wfOG3TK3yq+8IUvHOpeFvc/7NwBD9gf2GGPfL4cvepVr7rixYQv12++lhHICGQEMgIZgYzAeQjkDxmBjMAtiIC723d913fZ85///GvGPf+X7a/+6q/s2c9+tn38x3+88bflFOiiGMYH9F6Ed1PXbPBr0DEFcA77GYf+nv70p+/L7fve9z5729vetm+7Cxvk92UXIlJ+vueee1KRq8N8Ji97Przf/J9q3p3iL8P0ejMU43r7299uExMTN/W7Qt67v+c97xkG0kNr88AHPtCe+9znHur7tJMnTxrvZodh8koKcrXbbXvpS1+673cHvNu/Ft+RUJSLAmbDyHc7tfnGb/xGe8ITnnCoIvF+/IlPfOK+fc7N/f/ZexMAScry/v953urq7qo+pueenZmdBQUFPDjkjJG/hEtBMUEJRlEw4PEzIomKKF7RoFFMogEJeGBAMQZQQMGDKxKNcqp4sILc13ILyLEIy+7/+b7VPTs7O9PVPdM909P7LXi3qqveet/n+bxXdT3Tz3O/rFq1KjXfTBkw9i+66KKZLm1wbsstt5RTTz1V2jH34n08+iL65AaVTvuA9+eN2P+m3caPJEACJNBWAq6tpbNwEiABEiABEiABEiABEphKgMckQAIkQAIkQAJdT0A1+cN+vDAPMoHkslmJ83kfjAvOwguFSKIITtSykoWTTsujqoINBnwkHC9mmiqDqkrgnARBIHByl8/lpOAdoRfNMFmw40jyuazAAXAQOHGWVzXRR7iRAAmQAAm0hABmVWdza+Bc4ng7DP1aUizG3vE2HFH391UEDrcH+vt8gBI4rYYj7FLJ5upCLHAOnfPzdejLgJNoP28Hzs/x+AxH2fihCPJhrSrYfWW7v6enLCgP5Q8O9MngQL/V0SdwQg4H1D3lond8mo9yfq3I2Nrmy3YqJrY0sikyVf9RVZPJCcrJhhmZKk/R5CmVrD7THesR5MzZ2gS5A1urVH0h0spNRf36FpheqCdnazscccdx5PVGO8DxK4J44BxYZy1PbW1UVREkaXxT1aROa5+MMUB9vj2MNZj39fVaG/T6thi0NoHzdQQhwLWecsmeOwrJGm3PILlc6J85IA/aOXDW5tXksA/ss09B0jcyGQmzGX8P2Eb5nHhnsNYfwL6nXBbU0w8ZfF/olYqdA4O8b4uML8dZ2SIq3GYmgOctOLDHVfTdLMa1tRf6EJ4XwRPPjkgFe/aKrb+hb+WsPbLZUDLWTi5w1k900nmvM+au2nf8MT4HyBPYmEJydl9gKSOh9SvUibJyuazgD0ujKBL0M8wbk+PeC87PawAAEABJREFU2rk29hHwYnio3/c7zDX9Nu9gboAz+jLGpfWRCM+5Vh7KD6xuVRXVJEkLNlWVwDnfx0Jjhj4HmdHv+0yegf5egVyYF3srFR9IpGxjomRzBhhiLOUwPu3ewMZ0EASSsT3GBpiGmdD6flYim88Kxr1YLAjur1TKvtx+4wGd8bnHxmOpuH4+ik33OM4nDHFfqZQE5bBjcIGs2WrbBVU20uSmqhKYzFmTP2fjLY4jKVn5aIN+07/f5EvmgrL02LhEu6A/5U023BOGGdM348twxnFqChz6ipPAJWnqNatWZt7U+qCbbI+c9c+CcQMbcELfgUz9vRUfLAvnenx7FCQ2Vuh3OesvCRdri8DqnmyPQGrtgXaLTddCwdrD+hoCH/gyTV/MR/hc9rwLnkfB+mLB5MC8jGOMJ5+sH+B8bGVhPOWt7tBYgqmqyvRNVb1+gQuMWyA5az/cWzYZoAv6HPoaEuTAuME11IV80C9v7ZS1Puf527jNVPVz0NWZvkhBkHC3a2GYsT4YStZkizxPtHFRUDbqQJ2Y8wcx/9r8D74477kaH/S1nMkZWJnOaVPjD/lxH8YC2gWMilYmyoaOGPfrU6+NiV6/HlTQpsYErBO97XnAZIAuKCsToM9B18DzdC5I9DUZMfZCcLF2CO2erPHy7W19tmBtWLJ1H/VDR9+3e3uSOu3ZpGz1os58Lmvtk/FlqzpRVRFBkrobsiFBb6TQ+KPNUGel0uOfc8Ab9SL19vTYfFC0tT/pv2ifrLUt9AxMF+ecJElFVe3YktbOOQkCJ25KnuQ4yavCzaDZ/2qMVALnrE0Dwdzg+4ON2aKNayS0OfaxfUYb5NAGmYwE1TZQ6/dWkDSyqaplVUFbZKz9Q+uHtfpQDwKsYI5Fnyja/BHZ2pC1fhq4pJ+p4n5pyaZWihUn6sTWdZXAuck5EHrGceTXF+gOmYo29+Mc+j9kwjgKgqSPqUrTm1rFKCNnYxBzJ+rAGMPY66+uL5j3sN6Ubbz7+u25Afkxv2EsB9YGgYMMKs7aAWU6h8/rU+CcJPkC09NZUlGZeVNVUVUry/l1BnpijgODss35FRuT/dXgXEODffZs3CdYdzBfVWzd7pkiJ8Z2zvpK1tovmZcCL4cLnATO+ToSuZxgD32QD/mRwBl1x6Yz6sf6Pzk31fjYvFFGneibNoflrD6Uoeqk3oZnQn9dRVTVJ8iQNVkj63NF63toD9SLY/TNpO1zNkayfqwEzomzpJrcLwuxqYj9L6oqgXPWXzP+/WBsuhcKkf8+Arnx/QFy43w2F3p5IavzfQQlyJw2VfU6B4GTTJgRjF2wKdvzGfot+oHvu/b9uN+eF9AnyrZuFKtjB2tcztoI/d6vUzYHoN2DIBCk0OaDbDaUnI0JtD34r2/z3snnmoq1O9bostVbtDUT4ye2foI2Ktg6Bpl8wnE14Xreyg1NbuecZ2jq2F58kpRNVRPd7V70saytg7FxB+uK9f3+ap9M1uxeGxuQt0dwrdZH4zjyzPz4NTkC0x96uyDpS4HtA+c8C3CBrGGVCWQHk4LpU7J1umxcwQbzQwXrsx8HSflhJvSyuibaG3mDIJDQ5EJdsfFEX6r0lGxtTvTpt3bF8xDGPPRFm0MG5ANvyIe2C60NUQ44ZWo6OSfOjpEC59braAwyVifuyeWyng/KQX+Gnj32bN1n3y/Qt3pt32u6Quey6RuDp92DvuSqulozNdSewo0ESIAESKBhAqoqzmHudhLadwDM17HNwSVbj/B8hnUYa0fW5nOsJYFzG8zFk89dsngbZEBCaDBVJxlbf/DMAbn9umP64JmiOPlMGfo80FtVRVWFGwmQAAmQAAmQAAmQwCIRYLUkQAIkQAIkQAIkQAIkQAIkQAIkQALdT2ARNITtqNEgVXCWC6e57RKzp6fHB2uJ4zi1ijPPPFNWrlyZmm9qBjg+Pu+886aemvEYQXL+/u//vi22sUadQV5++eXy8MMPzyhf7eT3v//91AAxW221ley99961W9qyHxgYkEaCxMCpKfpbW4RgoYtGAOPlsMMOa3n9/f390ojjVIyT++67r6n60Q8bmfcwF8ERNOampipoIDP0g4Np/B14A9m7Isu73vUu2W677Vquy/bbby+77bZbarl33333nIICNupg91WvepVgnVRtz99VoB9+7GMf83+3W0/ZuTqtr1cmr5EACZAACZAACbSBAIskARJYFAKqKu95z3sEgSnwna/dQtQCdL3vfe+TzTff3P9G7PWvf7388Ic/lKeeeqrd1c+rfHzfR6AU1dZ+x1FVee973ytbbLFFqnynnXaarF69OjXf1Ax8XzaVxvrjo446qiHm6+9Y2KNnn33WB8v7+Mc/3lDFhx9+uHzpS1+SQqHQUH5mWlgCH/rQh2R8fLzlle6xxx6yYsWK1HJvuOGG1DzTM+B9Cubm6eenf37zm98sBxxwwPTTLfl88MEHy0EHHdSSspZCIQgUiPUAv7ttpbxhGAoC9qWVifXl3nvvTcu20XXc9/nPf17wjnmji1NO4DdYJ510UkN9dsptTR2iLzbyDv2MM86QRx99tKmymZkESKCFBFjURgTcRmd4ggRIgARIgARIgARIgARIgARIgASWOAGKTwIk0BkEnDoJw4x34AnnaXD66lMhlkIcC5yrZcOsd/y5TkTWrlvnX/jjpT+SnVrQ/616EQhitdbqV1UJMoHXI5fPSQxncKWCVHpKAken+JzNZgWGCOFGAiRAAiSwIARUNXFKH2al5ni8p6csA30VGRkekNGRIRldNixjo8MyPjoi42Mjsnx8mU8Ty0dlYvnYZFqB4wmcqyafb1SWjy3z943Z/WNWDsocGR6U4aEBGRzold5K2Qc9iaJcNQhXRgIXzOmHj6aOvw9rSRA4gRNSrC9w5j0w0CcjVucyqxsyjJley4aHTIZ+6av0+GA3hTjyzt/hiBVrb6sbAY664eC1WIylt7dsdfcZh0EZXTbkmYLviMkHWSvGpVgsJGt8NkzWR1NQIZTtsWs2qaqAC54pcrmcrcV5rzccgQ8N9ssya+8RS8uMzagltBlkGrc2TNp9VCbGLfm2H5UVE2MygWRt79vf9ugTyfGoTCCf5V/u0zLrB0kas37k+8LoUFKn9TXU39/XK3BEjjZD22WCQJy1o3pH5MJtBgJgA0YZe8bK5bJSLMbWt3pkCH3d2nKmdlzfnsus3yXthDbzydoT7brCxvIKO0b7Tp639l2B82hXO/Z9wdoW+6SNR608lDli435Exm3MI2GsIWHcYfxh7Pv27u+TXoy9clEK9kzrn2ftWRB/bKPqe7osyGZ1oTaMDc/QZMGcgf44WJs3bIxChzGbw8ZGTUeMCSTobzzAyPd3cLHPyXHCdvnYqIzbfDhmPEZGBiXRvdd0L0u5XLI2K9hYjD2D9cEPem1+6PdzFtoQ4w/3414wA6+cjeHQ5oYgmMd8aWPL2RjDWMN3CQQJgO4IRob5csTmyGXWj7zeNm4xnyNNLF8maPf1eo75+WCF9ZnNVowLEo7HjRHuR5tjnkFgg7zJHTi3UdNaM9j8LdWkfq7K5kIfxK9cLhqvHoFcvm/7+WlYMJegDvAFoySNygrfBiaT349KTc7k+jIZN12gU022wYF+6e+tCL6TFO27VT6f9Wti0ebgPuuj4F5jgfao3Tto/aNi16FX0n9DwVh0UEambyrO9A5srIaZJChH0cZrxeb6Qasfc/+yKu/RkWFJ+tuIl3XcOHrZbT9hfWk9+zHTbcz0HbP9qG8D6LqiNk7RPy3hXpSBBNmRRq1Pj9h6g7YZND36bd0H52T+zQrkDBz6lrM2wQiROW2qyb1B4CbXZN/Pe8qCOocG+wRyoC1GrV1HbYyN21jxyfRd7uUflYnxMdPT9tamK6rjbIX1txX2GfPUhOk8UT0/YfckaZnxq6ZqmWNWPupAfUPGHTLg+yi+YyOgCtYeyKqqprdMJmlgU1WfS1WtrYNE3yjy62yv9ZMBW+OGbK1FX4KuGNPj1hfHvZ7LZFJX0wm6bQb9JpLxtJntJ+z8csuP+8Cs38qrtVmuOnfWZJdNfMMYDL1T/ZzNr9YG5ZL1t14ZHhoUjAcktMGIPX+g//dZ+6BfYhyHYUYC5wTPgaoq2gBLtfwZuy+yZ1n0Jcwl/Tam0N7oa+h32I9gzA0OeFnKpaJ/xquteVZVAzU1lkVVJQgCe/cS+rkMa0bF5hrIA73R57BfZmvSsDHA3OrHQbEguWxOoAvud6aXqkqzG27BvRnMd2FoMuT9s36vyYBn3GE8oxgLyDBufdonm9vQLhgHE9WxjHGwUcI4sLyjNodhPei3cYBnR+iYzYY29ly6uCYg5AsC53XN5bJSLESCcsDCBw01+ZZZQj1T5+NExmXWj0ZtXlomEyaPTzYHrYDc2NvYTc5V5y07h8/QbTLZuIfeWMcwplHHqK23y2wdwNzUiz5ZLHp2WWMIloFzYqJLvU1VBf0x6f/Zav8vWp+r+P4/jmcYmyNR54jpN2RzMIIElkoFqysngY0bVa1XRcuvqVPBOEA7YAxiTYX+6CsYN2PLRmTU1sVlSFU+eFYp2PyK+1TVuKjJhWS7ef7vrDyUm7N5FfIUbVxU0HftuRXMRm2tgkzjWFd8/11m/cFSrS/YfoWlCesP2CMla9KoPR8vk3Fre/AftT68zNp8yNaFWhtgDsnb+9KCPYtgfgcHBIlCHvRH9JMxW8dGbNxi7urt7bFnyaJv56zJGzhX1b55FqrJPZP627hIglcVpeL175UR6zOQedQYjFq7QA/og4SxMQG9rX+tMN0nLGGPMYzjCRsXK3DdEsYBmOCecRvP/n7jMm5MUTbmiEHjPVU/9I/Axqxz6ttbNdlXFU7dqarP46wMsIJu5VJRUMdAf69/Pt9AP+M8jvY1mSDn1OevRI+x5LnLxveKDXQdTeYFe26BjkjL7bvActMPaczGIPQcs/KRwHMQ49DWjJ5SyX8fyFsfCG3cuwAyq+kL0RX/MJEACZBASwmwsPUEnHP2HJz1a2q5XBI8G5fs+SiOI8n5eTljz9dO8NyCu2o2T9hAvS0UJxcwof5a8rZgqzsI3OR3UDwb43sJnmOgBz7n7V1MJhPauuIsN/8nARIgARIgARIgARIgARIgARLYVAhQTxIgARIgARIgARIgARIggU2LwG233SbnnXdeqtJwkgvniKqamnc+GXbeeWd561vfmlrEgw8+KD/60Y9S803NcNFFFwkCskw9N9MxHDMjWM5M1+Z7Dn/f8bd/+7dmg6vP8dprr5Xrrrtu1uoQhAhBu2bNUL0AJ57Dw8PVT+3b7bLLLqmFP/DAAx3vbDpViS7K0CpV4IS2XePlpS99qf87wXqyPvnkk7Jq1ap6WTa6hvwXXHDBRuenn3jLW94imJOmn2/VZwSRetOb3tSq4jq6nEqlIpiPVOvPfXNRolgsCvpK2r233nqrPPbYY2nZNriOv7NAAMOx4HQAABAASURBVEjsN7gw7UMcx/KP//iPEkXRtCut/Yg+00hgzLk4rW+tpCyNBEiABEiABEiABEiABDqXgKr6YCoI2IJAFgsp6TPPPCP4jvHKV77Sf39AEPXzzz9fcL5dcsylXFWVD3zgA9Ku7/vLly8XBIhKk+3KK6+Um2++OS3b5HW+L5tEscHB2NiY/PVf//UG5zrpA75z/+u//qsce+yxDYmFYFwnnniiH0MN3cBMC0pgq622Esxt7agU77l33HHH1KJvv/12efzxx1PzTc3wve99Tx555JGppzY6xvst2Ejwjn+jiy04gXKPOeYYwXumFhTX8UXgHddzn/vctsj5whe+UEZGRlLLXrlyZWqe6Rlwz09+8pPppzf6jHfLe+yxx0bnW3kCfeYf/uEfBL99rlfuVVddJY3Yk+qVwWskQAIk0EoC/KVqK2myLBJYT4BHJEACJEACJEACJEACJEACJEACJLDJE3BON3CmDGfRxUJBkOBMbarzcDiBW7t2bTUo12KhW2diWFq3zuRY64+hQxAEiR5w7BpH3ikzAr/0lEtmSIq8YcA5vmZbrFZjvSRAApseAVUVOHjPZkPJ5/NSLMbe6Sgcf8MR9rJlQzKGNDoicBg/XnUkvXx81DuaXrHc9hPrk/+8fMxf886nx5cJHE+Pj43ImJUBB9twOg2H4ih/oL/P6itbvQVff2hyZDIZwVqgqnNqEFX19weB8wG+CnHsHezDafnw8KBMdbQNWXAejrjLpaIP/JLzDkozqT+OlDlsgXM+4BfWbzhYh6P5keEBAZdxYzs+uszkG/BBZ+BoHu0RRXm/djq7V1Gn6ef3OG4yqaoEfi3OSC6X9Wsv9Ib+cPQ+YnwQnGF0xNq96iQcMkG2xBH5qCyfFogHbQ5H65MJfcKnsY36AcoYt77gk/WHsWXDPiDX8NCgDA/2iw+qUC55udAnISv0dia3cNuIgKqKU+fbFOMGbVosFrxjebSnb0djPG5tOW79C/wxHif3dm7Ct9Wob6v1bYi2G/dO5lfYePbnLd8KSxP2GSk5Tu5b7s/bsR/vo4K6kjTix/2Y1T9q8wjmE/Sx4aEB7/QewWkwDuB8HmMCz7M5BBOwPqo6114uzW1WD2pSVc8RDorxbF2xftjfV/FBsSAvWCKIz5j123Hfh21us3lw6nhY4dmMGssxS7bHdWMybmm53QMOy4aHZLAajKVS6REEbUHgiYI9FyP58Vgp21ioeEYjNiZR77i1Fe4fsnECZuCVz+f8HIdgWqrQQpreMLYwxjDWcjb/1uZLzM3DNjdhrkbboe7xqu6+/5huE9buK5B8gIUxWWH6I2gQggj5gFz2edz0xjwLufuMZ6mEuT7nWc8mrKr6+TeRKevng3KpJNAbARNq7eHboiaT8YFcWHcg14TVPWGyIa2o7v01k3s58lrC/ZAN5WEdQDAMtAfaH/0AayLaZnJ+HBn089Wojanavbiv19oL4w5zNfovxqLauJyun6klzqmgvcIwY2tezn+X6+3pEZQzYvPgSLUOzI2oI2G+TGoyL4f8SNAJgR5sD/38GLV28Pr6/Zj1QaRRwT3QHXzQHljLoYMfj1YfAtr49untFXBGgJNsGHo50Tcgs8xxU1V/p6qa7oH/rgdOJesHFeOGZ43BgX7x/dzmiFFLYzZfIEHWcWsnyA29kjQm0BXH2K9AO5u+fo9j44FrPoETAmDY+EM5SDWm2GOtG7TxhH6Jdi8VY4miZEwFgRNV9Uma3FTV3+GsDPSHOI6Ma1HQj6DvkI1/1D1a7UfjNkago2+nqvw1fVZMjMvkeDI9ode4MQGfYZsbUB5kj+05IWvjF/0qcMGc5PZCL+w/ba1NMdYwzuxZx8+t5aKfV0dsXhv3zEcFc+uIcUQfRPuUS0XrA/bMhedQaz9nZbhqe6YJi7xZ1GfP0gXrSwjs1N/Xa/P4gIyODAsC1yyzZ6thG+dDQ/1eFjj6x7oXZALB/arq205V06pLva6qfp7N2ljGfFYsxFKxMQdd0X/AAPPMSFUmPI/iudPPf/msIJhTTS6Zw6aqgjGQCTJ+ncrbeoV5smLrHmQAd/CojYPaHIe5Cv0cCWN8wsY1xkGSquPfxgLGC7gO2/MExkEie+SfbVGvpGwgvP75KfD3QXeUg/LwTDpiZYPPMhuro7bWYO7E3AF2Xl57Hk6ef8b8fJuM21G/FuI4kX/Urk1JNi8hqA/uH7ex7Pf27I82AQvUtQzzMuam3h4p2VwZ2bwU2vjG2uKc831EZtlUoZnYs6EK8ufsO01tDsJcB17QA3MO6kM7oD2w/pXt+RHtFASBr0NVZ6ml9acxzkIbBzl7BsR8hvedGJOD/f2yzJ6bIOuorQ+j1l9rfNBW0A33qWpV5tbIpqp+Dczmsn5O8H23pywDA0lAqlHrE2gz3x+sb6AdwRRtO1GdxyfQd6cco88ioY8j/7jdh3K8PjYn9NrYKBWLgjkBYxYBUss2J2HMDEwJFjWGNdLqH7G5BOMWbddj+eI4L+CXtJ8YD5nTpqqCfpax+Sxn+sdx5PshnlUgB/rQKNrCZMAcAgZI0Gm5X3PX9/cVeEdgDFYgVY/BZcI+I+EZGmMI7HD/uM3N6J9jVv6wzdXgDf0wVxbs+zz0y1g/UU3aW5rYVNXnVlUJnJNsLkyeL8tFAXuM+0EbdyO2Jnj9POcRgW7j1bEKOSE32hB76JXsx/yzyQpr89rnieqxz2vjHveinHHTEWnMxv04+oAlzIUIwofAtV7XQmT9ICdhmPGymsgiopLshRsJkAAJkECbCGD9y9qzCL474DsWbJZw8hRjjbU1MbTnaqyzeIbEj0TXrjObp9k+15nlU3xqk2B1ik3kWCewBYvJEgROstlQ8J0bz7ZF2I/tGQ/PGEX7PoB3HKGtL85pnVJ5iQTaQoCFkgAJkAAJkAAJkAAJkAAJkAAJkAAJdD8BakgCJEACJEACJNAhBODYtpEgVUcccYQsX7687VKrqrzrXe+SZcuWpdb1rW99q2HHmmvWrJGLL744tUwEloJT5NSM88gAp6Fbb7113RIgb72AXA899FCq7rBn7rvvvnXradVFOENVrW9XhBPUTnMw3Sr9N9Vy4NR0v/32a5v6m222maBvtbqCn//85wLHvPXKjeNY4DRVtX6/rldG2jX8zSacSGOspuVd6tf33HNPgUPmdunxkpe8pC1FI2hlI2sHnPhvu+22bZFhaqG1PqNav1/CKTCcA0+9dxGPWTUJkAAJkAAJkAAJkAAJdCSB8fFxOeecc+S8886TdgUESVP8kksu8cHBenp6BEFY8L4n7Z6FuL777rvLPvvs09aq9t9/f0GgqHqVIDgOguTUyzP1Gvjh/dPUc9OP8R18U3tftuuuuy7Ie93prBv5jN83fPazn/X9v5H8eI/CYFyNkFqUPL5SBFlqx/s8FI73IjvssAMOW5owb/zgBz9ILfO1r31tW99vQQC8X8J7Jhx3c0Jbvv71rxfV+u+45spgcHBQtthii7neXve+888/X5588sm6ebDWYL6CnnUztuDi9ttvL3vttVfdkjDXnnnmmYJ93Yy8SAIkQAILRMAtUD2shgRIgARIgARIoC0EWCgJkAAJkAAJkAAJkAAJdC4BVSdwigwHucVCQUrFghSLsXjHanEkcFobZkNxLpB19t/atfYvkh3LIm54gb/O5IAYqipBEAicvuVyWe/8FHpUekrinY6aHjmvA1+zCTcSIIE2EmDRUwmoqp+bvcPOfM6vKz1wON7XK97h9siQD1gwNjos46MjAgfS4+PLpOZcemJibL3jee94Gp9HZaLqaBv5xseWyXjV6fTYsmGB02k4u0b5gwN93gk21oPI6kfggEwmMJmcqKo0vdk96lTgXNSvObauwKE5nLbDafnI0ICvHzKMelkGZXCgP5GhVPRrUw6BCMKML0NavEGmXC5n63js6xw0/cFhdNmQJI66RwRs4PC8UilbvoLAMTvaJ3DOM9F5yKSqxjawtTiUHNbiKLI1uChw0j9UdUJeYzNqfMaszeEYHU7Sfaq1vbU1nI6vT6PWD0aTdrc+MWHXJ9AH4IDc75cl+tn94+MjMo5yLaEOOKIfGR7wQSvgDB2Obwv2TIC+AF6Bq+ptsgu3jQg46+9B4CSwcYM2xXNiX6Xix+8y61cIOIJ2XD424oP6jFsbLMeYxL6a0Fbr23JM/LieGLU2HZMV1p4r0Ia29+dxXE3+PI6tnSd8WaO+nX35Vl/SzsOCcZ+09ZDv3+jz6G/o5wi44J8DC7HAaTD6esZ0UdWNdG3HCdSiqn5sBfacmjCMBXMGgqn4MWr9E+NibNmIgOW46bYcyXTGHAd+E77Pj3lmE57JmCRBBkbFj21jhHtHqoE20Nd7Kz2TAbniOJbYGCAIRaWnR3B9cLDP8wK75dZmuB/ccB++A+RtLqmNE1VtGo+qJno76z+mO9gXbOxVymUfdALtBHlHR4Z9GyZ6J2PZ61jVecL2vp9YH6kFD9p8xbjg3LjJjX44NDggCDQAR9CQ21mdMwmsmsikqn6uQntAJgSlQF/xgcKG+gVlggfmJ9Th+7UxBvMJ8Le0AnJZmrC0ohq8KmmLZYJ7xmxdW2ZrHPQctHUA86Cff6wdIGNkfLE29dp4wnUEJ0O9aA/0adyL82gP5IvykeSyWR/EQ1Vl+qaqtq4krPF9CHUUiwWpWD9AOcPDg9beQzJqMqEOJK+jzZXj1f4G+SdMt1q/g44Tpt+EncMxmNeOsU94LEv6oLXFOJKVh3JR/ojVWdO/v6/i+2NsfSBrayfGQxA430dUN9ZHGtxU1ZeBslBubOuO7+emN5gPVteeUetnkAmBiyAf2na5rRfLNxhnowK9oCf0najOU5N7z2LM54HuuBdjB2ncGI5XdUf7jRhnjKf+XtO7p+yDo9XmoMDGg2oit6o2qOn6bKoqgXPeGTr09f3X9MWchzqXDQ/ZXJKMqzE8H6FdTE/IO1HVwevox9S41ALdod2RZ8z0GLG2Q5th/kSbYayEmVCCapvJJr45awME6gEX8EHAGsyr4DZuvD1He84ZHhqUQZtrEfSlVCpIlM/7Z6TAOT9eVdX33zSccMwP/nl7li3aHIJnafRv3962FqPPYc4YsfUE5/rtORsyRVFu1jkjrc5611XVl5sNQ8mZTAV7h9Tb0+N1xRgDAzwfQKZhezYeRIBce+6E7Dl7PsyEGX+/Mw6qWq+qGa+pqgTOScbW89BkwDM+5sleq2MQz77GAWNw1MYh+vO4jU+0CRL6+YTNaRM2FmrjYHJfPYd8o8YVLBHcEwHQCraOZm0OhsySsqmqta9KYGM9zGQEOhd8u5V8UFwEKhy2voF538tofWVSzmr/8XLaujNhsvr5CHsbs/64Ojclx5iTLFlePy9ZPsi/3Oa3cStr3HTH3DRqdaCuERvb0AtrHpihT6IdwTIIkjlZUjbnVGp6xVHeBwXEXDds3MetzuU234zZGph0TpRiAAAQAElEQVTU1Se9Ng8m/T/n211Vfb9X1ZSaWnNZ1Vlfyfh2iOO8//5T6ysj9tyE8QM+y6y/IIFPxebtOI78fdBXVUU1SbLR1twJVbVyA8llQ8G6UCzGUrG+i2cQMIMsGEdJn1jmnymwziy3Np7aHybQXy1NWJuvsDRh3MF+3Noc947aupfokzwjlW0Oylt7YR4pWH8ul0rSa2sH5gvovKzKAjzQlhi3eLZCPjwrQV7nnOcgflP/b7P/qGq1/+TsXXNk7VFcr7/NF5B51MYf+hD0gD7j1X4FXZNkfd50x9idqI6LFfZ5wsbGhH1GHvACj1pCGeO2Jo7aWBix8Qfe6JvlcvU7us1NgY1ZVfU6qmpTqqmqvw9l5GyuiK3/gN1Uxr59rV0gw5iNkXFbb8etvca9fvYM4ts40W3C9IF+0AtpwnTDPkmWF21uaaqeKGcc5Vm5YIe2RLsO2rMQ2rLHdMVchD6AubPWniZ6U7oyMwmQAAmQQPMEMOdmbe3360O5JBWzWeJZDJ/x3T3MZiSwZ1u15yyUDpsnbJ84Xqy0zipet3atD8iF48DWyaytcZE9TxUKkRTsGQbP90V777B+fcmI2vOC3cr/SYAESIAESKALCVAlEiABEiABEiABEiABEiABEiABEiCB7idADUmABOoRgP3qwgsvrJfFXxsZGZGDDjrIHy/EP3CCDMedaXVdffXVcsMNN6Rl89fvuOMO+elPf+qP6/3zile8Qnp6euplmfe1gYEBQXCa2QqCLRKBiJ5++unZsnhnkr/73e+87e/BBx+U3/zmN/LNb35Tjj76aF82AprBEWM7A+BMFa63t1eiKJp6isebAAE4wB0dHW2bphiLm2++eWr5q1atSs1Ty4B579xzz619nHX/spe9TLbZZptZr7fqwnbbbSd77LFHq4rr2HL23ntvyWQybZNv+fLlqXMQnCvDmXszQmBuTQtaqapy6KGHtlW/qTIj+BjS1HPTj+EU+Jprrpl+mp9JgARIoMsJUD0SIAESIAESaJ4A/pb6Na95jeAdC96r4J1U86XM/47Vq1fL8ccfL3ifg3c7f/zjH+df6DxK+Ju/+RspFovzKCH91s0220zwXTEt549//GN56qmn0rL56wi+grZcu3at8H2ZR+L/Aed2fif3lczhH7yjOemkk+SDH/xgQ3e/9a1vlZNPPjn1+39DhTFTWwioatvfczXyvvuBBx5oeN4ACNgYYGvA8WxJVeV1r3td29//YKziPZOqziZKV5x/3vOeJ4205VyVxRo2MTGRenvae7/pBeD94mWXXTb99Eaf8b4X7303utCGE/l8Xt7whjeklnzVVVcJAlemZlwSGSgkCZDAUifglroClJ8ESIAESIAESIAESIAESGABCLAKEiABEiABEpgDAVX1zoLhiBfOgqMo7x2jwukqnKlNOoYLM4IfbFh2kQ6xyaiqyaTeGAWndlGUE8gbR5HfF+LYdMlLLpvzeVzVqZ1wIwESIAESaDsBVbU52vk1BkZ9OO6EA+i4EEmpVBQ4uIfDcziFRyADOP6GI304jU6c1Q/I8NCGaWioX+A0HHmQd2CgV/r7K4JgB5VK2cos+7LhEDSOI0F92Wzo1wD8wVuyjs1tEcNdqlWdnJOsrYtwZA8nqn1waN7f6x3tDw70CRIcnEMm6Brb2oo1NhuGxsOJqsp8N5Qwmaw86JbLZv36B4fbnmtfr8nS7zmCXZ99BnM4TYXsObAJApPHzVccgSzO5Aic8w73Q+MDnaF7oRBbuxSsfUoCJolsFc9rwNoQ7Yl2Tdo9kRfO4JM0KMPDgwLn6Ul/6Lc+MGCp33Trk4GBfku2N936e3ult68iKB/1lMslQZAe1A85IE/o2yCwvqmimiRZilubZVY1NtaWGDc+8IL1LTwblstFP96S8drv22FquyXHA5K0VXU/bPtqGrH9iLVn0qY4P2htO+DT5D2DA4JyfJ8Y7Bf0j8HBPkGdAzbOMLb6rJ0x7io29tCn0efLNq9g7ENOjP8onxO0eRb9PJOxsYd2d77d24xvo+IxNjI21jAH5E2u2J5VIWu5VPJjoq+vRxD4AwECBk3nRPeEg+di3BImdg7XMc/09/l7avNf2esf+2dfPM+jnlwuYZC3fcGei0ulgoAXHPP3G8tBKwd1YV/p6RHIBG4Js0Bc4IzXRuo0dELV+pAl59SzR5mRPat7OYpF6bHxWektS7+1Jdp1oCoL5Bm2uR56j9gaMDI0KOgzUxOuQeb+3ornB72gc2ht7ZyTepuJJM7+8X3b5oNcLiu4F/NECe3RU7Y+XjG5egXtMWRzjJfJ+iXq9WmyPfr9GIAsg5PtUREEYIB+WB/grDpCQC1rA7Q/1sPQ5EQfKJcLVpe1vd2L+3051r4D1jYVW9N8e2D9sPwZm1Mhs6rOqJ6qinNIzta8QDC/x3ZvwebfsvWNHhu7PaZbxcYM2h9jCPVAR7AfND2Rarr6fZX/sOnr9bbPk3uTE/kHrd2Q0J9QJuZf1NNj7Tupv8kBzmFVB7SRqlrfUmnFpqq+j6H8nM1V6MOYB1C/172n5Nukv7dHIOcgeJu+SdsOyKRONf1MX/Q76O33/ny/b2twgb5IYNdvaw949lb7otfdeBeLNhbjvORzWR88C/Norf1MXJnPpqrr9bXyo3xeMK6ga8XaGP0Pcg1YPxqEntZWw+i/2Fd1g14jI4OCYB0YW2CAvNAJ+pSt/cAwazzRZ4PAiTon3MT6rZPA1hTf16xvF4sFgVN9MAfHYVvjwLLf5ja0B55DYpvzMQaCILD71SdpcFMb1xj/eZtD0M7o1ygX5Q9i/Fm7oq3xGW1ftrEex5H1u6zvJ6hGVbFrSVJVX26I+dPes8TGAHWi32B8gAHkwpqG9QnP+8VCQSJb+3BP4Jw4S6pzl0lVfRlB4Gy+ywjYRsa46Oe7koAP6h6wNkCfhjyJbP0yjDXFxvSIT4OT68uwjY1hO4d8mCfAsmRjuWBrZx6yW5s7q1ca2FRVkNeZnpNrv7VfbDJiTi7ZWly2eali8zzmTLQd2hBzMealQYxbkwXyII2YzNhDxsnj2nVrf8g8NNgng9YfUEZ/X5+gTLQJ9EA9aKMy9DFGsbUZmGUygbVlc+2h0MnuW9//Y+mxeaff5sJhk2XYZE1k6LX1uccH7ELbYP0DD1ngTVVNx8CPB/zBMPiXba0H90GsBSYz+siAzZfQoeKfhWKbu3MSmJ6qc++nMsOmqtW+GySBqWyO9XO4tQvaqNf6BPpuv++7vTKIdjUZ/Rxea3O/77c1acBSv/h2N128DpNrUSn5DmRzQWTtjbkc61AYZvz3YzyblG2e78Uzga+rLynL6vPPVtY/MdfEdn/O+i7mIOdUapupUTtsaq+qXn+MC8iSxRpm8kEejDc8O1SsP6F9EgZ9Xr9BYzBkadjrPmDjOEkj0z6jDyIf0qCNo0HjgvGMssAVZZdtHGDexjjIm27ZbChY59A/VdfrKHPYVNX3txDzY003Y4j6emxu7rH27bWEsQm5IN+gjVuvn3/27RevY3U+wpjH5xEbV9jj+XjI1vMk9SdsTEf04UTHioBdxdo10bUkmBfRB9COGIfQNQhcU+uQcOsMApSCBEhgyRJQW0Mx/2IuxvpTsOdLfNeK7dkQAa7wLIC1OmPPHs7WEtX5rUctA2VyqKrgGSAMM/Z8lLXvnZGtLQW/j22Nq60xuB5Uv+sINxIgARIgARIgARIgARIggbkT4J0kQAIkQAIkQAIkQAIkQAIkQAIk0KEE4HwPTvjSxHvpS18qEw04L0wrp9HrqiqvetWrUv8OopmAI7fccovcd999dUWAfW/fffetm2fWi01e2GuvvaRUKskuu+wiRx55pJxxxhk+qNbDDz8szz77rNx6663+fFqxqir9/f3ywhe+UF7/+td7582XXHKJIEDRFVdcIb29vcKNBNpFAHMD/n6vXeU75wQ2+bTyH3nkkbQsk9cbnff+6q/+SqIomryvXQeoA3W1q/xOKBc6InhbO2XB/I2/4ahXBxy4Y92ol2f6Ncyn089N/7z11lvLjjvuOP102z5jXt9tt91Sy7/44otlzZo1qfmYgQRIgARIgARIgARIoEkCzN6VBMIw9O9VbrzxRrnuuuvk7W9/+4J8J5wO85lnnpF/+Zd/keXLl8uZZ54pCFg0PU+7P4+MjDQUKGu+cqiqNPJ9+Be/+IV/z9VMfap8X1bjFcfxgn5nrdWbtkffPv300+Woo44SBFBLy49gXAjehbGalpfXF4/A6OiotDPIEjTDeybs6yUETcJ8Wi/P1GvXXHONpL0zWsj3P3jPhPqmythtxwhWBbtGu/RS1YbW8UcffbQpEe68805vx0m7CetbI301rZxGr+Pda19fX93sv//97+X666+vm4cXSYAESGChCLiFqmi+9fB+EiABEiABEiABEiABEiABEiABEiCB7idADbuLgNkHRJ2KC5x4p6iZjHeuFkd575S/CGfidpzPZb3DWDhWc875H63AgFlL0uZt3TrZ4I8BVFUgRxBkBA5UI5OxUCgInI3GcV6ifM7OZ03mUAI4szOZRVS4kQAJkAAJLA4BzMDO5u7AOQkCJ/ghS87WFj9/x5Ffc+AgG86q4UB6eoJD/55ySZCQr1iszvlRJPiBVi6Xszk/48tWRW3S8k1VBTr4NRPrZT4rBe9AvSSQFw7pe8plL2OpVJRCHK9fj8KMl82Z/qotlM/KQmlgGlodcOTqZSoVBMwqlbL0eqfcPVK2c7Gx9qwsL9oAulgR0upNVUU1Sc6p6R74Nvdrdj4vsbUb5EQ7oj3Rrj71lAUyg2elp0cq+IxUKdmxtX8PUlHKZUvGGM7i/dpfiAR9KbJ+kMtmJQxDqy/wzwomhnBrkoBBQ18NAms36yv48VmEYEq+vxeTvmVtUbG+hf6VpLL1NUvWbsnnHvs8Wyqvb2fro37sWDujz5atXPSJWkIwE7RzwZ5J0WfQh9HPc/5ZLxQEGMjY86ALnB+fqtqksgufXVX9c3c2G9pzd646HiKBnujbPTaPIMDLZP8HGz//FaVULvr5Mq72+bz1+UkH+y7w4w4aqarv/4FzElob5jFf2ZwErr5cqyMZcyWbG4r+GTp5fg69bC4IjKebLE/muamqLyuwdsrYszl0x3hFexbtGb5k81PZxnSP6erls35RqSb0p4r1NSR/bHmQt2B9IrbvAJ6BscR3GVVtWlJVtTnKeU6YH8GhYKyS9rC5B6ysX3q5rG7sPTtrE7QH+mjBxkZs81re+mXO5qBMmLEyk/aw4k13qSa1806yudC3e7lcFJQ3NZVLJWsPm9OsrNDmssB4BS5pC5QlDWyqavWpBM4JmGOcZLOh9besQL/YuMVxZPXEUprCH/KUe4p+jGM8Ik2VzR+b3mWfitZni74MlIVxmbd1PWf1rF9fVBZ6U9Wk71tfC60doHfO+n9k7VOwdsW6k7RtomfF2tfrZW2b9K+evmS6HQAAEABJREFUyfkJ+vvk9S35sYL2Rhm+zY1hZCzzVn7O2h31Je0VGH9nqf36q6q1cWD9N5Sc8Yc8sc0PkBHrvu+rU/uvjave3rKfnxHYMNG5LD3WF5EfgVHQR7JoRz8PqNdDhRsIqKqfI0Pjk7f5N7Y+ANboJwj4goTjks1pBbuWt7XTs7Rx7Ox5SDUhqZrsUWa95Cxfxu7FuELbFm2uSfpvSZJ+a/3S+idkKNg1jEPUhzE/l/rqyYJrqirOxhbGeE2mgo0r9B/0JQSawVxdtv4EOWMbd+AUYi5zTpwlVU36lO1lnptqUlbgnAT2bB6Gmeo4iAQ8IEPZ1payMerxY7ycjG9bU5JxULaxUJaKPbtU7DryFW1OjNF2NgeDJXQNgtaMZ1VNxqvJ6ser1RHbHFKTFWsKWPaYvJCnYuMVqbcqH45xHn0MeSBv2bMu2nxc8POxH8NWZt7KRh1gAh2cMXIu4aWa7KWBTVV9LlW15wIVlAUumCdia18whixof6SKyV6y/l9EfzQ5IAPuQd2ywJuqyRsENj9mbP3L2bqb94zK1ifAsMYSn4t4pihE1n9yPn/gnGBTVezalNSPCTy/gBG4ot0KNqZKkNFYgm1N1vXtb3O2zeuJ3AXf19EWefC2tShjc4artrXYppro4GyPuQFjsmi64n6UDw6+7ayfoV70R8iBMY78gQv8mLWiJvc4nm+CVJApcM7GhRPUhf6CvoX5E30I/WtSTr9el2y8lpNxi/Fh4xZjG3qUjRfyQgfcBz1QDubORJ+s+PFgfQLjQRUSSBs33aB9c2E42Q/RxkV7nwF5e6ptjXaoJYx5pFqb4/x6PYvJ84jdhzKgY2xzFvQEP/Qj9KcgSLg6p9Zuwo0ESIAESGCRCNgsLIFzgvU+tLUgmwsF6xLm76I9dxZs3cfalw2zEtgzolNn87ZKbUvsr7VP7dsn9awT7FVVnMkc2JoZhqE9H2Ulsue+oj3fIcV45sjZumryBoGtN5bX2T3rpRZuJEACJEACJEACJEACJEACJEACJEACHUyAopEACZAACZAACZAACZBAswQQ9Akp7b69997b/21RWr5WXn/Ri14kEw0EAbv66qsbqhaBx2Azq5f5xS9+cdsdhtbqP+CAA+SPf/yjIGjWCSecIG984xt9UK1KpVLLwj0JdDwBjNN2Clkw2/vY2FhLq8Cch1Sv0Njs/XB8Wy9PK6/tvvvukuYwdWp9S+14cHBQxsfH2yr20NCQIFBVKyt57LHH5Je//GVqkTvvvLMPjJiasYUZXv7yl6eWBtkRgC41IzOQAAmQAAmQAAmQAAmQAAlMElBV2WabbeSUU04RfCdYuXKlvP/97xcEmZnMtAAHeGeEwOuHHXaYf3+0AFVOVoGgHgulLwLMj4yMTNY908F9990nt9xyy0yXuv5cKxTcbLPNZMWKFa0oqmVl4B3tWWedJYcffnhDwbje8Y53CINxtQx/WwvaYostpFKptLUOvAPCu7tWVYL++OMf/zi1uIV8/zMwMCB77rlnqkxLOQNsMart/aXSlltu2XJEv/vd7+QPf/hD3XLRPxfy3TKEwbtXPL/geLa0Zs0agZ1stus8TwIkQAILScAtZGWsiwRIgASWAAGKSAIkQAIkQAIkQAIkQAIkQAIk0EICcJbmnJPAO1jLJA7W4sRBe7FQkDiqOaUNfR7vFK5aPwxHOKztcdzqhGBcIusEeyQRFVUnkBmOZnPZrERR3jvWhTPS2GRHcJZsNpzibBX3CLelRYDSkgAJdBkBVfVz9+R6g/k7n/dOxEulgncsDUfacDo+PSVOqEtJnlLRO50vFGLBnI81IGdlhWHGr1OqKi3frExVFbX1cnL9yeWkEMdeJshX6SmJl7vqDBwO8WvrUSYTVGVzrRNNTR4rTVU9VwTlgVPXonEpGyM4Jodcvb09AmfecE4eY42E09TQ1nTIZPqoqrRrU1VRVS+fd7Ju7YT2ghyQE87SIZdvd+MGeZHgFL63UpZawjkk6ISE/LgP6z76QcHaIbZnAeifM/3AohakSVWFW3MEQAzPhxircOiO8YUgH2izcqkkaAufqm1UsT7WW+mx9urxfc1f6ylL3b3PX8uDMm38WB+otW+tjcs2N6CfoO6knSP/3IdgApDLj/tqX8bYbE7Txcmtqn4+QD9Fn8WYQD8uma49xtfPI8YPLMAQeyQwKdvYLlk+sMB9efR3PPNmMn6cqaL1pDru1Opx4sce5qtCJCW7H2WhDpSNhHKT+Son4ZS5wbmkLJnnpqpVedY/v9d0j21OKhZjQZCjcrkoiWy1ftFjfaq8QcJchrkWehTxPcXuB0OUh/6qqk1Lq6rGKTDdM8n3IJtLwKNYC5Rgczs4QbbaHsdl669la68S2sPm3SjOS5TPSbbaHkHgvN5S3VTVfw7sO1fO5kLoXrb70RZTU9k4oD8kemUEjrudAzutllR/p6q+Hmfth4T6MmFGwAjzIwJ2YL4sGDvUAz0xxkqmh+9/phf0g67TUyJn2bdT2WT37WCcUBb6Y876GerJ+DEZeDnqS9ueq6rOtynkCLOhD4AB+WrtCrkhP/RMdCpJTddem9dqx7U98pRt7OC+knEqWnujrJreeeht9WCsNdte8yWgql7XMMys77/WtiWMK5PZ64g2tTkFuiWpx8aVJczdlrx+lgf6QTfM92hH9B0896iqqCZJNvFNVT1v8MnZeI/tXUnJxgA49/ZWxAekMtaY0wr2bAKWGO/+mcQ5waaq2DWUVNXmgIxkc1lJ+nAs6INla9ta/8QxZKj1x5zlzdgYRNuhEtXG60P+eklVJXCBZMJAstbnMU+hz5RtPkAwMqRe0x+fMbdAJnAKw1ACm/tU1fclmXmb09lkfnTGKbB5PFw/Dmyclmy8ol+jfWq8sJ86DmqfsUc+yI12hW5o59BYOhe0RG5VNQ4ukdPWAbRpbOMVDNGGZWvXso1FyIEEmXyyeanXnptwjPHq99V8ZWNftvtwf9HWRTCvyY++AB0yxj4InNdBVaXZTTW5xzkngfFAmZj3vOyT/b/H5hVbH3z7F6VgssS2nuZMTzxLqiZlNFv3fPKrqvEOJtc/8C5YvyhbvwDDiq3v4Fyq8gM7tHsYZgS6qiYyqyZ7afGGYp2t1YG1D9aPrLHyMlqfQHuiXWvtnchblprMkBt9pWS6FE0ntAVkz9q4nG2+gU6hjUU8q+Ae3ItyUEft+2LZWBSqcxfkyRiLIJh730lDpqqedWAMUBfqxPfn2BgUsY5Z/4JMNTkRlAoMajwgOz776zYmwKRsTEqWcD/KAVPPxuZG6I+6VNunk1Q3U002bN9QIEds6wYCoqGNIWfZnvu8/DZ2En2snW3MJ8+8Zamdw94na6MSkrGBjujTBSsT6w3GJcZnGAa+7zvnRFWrEnFHAiRAAiSwGAQwDTtb7zP2DBWGGcnZej+51tkajjU5ykf2bJ31z7PJ3O1MVDWLKKyidmhHiV0Ux61PNdtubY+VAzZgrJl4Rsllc/b+3eyv1bUnsnUnb3rgGvIkMuOu1svGEkmABLqWABUjARIgARIgARIgARIgARIgARIgARLofgLUkARIgARIoIsI3HnnnbJ69eq6GsVxLAvtPBACDQ8PN1TvDTfc4B0k457ZEhwN/uIXv5jt8uT55z3vedJuh6GTlfGABJY4AcwNC+Wgu5Wofv/736fOewvtrBrOx5/znOe0Us2OKmvzzTeXUqnUUTI1IswDDzwgN910U2pWBKZTXdi/rVixYoVgDNYT7t5775W77rqrXhZeI4E0ArxOAiRAAiRAAiRAAps0Afwt9dZbby2f+cxn5O677xY8Y3/961+Xfffd1/9+cCHgfO1rX/NBWW677baFqM7Xsfvuuwv+Jt5/aPM/COCMAD71qsHfwf/617+ul4XX6hDAO45isVgnx8JfOuecc+QNb3hDw8G4TjjhhAUbcwtPo7tqxPuKTutvaYQfeeQRwfvCtHy77rrrgv6Wc5dddkkTqZXXF7ystOBRCy5QgxX+/Oc/T82Jd70IkJWasYUZ8O61kffLv/rVr1pYK4siARIggbkTcHO/lXeSAAmQAAmQAAmQAAnMnQDvJAESIAESIAESIIHuJ6Cq3qATOOeddXqncLmcxFE+CXBViL3j5xwcrIWZqlO45J4aHRioa8ft2a/zwbhq7udMZO/UVFW9PNlsKFE+PykvHK7CySmcD0Mf/CEDncK1p2VYKgmQAAk0SkBV/XqD+RjzMpx2Yp6ObL2BE+nEIXUtGEtJak62a3vvfLrqZLsEB9SlguC+OIpsDcgJygrD0K9lqtqoWNV86TuUqKriLAXOCeSHw2sE5IADbcgJB+Fezp6SQEbIF0U5wToFR/TQ2zn1HKQFm1oZqurLC5wT6A8H66gX9dfkgoN1OPHHuUIcGaucz5sJAltPnb9f2rCpJrKpqrWLszozVnfWtxfk8HIWCz6gGWStsQPLmVLtOvKWq30A/aZYsL5gekXWF9av/6FkMoEEzrVNP+niTVV930CfRV9HH46qYxXs0RZoo96esqBvzSnZvSijllCmTzbOa22MutBvJ9u5EAme8yBLzp5XIRf6PfoyZFVN+px0+KaqAnkhO+YRzGOT4wH62xwCFjU22ONzjQt4YO6Z5GBzn+/vQdLfVRMOzvp/Uk/GByTCuANTX1a1DhzjHOrH/JFFWTY3BMH6sqQFm+qGMqHtMF4hE8Zwyeb0cqk0GXQAOvdWZu5fmGvLNgcU7XsK2IEhWAYmt6o2La2qTrZHLpcVcIVc4AzmYIQEmWoJn3ENciAf+HlZ8jk/z4Vhxpepmsijqn4uUk3qQj2oA/fXyqztUS7KQ3uE1h7QK2iyPVST+lytD2Qyfi3K2bhBuZHNl6gfDCF/yfMvyvqgEBu2RU027DfQ3e4rTs7Bed/P0LaYN2oyywJvqmrzl3r+WHvRp73e1Tlsqr5gDX2g12wJ130+G5tl63cl6GxrF9po4/koafea7qoq7d5U1euKvjKpp62JaJeyyetlt/Fe8WnKmOrtkdrzAXRHvpLpBr2i6rNLYGPKWfmq6vuvcPMcwAW8MfegD6BPoZ8gGBUSjhOWyTMqxkTGnklUm+eoau887N6cvY+JpvRhtBfaDQnHkCFpu7wgL/p+re1a2Wyqav3NCcZ41r+HyfnncciA/lQLSIbPkAl8wAm8wE01YaCq0opNVSfbBOWjnslxYGsEZChvMA6mjIGKjYFqAkek6XJDR7AMAufrma/Mqmr8AgnDjOSw3tiagbUDbVey8VeeJitkmimhj/k0ZV6CrkXTGXM7+grmetQR2jqSsT7kbD1QVa+Hqkqzm6r6e/HMBS61NRz1glsvWNq8Arnw7AZZIltrIAPqV9Vmq5x3flWt8g79+gTWkAvyQU6whezgDj3ArtZfp/KSNm2qauuVq8pofWJyTCGAakEgm0/V+dvLa8/PkB3nJ+W2dsdYQ5ujbWq8VVWmbqrq+55vO/SNxhgAABAASURBVLsH96MclIv2wx5s8IyJPCgLYz2wtUB1w7KmljvXY1X1fQqsUQfqytUYxJG94y3Yd+rCBt8Va2sZZK0lz8MYQRfoBB3QnsVpzycoOwyTddq5pG7VZD9XHerdp6obtC94on9FU+ZyyFquPv9Cj5pO0/e45hPGPJLNFSWbM7yOk9+PkmdQ1JPMW4GvX7V9Ogo3EiABEiCBVAKq6udjv9bZOpTDcz2eAbHW4XulJawNWKeQR53lt3vs/8Qcus5so4JtHf5pW5pq41VVcSYHnvtCe5bM23Nr7TkKa09sa5l/xjN9IDPWclWuN8KNBEiABEiABEigAwlQJBIgARIgARIgARIgARIgARIgARIgge4nQA0XgsD111+fWg2ctq5YsSI1X6sz4G8kdtppp9Rib731Vnn00Ufr5nvsscfk9ttvr5sHF1/84hf7v3nBMVM6gWeeeUauuOIKecc73iF77bWXPPnkk+k3LfEcL3nJS+Stb31rR6f9999fMH7ajbq3t1cQOK/d9bS6/JUrV6YWCYfrCxmcD3UhIGCqYEs0w9jYmBQKhSUn/S233CL33XdfqtzoL6mZWpwBwfAGBgbqloo5edWqVXXz8CIJkAAJkAAJdAYBSkECJEACS4MAvgMfcsgh8sMf/lD+9Kc/Cd5JnXLKKT5gFv4uW9q0XXPNNbLPPvvITTfd1KYa1herqoJ3H+vPtPeoVCpJtwUQ6bT3ZcuWLVuwAGuN9JZvf/vb8td//dcNBePadttt5bjjjpN2jq9GZK6XB9/NDzvssI5+V3jEEUdIf39/PTVadu35z39+y8paqIIefvhhueuuu+pWh3etL3jBC+rmafVFvCuMoqjVxXZEedALQas6QpgmhHjqqafk2muvTb1j8803l8UITNdIkDPYyR5//PFUHZiBBNpHgCWTQELAJTv+SwIkQAIkQAIkQAIkQAIkQAIk0JUEqBQJkAAJLDIBVfU/CIGTNThQy3oHqHl7eV8QODGFM9Yoyks+l/WGSBiC4GQNYk86alsn1aBZONuetM7qsFqqsjrJZAIvTz6fF8hY8g5JiwInut4hnF2HnNBLVYUbCZAACZDA4hJQ1WQOtz3mZ6w5cLyNYBnZbNY7psf8nc/lBE7AN0h2LudTkg/5cV8YZmw9sBQEEjjnA2Zpm9REuaqa6GB1ZWydgQw5Wx+9rCYfZM/ZPmfncA1rJvSEvqrJve0QT1UlCJxngXpzVZ6QC0Ersce5MAwtj7GyvM50UFVp96aqk8wCaycwgRyQE+0IVkhg51M+t3H745xxxXXk9cl0zNozCxLKC0PrB5mMcVhY/drNb7HKV1U/ntBPau2GNgN7tAP6VC0hAEDteM776e1rYwh15Xw7Z30wodD6b1ht54yNP8gF+ZBUk34mnb6ZfCaqd24cBM6PR+gEtrXx4PmCB/p9Ldlnz8O4IB/yY/6cykFVpbapqh93qmp1uWo9oZ9nJ8u3MnGMclEexiZkctW5QVWllZuqeplQfjB1LrBxjHaGHJCnkT6EvFm7D+wSBs70RPnNS6x2izPZAucEDqfBIbS+hvJRj5cJrGptgb19xjWkyfYIM8Y54+cg6KiKkmWDDad8XaY/6sD90/XFuQ3bQz03Vd2grLQPqurvQ32QJ2EeeBlDkzWs6uj1tHGGemtpRp2hN9IU3XN2X9a3Qyj1+mOarK2+rqqJ7tamNb1D0xlcIW/O5G5I10l9c37s+Hvs3qzpjLJQ5nS9wVo1qb/Ves1UnlXl+34QOGvbwLdDWG1bL6/NGb49ocuUhHm79nyAPujzQje7F2MgsD7qnHqOqircEgJAAS5BjTf6lXEDY/BEwnHOzqEd1rN0nmVSSuP/qqq1r/PzCvoa+h3mHLQX2g0JxziHa8gT+LabW33SwKaqkzJBv6yNB8gA3f17I+tn+AyZEgaBye+8/qqt70uq6st2zjhZwjwODuABGSALEtoFvOol5IM+obVrZspzhqpKKzaU4qyswLkp601GmpbV5mHoA3l9sv4GXRPZQ0nkT9ajIHC+vVTVc5J5bKrqywqsj6HtQ5svUCdkAFf0AS+XlyeRA3md6auqstAbqnROff9De4Zhxj9P5kw+yAmZITsS+IWmT8bafSHlVVVjiuRMzsDm8Yy1XyiQEXJ5OdHeNq4gb+0zriFB7qyNwTDM+Hvr8VZN6kHboc/hfiRfbrV8fA49h6T/1FioqrRjU1XfL53tURfkh3yQAXpBP8iEVNN9qrz+GHwsIY9P1r64D/ejHMwHGWtXlI060CdUtR3qbFSmqk5r38Da1/qhMYZ8OZPVy2zye/2q7eD1mn5seZK8WfF7uzdrbY+2DMOMrNfTWZ1I6tmqqnAjARJYRAKsmgSMgKra3KwSOGfrdeDn8TiKzPZa9CmOI3sPmvfPhHiWxXqlivm7GozL20WlLZu3uVbLr9l6UT/WY6wxWJ8ik7UQxyZrQYqFWCKzFWOt9bKanKrq15y2CMhCSYAESIAESIAESIAESIAESGApEKCMJEACJEACJEACJEACJEACJNDlBG644YZUDRGQazGcB0KwRhwIwmFmWsCUJ554Qu655x4UWTc1Ul/dArr4ImyO999/v/zgBz+Q97znPfLCF75QYFvcbbfd5Itf/KI88sgjS1f7JiQ/6KCD5Etf+lJHp6OPPtrbqZtQa05Z8TdbSHO6eZFuWrNmjTQy78F5MGzrCyWmqgoCAi5UfQtdD1iq6kJXO+/6br75ZsHcV6+gOI5laGioXpa2XMO6PDExkVp2IwHoUgthBhIgARIgARIgARIgARLoFgIt1ENVBe/M3v72t8sll1ziA3Tdfffd8vWvf1323XdfCcOwhbWJ3HjjjbLffvsJAmm0tOBphfX29srY2Ni0s+392Mj7OLDF+732StJ86fjO2Onvy7bccsvmFWvTHRdccIG8+c1vbigYF0T41a9+JWeffTYOOzYhSNOJJ57Y0e8K//3f/93PVwsBcam9KwSTVatWyYMPPojDWRMCr42Ojs56vR0XxsfHZXBwsB1FL3qZqir4bZMssQ2BrG677bZUqbGOFgqF1HytztDIfI9goo899lirq2Z5JEACJNA0Adf0HbyBBJokwOwkQAIkQAIkQAIkQAIkQAIkQAIkQALdT6ARDZ067/gtinLeuVqpVJh0tBbHkcBxdzbMeOdxMP6uXbvWjJnrBP8hWFYjdTSTBw7hkmQ14MBuVlUJAidhJqw6r8t7GSs9Jekpl5KAXNmsOMfXasKNBEiABEiABEiABEiABEiABEhgkyNAhUmABEiABEiABEiABEiABEiABDqHAGyWcDhXMFsrbJmwaZaKBUGQKwRczIShBBk3GeAKNlizjJr9tR3WV3BJSl+7dp3Zedf6SgLnBEEfI7MRQ04E4SoWYymVilKErPm8hGYjVqcogKlDCFAMEiABEiABEiABEiABEiABEiABEiCB7idADUmABEiABEiABEhgMQjAeeDtt9+eWjWcTebNjpSasQ0Z4OQyjuO6JT/55JMCx7f1MiFgFwJ31csTRZGMjIzUy7JJXHvqqafkrrvukosuukiOP/54Ofjgg2XFihUCe+jw8LB3/vy5z31Orrvuuk2CB5WcnQCCASEo0Ow5Ou8K+neag11I3d/fj92CpkYcpi6oQC2sDAHOWljcghX10EMPpda1evVqOe644+Rtb3tbQ6lV+d797nfL9ddfnyofnNanZmIGEiABEiABEiABEiABEiCBeRNQVcF7rEMOOUR++MMf+gBdCHpxyimnyI477iit2BCU613vepfge0grypupjEqlIn19fTNdatu5Rr4P33PPPW3VO005vE9Yqu/LGuGbpn8rrl9xxRXypje9SfAut5nyPvKRjyzJ95DN6NhNeTulvzXDFHaDNWvW1L0FNoqFDrCE9654/1pXsCV6EcEfYWtYauJjLXj00UdTxf7xj3+8oO8Ja+8b8cyRJhzsgo888khaNl4nARIggbYTcG2vgRWQAAmQAAmQwMIQYC0kQAIkQAIkQAIkQAIkQAIdTsA59c7UonzeO1crV52sFQqRD3SVz+ckzIbiguSVlXcIt26dYL9QqjnnJAgCLyec1CFQGJzWVXrKPiAXPsNhHPItlEyshwRIYAMC/EACJEACJEACJEACJEACJEACJEACJND9BKghCZAACZAACZAACZBAAwRgs8yZfRU2TATk6jGbJoJc4XM2l5Uwk/G2T+TboLh19gnJdq3+H7bdySTrrH4n2TAU2Ii9XbgQC+yv5WJREJzL24jtutPERtxqeVgeCZAACZBARxOgcCRAAiRAAiRAAiRAAiRAAiRAAiRAAt1PgBqSAAmQwAYEYEd69tlnNzg304dtttlmptMLcg6OGcvlcmpdaQ4z4VQzzVlxxux52Ww2ta5uyACni7/97W/lG9/4hiCoy1577eWdRquqIDDZ8uXLZd9995VjjjlGzjrrLLnjjju6QW3q0GIC+O2vqra41PYW99hjjwkcoqfVshjOgzH20uRaqtfRV5ai7DfccEOq2FhLzzvvPPnyl7+8oOm0006TRoLLNeIkOFVJZiABEliKBCgzCZAACZAACZDAIhNQVdlss83k7W9/u1x99dXy9NNPy+WXXy6HHXaYhGE4Z+kuuOACOf300+d8f9qNeCe00EFnGuGBd1nPPPNMmvjzuo46uvF9WSN85wWuwZv/9Kc/Sdo73JmKwnffD3zgA4sakG0muXhuZgKd0t9mlm7msytXrpz5wpSzizE34ndHuVxuihTdc4h3hUhLTaP77rtPYGtKk/u2225byPeEk3VdfPHFaaIJgoo9+eSTqfmYgQRIgATaTcC1uwKWTwIkQAIkQAIkQAIkQALdRYDakAAJkAAJkAAJzJUADC4wYMGpWrEYS6lU8E7W4GgNTuGifM47Ywtc8spq7dp2B+OCl7mkDvwBMvRyqpKZGpArykupWPDBuHrKJSnEseSyWQlcIiPuYSIBEiABEiABEuhGAtSJBEiABEiABEiABEiABEiABEiABEig+wlQQxIgARJY2gRgf4WDPtgwy2bLhD0Tts3YbJw5BOQKM4IfjalLHJLBJookkthJ26U96oCtF+Wj/qzJAVtwIY68fbhUKIi3FZsdFoG6EDjMVWXEPUwkQAIkQAIkQAIkQAIk0FoCLI0ESIAESIAESIAESIAESIAESIAESKBTCMDJbHsCLbVOQwSogQ0urcQbb7yxbhYE44LdrF4mBP8aGhqql2XJXrvzzjvli1/8oiDwFniWSiV50YteJIcccoiceOKJcumll8o999yzZPWj4CTQDQQw/8Rx3A2qdIUOWDPm4ii805S/++675Yknnug0sSgPCZAACZAACZBA1xCgIiRAAo0SgI+vXXfdVf7zP//TP6N/97vflZ122qnR2zfId9xxx8mtt966wblWfUAwrkwm06riGipnZGRE8A6wXmYEQLn//vvrZWn62qbwvkx8VJxwAAAQAElEQVRVU9k2DW4RbkAgum9/+9uLUDOrJIHFI4D5eGxsbPEEYM0bEVi7dq3gneFGF5bQCQTjavV6uoTUp6gkQALzItDam+k5uLU8WRoJkAAJkAAJkAAJkAAJkAAJkAAJtIYASyGBLiSgqhIETmCwz+dyAudqcRwJUi0oF87junNOVNWStH2zanw9Tp3AQJ/NhoKgYXGUyAb5CiZnBMd12azlCSy/CjcSIAESIAESIAESIAESIAESmDcBFkACJEACJEACJEACJEACJEACJEACJND9BNqkoXPqbZfZXNZsrnkpFCKBXRP2Tdg681FOYPuEDVSd2V9NjoWwcib2V5XAObMNZxLbq9lbC4XYyxfFeW8rzpvcYZiRIAhofxVuJEACJEACJEACJEACJEACJEACS54AFSABEiABEiABEiABEiABEmgZgW222aZlZbWroGeeeaZdRS/ZchGE7Gtf+5psscUWMjExIe94xzt84C2yWrJNSsFnItDkuVWrVsmDDz7Y5F3MvikSQBArBLNa6rojqNhSdxS81NuA8pMACZAACZAACZAACZDAdAJhGMqrX/1qufLKK+VXv/pV04G58F3l9NNPn15sSz4PDAxIPp9vSVmNFlLza1Yv/7PPPiv4flMvTyPXNrX3ZVEUSW9vbyNoOj7P+9//frnppps6Xk4KuPQIrFy5cukJTYkXhcC9994rWEcWpfIWVtqK9bSF4rAoEiCBTZSA20T1ptokQAINEGAWEiABEiABEiABEiABEiABEiABEmg1AVUVGKWR4Pgtl80KnMEVCwUpFQveUVw+n5WsGfIzmcDnVVVZJyL4A1yf7Hg+//sy1qHEpBRVFQTjCqy+XC708kCWUqngHcLlc3BUl5Uwk5EgcJMySZdsVIMESIAESIAESIAESIAESIAESIAESKD7CVBDEiABEiABEiABEiABEiCBbiSg3naZMRtmzfaaz+e8jRO2zpLZYGGLzWVDySDolXPVwFcq2BK7KY7mnmB1TcpZ5226qprIZLbX0OrNma0VAcKKZguGTTiK8gIbcc0W7JxWZRJuJEACLSDAIkiABEiABEiABEiABEiABEiABEiABLqfADUkARIgARIgARJoL4FiseiDSc23lhtvvHG+RSyZ++EQ8qtf/aqMjIzIoYceKjfffPOSkZ2CkgAJkAAJkECnEqBcJEACJEACJEACJEACJNBqAqoqL37xi+Xyyy+Xz3/+8/5vvhut48wzz5T77ruv0eybfD6+L1v6XeCee+6RY489Vp555pmlrww16GgCFI4ESIAESIAESKD9BFz7q2ANJEACJEACJEACJFCXAC+SAAmQAAmQAAmQAAlsQgRU1Yzx6gNbZcKM5HJZieK8FIuxpYLAGRsCYIVZBL8KxAUuccC2bl0SkEtss2P7d07/wxkcbsQeScX+M5nUqXdCl81mBU7gisVagLBIonxestlQMpnA5A5E1aEIJhIgARIggeYIMDcJkAAJkAAJkAAJkAAJkAAJkAAJkED3E6CGJEACJEACJEACC0jAzJzinPM2zNBsmbBpwtYZFyIpmb2zWDL7awRbZ1YCu+7sBlUVsf9hckUSgR1W5r5ZIbWgXGbQFVUVFwSJTGEoCBCGoGCwvxbNJgz5YCPOZDIC2VWdqKqIIAk3EiABEiABEiCBpUGAUpIACZAACZAACZAACZAACZAACZAACXQ/AWpIApssAVX1ti6Z57apOGr99a9/LTvssIMcfvjh8sc//nGe1Bq7HXbG/fbbT0444QSJoqixm5iLBEiABEiABEiABEiABEhgJgI8RwIkQAIksAkSCIJAjjrqKLnwwgulUqk0ROD666+XK6+8sqG8m3omvi/r7B6A95jf+c53BO8Y0yT91re+Jeecc05aNl4nARIgARIggaVAgDKSwCZNwG3S2lN5EiABEiABEiABEiABEiCBTYgAVSUBEiABElhsAqoqquqNkTDMh5mMD8i13gEbHMJFksvnJBuGksk4CZzz94htcOQGJ252OK//EYhrsgAVX75TZ/UFkstmJY7y3kEdnNQV4ljgJC6RJyOQ2zn19wg3EiABEiABEiABEiCBDiRAkUiABEiABEiABEiABEiABEiABEiABLqfADUkARIAAVUV2C5hwwzDjGSzobdtwsZZKhWkVChIZLbPnNlAM0FgeZ23c6rUtlowLm+JrZ1sfl8NyoUbVVUC57ztFTbWfC4ncRxJEQHCLMVxEiAskwkkCJzJpIlMKtxIgARIgARIgARIgARIgARIYBoBfiQBEiABEiABEiABEiABEiABEiCBhSfwxBNPyJ133rnwFS+xGvEbza997Wuy4447Chwyz138xu4cGhqSt7/97XL55ZfLU089Jd/73vfkz/7sz7ytsbESmIsESIAESIAESIAESIAESIAESIAESGDxCLDmTiSw1157yVe+8hVxzjUk3iWXXNJQvk01E9+XdX7LIxjXiSeeKPvtt5+87W1vSxUYbXrsscfKbbfdlpqXGUiABEiABEiABEiABDqXQGPfeDpX/qUlGaUlARIgARIgARIgARIgARIgARIgARLofgLUsC4BVfU/clBV72Atmw29Ezg4YPMBsAqR/5zLZyUMsxJkAlGnAhdwMFD6vci843KhLCvGy4I/CshknNWXEQTfKhRiKZeKUrIUx5HkclnJZDKCfKrq7xFuJEACJEACJEACJEACJEACJEACmzYBak8CJEACJEACJEACJEACJEACJEACHUBAVc2OieS8TRO2zYLZOGHvLJeLAtsnbKAI2BUEzvK6SXvnOhhfZe4b7kcRPtkH7NVsuxmz8cIOnDObLwKCFcwGDFtw0eywUR4BuUKzFQdeDlXYX+cuQ9vvZAUkQAIkQAIkQAIkQAIkQAIkQAIkQALdT4AakgAJkAAJkAAJkAAJkMAUAmvXrpU1a9ZMOTPzYRiGM1+ont1yyy2rR923w28zTzrpJHnLW94izzzzTMsVLBQKsueee8pHP/pRufLKK+Wxxx6T++67T0455RTZddddJY19ywVigSQwDwK9vb1SLpfnUQJvbRkBFkQCJEACJEACJEACJEACJEACJLARgQMPPFCOPPLIjc7PdOKXv/ylf08z07WldA7v//B+q5Uyozy+L2sl0XmUNcut73jHO+Tkk0+WKIr87y4+8IEPSCPvcG+55Rb5+Mc/3pb3oLOIytNdTmB8fLzLNaR6JEACJEACJNB5BFzniUSJSIAESIAE5kuA95MACZAACZAACZAACZAACZDAUiCgzvkfP0T5nJQKSRAsBOYqxLHEZrhMHMOFErjkFdbatesExmf7R8SH6LJdM//DA9y0/E5V4Hgukwkll82awTQvcATXUy4JUhxHkrXzriqDcCOBDiJAUUiABEiABEiABEiABEiABEiABEiABLqfADUkARIgARIgARIgARIggUYJBM55mydsnOVSyds7YfuMorw/n8lkvG1U1U0psmpEre6mXGjg0G5CIC5LsOXihsAF3gacz+WkYDbfgtmBi4WClEtFgS04b7KEYUbUKbIzkQAJkAAJVAlwRwIkQAIkQAIkQAIkQAIkQAIkQAIk0P0EqCEJkAAJkEDjBFauXNl45kXKmeasNUwJ2LVIYrek2nPOOUeOOuooWbt27bzKGxwc9IG3jj76aDn77LPl97//vaxevVoef/xxueSSS7yj25133tnsjMV51cObSWAxCURmN8dvlNNkaEdwu7Q677//fnnyySfTsvF6hxF485vfLPitfaemyy67jPN2h/UZirPwBFgjCZAACZAACZDApkXg2WefFXy/wrPwt771LTn++OPlbW97mxx88MHy3Oc+VxB4JQgCwfuUTiSjqnLEEUdIpVJJFe/WW2+VRx99NDVfp2e49957/TuoenIODAzI6OhovSwbXEP78n3ZBkg66gOCcZ1wwgn+dw41wVasWCH/9E//JKrpv2s4/fTTO3YM1/ThfukQKJfLqcJibcG7n9SMLczwxBNPyN13393CEru/qE7QMI5jueaaazr6feGrX/3qTkBFGUiABDZxAm4T15/qkwAJkAAJkAAJkAAJzJ0A7yQBEiABEiABEiCBeRFw6ryRMsrnBc7XSqWCwBlboRAJ/sgcTtqymVBcEAg2GIiShE/Np3V2yzr7p5ZEVBAUDH+0EIYZyeayEkeJLOWekncKB2d12azJQIdwwo0ESIAESGCTJUDFSYAESIAESIAESIAESIAESIAESIAEup8ANSQBEiABEugCAs5smtkwNJtnJOVy0VLJ22FhA4UtFDZR2EaRT2yr2V69/dQ+z+V/f6/9g7JwfxA4swFnJJ/PCWythTjyMsAWXCoWJLLzkBG2YuFGAiRAAiRAAiRAAiSw0ARYHwmQAAmQAAmQAAmQAAmQAAmQAAmQQPcT6GgNi8WiTExMdLSMcKD88MMPL4iMqAf1LUhlLarkpptukiOPPLLpYFyh2TFf+9rXyte//nW58847Zc2aNd5ZNQJvwVH16173OkGQs3w+3yJJWQwJdAYB9H3MfWnS3HjjjWlZWn4d47DlhbLAORMoFAoyNjY25/t5IwmQAAmQAAmQwCZHgAqTAAl0CAG829lpp51kjz32kIMOOkiOOeYY+fKXvyxnnXWW3HLLLT64ydq1a2Uxvvc1imirrbaSPffcMzU73mXdd999qfmayYDgLwgC08w98837zDPPpBaRyWTEOZeaDxn4vgwUOje9973vlenBuGrSHnjggYL3krXPs+3xW4mPfOQjcvvtt8+WhedJoGECjQRAvOOOO+Txxx9vuMxWZEQ/5/vCVpBsXRkjIyMCX5ytK5ElkQAJLFECFLsFBBp7sm9BRSyCBEiABEiABEiABEiABEiABEiABOZGgHeRAAl0KwHnHcJlJI8gWIWClIpF74ytEMfeSRyctIVhRgJnr7B8IK11AqON/Sut2mD4zgSBwAiey2a98QHBwXrKJe+grmCyZX1ALteqKlkOCZAACZAACZAACZAACZDAjAR4kgRIgARIgARIgARIgARIgARIgARIoPsJUMN2EoDtE7bNOM5LuVQS2DyLxdhsoHnJmc0TNtHAbKPO7LStkgO2W2/DXWcGXSvUyxCGAkd5cRRJsRB7G7C3BZtNOMrnJbTrrZTBquX/JEACJEACJEACJEACJEACJEACHUWAwpAACZAACZAACZAACZAACZDAzARUVWCvkpRt5cqVKTnad/mxxx6T1atX160ADhDhCLFeptHRUYnjuF4WefbZZ31gqrqZOuginHF++tOflnvuuadhqQ444AD59a9/7Zl+61vfkkMOOUTGx8cb6gdplcAJdFpbpZXB6/MhwHsbIYD5YtmyZalZF8Mx+2LOtalANsEMqup/656mOpx/L7RD5jSZeJ0ESIAESIAESIAESIAENmUCCMLcSAB6vB/B31x3Iiv8jfnee+89i2jrTz/99NP+Hc/6M/M/+tOf/iQI/zlZswAAEABJREFUWDb/khovoZHv4MuXL5dCoZBaKN+XpSJa1AwIxvXP//zP/vcLMwmC3zV87GMfk4GBgZkub3AO/eaTn/ykNBLQbYMb+YEEphFoZM3Au28EfJx2a1s/wjZy6623trUOFt4cAfw+S1Xr3vTkk0/KqlWr6ubhRRIgARIgARF6EmYvIIFGCDAPCZAACZAACZAACZAACZAACZAACZBAywmoqv/hRDbMSC6X9Y7g4igvcRyZQTry+1w+5w2aQeBEVZMkc90SJ3C1u51zkskEkvWBuPISW72oG6lgx5HJkjW5MkHG1yvcSIAESIAESIAESIAESIAESIAESIAElj4BakACJEACJEACJEACJEACJEACXUpANXHOlKvaP2HzjKPY211hA4X9M1cNzOU2Csq1oS21UURqGVXV21MD5yQbhpI3Gy/qKxQSmy9swL5us73iR6s126/dyv9JoH0EWDIJkAAJkAAJkAAJkAAJkAAJkAAJkED3E6CGJEACJEACJEACS44AHBSvWLEiVe67775bnnjiidR87cgAJ5dwpFuv7CiKBLrUyxPHsdnN8vWyyFJzlHj11VfL17/+9bo61S7Cie1FF10k5513nrzoRS/yvyOtXWvVHsG4OtWRdat0ZDlLnwCcd4+NjaUqgkB3Tz31VGq+VmaAI+lWlsey5k9gm222SS3kzjvvXLQ1MlW4dmVguSRAAiRAAiRAAiRAAiTQwQTgvyqXy6VKeO2118pDDz2Umm+xMoyOjqZWjXdmCBKTmrGJDHfccYcsdNDhRr4P47s8vtOnqcL3ZWmEFu/6n//5nwuCbeH3C/WkeMELXiAf+MAH6mWZvHbqqafKD37wg8nPPGgxgU2kuKGhIYH9oJ66mBcfeOCBellafg22kVbP8S0XchMrEGszbC1pajeyrqWVweskQAIk0O0EXLcrSP1IgARIgARIYCkRoKwkQAIkQAIkQAIkQAIksKkRUNXEOVvgfHAsOIeLo0hKxYJPhTgSOGyDYRPBswLnfH78UGJqknrbOhHkRRarzt/vnK6vz+ool4pSLhelWIgkyuck9I7oAglcIM7yqipuZyIBEiCBlhBgISRAAiRAAiRAAiRAAiRAAiRAAiRAAt1PgBqSAAmQAAmQAAmQwEITUFVv2wyCQMJMIFmzeUZRTopxLN4eWiwKAmXlslnJWJ6aHdRuE2zepmq2VRzPlpBnalJVs6k6b3vNWn2w7aIO2HuLZvOF7Tc3WZ/ztlpVFW4kQAIkQAIk0C0EqAcJkAAJkAAJkAAJkAAJkAAJkAAJkED3E6CGJEACrSXw/Oc/P7XAW2+9dcEd8daE+vnPf147nHVfqVSkr69v1uu4gOvIh+N6aak4SoSN8Bvf+IY8/fTT9dTx16D39773Pdl77729fdCfbMM/zzzzTBtKZZEk0HoC2267bWqht91224LOewh6iDpTBWOGBSWw5ZZbptYHZ8z33ntvaj5mIAESIAESaJ4A7yABEiABEiCBuRBA0CYEb0q796abbpJOfg+EoB9xHNdVQ1UliqK6eZq9+OCDD8qqVauavW3O+Rv9PowgTar1/+ad78vm3AwLciN+U6Favw1rghxxxBGy55571j7Oul+7dq0cc8wxctddd82ahxdIII3A+Pi4jIyM1M2G+eXmm2+um6fVFzEXP/bYY60uluXNg0CxWJSJiYnUElauXJmahxk2JMBPJEACmx4Bt+mpTI1JgARIgARIgARIgARIYJMnQAAkQAIkQAIk0BEEVNX/oMI5J0iZICPZXFbiKC9wzoYEZ235XE6y2bDqFM75e6AAjEZIOJ41rRNZZ/9NvW7VWhlOYDTNob44klKp4J3QFQqxGf7zkg2zVl/G8lh9Jt/U+3lMAiRAAiRAAiRAAkuEAMUkARIgARIgARIgARIgARIgARIgARLofgLUkARIgAQ2IKAKO6iTTCbjbaxRPi+FQmS20JK3icZRJLDJBplA1PLCdipTNm9bNRvrlFMbHcJGi4QLqire1mvlwaaLgFwF2F+LBUFQrijOW32hoD7nkDexEauqcCMBEiABEiABEiABEiABEmiYADOSAAmQAAmQAAmQAAmQAAmQAAmQQNcQ2GqrrVJ1ueeee+SOO+5IzdfqDE899ZRce+21qcVuvvnmAkeI9TLiOvLVy4NrUxwl4mPb06c+9SkfTGy77baTww8/XI4//ng5//zz5fbbb68bDOi2226T8847L1U+2A6/8pWvyM4775yad74ZOtmJ9Xx14/3dReDFL36xqGpdpTDGMA7rZmrhxfvuu0+uu+66FpbIolpBYGhoSPD3HvXKgmPk3/72t/Wy8BoJkAAJkAAJkAAJkEBnE6B0XUhg2223TdXq6aeflgsvvDA132JlePjhh2X16tV1q0cwrt7e3rp5mr345JNP+vdSzd431/zQ8/rrr0+9vZF3mPguz/dlqSiXRIaenh755Cc/KXFKUDoog/6DvGvWrMFHJhJomgD6WyNzzBVXXCG13+00Xckcbvi///u/OdzFW9pJAOvu8PBwahW/+tWvBOtbakZmIAESIIFNmIBbHN1ZKwmQAAmQAAmQAAmQAAmQAAmQAAmQQPcToIYkkE5AVf0fkuOHFplMILlsVqIpDtoKUSRRPivZMBRcD5zz+cW2RoxF66rBuKbmVVVxTiUTOEFAroLVVy4VpVwuCQJywUlcFgHATJ4gCMRZflUVbiRAAiRAAiRAAiRAAiRAAiRAAjMR4DkSIAESIAESIAESIAESIAESIAESIIFOIKCq3g4KGydsq9kwa7bWnBTiWLw91GyisdlGc2aTRR7YTFXX20FrNtWajVU22Db8UMurqhKY3TUTZLxNF7ZW1FEqFaRYLEgc5QX1QR7nnLf1qq6vU7iRAAmQAAmQAAmQAAmQAAmQAAmQAAl0EAGKQgIkQAIkQAIkQAIkQALtJ7BixYpUx6Zw/vuLX/yi/cJMq+HBBx8UOC6cdnqjj5tttpkUCoWNzk89gevbbLPN1FMzHqO+hXKUCBsfAvCgPtT71a9+VY455hg54IADBDqVSiVvzzv55JM3khWOZu++++6Nzk8/sffee8t+++03/XRbPi90MLO2KMFCNwkCW2+9tUxMTNTVFQ7Ir7nmmrp5WndRBAGd7r333lYWybJaQABzcSNOdi+55JIFdcjcAtVYBAmQAAmQAAmQAAmQAAl0NYFGAjEDwA9/+EN59NFHcdhx6Y9//GPq94xyuSytDsgFED//+c+xW5CEd1yrVq2qW1dfX5/gu3zdTHYRZXX2+zITkv83TGDnnXeW97znPQ3l/9KXviTf//73G8rLTCQwnUA+n5fdd999+umNPl911VXy0EMPbXS+HScef/xx+elPf9qOolnmPAhkMhnZYYcdUkuAreSWW25JzccMJEACJLApE3CbsvLUnQRIYBMgQBVJgARIgARIgARIgARIgARIgAQ6noCq+h9qBEEg2WwosRmM4JytVCpKoRBLFOUln0uCcgWZwDuRMwu+/b9ugyQNbKpq9zvvFC4MQys3Jz4gV7ko5VJB4Bwul8sJHcLJ0tooLQmQAAmQAAmQAAmQAAmQAAmQAAmQQPcToIYkQAIkQAIkQAIkQAIkQAKpBFTV214R/Ao2z5zZWWFzLZvtFQm2UdhewzAjgXPedqqqqeUiAxz0TU0i6+x+lcTOm5Gc2VkRgAv1lYpFKRUL3tabRQAwF3i5VBurS7iRAAlsugSoOQmQAAmQAAmQAAmQAAmQAAmQAAmQQPcToIYkQAIkQAKbNAEE5ELAkTQIF198saxZsyYtW0uvIwhYI05099hjj4bq3WWXXVLzLaSjRDjvvPbaa+vKpKqy5ZZbbpTn17/+9UbnZjrxpje9yWyE0UyXWnruscceEzqYbClSFtZGAgiwtOOOO6bW8N3vfleeeuqp1HzzzQC7/0UXXTTfYnh/GwgMDAzItttum1ryFVdcIffff39qvlZmwJyL9Xt8fFz22msveec73ymnnnqqXHbZZXLPPfcsSN9tpT4sa4EIsBoSIAESIAESIAES2EQIIHjTxMREqrYIrnLppZem5luMDHi2T6sX3wfaEZALQWAQDCat/lZc/9GPfuT9ldUr60UvepEsX768XhZ/je/LPIau+UdV5cgjj5QXvOAFqTqtXbtWjj322AX/bp4qGDMsGQIvfelLBcGW6gn8u9/9TtLe59e7v5lrt912m/zqV79q5pYN8/JT2wggWKBq/d9hPfnkk3L55Ze3TYbZCv7Qhz4kfX19stVWW8mhhx4qH/vYx+S8886TG2+80QeTw3vo2e7leRIgARJYaAJuoStkfSRAAiRAAiRAAiTQjQSoEwmQAAmQAAmQAAmQwPwJOKeSDUOJopyUCgUpFwtSLMQSR5Hk8znJZbMSZjIC53HrrDq8bF+HAzuu9z/y1a6jjiBw3hiVzYZWV17gEA7O50qlotWV9zI4dcKNBEiABEiABKYT4GcSIAESIAESIAESIAESIAESIAESIIHuJ0ANSYAESIAESKBbCDjnvO0zjvICW2i5XPK20cg+Z8Ost5kGzokzO21N56m21dq56XvYaH0+s9WiDgT3ymVzZnvNSRxH3sZbKhWkaPbeKJ8XXJ9ax/Ty+JkESIAESIAESIAEFoMA6yQBEiABEiABEiABEiABEiABEiABEuh+AtSwMwn09/cLHAimSQfnxNdff31atpZdR/Cvb37zm6nlxXHsnQumZrQMO+ywg3dGaIez/r+QjhJvv/12gWPNWYWxCwgc9JznPMeONvwfgcM2PLPxp2bYbHx3c2egy29/+9vmbmJuElgkAnCuu/fee6fW/rOf/Uxuuumm1HzzzYB5AI5R51sO7289gXw+L7vvvntqwVgf4UQ+NWMLM3z/+98XzL0IXIk1+uSTT5YjjjhCEKRydHRUoiiSIAjkv/7rv1pYK4siARIgARIggcYIMBcJkAAJLDYBPBPj2ThNDvz99ac//WkfpCIt70Jef/jhhxsK5PHCF75QKpVKy0W7+uqr5YYbbmh5udMLfPTRRwXfZ6afn/4ZgXKKxeL00xt95vuyjZAs+RNDQ0PyqU99SvAbiTRlrrvuOp8X4zotL6+TwHQCCGD0vOc9b/rpDT6jb+EdHvYbXGjDh29961vyyCOPtKFkFjlfAo0G/TzjjDME69x862v0/vvuu0/OOeccwTME1vCvfe1r8olPfEL+6q/+StC3BwYG/Fz6spe9TP7whz80WizzkUAqAWYggbkScHO9kfeRAAmQAAmQAAmQAAmQAAmQAAksOAFWSAIkQAJdTUDVeWdscMoG52xwCoc9nLZFcAqXS5zC1QyWiaFoncDhm6RsSV4RtToCF3jnclkE5MrnvEO4nnJJyj4gVyQ4X6tDuJEACZAACZAACZAACZDAwhNgjSRAAiRAAiRAAiRAAiRAAiRAAiRAAt1PgBqSQNsJwOYZZrPe6RFsoUjFQkFgj4VNNJMJxDa3pdQAABAASURBVAVOVNXLUrOp+g+z/JPYZmGjtWR5AuckzGQklwt9uXEUeftruVjw+7zZY8MwFLV8wo0ESIAESIAESIAESIAESIAENj0C1JgESIAESIAESIAESIAESIAESGAaAVWVfffdd9rZjT/C+SOcQG58pT1nENzkhz/8YWrh22yzjcwUsGqmG5cvXy4vetGLZrq0wbkLLrhAVq9evcG5dny45JJLBAHA6pX9/Oc/X+B4tl6e2a7BwSIcUM92vZXnL7vssoYchD744IOyatWqVlY9U1k8RwKpBPbZZx8ZGxurmw/z3plnnimN2O7rFpRy8Xvf+54gqFJKNl5eJAJw/I4gbmnVn3baaQuydkAOOPOFU18c10sIKIZ1pF4eXiMBEiABEiABEiABEiCBJUxgVtFVVQ4++ODJv8meNaNdQPCpU089te3f/ayqhv+/8MIL5ZprrknNv9deezWkY2pB0zLgfdX5558/7WzrP15++eVy1VVX1S0Y38de+cpX1s3TzEW+L2uGVmfkRfsffvjhDQlz4oknCt65NpSZmUhgCgHMDQcddNCUMzMfIuDRzTffPPPFFp1FYCW8k2xRcSymxQSGh4dlxx13TC0V6xvWudSMLcrwox/9SGBXSytuiy22kN7e3rRsvE4CJEACbSfg2l4DK+gyAlSHBEiABEiABEiABEiABEiABEiABEig+wksjobOqcAZG4JvlYqxlEsF76StEEfeeVsul7XrGQlc8koLf1SOJLJuZoFnOO2sjiBwEmYCyXnnc3lfB5zPlYtFiRH4KwwF+YQbCZAACZAACZAACZAACZAACZAACXQ1ASpHAiRAAiRAAiRAAiRAAiRAAiTQzQRg88xmQ4njvJRKRSmXS1IoxJKPcmYrDQU/GA6CQJw62Wibwdaa5FnnfwCe2GlFnHNme81YeVlv04Vtt2h1oL5SseDPZcOM1aHCbbEIsF4SIAESIAESIAESIAESIAESIAESIIHuJ0ANSYAESIAESIAESGBpEdhll10kLTANNPrGN74hd955Jw7bmmD7+spXvtJQgKf999+/YeeBxWJRXv7yl6fKfvHFF8v//d//peabTwYEUzn33HNTi4C8kDs14yJmgIPQk046aRElYNUk0DwBBOh72ctelnrjKaecIitXrkzNN9cMt912m3zuc5+b6+28bwEIIJDjS17ykllqWn96IdaOWm1wjH/llVfWPs66h+xwsjtrBl4gARIgARIgARIgARIggS4msNtuu8nOO+/ckIYf/OAHBUFWGsrc5kz333+/HHfccam1jIyMCHRMzTjHDO1+D7h69WrB+yS8B6wnIr6P4btNvTydeI3vy1rXKvB/d+yxx8pznvOc1ELXrl0rH/rQh+Shhx5KzdtcBubeFAjsu+++ks1m66p6zz33yBe+8AX/G566Ged4EXPiV7/61YYCK82xCt42TwL43dfrXve61FLQlljnsN6lZp5nBsx5//Zv/9ZQKejnqvw9WUOwmIkESKCtBFxbS2fhJEACJEACJDBXAryPBEiABEiABEiABEiABEhgkyOgqgKHb2GYkVwuJ/l8XhCcK4oiiWtBucyABAMBHLuJ4CU7kpjBaH2qxedaZwcwEtR8xamqLx9O59aXnfdlx1ZHFOW8gSqTCUQ1KVe4kQAJtJcASycBEiABEiABEiABEiABEiABEiABEuh+AtSQBEiABEiABEiABEhgUQioqmSCwNtAYQuNI9hGLXnbaGT2WLOPhqEEU+yj68y4mthY7UCSLTlnx5OnYEtVCZwT2HazuazZdWHTzds+Sfl8zmy+WX89MBlUcY9wIwESIAES6GYC1I0ESIAESIAESIAESIAESIAESIAESKD7CVBDEiABEmgRgc0220z+8i//MrW0m266Sf71X/9VYL9KzTyPDFdddZV8+ctfTi0BzjHhPDA145QMcJRYqVSmnNn4EI5bTzjhBGmno8RLL71UoOfGta8/Mxf91t8t8vDDDwucOE891+pj9AU6CG01VZa3EATwu+h3v/vd3n5fr74HH3xQPv7xj8szzzxTL9ucrqHMT33qU3LLLbfM6X7etDAEenp65JBDDkmtDGvHQjj9xrz+6U9/OlUeZIDckB/HTCRAAkucAMUnARIgARIgARJomgCehQ877LCG7sPz/BFHHCGXXHJJQ/nblQnfEz/84Q/Lddddl1rFy1/+cpmYmEjNN9cMeA/4pS99qW3vARHU+Pvf/36qeK3+XsP3ZanIOzID3l/j/Uwjwl199dXy+c9/vm19txEZmGdpEthpp53kwAMPTBX+5JNPlv/7v/9LzTeXDOi/xx9//Fxu5T0LSGCPPfaQrbbaKrXGCy64QL797W+n5tsgwxw+nH322YK+k3YrZIbsafl4nQRIgAQWgoBbiEpYBwmQAAmQAAmQAAmQAAl0KgHKRQIkQAIkQAIk0FkE4IdNVcW5qnO4MBQ4hysUYikWYzvOJ47bMhkJAlcNnKUiteBb63wYrhkNlM45QTAuBPgqFQtSKhWlEMdWXm7SERzyqGq1XCuW/5MACZAACZAACXQFASpBAiRAAiRAAiRAAiRAAiRAAiRAAiTQ/QSoIQmQAAmQwIYEVNXbXQPnqoG5QsnncmYjjcxWavZSs5lGUV6yZpOFnVSmbXBmt0Eym6yIirNyYauFwzA45YujSIpmzy0UCt6ei/KCahAuVRVuJEACJEACJEACJEACJNBKAiyLBEiABEiABEiABEiABEiABEiABEhg6RNQVXnjG98osDXNpM3UcyeeeKKcc845U0+19PjRRx+Vo48+Wp588snUcl/zmtfIjjvumJpvagY4HHzFK14x9dSMx+10lPjQQw8JgqnA9jdj5dWTcIy43XbbVT9tuINT6Q3PbPzpsccek9tvv33jCy08g6Bixx13XAtLZFEksHAEMH9gHkmrEQ5NP/e5z834O+m0e2e7jvGPMhsJPjhbGTy/cAT2339/GRsbS60Qjm8/+MEPtiWAGypHv8E63IhzfsgLuXEfEwmQAAmQAAmQAAk0SoD5SKDbCCCwygte8IKG1HrkkUdkv/32k6997Wst/f7XUOWW6dlnn5V/+Zd/kUa+J+Id3rvf/W7B347brW37/wtf+EJDAT6aFQDvq973vvcJAqHVu7fZ7zV8X1aP5tK/9trXvlZe9apXNaQIAhq1K2BSQwIw05IkgDn1ne98Z6qd5Omnn5bDDz+85e/eMTciCCHWoyUJcBMSenh4WA4++OCGND7yyCMFdpSGMs8hEwJofuITn2joTsgM2RvKzEwkQAJdT2CxFXSLLQDrJwESIAESIAESIAESIAESIAESIIFNgABVJAESaICAqopqLTmBkzYE0Mrn81LwDtzixIFbNusN9M4F3oEcil63TvwfF+CPe5OEz7iyPrnAeWdycCpXLBWkXCpKHEeSz+ckzIZWX8aSszLd+pt4RAIkQAIkQAIkQAIkQAIkQAKNE2BOEiABEiABEiABEiABEiABEiABEiCB7iewpDRUNfun2UnxY70wDL1tFDbScrEopWJB4igvOO/chjbSxP4Km+s68f/ZCftf1LRXpxKYrRZl5nJZb8NFQC6kyGy7+NF1EASCMlVVVJMk3EiABEiABEiABEiABEiABEiABEhg6RCgpCRAAiRAAiRAAiRAAiRAAm0msNNOOwmcFKdVA0e5RxxxRFscCK5evVre+973yk9+8pM0MbxTTDgyhG0tNfOUDLCpNeJUE7eg/FY7SsRvLT//+c835Mz4sMMOM9tfBFE2So06k/7mN78pa9as2ej+VpyAg9A3velNDQVPa0V9LGOTILCgSmL+wDiHTT2tYgRZOumkk/zvptPypl3HPHD66acLykzLy+udQWCzzTaTt7zlLQ0JA+f5CLaGdm7ohiYyISDmpz71qYbueN3rXieQu6HMzEQCJEACJEACJEACJEACXUpgaGhIPvKRj/i/nW5ExWeeeUYOPfRQH2TjD3/4QyO3tCTPE088IXjfduyxxzZUHt7h4V1eQ5nnkQlBYRAcBu+A5lHMBrciGP/hhx8uN9544wbnZ/qA72HNfK/h+7KZKHbPuSiKBEFnKpVKqlIImPShD31I0N9SMzMDCUwhsOuuu8prXvOaKWdmPsQchncvd91118wZmjx77733Ct61o9wmb2X2RSKA9XHZsmWptbdjLa1VijnuHe94h9xzzz21U7PuBwYG5KCDDpr1Oi+QAAmQwEITcAtdIesjARJYLAKslwRIgARIgARIgARIgARIgARIgAQ6n4Cq+j8qcHDilgn8D1WiKC9w3oagXHk7hlO3TJgEz1J1Yrf4PyrHHwsnqeoYbh1cw0myWSY4fAuzoaA8OJdDKviAXFnvZG66U7jkxqX2L+UlARIgARIgARIgARIgARIgARIgARLofgLUkARIgARIgARIgARIgARIgATSCaiqeLurcwJbaNZsrPl8TgpxLKVSQYrFgiQBtELL50REBds6+weWVp/sQ2KDtU9mf0UWpyjPmY01I7ls1pdRKMbi7blWPmyymSAQVZ1Mwo0ESGAOBHgLCZAACZAACZAACZAACZAACZAACZBA9xOghiRAAiRAAiSw6RJAoKr3ve99EpvtKo0CHAjC2eS1116blrXh63A8/La3vU1OPfXUhu55wxveIHCO2VDmaZlwXyNONVutJ+x8CMLTSDAVOFXee++9p0m+/iMcDKPN1p+Z+eiss86SH/3oRzNfnMfZ3/3ud/IXf/EXDTlPnloNgq49/PDDU0/xmAQWlcBuu+0mf/u3f5sqA4IRInjXJz/5SYGD9tQbZsmAe1EGnIqjzFmy8XSHEVBVwRq1xRZbNCTZMcccI5/97Gfl2WefbSh/I5l+9rOfeQf9jfQbOAN+17ve5f9GpJGyN8081JoESIAESIAESIAESGBTIYDgVQiy1Yy+Z599toyPj8vxxx8veGfVzL3N5MV3hosvvli23XZbOe200xq6FQE1PvzhD0sj74UaKjAlE4LDIEgMgsWkZE29jPdC733ve+XSSy9Nzfuc5zxHDj/88Ka+1/B9WSrWJZ9h++23F/T/RhT5yU9+Iv/xH//h/eA1kp95upVAc3qFYSgf/OAHpZHAb9dcc43gHT7elTdXy4a5cf8ee+wh6LMbXuGnTiaA94RHHXVUQyJiLd1///3lpptuaih/I5maWVNRHgJ3bbPNNjhkIgESIIGOIOA6QgoKQQIkQAIkQAIk0D0EqAkJkAAJkAAJkAAJkAAJzJOAauKYLXBO4KwNTuDgDK5ULEoxjgUBtRCUC8akTAaO3JJXXPijXvxIpLZfJ+tERcRZeYFz3iFcPpeTQiGScqkk5XJRYjvOZXMCh3DOqagmSbiRAAmQAAnUJ8CrJEACJEACJEACJEACJEACJEACJEAC3U+AGpIACZAACZAACSx5AqqJ/RO2UPwQOp/LSiGGvbRo9tKSFAqx5M2GGoYZCQInyKemNezOLdNYAAAQAElEQVSuSGvXrZV1a9cJ9nbabK9OMmajDcPQ7sua7TayMiLxttxibJ/zkrVrzjnaXoUbCZAACZAACSwRAhSTBEiABEiABEiABEiABEiABEiABEig+wlQQxLoUAI77LCDvOc972lIujvvvFNe+tKXyne/+12BHauhm2bJdNdddwkCZJ1xxhmz5NjwNAKNfOhDHxLYyDa80tgn3NeoU03oCaeacI48Hz3hYPmEE07wjoTxe8t6kqqqfOADH5D+/v5Zs2211VbyvOc9b9brtQuo6+/+7u/k9ttvr52a1x4MLrjgAh8M7ZZbbmm6LNwPR5FN38gbSKBNBGC3x3jbcsstG6rhIx/5iJ/7Vq5c2VD+qZlwD+ZNlDH1PI+XBoHly5fLxz72sYaFRVCuI444Yt7O+zFvYq3FWvTII480VD8c3MMpcEOZmYkESIAESKC9BFg6CZAACZDAohPAe6B//Md/lEa/99UExvsLPNcPDg4KnrHxjqh2bb77Z555Rs4//3zZcccdZZ999pGbb7654SLxHRaBpxq+oQUZESTm1a9+tdx2221zLu0Pf/iDHHLIIXLqqac2VMbRRx8tm222WUN5a5n4vqxGorv3+K79spe9rCEljzvuOLnqqqsaystMJFAjsN122/mgXLXP9fbXX3+9D6qIAI5YN+rlnX4N+XEfgjKinOnX+bnzCWA+2mmnnRoS9LrrrpPddttN/ud//qeh/PUyNbumYn18+9vf7n9TVq9cXpsnAd5OAiTQFAHXVG5mJgESIAESIAESIAESIAESIIEOIUAxSIAESIAEup8AnLTBWVsc56VUKkhPT1FK5aIgOBccwyEwVzYbesdwoLF23TrBDzawf3btWsEf/aqqXQ98YC84koNzOTiDq/SUEgdzcSTZXCioS2xTVfuX/5MACZAACZAACZAACXQKAcpBAiRAAiRAAiRAAiRAAiRAAiRAAiTQ/QSoIQmQQHsJqCY2UNhEs9msxIXI20phM4UdNjabKWypYRh626qqelvrs8+uNftrYoNFUC5IiaBdsNHCVlsoxFIqxlIuFaXH7LjYx5HZX82Gi7qQn4kESIAESIAESIAESIAESIAEagS4JwESIAESIAESIAESIAESIAESaA+BE088Ud72trd1TIKT3kYDeKiqvO9975M999yzIThPPvmkD6T12te+VhBUq6GbpmSC8+FvfOMbAifCl1566ZQrsx/C7gXG8w00sv3228uHP/zh2SuacuXBBx/0zpHf/e53yx//+McpVxo7BJuDDjpI/v7v/97sfWtTbzr00EMFTo7rZRwYGBCUWS8PriHdeOON8opXvEJ+97vf4eOc06233ipoa8g2Fw61itHuteOluD/77LM7Znw3M9dce+21SxH3gsi8YsUK+ed//ufJ3zWnVXr11Vf7eeuVr3yl/PSnP5V6fRrXkAd5Mdfh3rTyeb1zCRx88MHy1re+tWEBTzvtNO+UGUEdEZix4RurGR966CFBUEUErcSaWz1dd4c1HM6A62biRRIgARIgARIgARIgga4jQIXqE8D3vjPOOEMqlUr9jDNcRcCUf/u3f5OJiQkZGxsTBOlCgJ/HH398htwzn8L3Abwfggz77ruv5PN5OeCAA+Taa6+d+YZZzuL7CN5PzXK5raevueYa/134v/7rvwT6NFoZ/I0h+AgC3JxzzjkN3faqV71K8H6socxTMvF92RQYXXzY09Mjn/zkJwW/w0hTE9+lEdzt0UcfTcs65+sIsnPkkUcuufeFjQbHmzOYJXyjqgqCF+EdSyNq4P0f1gasNQiwdd9999W9DdeRD/lxH+6vewMvdiyB/v5++cIXvtDw8wVsTehXmDPw3q9ZxbD+4j1jM2sqbGoITjg+Pt5sdcxPAiRAAm0lwIBcc8fLO0mABEiABEiABEiABEiABEiABEiABLqfADVcRALOqRkiQ4mjfNWJW8n2BSkVYkFgrSifk5pTuHVi/61dKwjG5YNy2TEM5KoqQSYQBPbKW344kysVC9LTUxI4hcPnXDYrLnCimjiiE24kQAIkQAIkQAIkQAIkQAIkQAKbGgHqSwIkQAIkQAIkQAIkQAIkQAIkQAJdTUBVxTln9teswEbq7aU9ZSma7bRQiAS21Gx2w4BcNbtrzQYrZpMNgsDKCCWKcoKAXLi/hGBcZn8tlYp2Pu9ts85svdJ5GyUiARIgARIgARIgARIgARIgARIgARLofgLUkARIgARIgARIgAQ2OQJwhvflL39ZOiV985vfFDgObrQh4ND0s5/9rDTjoPjcc8+V5cuXCwLOIPBMmgPJmsNJODE+5JBDmgpyhaA5Bx54YKPq1M0HB8ZwZFw305SLcKwIx764D8Gt4PxwyuUNDnHtN7/5jbz5zW/2bMBogwyzfNhyyy3lH//xH/3vNGfJMnkaAbkgz+SJOgfXX3+9DwrziU98Qppx9Ag9fvazn/m2fc5zniON6lFHFEGAsHrXO/3az3/+844Z383MM3feeWeno11U+TCvYH5pRogf/vCH8ud//udms88KHOgiWFMtSBqOcQ7OoZEHeZspewnm3SRExm/oP/rRj8pWW23VsL4333yz7LPPPvL85z9fvvjFLwrWwHo3Y97F+gHn80NDQ3LyySfXy77BNazdWMOxlm9wgR9IgARIgARIgARIgARIgARk5513FgSgwXP9XHGsWrVKEERll112kVKpJPg7bgS42HXXXTcKxoNnenx3wHN9JpPx74fe9KY3yUUXXST4m3BpckMADzzvz0f+JqvcKDuCG73xjW8UvCNCAOJ6QY6eeuop+c53viM77LCDQPZG30vg3RjewUVRtFH9jZzg+7JGKM0rT0fcjHct/+///b+GZPnJT37iv4/D911DNzSZCQF2MB6aeU/XCXl//OMfN6npppUd71awZmBOalTzBx54wAdtHBkZkWKxKNPXBnzGeVxHIC7kb7Rs5utcAni++PCHP9yUgFjn8HyAZ4UrrrhC0mxqWG8xz+D9It4zNrqmQii8r37Na16DQyYSIAES6CgCrqOkoTAkQAIkQAIzEOApEiABEiABEiABEiABEiABEtg0CXiHcCGcuUU+EFdPuSQlM/zAqRucu0VRXhKncMkrrpojOPwRwNp1awVGSXUqGTiFs3LyuZwgkFepVBA4mCtbeXA258twbtOETK07iABFIQESIAESIAESIAESIAESIAESIAES6H4C1JAESIAESIAESIAESIAEFo+AC5zksqG3mcJWCptpqVT0Abp8QC6zqWYygaiqt7V6u+vatf5H2LC9im2BlQH7Kmy1CORVLMWTttyy2WHjOC+h1eFofzVa/J8ESGDTJUDNSYAESIAESIAESIAESIAESIAESIAEup8ANSQBEiABEmglge23314uvPDCpoJyoX4EnIEz1Gw2K3Am+Jd/+ZeTzogPP/xw2W677bwjyrk6nETwrH/4h3/w9jPUN98EB8ZwZAynwI2WBceIJ554omyzzTYCPeGQE04T4dQQCUF4Nt98c3/txS9+sXz9619vtGjP+4wzzvCBfRq5CTK85z3vaSSrzwPZP/axjwmCeO20007egTScQN91111yzz33+HT77bfL+eef76/ttddeEkWRvPSlLxW0rS+kzj877rijfPKTn6yTI7m01ANyJVrw324joKqC+QXzzFx0u+OOO+Sss86aDNaGY5xrtKwjjjhC4NC90fzMt3gE4GwfcyLm/2akQGCud7zjHYI1EOsHHPPXWz++9rWv+b8PabQO/F3IV77yFcEa3ug9zEcCS5MApSYBEiABEiABEiCBuRM48MAD5dxzz5U4judeyJQ78bfdd999t1x55ZWT3wdrgXbwTH/DDTdIKwKuvOxlLxO8M0KAmCnVL9ohvu++5S1v8e+ypr8DxLuxsbEx/04J7wavvfbahuWsVCpezxUrVjR8z/SMfF82nUh3flZVed/73if4bt2Ihv/8z/8sV199dSNZmYcEJglgLsLci7lp8mSDB0888cRGawPWCpxvpIjly5cLgsI3krd78ywdzWCn+cxnPtOUwHiGwLPCbrvt5u1JWE9hk4GdqZYQxK2vr8+vt1h38X6xmUpg+/r0pz8tmUymmduYlwRIgAQWhAA9DS8IZlZCAiRAAiRAAiRAAkuAAEUkARIgARIgARIggQ4joKoSZAJ7eR8KgmnFUV6KhVh8QK1ySeAkrlQsSCGOzSieFziJy+ezkkPKZSWfz0kcRVIsxpa3KD6gV6noy6jdk8tmBS/vVVW4kQAJkAAJkMAmQYBKkgAJkAAJkAAJkAAJkAAJkAAJkAAJdD8BakgCJEACJEACMxBwZhOFbTRnttTIbK8Fs716W6rZUGFLLZcTW2ocR94+i3x5y5uknLfJJvcUBMG8kErFouBcbOXlcjnJIqhXELTMKeEMavAUCZAACZAACZAACZBAjQD3JEACJEACJEACJEACJEACJEACJEAC3U9gE9Jw5513lrPPPts7+puL2nA2/J3vfGfSGfFXv/pV+dWvfiWNOpycXieCmJx00kmCIFrTr83nMxwZw6kmHBs3Ww4cJt50000Cp4k1Z8sIwnPbbbc1FUQF9UKvU089VcAdnxtJqirvfOc7BU4VG8k/Nc8111wjxxxzjOy7774C556jo6OCtNlmm8kBBxzgr1166aWCIF5T75vt+LDDDpPLLrvMy69a/7ehYPb4448LNxLoNAIYh//+7/8uCCC4kLJhfoNj1Hw+v5DVsq55EIBDZqxxz3nOc+ZUCuZWOOZvxfoBARCMC+vPa1/7WnxkIgESIAESIAESaAUBlkECJNC1BPbff3//DgPvQ5aCkggidt5558nIyMiCiQtGlUqlofqmvwPEd5NVq1Y1dO/UTAiShnd0zbwbm3p/7ViV78tqLLp9Pz4+LgiAg+/Eabo+8sgj8uEPf1j4TjKNFK9PJ4A56Xvf+540OidOv38unwcGBuScc86RHXfccS63855FIKCq8g//8A/ysY99bM61Yz2FTaZma8IeQdwefvjhOZUJu9G3v/1tgQ1sTgXwJhLYlAhQ10Uh4BalVlZKAiRAAiRAAiRAAiRAAiRAAiSwyRKg4iRAAiTQDAFVFTiGc0Hgf7wSxXkpl4rS31eRwYFeGejvlf7+ivT3VqSvt0d6K5Z6eqTSU/bHPl9/vwwPDVj+PjtXlmKhILlcVjJWZmAJ5auqcCMBEiABEiABEiABEiABEmgdAZZEAiRAAiRAAiRAAiRAAiRAAiRAAiTQ/QSo4dIioKrinErgAgkzgeSyWW87rVTK3pY6PAibar/Axgq7K2yuFdhfYYe1BJssrg3095mdts/ssxVvu42iSMIwY+U6H4hLVYUbCZAACZAACZAACZAACZAACZBA9xCgJiRAAiRAAiRAAiRAAiRAAiSwUAT22msv+dGPfuQDNi1UndPrgUPVz3/+8/KFL3zBbGDh9Mst+QyHxnBsvM8++7SkvGYLZaC9CgAAEABJREFUgcPhc889V+Bgudl74UwRgby23HLLZm9tSf4wDOX0008XBFwrFAqC4DTDw8N1y0YQmvvvv79uHl4UIYPFIQB7+8knnyz/9E//tCACoJ4TTjhBcrncgtTHSlpHYOuttxY4yV1s58hYQ7773e8Kg3G1rm1ZEgmQAAmQAAmQAAmQQPcT2GmnneTaa6+Vgw46aNGVrScAvjP+93//t/T19dXL1vJrL3vZywTvm/Dep+WFz1Aggs9ccsklgkBgM1xu+hTflzWNbMne8MpXvlLe/OY3NyT/xRdfLF/84hcbystMJDCVwJ/92Z/Jz372M9lqq62mnm7LMer48Y9/zGBcbaHb3kKxZn7kIx+Rz5s9C3at9tZWv/TXve51wmBc9RnxKgmQwOITcIsvAiUggQUnwApJgARIgARIgARIgARIgARIgARIgASWAgHVxGGbc4IX/mGYkTjKS7lc8s7dBr2jt17p7+s1Q35FeitIPbYvS29P2e9xbXCgT+A8bmiwXyo9PVIsxALncplMJnEKZ+UvBRyUkQRIgARIgARIgARIgARIgARIgARIYCMCPEECJEACJEACJEACJEACJEACJNAEATXbaBA4yQQZyeey3nbaazZU2FKHhgZkwGyrfb29UqmUzbZa9jZXBOfq6614myzsr/39vUm+vorZbosS5/OSyYTepuusfFX1dl7hRgKtI8CSSIAESIAESIAESIAESIAESIAESIAEup8ANSQBEiABEiABEiABT2C77baTq666Sv7qr/7Kf17If5773OfK//zP/8hRRx0lQRC0teq+vj5BUK73ve99ba1neuFwsHnNNdfMy+HwihUr5Dvf+Y4PhjW9/HZ+3m233eT3v/+9d3qrqr6qwcFB2WKLLfzxbP/ce++9cvnll892medJYNEJhGEoH/rQh+Siiy4yW/xAW+Qpl8ty/vnn+3pQ32OPPSa33nprW+pioe0jsNlmm8lll10m73znO9tXSZ2SW7GGiEidGniJBEiABEiABEiABEiABLqXAN4FnXnmmfL9739fJiYmOkpRBAy77rrr5MMf/rDgO+NiCHfggQfKueeeKwgC3M768X7p6quvFuxbWQ/fl7WSZueWhfGBdzjLli1rSMjjjjtOfvnLXzaUtwszUaV5ENh6663lyiuv9O/C51FM3VsPOugg+elPfyqoCxlXrlyJHdMSIgA7FuxZsGstX758USRHMM//+q//EgSnXBQBWCkJkAAJNEiAAbkaBMVsJEACJEACJNA8Ad5BAiRAAiRAAiRAAiRAAiQwHwL4SYSqirMUOCdhJpQ4iqRcKkp/X0XgDG6gv88fewdwvT3Si1TpkUoPnMP1+Gs+INfQgAwN9EtvpeydyvmAXEHgfxiD8lVRm3AjARIggTkQ4C0kQAIkQAIkQAIkQAIkQAIkQAIkQALdT4AakgAJkAAJkAAJkMDSJ6Cqie3V7KSZTCCwmRYLsbehDpotddhsqoMDfd7G2lu1uVZ6eqTPjvvMDgubrA/GhYBcZqft6+31ttsoyksYZnxALlVlMC7hRgIkQAIksHQJUHISIAESIAESIAESIAESIAESIAESIIHuJ0ANSYAElgKBkZEROfvsswVO/BBEpt0yh2Eon/nMZ+Q3v/mN/H//3//X7uomy4+iSI4//ni59NJLBcHAJi+06eDII48UBOOqOdicTzUoA84699xzz/kU09C9CLqFvvCTn/xEEIxm6k2lUkm23377qadmPMb9Tz311IzXeJIEOoGAqsree+8tN998syBQH+alVsn1rne9S+6880551ateRXt+q6AuYjmFQkG+8IUvLNjaUVMV/fIXv/jFpJPm2nnuSYAESKBzCVAyEiABEiABEug8Aqoqr3zlK+X666+XU089VfDOYzGlRGAwBAm7/PLLZZtttllMUXzd+++/vw9etN122/nPrfwH37PxHu5///d/N3q/1Kp6+L6sVSQ7u5wttthCPvrRjzYk5COPPCLHHHOMPP744w3lZyYSmEoAtpHTTjtNMG+1cl6ELQI2Ccz/fX19U6vk8RIlALvWb3/7W8F74IVSAf3oqquuWtRgnut15REJkAAJpBNw6VmYgwRIgARIgARIgARIgARIoKMJUDgSIAESIAES6GICarqpqv8j7yBwks2GEkd5KZUKSdCt3h6B07fBgX4ZGkQaqO77BefWB+zqkZ6ekhQLBcnnc5LJZOgQTriRAAmQAAmQAAksKQIUlgRIgARIgARIgARIgARIgARIgARIoPsJUEMSIAESaDMBVfW2V+ect5nCdgpnTRWzpSLoVn9fRQYG+mTQ2177ve11cDCxweJcf1+v9FZ6BPlhs4WTwGw2K4ELfLmqKtxIgARIgARIgARIgARIgARSCPAyCZAACZAACZAACZAACZAACZAACZBAKoEgCORv/uZvZNWqVfL5z39e4Hwy9aYmM8ARLwKM3HPPPfL+979fYPtqsojZszd4RVXlL/7iL3wwsHY5YkaQn+uuu05OOOEEgW2wQdFSsyFw2oUXXti2wGmDg4PeOfXtt9/u+wL6xExCHXDAAd5WOdO12rlLLrnEO3SufeaeBDqVAOa6z372s/Lggw/6QIGjo6NzEhXz2xFHHCG33HKLnHjiiXOaQ+M4lrnWPyeheVPDBFSTteOGG24QOE+GA9yGb24y42GHHeYDuqFfLsY62aS4zE4CJEACJEACJEACC0+ANZLAHAjg2fpv//Zv5e6775bvfve7stdee82hlLnfstNOO8kFF1zgvzP+9V//tcz2zmXuNcz9zuc973nys5/9zH8nxnfbuZeU3Im/mT/yyCMF7/+OPvpoaUWZSckz/8v3ZTNz6bazhx56qLzqVa9qSK2LL75YzjjjjIbyMhMJTCegqrL77rvLL37xC7niiitkv/32834Tp+dr5PPzn/98+eY3vym/+93vvE1Ctfnf/qxYsUKKxWIj1THPAhPAe2W8B77zzjsFzxhY/9ohQi2YJ95L4nmiHXWwTBIgARJoB4GWBORqh2AskwRIgARIgARIgARIgARIgARIgARIoLMIUBoSWGwCqiqZIPBBufK5nBQKkVTKJRno65WR4QEZXTYsY0ijIzI+NmKfh7yDuL7eipRKRYmjSHK5rHcs55wKNxIgARIgARIgARIgARIgARIggY0J8AwJkAAJkAAJkAAJkAAJkAAJkAAJkED3E4CGajbTTCbjbaj4YXfZbKqwrQ4N9svYyJDA5oo0NjpsttdhGRkakP7+Xqn0lKUQxwKbbTYMvQ1XlfZXMGUiARIgARIgARIgARIgARIgARIggU4iQFlIgARIgARIgARIgARIoBsIIIDUUUcd5YPTwEHxPvvsI/N1JLjrrrvKWWedJQ8//LAgwEh/f/+io4K9Dk4S4Rz4pz/96bwca0IZlPee97xH7rjjDrnoootkm222wemWJzhsRuC0e++9V04//XSBU8/5VAKnyAcffLCAAViACXSpVyacPu688871ssjTTz/tg3utWbOmbj5eJIFOIQAHqggUCOfsGF+Ys975znfKtttuK4ODgxuIiQ84t8suu8hHP/pRufrqq+WJJ56QL3/5y7L55pvjMlOXEsAcDOf5cID761//WhA8C/PofNXFXP4v//Ivfu39z//8TxkfH59vkbyfBEiABEiABEiABEiABEhgBgJ4fn/1q18tCNizevVq+cEPfiB4L9Lb2ztD7vmd2nHHHeUrX/mKf86/6qqrZP/99++oQFxTtcO7IHwnxrsh7PF56vVGjhFg+jOf+Yzcf//9Pkj9Qr7/w3e1drwv4/uyRlp+YfKgT37iE5+QSqXSUIUf+chH5LrrrmsoLzORwEwEVFXw7u973/uePPXUU/79H+a417zmNbJ8+fKNgg1ifXnOc54jb3jDG+TrX/+64P3i9ddfL69//es3yjtTfTy3dAngPd6pp54qf/jDHwTv9fCeb77aoD/h+QTr0C233CJ4H4m1br7l8n4SIAESWEgCbiErY10kQAIkME8CvJ0ESIAESIAESIAESIAESIAESGATJqCq3pAPp275fM47eevpKXunbyPDg5IE4xoWOIQbG13mncINDfZJb29PEpArzntncplMIKp0CCedu1EyEiABEiABEiABEiABEiABEiABEiCB7idADUmABEiABEiABEiABEiABBaZgDObaWi201wuK7HZUkuloretwsY6Ojos42PLqrbXYW97hU12oK8iPeWSt9XWAnLhh1SqtL8ucnOyehLoVAKUiwRIgARIgARIgARIgARIgARIgARIoPsJUEMSIAESIIE2ETjmmGNk3bp1Sy7dfvvtsmzZspZTgcM/OCi+8MILvcPJ3/72t3LSSSd5x39wLDmTo2LcA2eUcEoJ55RXXnmlwLnx5ZdfLgcddJAg2FfLBZ1ngbC9/dmf/ZnUHGtO13MmmXEODOAE8ZRTTpGbbrpJHnvsMfnXf/1Xgf7zFKmh2+GE9s1vfrPAqSfqhiPpo48+2jsJHRsbmzGI2uDgoA/ghaBbp512mpcb7fPf//3fAgZg0UjlPT09csUVV6SOFTidzmQyjRTp+zD6cr0xiIBHL3nJSxoqb6ZM6M/1yl/q16DfTHrPdg7503S+7LLLpFgszlZEy84juFyaLJijW1ZhSkHDw8N+zsKcd+2113pn4tPlg4NxjIOPf/zjAifrmP9Sik29jHkVdadmnCFDOxm2s+wZVJn1FNa6ds8Ts1Y+7QLmyxe96EXeye6f/vQnQSA3BHE78sgj687DWD+wTmCdRDC3H/3oR379wFz+3ve+VxbSYf00lfixMwlQKhIgARIgARIgARIggTYSyOfz8opXvELwXgRBNPB+5Te/+Y2cccYZgmd7PLfj+X229ywQDd8FkQdBW3DPN7/5Tfn9738vTz/9tA/ecvjhhy+p53x8J8E7vUcffdTLf+yxx8q2224r+L4KfWsJetfejeH9D74T3XXXXYJgXiijlm+h93xf1j7infAeafvtt5eHH3449Z0k3uE88MAD8oIXvKAukEbeM6CspZpOP/30uvpPv4h3gHgXmKYv+sL0e1v9Ge+A8S64nix4R4Q2bHXdM5WHOQ/v/zDHnXfeeXLHHXf4eX6qfJj3b775ZvnGN74hhxxyiDT5jm+mav25uQZ3aifDdpbtlW7iH7wzntoOMx03OxaaqH6DrLCbHHbYYYL3fLC7wD6GNRV2JKyZ09fS2s3ox1hr3/a2t8l87Da18rgnARIggU4h4DpFEMpBAiRAAiRAAiRAAp1DgJKQAAmQAAmQAAmQAAl0IgFV9QG5YBDK53JSKMTS01OSgf5egfO30WXD1aBcIzI+NuKdwg0O9psRHQG5CgIjNZzJ4UcTqnQIJ9xIgARIYJMnQAAkQAIkQAIkQAIkQAIkQAIkQAIkQALdT4AakgAJkAAJkAAJzEZAVQW2U9hQ4yiSUqkgfb09MmQ21tGRYW9zHRsd8TZY2IPuH6gAABAASURBVGKHhwel32yzsNEWCpHAZgvbLRw7qdL+OhtnnicBEiABEiABElgIAqyDBEiABEiABEiABEiABEiABEiABEig+wlQQxJYTwA2Kjgwfec73ylnnnmmwLEkHBVPd24Ip5NwRgmnlHBOufPOOwucG68vqbOPZtLz8ccf38jJK86BAVi8/e1vl+c+97n+d5iLpR2cpe61115y/PHH+0BZcID87LPPbiQ3AgjBGeSpp54qhx566KLLvVi8WC8JLAaBVatWyYMPPli3avwtAFLdTLzYcQRUVUZHR30QtxNOOKHuPIz1o7ZOIpjby1/+8gUJetdx0CgQCZAACZBAhxGgOCRAAiRAAiCA9ysvfOEL5Y1vfKPg2R7vt/D8Ptt7FrwXq70Lu+KKK/w9r3/962XLLbcUvGNCmUs1QX4En/nkJz8p1157rUx/Dwi9a+/GEHQM34lUtaPURXvyfVlHNQmFIQESmEZg5cqV085s/JHvCjdmshTOwC4G+xjsZLAjYc2cvpbiOQIJ742x1n7xi1+k3WYpNO6Sl5EKkMDCEXALVxVrIgESIAESIAESIAESIAESIAES2IAAP5AACZAACTRFQFXFOed/DALHcNkw9E7e4ByuWIi9g7hSqSjlaioVC1KIY4nyecllsxKGGX8vylBV4UYCJEACJEACJEACJEACC0KAlZAACZAACZAACZAACZAACZAACZAACXQ/AWpIAkuQgKp6+2smCLwtFTZV2FZhYy2VCuvtrmZ/xWfYZGGbRSAu2GozmcDsr87KULGihBsJkAAJkAAJkAAJkAAJkAAJdD0BKkgCJEACJEACJEACJEACJEACJEACJND9BKghCWwCBNauXeuD5NVTdfPNN5dSqVQvC6+RAAmQAAmQAAmQAAmQAAmQwNIlQMlJgARIgARIgAQ8AQRiWrNmjT+u988222xT7zKvkQAJkAAJkEDHEnAdKxkFWxACrIQESIAESIAESIAESIAESIAESIAESKD7CVBDEiABEiABEiABEiABEiABEiABEiCB7idADUmABEiABEiABEiABEiABEiABEiABLqfADUkARIgARIgARIgARIgARIgARIgARLofgLUkARIgARIgARIgARIgARIgARIgATaSeDee++V1atX161ibGxMCoVC3Ty8OD8CvJsESIAESIAESIAESIAESIAESIAESKD7CVBDEuh0Ak888YTcfffddcWMokhGRkbq5uFFEiABEiABEuhUAgzI1aktQ7lIgARIoLsIUBsSIAESIAESIAESIAESIAESIAESIIHuJ0ANSYAESIAESIAESIAESIAESIAESIAEup8ANSQBEiABEiABEiABEiABEiABEiABEuh+AtSQBEiABEiABEiABEiABEiABEiABEig+wlQQxIgARIgARIgARIggQUicP7550tfX5/suuuu8v73v1++9a1vyY033iiPP/74AkmwYTW/+c1vNjwxw6fNNttMVHWGKzxFAiRAAiSwxAhQXBIgARIgARIgARIgARIgARIggQ4igHeC++67r2y++eZy8MEHy3/8x3/IZZddJvfff788++yzCy7pI488IjfddFPdent6eqS/v79uHl5cdAIUgARIgARIYBYCDMg1CxieJgESIAESIAESIAESWIoEKDMJkAAJkAAJkAAJkAAJkAAJkAAJkED3E6CGJEACJEACJEACJEACJEACJEACJEAC3U+AGpIACZAACZAACZAACZAACZAACZAACXQ/AWpIAiRAAiRAAiRAAiRAAiRAAiRAAiTQ/QSoIQmQAAmQAAg8/PDDcuWVV8pnP/tZOeigg+R5z3uelEolyWazstVWW8npp5+ObG1Pq1evlh//+Mep9bzkJS9JzcMMJEACJEACJEACJEACJLCeAI9IgARIgARIgARIgAQaJfCnP/1JbrvtNjnrrLPk7/7u72SPPfaQ4eFhyWQyMjQ0JAceeKDcc889jRY3r3y//e1vZdWqVXXL2GKLLWRwcLBuHl4kARIgARLYVAgsPT0ZkGvptRklJgESIAESIAESIAESIAESIAESWGwCrJ8ESIAESIAESIAESIAESIAESIAESKD7CVBDEiABEiABEiABEiABEiABEiABEiCB7idADUmABEiABEiABEiABEiABEiABEiABLqfADUkARIgARIgARIgARIgARIgARIgARLofgIdrGFvb693pjuTiM8884zccMMNcv7558uaNWtmytLSczfffLMPDFavUAQKe+5zn1svC6+RAAmQAAmQAAmQAAmQAAmQAAmQwOIQYK0kQAIksMQJ5PN5GRgYmFWLBx54wL8rxHu8WTO16MK6devkggsuEOzrFfn85z9f8M6wXh5eIwESIAESIIFOJeA6VTDKRQIkUJ8Ar5IACZAACZAACZAACZAACZAACZAACXQ/AWpIAiRAAiRAAiRAAiRAAiRAAiRAAiTQ/QSoIQmQAAmQAAmQAAmQAAmQAAmQAAmQQPcToIYkQAIkQAIkQAIkQAIkQAIkQAIkQALdT4AakgAJkAAJkAAJkAAJkAAJkMBMBKIokmw2O9OlyXPXXHON3HfffZOf23EAx7pf+cpX5JFHHqlbPBzsTkxM1M3DiySwKROg7iRAAiRAAiRAAiRAAiRAAiRAAiRAAt1PoF0aZjIZKRQKdYtfs2aN/PSnP62bpxUXV65cKWeeeWZqUXvssUdqHmYgARIgARIggU4lwIBcndoylIsESIAESIAEOoMApSABEiABEiABEiABEiABEiABEiABEuh+AtSQBEiABEiABEiABEiABEiABEiABEig+wlQQxIgARIgARIgARIgARIgARIgARIgge4nQA1JgARIgARIgARIgARIgARIgARIgAS6nwA1JAESIAESIAESWGIExsfHZWRkpK7Ut99+u/zkJz+pm2e+F3/xi1/Il7/85dRidtttN+nt7U3NxwwkQAIkQAIkQAJtJcDCSYAESIAESIAESIAESIAEupTAtttum6rZueeeK48++mhqvrlmQNCvz33uc/Lggw/WLaKvr0922GGHunl4kQRIYF4EeDMJkECbCTAgV5sBs3gSIAESIAESIAESIAESIIFGCDAPCZAACZAACZAACZAACZAACZAACZBA9xOghiRAAiRAAiRAAiRAAiRAAiRAAiRAAt1PgBqSAAmQAAmQAAmQAAmQAAmQAAmQAAl0PwFqSAIkQAIkQAIkQAIkQAIkQAIkQAIk0P0EqCEJkECrCPT09MhWW22VWtwpp5wijz/+eGq+uWSA895jjjlGnnzyybq3Z7NZ+Zu/+Zu6eXiRBEiABEiABEiABEiABEigmwhQFxIgARIgARIggYUm8OIXv1hUtW61V111lVx66aV188zn4ne+8x35z//8z9Qi9tlnH9lyyy1T8zEDCZAACZAACXQqAQbkqrUM9yRAAiRAAiRAAiRAAiRAAiRAAiRAAt1PgBqSAAmQAAmQAAmQAAmQAAmQAAmQAAl0PwFqSAIkQAIkQAIkQAIkQAIkQAIkQAIk0P0EqCEJkAAJkAAJkAAJkAAJkAAJkAAJkED3E6CGJEACJEACJEACJEACJEACJEACJNAFBPL5vOy+++6pmvzv//6v/Md//IesW7cuNW8zGVavXi3vfe97G3Lgu8cee8h2223XTPHzz8sSSIAESIAESIAESIAESIAESIAESIAEup8ANSQBEpgksPXWW8vExMTk55kO8I7wAx/4gNx+++0zXZ7XuZ/97GdyxBFHyNq1a+uWo6py6KGHSiaTqZuPF0mABEiABEigkwkwIFcntw5lIwES6EoCVIoESIAESIAESIAESIAESIAESIAESKD7CVBDEiABEiABEiABEiABEiABEiABEiCB7idADUmABEiABEiABEiABEiABEiABEiABLqfADUkARIgARIgARIgARIgARIgARIgARLofgLUkARIgARIgARIgARIgATaTWD//feXSqWSWs0HP/hBOf3001sWlOsPf/iDHHLIIXLqqaem1u2c84G7oihKzcsMJEACJLAUCVBmEiABEiABEiABEiABEiABEiABEvj/2TvzGEm2rLx/NyIjt9qrq3p7r986jxnAyAjBDPCHGbF4EQxgm8WAGbwBlmyQEctIBoyRkSUGJGTGtowxkkHYYwab1ZJnpBljyULsDNa8eUvvW3Xte+Uam79zIzMrq153v+7XW1X2l52n7o3txo1fnjgZEV/nPUeBwNmzZ/F1X/d1b9uVCxcu4Du/8zuxtLT0tuveywqW5Ot3fud38DVf8zXY2tp6203smeZXfMVXvO16WkEEREAEREAEjjIBJeQ6yp+O+iYCIiACIiACj46AWhYBERABERABERABERABERABERABERh9AjpCERABERABERABERABERABERABERCB0SegIxQBERABERABERABERABERABERABERh9AjpCERABERABERABERABERABERABERCB0SegIxQBERABERABERhhAu95z3vw1//6X3/bI8yyDH//7/99/O2//bdx8+bNt13/TiukaYrf/u3fxhd+4RfiN37jN+602oH5H/zgB/H+97//wDxNiIAIiIAIiIAIPHQCalAEREAEREAEREAEREAEROApJ+Ccw3d8x3egXC6/LYn/+3//L9797nfjox/9KOyZ39tucIcVFhcX8b3f+734hm/4BjSbzTustT+7Xq/jx37sx1Cr1fZnqiYCInA/BLSuCIjAESGghFxH5INQN0RABERABERABERABERgNAnoqERABERABERABERABERABERABERABEafgI5QBERABERABERABERABERABERABERg9AnoCEVABERABERABERABERABERABERABEafgI5QBERABERABERABERABERABERABERg9AnoCEVABJ4EgVKphB/6oR+CDWR7L/v/zd/8TZw7dw5/42/8Ddigu+12+203swF5L126hH/9r/81zpw5g2/8xm/EjRs33nY7W+GVV17Bv/yX/xJRFNmkTAREQAREQAREQAREQARE4NgT0AGIgAiIgAiIgAgcZQJf8iVfgu/8zu+8py7u7Ozg27/92/0zvw9/+MO4desW8jx/22339vbw8Y9/3D9jPHv2LH7xF3/xbbfpr/ATP/ETeO9739ufVCkCIiACIiACx5bA6CfkOrYfjTouAiIgAiIgAiIgAiIgAiIgAiIgAiJwzwS0ogiIgAiIgAiIgAiIgAiIgAiIgAiIwOgT0BGKgAiIgAiIgAiIgAiIgAiIgAiIgAiMPgEdoQiIgAiIgAiIgAiIgAiIgAiIgAiIwOgT0BGKgAiIgAiIgAiIgAiIgAiIgAiIwFNI4Iu+6ItgA9nez6HbgLl/5a/8FdRqNczOzuJLv/RL8T3f8z0H7Ku/+qthA+pa0q93vetd+NEf/VGsrq7iXl/T09P41V/9VTz//PP3usm9rae1REAEREAERECKuHOHAAAQAElEQVQEREAEREAEREAEREAERp+AjlAEROAdEbBneT/+4z+OV1555Z63t2d+H/rQh/DMM8/Atn/xxRfxrd/6rQeeFX7Xd30X3vOe92B8fBwTExM+GZc9Y7znnXDF7/7u78YP/MAPwDnHKb1FQAREQARE4HgTUEKu4/35qfciIAJHiIC6IgIiIAIiIAIiIAIiIAIiIAIiIAIiMPoEdIQiIAIiIAIiIAIiIAIiIAIiIAIiIAKjT0BHKAIiIAIiIAIiIAIiIAIiIAIiIAIiMPoEdIQiIAIiIAIiIAIiIAIiIAIiIAIiIAKjT0BHKAIiIAIiIAIiIAIiIAJHiYBzDt/3fd+HD37wg++oW5ubm/ijP/oj/OIv/uIB+9SnPoXFxcV31Ga9XvfJuN773ve+o+21kQiIgAgcBQLqgwiIgAiIgAiIgAiIgAiIgAiIgAgcRwLPP/+8f843PT19393PsgxXr17Fxz72Md9G/5nhr/zKr+DNN99Eo9G47zZtg2/6pm/Cz/zMzyCKIps8UqbOiIAIiIAIiMA7IaCEXO+EmrYRAREQAREQAREQgSdHQHsWAREQAREQAREQAREQAREQAREQAREYfQI6QhEQAREQAREQAREQAREQAREQAREQgdEnoCMUAREQAREQAREQAREQAREQAREQAREYfQI6QhEQAREQAREQAREQAREQAREQAREQgdEnoCMUAREQAREQgXsmUKvV8PM///OwgW3veaNHtOLc3Bw++clP4mu/9msf0R7UrAiIgAiIgAiIgAiMFAEdjAiIgAiIgAiIgAiIgAg8dAJf8RVfgV/91V9FvV5/6G3fb4Pf+73fC0voNTU1db+ban0REAERGCUCOpYRI6CEXCP2gepwREAEREAEREAEREAEREAERODhEFArIiACIiACIiACIiACIiACIiACIiACo09ARygCIiACIiACIiACIiACIiACIiACIjD6BHSEIiACIiACIiACIiACIiACIiACIiACo09ARygCIiACIiACIiACIiACIiACIiACIjD6BHSEo0LABrS1gW1/6Id+6Ikd0ld91Vfh05/+NL7sy77sifVBOxYBERABERABERABERABERABEbgdAc0TAREQARF42gh87dd+Lf7P//k/ePnll5/IoUdRhF/6pV/Cv/t3/w61Wu2J9EE7FQEREAEREIFHRUAJuR4VWbX74ATUggiIgAiIgAiIgAiIgAiIgAiIgAiIwOgT0BGKgAiIgAiIgAiIgAiIgAiIgAiIgAiMPgEdoQiIgAiIgAiIgAiIgAiIgAiIgAiIwOgT0BGKgAiIgAiIgAiIgAiIgAiIgAiIgAiMPgEdoQiIgAiIgAiIgAiIgAiIgAiIwEMhYAPbfvjDH8anPvWpxzrQ7uTkJP7rf/2v+MQnPoFnn332oRyLGhlBAjokERABERABERABERABERABERABERCB0SegIzxSBL7kS74Ef/7nf45/+k//6WPt19/8m38Tly9fxj/4B/8AYRg+1n1rZyIgAiIgAiLwOAgoIdfjoKx9iIAIiIAIHGkC6pwIiIAIiIAIiIAIiIAIiIAIiIAIiMDoE9ARioAIiIAIiIAIiIAIiIAIiIAIiIAIjD4BHaEIiIAIiIAIiIAIiIAIiIAIiIAIiMDoE9ARioAIiIAIiIAIiIAIiIAIiIAIiIAIjD4BHaEIiIAIiIAIiIAIPA0EnHP4yq/8Srz++uv41V/9VczPzz+yw7YEYP/qX/0r3LhxA9/2bd+mwXUfGWk1LAIiIAIicD8EtK4IiIAIiIAIiIAIiIAIiIAIiMA+gcnJSXzkIx/xCbK++Zu/eX/BI6h96Zd+Kf7wD/8Q/+N//A88++yzj2APalIE9gmoJgIiIAJPkoAScj1J+tq3CIiACIiACIiACIjA00RAxyoCIiACIiACIiACIiACIiACIiACIjD6BHSEIiACIiACIiACIiACIiACIiACIiACo09ARygCIiACIiACIiACIiACIiACIiACIjD6BHSEIiACIiACIiACIiACIiACIiACIiACo09ARygCIiACR4JAFEX4ju/4DiwuLuL3f//38a3f+q2weQ/auSAI8Ff/6l/F7/zO72B7exs/9mM/BhvU90Hb1fYiIAIiIAIiIAIiIAIicMwIqLsiIAIiIAIiIAIicKwIvPjii/jYxz6GtbU1/OzP/ize/e53P5T+nz17Fj/6oz+K69ev4w/+4A/wvve9D865h9K2GhEBERABERCBI0Dgtl1QQq7bYtFMERABERABERABERABERABERABETiuBNRvERABERABERABERABERABERABERCB0SegIxQBERABERABERABERABERABERABERh9AjpCERABERABERABERABERABERABERCB0SegIxQBERABERABERABERABERABERABERh9Avd2hGEY4su//Mvx3/7bf0On08HCwoIfePf7vu/7/OC4zzzzDCzJ1uHWbJ4t+8t/+S/je77ne/Cf//N/xsWLF9HtdvGJT3wCH/jABx5Kgq/D+9W0CIiACIiACIiACIiACIiACIiACNyNwC//8i8jz/O72oc+9KG7NXHMlqm7IiACIvBwCZw4cQI/+IM/iDfeeAOtVgt/9Ed/hJ/+6Z/Gt3zLt+Cll17CzMzMbXdo88+dO4dv+IZvwL/4F/8Cv/d7v4fd3V3/vPGnfuqnYMtuu6FmioAIiIAIiMAIElBCrhH8UHVIIvDECagDIiACIiACIiACIiACIiACIiACIiACo09ARygCIiACIiACIiACIiACIiACIiACIjD6BHSEIiACIiACIiACIiACIiACIiACIiACo09ARygCIiACIiACIiACIiACIiACIiACIjD6BHSEIiACIiACIiACIiACIiACx4qAcw5nz57FN3/zN+Pnf/7n8Yd/+Ie4efMm0jR9y0DmNs+W/cVf/AV+4Rd+Ad/1Xd+Fl19+GZbg61gdtDorAiLw4ATUggiIgAiIgAiIgAiIgAiIgAiIgAiIwEgSqFareO9734sf+ZEfwa/92q/h0qVL2NjYeMuzwjzP/fzr16/jt37rt/CTP/mTeP/734/x8fGR5KKDEgEREAEREIG3I6CEXG9HSMtFQAREQAREQASOLAF1TAREQAREQAREQAREQAREQAREQAREYPQJ6AhFQAREQAREQAREQAREQAREQAREQARGn4COUAREQAREQAREQAREQAREQAREQAREYPQJ6AhFQAREQAREQAREQAREQAREQAREQARGn4COUAREQAREQAREQAREQAREQAREQAREYPQJ6AhFQAREQAREQAREQAREQAREQAREQARGn4COUARGgYASco3Cp6hjEAEREAEREAEREAEREAEReJQE1LYIiIAIiIAIiIAIiIAIiIAIiIAIiMDoE9ARioAIiIAIiIAIiIAIiIAIiIAIiIAIjD4BHaEIiIAIiIAIiIAIiIAIiIAIiIAIiMDoE9ARioAIiIAIiIAIiIAIiIAIiIAIiIAIjD4BHaEIiIAIiIAIiIAIiIAIiIAIiIAIiMDoE9ARioAIiIAIiIAIiIAIiIAIiIAIiMADEVBCrgfC97g21n5EQAREQAREQAREQAREQAREQAREQARGn4COUAREQAREQAREQAREQAREQAREQAREYPQJ6AhFQAREQAREQAREQAREQAREQAREQARGn4COUAREQAREQAREQAREQAREQAREQAREYPQJ6AhFQAREQAREQAREQAREQAREQAREQARGn4COUAREQAREQAREQAREQAREQAREQAREYPQJ6AhFQAREQAREQAREQARGlYASco3qJ6vjEgEREIF3QkDbiIAIiIAIiIAIiIAIiIAIiIAIiIAIjD4BHaEIiIAIiIAIiIAIiIAIiIAIiIAIiMDoE9ARioAIiIAIiIAIiIAIiIAIiIAIiIAIjD4BHaEIiIAIiIAIiIAIiIAIiIAIiIAIiMDoE9ARioAIiIAIiIAIiIAIiIAIiIAIiIAIjD4BHaEIiIAIiIAIiIAIiIAIiIAIiIAIiMDoE9ARioAIiIAIPHYCSsj12JFrhyIgAiIgAiIgAiIgAiIgAiIgAiIgAiIgAiIgAiIgAiIgAiIw+gR0hCIgAiIgAiIgAiIgAiIgAiIgAiIgAqNPQEcoAiIgAiIgAiIgAiIgAiIgAiIgAiIw+gR0hCIgAiIgAiIgAiIgAiIgAiIgAiIgAqNPQEcoAiIgAiIgAiIgAiIgAiIgAiIgAiIw+gR0hCIgAiIgAiIgAiIgAiIgAiIgAiIgAqNPQEe4T0AJufZZqCYCIiACIiACIiACIiACIiACIjBaBHQ0IiACIiACIiACIiACIiACIiACIiACo09ARygCIiACIiACIiACIiACIiACIiACIjD6BHSEIiACIiACIiACIiACIiACIiACIiACo09ARygCIiACIiACIiACIiACIiACIiACIjD6BHSEIiACIiACIiACIiACIiACIiACIiACo09ARygCIiACIiACIiACIiACIiACR4KAEnIdiY9BnRhdAjoyERABERABERABERABERABERABERCB0SegIxQBERABERABERABERABERABERABERh9AjpCERABERABERABERABERABERABERCB0SegIxQBERABERABERABERABERABERABERh9AjpCERABERABERABERABERABERABERCB0SegIxQBERABERABERABERABERABERABERh9AjpCERABERABERABEbg7ASXkujsfLRUBERABEXjUBHLugJYPWwZkZinLBEhjIIlzJN0ccYfWztFt0Zo5Oo0c7b3CWrs5WjuFNbdzFJahuVVYg+XANjM0hmyP9b2NDMfW1Hd9dvIB+YB8QD4gH5APyAfkA/IB+YB8QD4gHxh9H9BnrM9YPiAfkA/IB55GH+Dz++Hn+b7un/fnaGzl1AB6NtAFON3TCkw38BoCtYQONQWvLVBfiKkzmN5gukNK/SGlFpGZJkHLqU8c0CyoX6BvlDT0FgEREIEjTaAfr4ZLi2tmaY48oTHuZdRdM+quWTtD2upZk2UjQ7JH202R7NC2U8RbQ7bJ+maC2GyD5WFbT9AdtjVOy9AVAzG4Xx/Q+vIZ+YB8QD4gH5APyAfkA/IB+YB8QD4gH5APjL4P6DPWZywfkA88bh8Yfn7Penz4Gb9N2/P/gVET6GkECfUCrxuYdkANIaWWkFJTSE1boM5geoPXHUx/oA7h9QjTJcyoUQz01mH9wupHWnRR50RABERABERABERABETgIRBQEyIgAiIgAiIgAiIgAiIgAiIgAiIgAqNPQEcoAiIgAiIgAiIgAiIgAiIgAiIgAiIw+gR0hCIgAseWgBJyHduPTh0XAREQgWNKIAcOD2R5YDoD0jSHDYBpA2HagJg2QKYl3rKBM1vbORpbmR90dXctw85qhu3lDJuLtIUU6zdpNwpbu55i9dqQClAr8AAAEABJREFUXWX9SmErLM2WL6dYvrRvS6wvXUzh7QJLGZbEQAzkA/KBIR9QTNB3g3xAPiAfkA/IB+QD8gH5gHxAPiAfkA/IB0bfB/QZ6zN+Yj7Qfz7P0j+77z/Dt5Jmz/XNVvmMf9We+ZsN6QCmC6z3NIINagabiym2llJsrxR6wu56Bp/Qi1qDaQ6WrMsSdQ0SdMXUJ5IcGXWKPMtxu+Rcpmn4AeOOqUyjbouACIwYAWqvPib1SotR3nwMYxyzeGbG+NZPwuUTcDUyJLsp4m2aJdlaT9BdTdBZjtFZpC3EaN/sonWddq2D1lXalQ6aZpdZXtq3xsUOGhf61kbjfM/eZNm3N9rYk4mBfEA+IB+QD8gHjpwP6PtZ1yjyAfmAfEA+IB+QD8gH5APyAfmAfEA+IB8YbR9ovNFGo/+s3sr+M/wLbTS88fm+Pecfeu7ftLppAdQEvD5gOoHpBTe6aN+KCx2BeoLpCl3qC7HpDNQbTHdI9lL4JF3tDD5BF/WJQXKuvnbhhQzqNT1tY6BzcJbeIiACIiACIiACIiACIiACIiACIiAC74yAthIBERABERABERABERABERABERABERh9AjpCERABERABERABERABERABERABERCB+ydw3BJy3f8RagsREAEREIEjQ6D/mynfofxQYq6M01nuB7nMEiClJTEQd3L0E3K1d3M0dzI0tvIiIdd6NkjItbWYYuNWho2FzCflWruRwgbeXOsPxGmDctJWzK6ksAE7V2zwTlqRlCvB0iXaRVqvXGRdlkAMxEA+IB+QD8gH5APygSfgA7oG0bWofEA+IB+QD8gH5APyAfmAfEA+IB94Cn1gicfszZ7T96x4hp/Cl3ym75/v957zD5JyXe9pAqYN0DZuZlinXrBJ3WBrKcP2cur1BEvItbeZo7mdoUW9oZ+Qq9vOkVCPSOPc6xNZCmQ93WI4KVd/MDhKHDDNw+sd+vMgBLStCIjAgxCwYNTfnnUfl+wPNVeLVz5+WSxLqcEyvllCrrSdoUjIlfqEXMl2ingrgQ2Y2V2N0V1O/ECa7VvdXkKuDlrXumhe7dwxGVfzIpddbO8P3GkDePYG9dxj2Tc/6OcbLTRel4mBfEA+IB+QD8gH5APyAfmAfOAp8wHdB+g+SD4gH5APyAfkA/IB+YB8QD7wJHyAz+T9M/o3+Ayfz+sHibnsOb63Dhp8vt/0xrol4jKzZFxmVzpeGzCdwKxtCbkWul5H6CzH6FBXiC0h10ZCrSFFvJMibWSwhFwZ9VfTJXLqE/sJuShqUM+AaRfUM3Ka6RneuGhQWl0mAiJwHAmozyIgAiIgAiIgAiIgAiIgAiIgAiIgAqNPQEcoAiIgAiIgAiIgAiIgAiIgAiIgAiIw+gR0hCIgAiIgAiIgAiIgAiIwUgSUkGukPk4djAiIwMMjoJYeNgH7nVS/Taub2Y+lrPSDwbFipQ1waQNdpjGQdHPEHQwScrX2MrR2cjQ3MzQ2cuyuZdhZyfxAmluLGTYXUmzcTLF+I8N6f/DNayl8Uq6rKfzAnL1BOv2AnZdTLF9OCruUYom2TFu6yHrfLrAuw5IYiIF8QD4gH5APyAfkA/IB+YB8QD4wkj6gez7d78kH5APyAfmAfEA+IB84Mj5gz+XtmpPlMs2e1dsz++VLxXN8/1y//4y//8zfyp4OsEZdYP16Bq8RUCvYoGYwSMhFLWFnLYUl5GpQY2huFXpDu5Gj08y9DhFTk0i6QJrkyNIceWaGQTnQNPpiB0tKG/yrtwiIgAg8AQI2YKXt1kqaj0f8wze8ZVxI87EsZSxjbMu7GbJOBkvIlTQyJLsZYkvItZkiXk/RXU3gB9BcitG+FaN1s4vWddq1DlpXu37QzaYNwNmzhg3KaXaxjcbFTi8hF+vnWT/fhg3y6Qf3fIN1by3s+bI//ThL7Uvs5QPyAfmAfEA+IB+QD8gH5APyAfmAfEA+MPo+oM9Yn7F8QD4gH5APyAfe6gMt2LP6wTN7Pr9vmF3gs3xLytV7xt+81EaTz/z9s/+eDtC60vH6gCXjal1n/Qb1gwXaYkw9IUF3hbaWIN6kUW9IdlIke6nXIdJ2hsx0iThHZhoFNQv09VfqGpaUq9BfbYKaRv99aLI/W6UIiIAIiIAIiIAI7BNQTQREQAREQAREQAREQAREQAREQAREYPQJ6AhFQAREQAREQAREQAREQAREQAREQARGn4COUAREQAREQAQeDwEl5Ho8nLUXERABERh9AjkGg7sNkmolQBIDcSdHt52j08jR3s2LpFrbGfY2aRsZds3WcuxYgq3VDNsrQ7Zc1LespG0tpbD61nKvXMqw9RbjMpu3mGKT5aYl6+qVfl1O+wReXF6UmV+vqHMbzt+kbdGslO0zEYtHwEJ+BvmV/Eo+IB+QD8gH5APyAfmAfEA+IB+QD8gHRt4HdP+v+3/5gHxAPvC2PrB16+D3YfHMns/v+UzfP+f3DItpW2bP8O2Zf7GMWoFfr9AHbJ5fxzQF6gO2ntm21U1r6Nk2S2+mS1jdStpO36hbWBKvPeoYpmk0LJHXdu51jvYetY9eMq+kmyOlHpJSF8ks8U3W00yondhAcqMvEukIRUAEHjqBfvxgmVtMsUSBSY7MBq6k9mpJtVKfVCv1SbWSrQTxBuvrCbprtNUYnZUY3eUEnSXWF2O0F1ln2bkVo2PlYrcoOd2+1UWbpV+20EVngeuY2XxOt73ZvC7anN++GbNk/SbNTw+Vg3nD6/SXc54tl6EtBmIgHxhNH9Dnqs9VPiAfkA/IB+QD8gH5gHxAPiAfkA/IB+QDo+8D+oz1GR8bH7Bn8mZ8Rm997j3rb9sz/v601W1+v7S6Pff3xu38tJUxtYNuYV5P6HpdwbQFM68veO2B69ly1ts0r1Esc55pFZbAy7SLVeoY1DLijQTJZlroHDspTPcw/SPzybxy5NRFctNHzKiVeN2VuslD12TUoAiIgAiIgAiIgAiIgAiIgAjcjoDmiYAIiIAIiIAIiIAIiIAIiIAIiIAIjD4BHaEIiIAIiIAIiIAIiIAIiIAIiIAIiMDoE9ARPvUElJDrqXcBARABERCBByeQ572BJTPABppM4xxJJ0fcS8LV3M5hg1XurGbYXEqxsZBi7XqKlSspli+lWLqQYPF8gltvpIW9aXUzTnP+4oXUr7dyOcXq1cxvu3Yjw/rNDBt+gM4MlqTLJ/LiPmw/ltxrd537NdsoyoaVZpsZGmZbORq0Zt/YT+tri6WZr+/kfmDNlkpxkA/IB+QD8oFj7gP6LtN3unxAPiAfkA/IB+QD8gH5gHxAPiAfkA/IB0bfB47zZ9wcevZiz+e99Z/f90v/bD/D3mZe2EaGBm1vPcOutxy7lkSLZlqBJdvaoi7hk30tmK5Q6BOr1zKs9jWKi2mhUZxPcaunTyxQrzAz7WKJGsXSxQTLXqNIsXYj9dqEtW37bLBvrd0cnWahi/jkXH5wOMAn0aGG4geHe3A5Ri2IgAg8LQQYN7z+Su3VDzTJmJJZ4r9W5gejTHZSxJuJT7hlg1m2b3TRvNpF41IHjfNtNN5oY+912mdb2H21id3PsGR9j7b7Wc63ZVyncZ7rX+ygye1aVzpoXaPdoNkgnJaIyw+UmfikXl0bJHM1Rrc3SKYl/YrXUnQtARgt7iUD86UNnsn+JZYkzOpbKZKexSzj7dQPrqlSHOQD8gH5gHxAPiAfkA+8cx8QO7GTD8gH5APyAfmAfEA+IB+QD8gH5APygXvxAXs+b8/mfWnP7Pn83jQG/zzfnu1vJIjX0+J5vyXJsmf/LE0H8JqA6QPLCTq9pFqWfKtNHaF1vYv29Q5aVztoXqZRa2hc6KDxZgd71CB2X2tjj5rE7qst7NGsNDP9ovFGq9AzTKOgPmHtWLu2j5j7tuNKGyl8cq5Ojjym+aRcLKmhPE3a69Mijek4RUAEREAEREAEREAEREAEREAEROBpJqBjFwEREAEREAEREAEREAEREAEREAERGH0COkIREAEREAEREAEREAEREAEREIEnR0AJuZ4c+6dtzzpeERCBUSXQ+zGTH1Qyy5GlOdIYiLtAt5eQywYA3dvIsb2aYWspGyTkWr2aYvlygiUb7PJC6ge6XHgjgU/M9WYxvchy6UJSJOS6kmKF29hAmes3MmzcTLFxK8PmorWbwhJy7axk2FnLBwNu2mCYNhDnng3IuZlhj9boDdTZ2Mp9Qi4r/cCe2xl8uZNjeOBP678sVyIe+oX8QH4gH5APyAfkA/IB+YB84G19QNeNum6UD8gH5APyAfmAfEA+IB+QD8gH3rEP2LP5wXP6/jP77RwNMz7bt+f59oy/Yc/8D1iOvXVaLxGXJeMyvcCSZm1RQzAdYcMSclFbWLueYo1ag+kNfY1iiRrFok/GRW3CknG9bloFjRrFIjUK0zFWLCHXtRTrN1JsLqTUO1LqERkaWxnauzm6rRxxJ0dCjSRLgYyaiU+oQx2F71FViXRcTy8BHfmjJsDAkVscYTzJLSEX40tG7dUGoPQJuTZSWJKszq0YrRvdYsDLS23YYJd7b7aw9zrttRZscMvdV5vFYJeftXltLmuj8SbtfBvNi7TLtCts4xrNBtC8GaO9EKPjE3KxXEl88i/b32AAzrXED845GKSzn5SrP5CnH9QzPZiIa4vT27JEDCAGOg/kA/IB+YB8QD4gH5APyAfkA8fGB3T9rns4+YB8QD4gH5APyAfkA8fZB/hc3pJbJVb2rff83iflsmf7/WRcw/VVagA965hGsByju0S9wHQD6hJt0xFuxGiZrmD6wuVuoTdQdzD9wZJu7ZlGYbpELynX7qvUKGya8y1hV+N8h9vQrnZhyb06C110uI8u+5Gwr+lehqxF69AGCbkozph2Qg1FSbnIQm8REAEReHgE1JIIiIAIiIAIiIAIiIAIiIAIiIAIiMDoE9ARioAIiIAIiIAIiIAIiIAIiIAIiIAIjD4BHaEIiIAIiIAIiIAIiMBtCCgh122gaJYIiIAIiMC9E/C/Y+KfPM+RZYANMpkmOZJujrgNdJo5mjsZbHBMGwDTBr1cX0ixdiPFypUES5dSLF1MsHg+wa03U1gyriIpV2/6fIrFC1yH6y3bYJdXue012vUU6zezIiHXUoat5axIyLWawfaza0m5bPBNs40cez1rWDk8aOdW7pNw2YCZNshnazuHNw2Y+o4HTFWSCvqQ/Ef+Ix+QD8gH5APyAfmAfEA+IB+QD8gHHrEP6N5L99/yAfmAfEA+IB8YaR/gs/omr6ealpTLnuPTGn3jM/49miXmsmf/u/bcfz3DrtkaS7PVQjPwCbmoIWzeop5AbcJ0hfXrGVapM6xcSWG6w/JF6hCmRZj5pFwJFiwpF+0Wpxc533SM5cuJ384Scm2wPWt7l/tqsl+tvdzrIbEly6E+kiZATs3EkuloMLh715y0pgiIwBABaq/oxZGM2mtmsaWVIW1mSHZTdDcSdFZjtG91YbnkdqQAABAASURBVAm5mlc7aF7uoHGhjcYbbZ90a3dokMtdP9Al59tAl6+z5Do22GXjYsdv17zSQas36GX7ZhftBdqt2A9+2bGBNlcSdHuDb8a9ZFw+Odd6AkvKFbM/Zt2NFLHZYEBPTm+lSMy2Wd/m+r60uswGQpW9nR9ouXxEPiAfkA/IB+QD8gH5gHxAPiAfkA/IB+QDo+8D+oz1GcsH5APygUfjA4l/Pu/b5nP6uP/s3p7j04pn+nxu33vW75/7mwZA81qA1wVidFeoF1Ar6CzGhX5ADcG0CUvI1aS2YPpEk3pD40IHe2+2C53itTb2Xm1jl/rELss9Kz/bwq7Np0axZ8m7uE3L9IkbXa93dLkPS8hl/U0aGVJqr1knR24Juai/ImU9p5ZiGgoLvUVABERABERABERABI4bAfVXBERABERABERABERABERABERABERg9AnoCEVABERABERABERABERABERABERABEafgI5QBERABI4XASXkOl6fl3orAiIgAk+GQA7Y75Vs8Mgi4RZ6CbdydJs52nt5kdRqM/cDXu6s5thZybC9nGJrKcPWcs+svlTMs8Rcm73pouQ6vWkbxNK2sXJnJcXuagYb1HKvn1yL+2ls5X6fRfKsDO3doh/tRo6OGftlfTOzpGDdVg5v7V5p06zb4Jgx65Y8zFsHiM3avdLqsoKJOIiDfOCgD4iHeMgH5APyAfnAY/EBh6RD6z6AcfvYm65x48fymYmzOD9sH3iA878fOxQD9J2l+CcfkA+8cx8QO7GTDzxeHxh+Nm91bzn8s3w+0/fP+f0z/bx45s+66QB9Mz3ArK8VmH7Ron7gk5dZkq+tDI3NDHvUGbzmsJZjZy3DDnUI0yS2qG14faKnZXiNw2sXGXx9MYPXNPqlX5Zim6Vtv83trS3TNCxBmGkZrd3M6xbW97iTI4lzmNZimovXXqjBPBnxR3sVARF4ogTs3PcJt4C8l3Ara2eDhFs22GS8mcAPfrmSoLMco7MUo33LrIsOy84C67TOAqd9WUy3WS+smO/rNkgmzdqwtrpss7sawyfZsoE1LaEW95fYgJzbKZId2i5tL0PaNxv8ctiaXDZsrQyZGY9jUFq9Z6kvc2SM5zJxkA/IB+QD8oEj5wP6ftJ3tHzgWPlAzs8r5zODgfH5TX4/Nrwt21JM0veSfEA+8E59YBCH+nHlXmNRf/2h8p32QdvJf+UD8gH5gHxAPnAfPvAUXv8Xz+b5/N4/o2dpz/GHLO0/57fn/1YfLq1OjSChpdQ8E9MNqB94DWMrQWwJvkxfWE8KPcMSeFF/MB3C6xHUNTqmTdzqen2jQ/2iw7ovqW20WTcNw6atbJv2wXl+HSttW2uDbXbXYlgCMdMxkp0MRcKuDIOEXZasi7oLTH8xe6IikHYuAiIgAiIgAiIgAiIgAiIgAiLwRAlo5yIgAiIgAiIgAiIgAiIgAiIgAiIgAqNPQEcoAiIgAiIgAiIgAiIgAiIgAiIgAiIw+gQe0hEqIddDAqlmREAERGBkCeQ4mIwrzv0glzaIZWM7x856hq2lFOsLKVavpli+TLuUYPFiisULKZYuJljlvLVrKTa4zvZSBkvWZQNdNrdy2CCYPplWP4lWO/cDaybdHGZpDCQJYGXKMjNL2SdalrHMcvhBK32dn4KV/T5byVn27g9qaaVNe+Ny+7GVFX66/+ctM/oLVIqACIiACIiACIjA4yegPT6dBJxzcG7YAk4HCFzfQtbvZsV6jus7N9yOezqB6qhF4BgScM7Bub4FrO9b4MK3iQHhgfWds3YCzmMJdwxpqMsiIAIiIAIiIAJPFYFDz+j9pP0x64GwZ/19s1m2qD9tpX/2z5nD+oFpCt5MX0hypCxTK6l7WJIsbx1qFB2ga0a9op/cq7Wbo0lNxJJ5WbItS7y1tUht5GaG1WuZ10ZMD1kybYS2RG3E9JK16yk2bmWw9fc2Mt9Gh3pIzP3YvocTc9lxyERABJ4SAj4+UeO0wSEZg2ywyHQvRbyV+gErbZDK9o0umlc6aJxvY++NNhq0ftl4s4PmpQ5a1zroLHRhg1n6xFrrCRJLqrWTIt2l2UCZNqgm41nWzpB3M2TUYHMz2y/NkoHl1F9zxsTc+kMDzeInqLsOjH32dZb9OGux1lvxh8ItPz8u708Oyt5sFnqLgAiIgAiIgAiIgAiIwAMRcNQ4zNDTQAOWQRBQMykspH6ybwFCLjfz67F+sGRLzoz6Sb/dB+rdvW2stURABI4/AUaOXtRgzccRV8ShQTwKGX9ubwHjVGDxaLBuAOf222ENZtBLBERABERABERABB4mAXt2f7g9m9c3v4wTfPtn+yy9FmA6AeumD9i0aQdmpiNgSFcotIYcuekOZqZD0LIOdQnqohl1ipR6RUrdItnLYIm9fFKvjZS6SAyviyzEaF3vUhvponGh47WRvddbvmy82UbzfKenjXTRXuyiuxr7hGDWlrWd2X5N3zCzPpv549IfEXgyBLRXERABERABERABERABERABERABERCB0SegIxQBERABERABERABERABERABERABERh9AjpCERABERABERABERABERCB408gOP6HoCMQARF4xATU/FNOwH6DZD+cKgapzJHE8Am5Wns5Gls5dtdybC1n2LiZYcUScl1KsWSDTV5IsHi+qK9cSWGDTm4uZNiyhFyrOWzgSdveJ+RiWzYAZbeV+7ZtIMqkkyONc+4v96UNTGnTVmZJjiztG/YTcrGz1lf7AZiVw3bgY+ytx8JW3V/0lhn7i1QTAREQAREQAREQAREQgUdPwC5IAefgX8451s0CX9qgTM6FcN44L7iDOc7364R+0Cfnp9kOXK9dX/T+FPvsTah4ugno6J8oATsXzYpO8PT3FeccnOtb4M/pwM7vO53/Q/NtvaB//vfbgIO98ZaX7dvsLQs0QwREQAREQAREQASeDAG7NDHr7d2q3vyf3sxeMawFWN0e/Ftpg8H1S69xZKC20LOEJbWGlKU3ah9pF0jMqE8k7RyxaRZNoEMNo5+Qa28zpy6S+QRbm4sZ1m+kWPXaSIKlC4UmsnSRdeok+wm5Uq6fYncjQ2sngyX58hoI921ah/WxdygqREAEnhYCFssYk3wCLOqhWTuDDUIZ+4RcsU+w1bKEXJc7ftDJxhu9ASf7SbnOt9Hksta1Lto3uf4SbSVGvJ74pF7JTgob0DJtsl0ztp8xtnnr5rBBKc38AJncvy8ZE4ukXPDaqw2kiSxnncZAlQ8ZWD9o/ODsmFgM3r1pK8wG81URAREQAREQAREQAREQgXdIwJnA4QDnHAI4uJ4GYlqIWUj9xMp9CxH4eeGBxDgBtzOz7QOwHTO2Cb1EQARE4B4IWNSw1ZxjzYwxxGKKmcWhwvq67lvLkDEoZGwys22cc4xVg2gEcBoP56VWREAEREAEREAEROAgAXtY37eDSygMcIZfxj9DGoDXBkwrsHksvTZg+oZZSv3AjPqC/cZroDVQdzANIrOEXGbUKFJaZnqFmSXkMh1jO0W8kaC7mqCzHKPdT8hF/aNxseMTce291kaD2ogl5GqYNnKpg9b1Djq3Yr9dvJn65F6mh9j+vO7Cvpm+wSPSWwREQAREQASeBgI6RhEQAREQAREQAREQAREQAREQAREQgdEnoCMUAREQAREQAREQAREQAREQAREQAREYfQI6QhEQAREQAREQgUdIIHiEbatpERABERCBUSBgv6fKAPthUpYCaQzE7RztvRzN7Qy765lPsrV+M8Xq1QTLl2mXkkFSrqULCSwh1/r1DBsLqV93ZyXD3nqO5iZtJ4cNZNlu5H4QSmvbWzdHQvNJuLhP268fFDNhH9gP64sfFM76RrPBNAeDa7LPgwE3Wbfffh2w/ufCZbbewPrzVT4hAtqtCIiACIiACIiACDzNBOzitH/8xcBNQFE65/wATDYYk7cgQGDmQs6/jdkyM8f1aM6bA+xNswqbBK/yafYe3rdNy0RABB4vgYPnYHF+2slamPPncO98DkK4wfl9m/N/OC5wvf62vgTbczQrDxzg8P6H6wdW0oQIPEQCakoEREAEREAE7oOAXZ4MGzf1k/xz4Ll/b9qe9w/P99qBLaOO4DUF6gtp30xv6OsPMTUJM+oScSdH14xaiCXPMv2ivZt7TWRvI8fuWo5t6hyWkGvjZobVaymWL6X7usjFFIsXE6xQL1m7nmLzVubXt22b1EQ61EPiLrUO7s9rHX7wOh6Y3iIgAk8NAYYleF2TccgGqbREWZZAK9lK0F1L0F6K0b7ZRetKBzbA5J4NNjmUlKtxvoOmDTppCbkWuuhw/e5Kgu5wQq7d1Cf5Sls5MsYz24dZzjiXM/7kcYbcyiTHYJBMq9vgmWaMTdZHi6veGEd96TvPj+rtyt4qLPQWARF4agnowEVABERABETg4RFwpm24/faccwg4z2un1FH6iW0C6iRWD/28AP0y4PTtzHG+cw7+ny+hlwiIgAi8LQHnnF/HWfRgHAkYkQ7HmHAQj0LGon07vJ5NF+3wL9t11rL/YxWZCIiACBwHAuqjCIjAsSTwds/4Dy+nRuA1WCtNPzAdwcx0hZ75JFzUHjKa1yJMj6DmatqE6RSmV1jirGQvRbKTIt6i9RNyLSXo3Oqifb1LbaSL5oW2T8S193qrSMz1JqcHCbm43q0YndUE8WaCZDdD2srg90ndJbf+sf/W32P52ajTIiACIiACIiACIiACInAkCahTIiACIiACIiACIiACIiACIiACIiACo09ARygCIiACIiACIiACIiACIiACIiACIjD6BHSEIvB0EgiezsPWUYuACIiACNyJgP3oyAaAtORXlhDLBp60ASctaVZjK8feeoadtRyWVGtrKfMJtt5SLnOdFdpq5gem3NvI0NjK0NrOYYNW2mCT1ma3nSPpAIkNPNnN4ZNvJYANhpmxtH4UliOzH2ulKAanY2mDaA7b4QHg7DhgP0rvmWN5wAjgwHR/Ob8ZnQxiADHQeSAfGGUfeMLHFgQO3kKWtNBbgDC8Hyu2Dbitt16b7gkfm/YPxQ754AP4gNvf1uV0JrOMZYbcpciRIkNyyGJO384OrgfHi2uuiV67zpdsevB5De17MG94+X7dxy+LOb34E95X7LqfOPc41nUIesdhx+Xe5ti1HPs+KlYPmYWdg30DinvZnPsoYgD6MYDncs44YFbEg9ud/8PzEsYOs5Qlb6TZDlwGxxhwZ3+2frAL+ozJXxzu7CdiIzbyAfnAMfEBfZ8d/+8zR187bACvZ95q6K0He+X8M2SWUGZYT7DpfnKuLMu9/lBoEWC9Z7yNSn2yLl59UcMwHSNuA3Erh+kbnb0crZ3cJ+lqbFILWc+pnWTYoS6yTY3EbIul108WU2wtZrQUNt/W2V3LsLeZc/scbbbVYbumx5hOYn2xPvIijgeitwiIwLEm0ItFdk5b0quMemjWzpA2UiS7KeKtBPFags5KjM5bjb/kAAAQAElEQVRyjPZijI4l2KK1zWxAyVtddGy+Jd3iOrZudzVGbMm3bKDJHWsr821mzQxZi9bJ/cCTtr8DSbe83splvgQsFvKRE8VZUs5uY73+vyUeMeZa3H07618zgd/JMvIVB8gP5AfyAfnA3Xyg/73x1tLx3mbI+Fzf0QbP9309QEC94uGZY3uF2b4OGDUSd0cD+3p7u9uxaxnwQAz0HTty/Bw/08PmfcTRV8y4PKPeUVjKS9qU6kmClDqKWcLysNl8M5ufgv+4TsYyZzuF8eKX+gn8+Y07nsvWL3D/R8msT87327HfNB8XHR5eTHzYMfZ+2yuOyQ2OETzOfTtKn4X6Ahx3Bo7n99uZHWNu8cLxvpplzjiSUYdNzRiN0p5ZvLmdpYw9aW8d28a2tXiWs52c7cEb6OeuZ1YvzPYtA8RADOQD8gH5gHxAPnDvPtC/thkwc9z2XoyrveXN2yavF9xOT7B5Kbegmfbgk2J5LSKH6SN9M93CJ+iijuH1Emoa/SRdMfWOeCtF15J0DbSTBB3qI6aTtKmZeO1kIUbbWxdtzvPLVxJ0uY1P0LWdUjPJYO3b/vy+2Rffd3ZRbxEQAREQAREQAREQAREQAREQAREQgSNMQF0TAREQAREQAREQAREQAREQAREQAREYfQI6QhEQAREQAREQAREQAREQAREQARF4zASCx7w/7Q6AIIiACIjAkSWQwye8sgEf43YOS5zV3M5hA0PaoJHrN1KsXqNd3be16yk2FzM/0GRjK/cDR3abQLeTI4kBS6TVHzzSkmSZHfghE/dZ8HB+zDZfH8zzU4M/OTfmG94ywA9ex9La8/O4Hd9+feeAtxi/9fo/KHMhlx+ygNMyQAzEQD4gH5APPAofcAhLPYscSlHgLSqHKNGiSoj7sxJsW7N+WyHbDbmPwA+uBMXzUAwCMXji58H9fgZh7/x1Ia9qgxR5kCBDFyk6SNBCkjcR53uIs3s0rmvbJGgjc12eFAktgwszsslpnOzt8259tX5ZfOmbxZ0oCmEx6P5iF7e573j36LYplYtYascTMoaWGEP7xxjcA5dA51jPh6DyIfhCyDbMCr/KeZ7mBJsh9wNCWhxoI81biPNGYcNxgOf6YL7VDyxrMoa0kLoO40Ds2wPjiwv6MYC78f7u+Dma2bSs+BzEQRzkA/IB+YB8QD5wlHzgwDP94Wf9Dl4LCFhi2EANwYyXVQP9IOO8vvn59ocr3eHtrD3f6FtXsDZhm7O9ItlXjpS3XEXirpz6CnzCrr2NDNsrGdZvpli7ng00lpUrKdaotWwspD5Jl61nCb4s2VdMfcW0FdtH397aA805SgTUFxG4LQHGCB8neCLbYI828KMl4oq3Uz8opA0e2breReNyB42LHTTNWG9e6aJ1rYvOrdivl3D9dC9D2sqRdbJi4Eob0DLjDuzNOMTo5rvASV/e9Y+tNGTsHryxnb72atPW94H1G7S42DfGYjD4ur7x3tLdxnCbebdbT/McxEAM5APygafdB277nVEK4PjsPuAzfLOQGqtZiRpFaEadNeSz/pClaa7eqEOUKiXc3kLOP2S9ba2NfSuhX7c2/b5sf7b/coCAZdDrU2D9o1k/Xa+/hz/L2x6bviP13ScfuKMPHDhneucXQl6UmoZKy6hzpNRR46BLFbVDJbTlrUUdpUUdpbAmWtRWD1ub89rUXW2rLrWTLjXUxLSYMEXOtm0/h8/h4Wkcxc+tx8jiUsj4FPp4Ffo4VhqKiRFj47DdPk7eKX4++vn9vhX9YqxmfPax2B9PUMTe3rEWMdfhcX8ew76gurvjOXyc2dyLT8HHCt6jM26ktJhxpMN4YrGlBcaevg3iUYPxyIzLGIOKdVqMREXs6jCSWRsJ41pmFvIGnftwIfx1kAsDzxpHMf6oT/6zceIgDvIB+YB8QD5whH3gnq4hAl7bDZk9+0cAeJnUYf/V0xZ8wT+mJQx0BV7C+GnOf4u2sN/CbWv2OzG/jbVh2gfNJ/Wi9moJtQp9JUNiCbs2E3SXY7QXumhRT2le6mBg1FhaV7s+SVd3JUa8lSDdS6mvZMjjHJYkzO/ntr3QTBEQARHYJ6CaCIiACIiACIiACIiACIiACIiACIjA6BPQEYqACIiACIiACIiACIiACIiACIiACIw+AR2hCIiACIiACIiACIiACPQJ2H+P79dVioAIiIAIjBaB+zuavBiqzX4QlcZAt52j3cjR3M6KhFyLKdb6CbksKVfPLEnXFpftruZo9BJy+QEj24Al9rJkXMVglGzf9mFmPWNphbdBffjXWn4J+j/K8iVn2Y+g7AdXB8x+cMUVbJ7fgOvZ27E5b/y2c2ZD0wGnBxYCNrCoY+lCx7osEAf5gXxAPiAfeLg+UOJ3TckhLAU0lpFDKQpQKgfwgwqVQ/jENizLPetP3630bbCdkO2Fvn3H9vFw+y5fEE/5wGPxATuHA57HQQhYwiwEKSsJLJFWhg6SvIU4b9IaA+vmDdzO9hPzNBCjiRRt307uEgYIthvk3EfO4wJC7m/fHKcd5x8yxrCQfmB99PGGccfHL8aru8Woo7asXC4h8hayDFGuFGU/lgY8LjtG+wxCHnPAY5a5t/qDuDx0JqGd+33jOelsgLUgg8WBPIh5/nZ4HrcYB5re4qzh40A332MM2EOcNWhWmjX8PFtmsSBhDLD4YXHE4gl6cSDgPgrjbrhPiz+DfugzfuifsWKJYol8QD4gH5APyAfeqQ8U1yrOrleGnuk71p0DvFndrD/NEv6V828O/8/0gyEdIbdpb0O6ha3OLQ6+2Rjfw/P8av7P0La8zTItxDSRIiEXNZZm3kvIlfuEWxsLGdaup1gzbeVqitUrNNY3Od8Sdu1tcP3dHB3qMolPyGXts/e9fQ33QXUREIFjQMDOXZrFG/D2Lk9zpDy3k70M8VbqE221F2O0bnT9QJGNCx00LrXRvNzxZom6LGFXvJogtoRcjRRZK0PGNvygkWzPD0bJtr026vd1D1y4HqMLV2SFcbDY9jZ1HzOL1fi3ePfjIUtnA3MyCDvGXz8oJ+O0lTZtMfvO5tAfOF/lO2Ihfnx+It+R78gHni4fsOeWA+MzfP8cv5eYpZ+kpUStwizkM3+fxIU6gE1HnO+N8yPaICmNX15CyZchbH6xLevcxrY18+1z2hLblKjphmbcd9GHAFYG1H6tNL/s99Px+apNy5y+t/S99XB8wM6pEGwLAEtLmpVTQ/EJuXwSnDbaroW2T23TpCqyby1OHTZbavO4FTqugyIJToyU2mweZnDcx7E7f8moiEGBj00h42XI+FXyVoLFwKhSgo+RQ6XNK5aFvXWeZLnfP+uXj9EWu3kMdiwh428YOTiz/rnVO+5j93n1+68Sx/GzQ+lgLMqCBAn13C7jiY9DeZPRqLAmY9BBa3BOY7C8iEUtxqJ2EYtcXMQixjiLd54P/dyX9Bc7z/t1lYwHZDLCHI7l+aHPQ34pH5APyAeOsA/YNUWI4n5nuOQz/v5zfXvG3zc/z/F4AseNALBA72XSAgXYQmqglnBHnWGwEjWI3rZ3LLiK11NY2mZe/zAdJMl9Iq2U+khKnSSxhFwbKTqWkOtmF62rHWosbW+tvr5yrYPOQhdd6isJ9Zikl5Ar8wm5im7bPu7YFy0QAREQAREQAREQgcdHQHsSAREQAREQAREQAREQAREQAREQAREYfQI6QhEQAREQAREQAREQAREQAREQAREQgdEnoCMUAREQARE4BgSCY9BHdVEEREAEROBRE8j3f1iUZTmSOEfcyv3Aj82tHDvrGTaXMljyrdVrKVZtsMie2QCSm4sZdtYyNLluywaM5LY2YKQl9kp7A1HeLSnX0O+z4Pivf7j+x1o2wf7Zj55s2lvG/g4bl9t8W9Usd5zhWKMVPwYDXL/Ob76A5uf3fkxm0wHrQegQsLSBNayUwfMQB3F4ex8QIzGSD7ydD4T8fvEWOYRRAJ/8pRwiikKUrayw7Fl/wKPyoen+fF/aNj3zgyixzdCs5Bi7zcBSFpC7TH5wHHwgLB38nFzA61kb9M3FyFwXKdq0FpK8AUuwE2cNdLM9xHewYlkDtm6SN7lt27eTBwlckMGFGQLuI/DXvxYz+nawH4GdQ75vXM4yZIwxKzGWWRzz8Yix6qiX5UoJZhH76mNruQQ/CCfjaKkcoMTSYmiJxxf0jnP/2G/DxLjI4BmJwwNzCOlzweBc3Pc3F+ac4A21S5CBcSBvMwa0kGRNWCwozvM9xP14kLNOK+Y3OJ/TXNaPARZHrJ08iNmuxYGcsYBV+wzp+3adEljdzPept8ymZQ/8OQ/YiqVYHnsfUGzQ+SwfkA88bh9wxTWLPdNnDLVn9451e6ZvpTeH/ef/rMNbzpmgkFCY6Qd5xslh4yo237QHruXfftrXAOesIfjXfs1PFn+4vW1r7Xr9g5duWQLEnRzddo6OJeSiXrJHfWVrOcPGQuoTchUaS4aVK6lPzmXzLSFXY4May07mt7M2TFuxtotB7LhL2x8LvUVABI4PgdwHCcYeBpc8yZG1M6R7KZLtBN31BJ3FLizxVtMGibzYRvNSh9ZF80rXz+8sxuiuJVw/RdLIYANOHkjIRU03N2N84C4KMKwXldv89cv4h2/rml+DddvW26EYafHH5g/WtQ0YEJ0NwMlYPBiYk/e0Ns+xhJktt7JnNt8b7z0d7zedj+cOjstl4iAfkA/IB46qDxyNfgX+u8PBysASX9HsWb43Pte3Z/tmlqjFkmr55C29+RF1gUHiGWoCtizqlcX8EP1tQj+f07YtdQRrz8zaLlHLDakjhFZSiw1oIS2gThKyP1YG7GdgdZbm0zZtpczp+17XOw/mA3ZODRl4HYkSL2Cpn2TUOhPqJzF1VEuq1aaWaoltvFEbbVFTbbFs9my/3kIrb/m1O66NrusgDrpIqKFmps1SP7VkO8fu/CUnH4cYn0JvIXwM68W1/bhHjZTxcT9Gcj1OF8tLeLJl0Zeib0W9H5/DfgzuxdpBnOVxH7vPSnHhweLCEeEHxiFL4GexyJL5xY7374wnbTDGmA1iT4Mxx6zJct+aaHItM8ajXizq+lgU+4Rc1q7tw/zb+7v5utkROX7rl8yNhC/rc9TnKB+QD7hQDJ6O8wCw+xzwWsJscMx8lm91m4de3T/rZx2O2wQ0ls7ZH9b55h0Z//JtFQoIpmUeMM7nbK7AN+v823sfmOjN6xW2yMw0Cm7sdY9+Mi5qK3k3o76SI9nLkPiEXAm6ywnaN7vUUzrUVQ5a62oX7VsxOqsx4q2EukzG7WndHNZX0zxsd1b2eqBCBERABERABERABERABERABEacgA5PBERABERABERABERABERABERABERg9AnoCEVABERABERABERABERABERABERABEafgI7wQQjYf49/kO21rQiIgAiIwDEnYD8qShPAEmj5QSL3cjS3c+xt5LBBIG2gyO2lDNvLGXydpSXf2l3PsiKZPAAAEABJREFU0djM0OK67d3cJ++KOzmSLuATcbFNG4TS2veW24BzhfkfL3F6gM5+o2XGbyVHC0IHs7AEBGZRUdp0yHphDmHZoWRWcYjMqixrDhWzOlCpsz7mUKVVxlnSahNFWe2VfnrSoTYRoOZLh7qVfZviMhlqYiAG8gH5gHzgwXyA3ytVs/Ec1fEMZbN6iqieIKzGKNGs9FaJEfZteP6heqnG7WoJymyjPJahwjarE0Btkjaqn5eOC/pOHr1rs7r59WSA+lRhdg6Xx1OUal24Sgt5tIsk3EIba2hkS9hLbmE3XWC5gN3kJnbig2bz9hIu8+vcQjNbRtdtICvtIKi2UKp3UR5LUJnIYfvy+7c+DJnNGxhjl63nr5sZY6qMYxXGnIgxrFRNUBqOTf3YZeXw/Cde7+7HVd83Tvf6FPXiqB1ThcdWs2O0OMrj9vcFQ1x0/o3e+fekP1M7z2q983/MYgDrVfpfhd/p5V4cQKWBtLTN83gdrXyZ5/QS9tJbg/PfzvnCeN7buc+4YNMWGyxWWAzouDXEjCNZedfHFYsDFe7D/L1GX/fG/ddodfbBm3wfT9o/tH/FHPmAfEA+IB94an3Ark/M+AzfX6cMPbuvcV7VbPhZP+v2/L9iOoBZTxsoUyeIzEw3oH5QMjM9wSwCSqXCQpbDZtqEmQsAbw7wg86h98oLnSPvlxmne2aaSJYClpjLdJKkA3Tb8PpJa4fay1butRfTWPr6i+kuW9RgNmmmw9iyxmaOliXnauTotoAkzmFt2z69vtLrigoREIEjSICxwc5TP2BkN/dJtNLdDMlWCp+EayXxA0G2F7q+7NyKi3IpRofLbJ14M0GynfrBJX0SrnaOnG3ljAW5DULJmINh6+3T9nuACOOXj2Mh4Abm4EpDFjkEfWN8DMwYL4NKwOdIAULG0aDO0mwsQGk8RDjOaVppIoRZyDhd4r1kqV9OhYgmaVb2bbo3beV0CZEvOU+lWMgH5APyAfnAYR+Y4ffDTAllWkQr23KWJZYlPr8M+Z0T8H7B8Vm+4zN9mI1lyOv8cqRuYaVZVkuRcfqw5ZxXWLFNzm0xlvrtc7ZhBj+P7Y3xS5btu3HA9hfwXiTkvm3/IfsRsj8lftdZ34rvtv53HEs7DvbZ5u8v57H15tl8mXjIB0JEdzkn7PzqM7J6SN0i4DnoqHFm1Dq7tTb2qKNuBRvYwCqV1BWsUkdZyRexnBW2wnIlX4LZKsu+reUr2HTr2A63fBvtShNxvYN8IoWd5/39Hi6P6vlc8AkQMk5ZrPLxkTEsZzyzuOZjosVF6qK3r6fYn/8k6wnSXh8tVqMXl+14LBYH/PxDxl87XvtsrDyqn4n1T3Z84/zd/KrE7/+AvmjXIBn13LjWQauyh51wCxtujXFoCSuMRRZvVhh3lrOlQUyy2GTzVjlvleus0dYZv7aCTcaiHbbDWMT2Ml6bYDJHOB3wWrGEso+VJdytX/K34+tv+uz02ckH5APyAfnAo/eBEiI+v+hbifUSn+EPSqvbdXbvGX9o5dDzf68JjIUIqRGE1AqCWkD9wCEwHcGszHrfenqD1yFY92XJFbpECLigZw44rL+Cj2GQgUIrbaieU3vNTR+hZZ3c6y5JgxoKtdRkM0W8nqC7mqCzHKOzGFNz6cK0FzOfmIvzu2sJYuo06W7qt7d2Mkv2Zfvj7vR+DAS0CxEQAREQAREQAREQAREQAREQAREQgdEnoCMUAREQAREQAREQAREQAREQAREQAREYfQI6QhEQAREQAREQAREQAREQARE4pgSCY9pvdVsEnggB7VQERopADtjgjTY4ZNzO0d7L0djIsL2aYWsxw/qNFKtXC9tYSH1CLkvS1dzJ0W3kSLo5bFs2U2CxH0Wx5nrl4R9I+aRcGffZN25o++cmsG2CEPCDXkZAyazMsuJQrhZWseRatOqYQ3U8QG3CoTZOm3SoTzmMTdNmHMZnA4yfCDAxF2By3tFYngwwNWynAkwfsBDTpzmPNnOGJc3KmbMBfNmfVike8gH5gHxAPvAOfWCa202dyjExn2HsRIraTBeVqTZKEy2EY3twtd2e7QD1IavtcP5bLajvIhxvIJpsosx2rD1rd+Jkxu80p8+JvPUdruuY4+MDIWb9daeVJUyfdhibi1GZaSKc2EZWW0MnWkDDXcVWeh4b8etY776Gte5nsdoxe5XlsH3WL1vnOrbudnYerfA60toKY84OqrMt3/7EydTva+as7dcsKPrh+xIM4ojFL+vT5OkcEydzjM2nbKPL2NNCOD4cvxjHGL9c3+4Qv9wTmA/uE/VtxlezHTjGUIujwdguj6HBY2mjNttljE4xeQqYOuUwfcbBjn1G8WTgC2Kxf148PBYhz7sQdh7OnC1hmuefv17g93kRB1oIxreQVJfR5Hm8m1/CFs9pO7fX/Pn/Gay2aZ1XseqtFxP8vM/4WLGdXfDxo8s4ktVWEU5u8xxuYZwxYIp+bjbD0o5p9ky/LwE/d9bl/+RgLGTmHzL5gXxAPiAfkA88CR+w5/a23+nTIab5/H6q91zfygM2HxRaADWBCWoDE9QITCcYn+X9FXUD0xDqkw6mK1THndcYfAKvOvUHM+oQkRk1iVIFKJVpEbxmEVC7CAJ4HQP26mkbpnkcSJLF+bb4gLn+VFGxbdI4h2kyHeosze0cu2uZ12TWrhV6zPr1DKbJmE5jybma2xm6zRy2nW1vuopZv2WVIiACD0bgoW7NOGDnpyXjyqijJo0M8WbqB4FsWQKu6120rnbQvNRB63IH7ZtddFZiJFsJkr0MWTuDDSrpB5wc7piFELP+PO7HBqb0+2I9t8Eoe/qrzfer2fqBgwtpJVrk4AfHrAYIaGEtgA2c6QfQtEE0xwM+NwrhB+GcDBFNBYgskchsCeUTtDnafITyyRIqpyJUTpuxbuUZ1s3ORqieKdM4zXqFVjV7hvPNnuWyZ2jPclqGqhiIgXxAPiAfGPhA7VyE2rlyzyqoP0d7nvZclfMqfr0Kv0vKfIYaUkMJTgJuLkNGzTWbTZDO8Pt0uovuVIfWRneyhY7ZOMvxJjq0ds86E5z2xmXUaW3d7mQHMbdNpjtI2I6ZtWlm7efcD7g/R503oE4SnnQo8f4k4vNU61OF/RrEdR5HlVbj954dk69zuqrP23+O4hCJw32cC/4csnOJZr5j51uJekZwGkjnYzSmdrFZX8Ni6Sauuyu4hsu4Qk3kEvXUi+mbuES7yPollpd8eQGXqLFc5jpXcQk3w+tYKd/CBrWT3YktdGZayOcTRNRqqr6fZX5eNDuHe1br9aXqlx+tzzOipmMx0mJVPpf62GixrcNY14+BVrbGGzCz+tGz/b5Zv7tTbR+X09kY4DGFjP9RL/aWh2PvEfw8jqKPPO19up/jr5lP8frEvscPW+XZEkqMRe5Uhmyui/ZMA9tjm1ipLOIGY9GV/GIvFjHm+NhznvHooF3uxSJb17ZZLi/4WLQ3sc32moxxXQSngMozJdQs/vjYU+7Vj1bsuR+uWlefnXxAPiAfkA/IB56kD5SL+xs+X6nSKmZ8fl+hVfl8357tV1gesFPUAEwPMKM2UJ6LCr1gNqR+UPLJQkvUEkxXCCdCeKPW4HWHeoAicRdLS9plVg7gyg4uooUOcDTwZTqHtxymr5ghsxlc1n/3VkW/9PO5PkvTSDJL1EVNJtlOEa8laC/GaFGTMT2mcbFDbYbXbabJLMWwBF7JTlpoMmlvPyzYlN4iIAIiIAIjQECHIAIiIAIiIAIiIAIiIAIiIAIiIAIiMPoEdIQiIAIiIAIiIAIiIAIiIAIiIAIiIAKjT0BHKAIiIAIiIAIiIAIPm0DwsBtUeyIgAiIgAseAQI5iPDaWWZqj287R2s2xt5ljZyXD5mKK9ZspVq/QrqXYWMiwzfl7GxlaOzk6zRxJh21kPFa2wb8Hftt04HdOXOhX4R/7cZS3PEdOYwuAy+H4bWRmA1uGJYew7FCiRRUHs3LNwawy5lAZC1BlWR13sMEz65MO9akA9ekA4zO0WYeJ2QA24ObkXABLyjU1H2Cqn5DrFOt9O816byBPG8xz5kyA6TMhZjhvxsrDdpbLHo9hRvsRA/mAfEA+MFI+MH3aYfIkMH4yQ30uQW0mRnm6jWiiicASctUtkc0u4BNz7cAS1qC2w2mzYj78sl0uo3H9cKzht7fEXtWZDsZOJJg4mWPqjBspdvpO1PXH6PtAAH/t2Yv7dg6PzydFQq7JLVgCnW50Cw13BZaQaz1+DZZsa637GtZ8Ap5XsTpU2jxbZuvYulvpBbTCG8iqKwgnd1CdaTMOdTF5KuO1L+MFr4FnvNHX+te/vb549lw2ZTHsFDDJGDY2l7KNLsqTLYSD+LXD2LTDmLU7MDccs45Efcf30fViaz8pV2m8AYuj9dkY4/MZj5Fx9DRgx+y5DLNQXd8vD90HeP6zTUuENctyhufgFP1v4mSK8bkY1dkm3PgWksoyLCHXDi77OLARv+HP+5X2Z7DC89+f953P+piwxtLmrbRfhcUCn5AruIpO+RYsnliiv+psi9cMCf0cmOb+pnme2779OX+WfWI/Zqy0Psketd+rffmYfEA+IB+QD8gHhn3ArkN6Nu3LgNcrfQt9fco/1+ez/d4z/0mWhTnqAQFMFxi3hFzUCsapGYxRO6jTatQSahPO6wrVcUedIaDe4FDp6Q9lS8hlVnYoRdQpzEqA6RYuAPoiSA4qG9RGsow6B22QlIvz7e3sjxkrfPvNitJRFwGyBIg7wH5Crhybt1L4hFzUZNZuFJqM6TQ7qxma29RkGjnSGNye+/Qd4A6sZKG3CIjAESHAc9JLn4wLPnlezPN2L0O8maCznKC9EMMP/nil6xNyNVm2b8boriSIt1KkjQxZK/cJuXw7jpFj2OwwOcsKM78O9wnGI6+9Uu818dfPtxW4rsUuV3J+cMugHCBgfAuovYaMdQFjn0/IVQ8QjgcojYcIJ1hO0qbCYiBNn5ArRDRHmy/5ZFzlkxHKNvgmreyTcZVQsdLMBus8G8EP4PlMhP6gnlWfhKvsp6vPRqg9W4YNKC4Th6fMB+T35+Tz8vk7+0CV3w1V+47o+UndEnI9V/WJuWrnKrDllWdKKPPeocT7AUuKZQmycmqjGZ/tpzNdWNKZeKqNLrWLzmQblsilM9FEe6JFa3K6sPZ4i/XCbN0u1zWzbeOpDpJpGttLpruwtrPZBLYfSwTj5nO4eSA85WD9iPhctcw+lfm9V2H/q9Z/HkutVy+mIwwfW83WkSkmygfuyQf8ucNzqkqzc6z8TIjSGQd3Kkc610Vzahcb9VUsRkVCrqu4hMv5RVxM38TFhMZyPxnX+SIZV3oBlgjH1l0Ir2G5vOjb2KUm26Emk1OfiXhe2z5t/9VzEWrc/4HpI/j5WYyM+BwlpJ5rsSo/kSJlfEwY1zqMg8OJCdvURttjDfjS6kfEWuxTa6yJthn7ZP22+GxxOZvhQ7Z9GJIAABAASURBVJG5DAGPL/Kxt4SKxV5+N1QZc2tH8DNRn+78vX8c2Nh3eP+8r5mPMQ7Uembf+yFjEU5lSKnntmea2B7fwArjyXV3FVeyi4wzRay55BNyvYkiFu2Xl7MLuJJfwFXGrBvBVSxFC9hPDtj07Qanc/p5CTVeC9XMx9mPKs3XbVpGNmWZ/OAo+oD6JL+UD8gHjoYP9K5daiz9M3peP1dpFT6vN7N6lc/zzeyZ/sDsWb+3ErwGwHr5FOvzEcrUCaK5EqJZmukH0yGiqRClSbOAOkOA0LSGsQABLawFCKlFBKZJlB0cLYgCmG6BkNMB/MvrGvaHeodpHmY2CRM9/Bq9P65f9iuc5oo59ZGskyFppF5v6a4l6CzGaPcScjUtIde1rtdpTK/prqdIdlOkpskkOXK2wZbesjs/T39EQAREQAREQAREQARE4PYENFcEREAEREAEREAEREAEREAEREAERGD0CegIRUAEREAEREAEREAEREAEREAEREAERp+AjlAEROApItD77+tP0RHrUEVABERABIqfJuXFb4ay1AZ/zNHey7G3kfnEW5uLGdZvZFi5mmH1alok5FrOuDxHaycrEnJ1c9i2vjG2ZVj9uHC+Aj/IJOxly2h+MLiM++zZ4e1sUMug5BBGQMmsAkRmVYeyWd2hYjbmULXBMmk1GzxzMkB90mFsmjYTYHyWdsJhYi7wZsm4Jk862ICcU5aI62RQJOc6FWLaW+AH8Zw+bWWIGZYzZ1inWenND0QewNeH56suJvIB+cCx9wHFtscV26fpK1OngIn5zCfOqs12UZnqoDTRRNBLaINakSzGSjNLGnPYbL5ZMLaLcHzPJ+QqT7VRm+libC7B5HzO77XhBDv6jB/XZ6z9yNfesQ+c5TUozZLxzJ4tYeq08+dzZbqJYGIbeW0VnWgBDXcVW+l5rHdf90l2LOnOauezWO28esgsKQ+t+5pf15LxtMLrSGsrKE1uwxLxjM3FmDiZYfoM4wX3PdO/3j1cMnbZOtYnH8NO5hifS33MiSZbvfi1A+cTblm5bxarzFwvtj2p0vpw2CwZV2F7jKUN+Dg6G8Mn5GKstmOd5udgsXuGDGQ6vx+ZD/TPv2eKOGDn4tRpXi/w/LTztDLTYhzYRFJZQiu4jp38UhEH4tcZBz7Lc/8ztFdprHd7NogJn2EMeA1b2QXGj2uMI7eQ1dcQMA5Yu+MnU0xzX9MWB8zPfV9CWHIw68eMzZPpfkc+IB+QD4yQDwQ6Fvnz8fCB3j2JPa+f4bP66dMhr1mCffPP9DnPnvX3zT/zd3wmEsCScU3MB5iYc7CkXGPUC8ZmHOpTZgFqk26gL1TGCs2hTN2hXHOIqENEFaBkVobXKoKSQxACLqCh98rhB2azhDtFMq6c0zavt7xXOCv9H6sUZtukMTWZdu51Fku2tbOaYfNWhrXrqddj1lluLKTYok5jy5pb1GRaOVIbEM70lby3v6JJ/RUBEThKBHrnJ7IcWZwXgz9upugsx2jf7KJ1g3a1UyTkutxBe6G7n5BrL0Xazvx2Ntjk8GE5xhLn+Kc3k2HI1yymmP7q17f4wP36BfbHVrfYxRgWRA6WjMtVWJrVAoR9GwtQGgv5fITlRMhnR7SpAJENpDlTQnSisPJcyQ+2WTlZQuUU7XSESt/OcPpMhCrNBu3sD+BZPVuGH+jzWS57hvZsGTVa1aZlPjmLWJhfyOQH8gH5gPkAvyN6A3bXfTKuCsaet4RcVdSeKzNmllHhd0l0JkSJz+6DkwCoufqEMzMJkukurQNLqGXJWyzRVocabJvmy/EW2uNNbzbdmWjB1inWbXM7s2J7ayNle5bkK52JkfmEXCksAZiZJQOzhDfWD+tP2b4HfUKYop9VHodZzUr73uuXj+27LyIvmc6rUfGBofPqmTLK1DFKfFZgSWoyap2WkGuzvobF0k1cD67iGjWUK9RELAHOxfQNXEzf9OYT4WTncZk662UruY6tuxBex3LlFtapoe5ObKEz00Q+nyDis4mqnbOD87eMwTlt57UtO2JmMbLMfoenHBz13CI+dhFPd2Axr824V8TBBizpVWu8KIt5TR8fj0K95ZNyFX3rTDQRT7Z9fLcEiRb3Lf5H/C6oMO6a+c/piH4mRd8iqDzODHrnvsWCczwOX5ZhvleivupOZcjmY3Smm9ge22A8WcSN4CosMeBlxhlvjDuXDtibuOTj0HlY4q4rlpDLXcEgIdfkNizBl8U4i3Vl+nqNPl47V4FdX1RZrx6x+KP+0Df0mUB+ID+QD8gH5ANPwgfufZ81/11VLp7X8/lK1cye39P8M317tk/zz/hZVuxZR//5/ylqAbQytYHyfAnlnmYQzYYoUUcoWUIuagol6gshrUTNITTNoR7AdIigGsCbaRNlBxfRqL+6kM92HM3eJnqYZdRbqXP0dQ9KLpxhK+ybcw58w/+xbWhFQq4c6V6GeCtFdzVB51aM1rUuLBlX81IHLWozHeo0ptfEGwmSnRQZNRnbFnwNknKxrrcIiIAIiIAIiIAIiIAIiIAIiIAIHB0C6okIiIAIiIAIiIAIiIAIiIAIiIAIiMDoE9ARioAIiIAIiIAIiIAIiIAIiIAIiIAIPA4CwePYyR33oQUiIAIiIAKPnYANzpYlQNzN0W3maO3maG7l2F3PsLOSYXuZxnJnNfPz9ja5fDvzCbviVo6kC9iAkYNkXP0jsB8zmfWnHeD4LWNmA1bawJVh5FAqO0QVWtXBBrqsjDlUJxwsuVZ9ymHsQGKtADZw5sR8AEusNXUywPQp2umgGDz07FB5NizmnbHSrFg2zXWnT3PalwGmWc5wHSsPWuiXHZxXrO/32dvvbZezTc3vsRKLO/uR2IiNfOCp9oHJk0D9RIrqVBfRRBuutoc02kTHraKRLGKnu0C7ie0urXMTW+0b2OqYsc5y+5DZ+s1sCW1un5Q2kFd3UBpvojYTY3IeTzVrfScf0e9kxcA7n5e8zpwinykraRYvxk5kPJ8TlCc6CMeaQGUXSWkLHayjla16a6YraNCsHLb+vP56HWwgi3YQ1JooT3ZRn01h7U8wVkyddL1+hfB9YD/8OcR+2DWwn8f6xHzObVLUZhNEk22guos4XOf+lxi7Fmg3D8SvwzHrKEz7uMrYan3ZYZzdYbzdjRfQzJaRhBs+LluixLETCcbnMtjnMHWqz0fnlfeLvn+o7J03D8EveH7ZueaNXO2cnOR5aefc+Fzu40A03qZ/NpCWttB1G2jnRRzYi5ex111Gw8qkKIfrfhljhMWNJNxCXt5BWGswDnQYBxJ/vWA+3o89vg/szxT7YXVfWl328D5vsRRL+YB8QD4gH5APvL0P8HrErkUOXn/e7tn94Xmh1wcsqa5taxpAYQHnc5lpCWbUBmbOBIN+TFFzMJukBjHZS+I1bkm8zEyroNUnA69fVMcdKj55FxBR3yhR5yhR8wjNSoDpIM4BCGiuGB/OBorLOTl4c8KSeJlGYzpL0skLnWYvR4M6zd5Gjt21fF+roV6zu5ahwfmWvKvN9eKWaTQ5TOux9sE2B+0fhYr6IAJPGwE7B2l5miOj9po2MyS7xaCP8XqCzkqMzmLPlmJ0VxJ01xIkmymSnQxpI/WDPmYxG0loGQGy4N/B2871YhaDCwONY5wxCxh7/OCV1F6DSsB7PpoNcjkWwAa/jGwgzOkQkSXWmg1RPlFCeT6isTzJ8lSEig2qeSaCJdHyg3A+E6FmA3zbQOP9QTpt2uyZMqr9kuvZ+hWbZ4N2crqos82zEdsro8J51q4f0JPr9Os2LSs4iYM4yAfkA0+7D/jkjcPfEfxOik6XUOJ9QcjnpAG1iZyaRjrdRTzZQWeshSY11r3KDnaiLWzx2f4WtYoNt071ZBWr2Yq3lXQZhS1hOVlifbEofd2m+7bM9c1WsJabrbKdNdoqNtwaNtmutb9d2oTZbnkbtu8GNZImn7W26k10xlu+bwk14GwmAajvBPPOH0OZ9x9lG8T6bAlP+2et44/kA7xGvB8/KOJDxOtKszL5lVBmfIj4bMVihKOGkk7FaNdaaFAH3QkYE9wmNrGBDeooG9k6NjKex4M6p63esy2uuxtuo1neQ6feQjzeRT6TIqB+WuZ+9vdv+y4+v9vNu59jepTrlk+HCOYAi0PdiTZa9T1YzNoMNnx8W04sDi5iKV7EcnyrKBMrzWzeOzDf1sPZzvq15Pt1C4vdBcbsRcbnFVgstlhvsbdDzTybjnmcuY+xEY+5zM+qohjL86Pw0cp9nmda//bcinO9jIP3sPuxoMLv9oj+F/L73p3IkU3zPp96rsWTbcaWzV6csRi03otFRX0V64xLG+ka49M6bD0z26YR7aJVazIWdXx7dj0R8nll2fs4+8lrJOuPmT438pCv67yXD8gH5APyAfnAffuAv47wz+yHrnN60/5ZPusVPqPxdV9yPc4zHeCAUTeo0aqmFZiOYGY6ga3b/1x47VKh/lA+xfs40yLmWM5FKM+ypFYRmW5h+sVEiHCcRk0jqAUIqL8GZZbUXr32ETp43TUA4MCXg2klppnA/+Ese1NXMY0mp86SdTKkrQzJbop4i0adpms6zXKCDjUaS9Rlpek08WbC9TKYrpNRszWdxicDszZlIiAC+wRUEwEREAEREAEREAEREAEREAEREAERGH0COkIREAEREAEREAEREAEREAEREAEREIHRJ6AjFAEREAEREAEREAEREIGnnID9t/SnHIEOXwRE4GkgoGMsCNjvjrI0R7edo72bY28jgyXe2lrOsLWYYuNWiq2lFHvrmU/AlXRy5AnNfrlkTTjA9Qx82Wxrc2BZbyYLWy/gt0xYAkploFIDqmMOPvHWtIMNajkxFxSJtk4FsIEyZ88GmH02xIlzAeZo88+HmH8hxMkXaS+ZlXDq5RCn30V7JcSZzynRQj9t809yHVvfbO45a4fG9mafCTBjZkm7zM5wmmb79HY6hA3S2R+I3AbgNJvsDcZpdW/z7O/heZqGZyMO4iAfkA/IB+7qA+Mn+D04FSMcayErb6ODNex2b2Ft7ypubZ7HjdXXcH3lNVxb/iyuLb2Ka8u0paG6ze/ZdZY3V1/H0uZFrO9dw3b7JlrZCrJoG6XxNsZO5Hfti+K2vs/lA0fLByZPOl4TO1hpCfUsIe34rEOd18z1yQCV8QBRzSGMHJwNMuAcDrz8RTnn9EtWgd46XDcIeT1ecajwWrw+FWBsxmHiRDBIfOsHnp937EOAos6SMb1/LTwxB4zNZqhOJyhPtIHqLtpYxWbrBhYZvyx2XV+2+EXz8ctiF42xyuLVNZZP3KxfjKlXWZpdW/ks4+7ruLn2Bpa3LmK7s4CuW0NQa6AyGaM+k/KYc/IgF7KYkuE4MThOfbXzrDjveF7yPJww4zk3fsLBzM7X6oRDuQaEZZ7ZYQ4Edo+eI8sypFlOy5ClNNYzM97z9+fnXAcuRxDliKrwcaDG9qxdux8HeG2JAAAQAElEQVS3/RuvScahvk3xvrc/f0q+L9+XD8gH5APyAfmAfOAJ+IC/FjkVYPC8nvXpU8UzfP88n8/2LanWjD3rp9nz/8JCnKAeYNqAmekLpi2com5w+l0lnPGaAvWEV0oDTeEU55/k8nlqEPPUIsxsW9MoTpwLYbrCNHWLvn4wyeu1cd5P2fVUfcrBrtUsSZdda5V4vRaWeLkW8LoNfPHSzZJmIYMfE87rKJzt345/h43r2ghyaQJ0mrlPzrW9YrpNhs0lltRttliantPYytBp5EjjHNa+b9e2Z5N6i4AIPGYCPPf8OWj3Yjwn070MNoCjDebYXuiivRAPzObFmynSRkbttYgLvrd8dsM3zGBxwYKBLWDbYLsHjMtdCLiSg6sEfI4RoDQWojRJmwkRWcKtuRIqpyJUTtPOlosEWs+VUXu+gvqLZmXUX6pg7F20V8yqGHs37T1VjJt9bg3jfbP5tg7Xrb9c8dvVXiizLZq1+VwFtXOsm9ngmzbg5jPlYp9W94NvcvpMGRUbgNPM+vWQzB+j2oI40NflB/ID+cBo+AC/v6KTIUJqqpjJkPBZfWesjUZlDzvhNjaora5my1iOl7DYXsDN5g1cp056decKrm5fxuXNS7hE7fTSxgVc3DiPC+tv4vzam7hAs/I89YDzvfqFNVt+3q93ketf2rzgt71MvcDsCtszu7p7Bdd2r/r93GxcxwL3eau1gMXOLSxR511JlrBGjXYD69gONrFX3kG73kQ62YUl6CjxWasdU/nk0Pez/HU0/FWf42P7HMvG2gZxZ4woW3mS3/3zJX/ta9fB4VgAV6aFgAscnAMvtvm262maXa9zzlvfXM8GeA+oodrA76WJANFUCEtiW7Fz1u834nHy/D1ct+kjZhZvsukU3bEW9qIdbDJmLncXcaNxjfHx4n4sXH0Db9DeXH0db668gTdZP0+z8sma9ed1vLFSmPXFYrPF4QVq0hZvtxhnLWFRxuMM5wA75ojPiwb3P0fsM6moPzx/7Bw65sbY432M8afiLUKZ88oWh+ZCRLMhSlMBgrpjLGLsCXLexvO+nxptxnv6zJdZoeVSwy00XU735ufgP26DCAhMDx4PfHuR3eOz/TKvjcrcb9kSc3G/T6tf6bij0TifFBf1OcoH5APygcfnA3e4bqjaM/r+c3t7lm/P8b2VUbXpc9H+M3977m8awPNlagKVQl+gTjD2rirqr1S9rlBoCtQWPo/2uTRqDF5vMF3BjOuOcRvTJLy2QH2hatoC265wfxXrC/tq11Z2L1aaKfFaKEQ4QavzGov3a3bfVtzrOfBqC7zY6lkxycspVnpvruLvCcGKzeL1WE7tNWvnSHZSWBKuNrWb1vUu2je7sORc3aUY8Vril2ftzOs3vk3eT1oTMhEQAREQAREQgcdHQHsSAREQAREQAREQAREQAREQAREQAREYfQI6QhEQAREQAREQAREQAREQAREQAREQgdEnoCMUAREQAREQgaNKIDiqHVO/REAEREAEHi6BYoCJHGkKxO0crd0cexs5bADH7eUUm4sZNhYybLHc28j88rgDv35/UEf/0yT707feD42sbb+O/WiJZj23HzMF/JYJIyCqOEQ1h8q4Q23SoT4dYHzWYeJEgP7gmjNnQsycDXDiGdq5ADbopZkfNPOF0CflOtVPxvWuEGdeKdFYfg6N9dNcZgNr2gCbc8+HfnsbMNMn+Ho2xOwzZoHfxzT3M+MH7Qwx3U/GdTrA9KnAD/I5aeVJ1mnWvwM2H6AYMF2lONzWB+QfOkfkA/KB2/rAxFyOqiXkqjeRlXfQcWvYiW9h3RJybZzHjZXX0U9qc3X5s7i69FkUibmsNHsVwwltbqy9gaWti1hrXPWJZJr5CtJoG6XxFixxjmK0YrR84Bj5QP+ac57Xx2ZzjucxMDbtULMB3sccyryWLpUd7PrajxcwdD1ul+T7xgU2waK/XhDyWpzX40VCLofxmYDX4kFxLW4x2yfiCYrr8n5f+iWXW4IgiysWw6IJ3iBUdtFizPEJuTYuMH4VCQX3k28djFfDsetJ1Pv9urr8Kq4uvgqLrTbP4u7N1TewvHWJcfQmum4dQb2BylQXtZkE4ydy2LHrXKJv0A/E4RFx8Oef6/kaYAnwJhgDzMZPuCIOTPAcrgFhlDMG8AR3OXJkyHjv7Qdt6yXjyrMMZhnLYj7X4s26C3KEpZz35UC5DtR5Tz7Oe/LJXoLsScad4vN18HXfp4B1WcFFHMThjj6g80TfD/IB+YB84FH4AO9FfCKufsln9dN8dj9Fm/bP8kMUz/YDmJ4wa8/6fVKuEF4LOBfCdAGvLQzrCtQPvKbwOYWucNo0hVdCmOZw6qXQ6w/zlpTLawsB5tjO7LOB1xVsf7Z/65d9L07wOm2c91V13q/VJhwqY0BUdfD3bCXABYDdj+W8Fst5zcYCfUP/5QDXM/Retk6a5IOEXDureZGMi5qN6TdbSyl2VjKfrMuSdqUx2G5OYwO8TORFIit6i4AIPDYCPO/svIWd5xmQdXMkjRTxRorOUox2LxlXZ6HLepfzEr8ssYRcsW3MnrLgX9w2IFjjXF7or4A/xxk3wBhjCbkCPicKawHC8QCWiCCaDlGeLaE8TzsVwQbWrD4TofZsGTUb4NIGzXyhjLol5bIBMF+uom6DYX5OBWO0cUu+ZYNl2qCZNngm6+PvqXFZFWNcr27b2LYvVFCztp5nea6MGq3aM9tX9dnID9xZsWRgZjbAZ99swFWrW8k+VmQQg0gMdB4cBx9QHx+1n9r3Qs+ikyGCOX7tzaQ+qVVnrIVmZQ87pU1sYA2r6TKWu7dwyxJyNa7jOnXWaztXcWX7EiyRliVvsQRbF9bPwyfdWjuP870kXP3yAudZsq6LXMcbdVpL4mV2efMirlAzMLu6fRlXdy7j+u5V3Ni7hhvN67jZusF938RiZ4H9WIQliFnLVrHJvm2Hm7CEXJ16E4kl5JrNEfLZa+lkgOhUiEEijUfNU+1D368j9P3qYwOvb30iGpYne2bXvLz2jaZChPUAdm3sLBlXAL4cjW9eS8OM1du9/folB0vIFdZccV3Na+roBPdh55Hfd4+l7d8bp22+LT9iZrEmn07QqbcYi7YZM9exHC/iJuOXxbbzFgupi1qiqyIZ1+t4YygpVzG/SND1pOrWH5+Qa/k1WJIw6/e13SuwBIwWby3Otqnl2nEGcw4lxlj73iifKum8P2L+OBJx2M7125r5Wwlli0OMF9GJECXqrpYcEGVew5iOy/v5zMw0WzOv5WbIrM5nCJm3jM/0esZtXAQEfL7o7/EZ20qWkIttRxb3eB1RoZ/7awnrkz5vnfPyAfmAfOBR+YDalW+Njg/YNcOw2XP5nnntgPXq2Qj2HN8SY1WpI9iz/Zovy7Bn/l5XMG3BknJRW6iZPvBShbpChbpBBeOfUyTgGv+8GszGPpd6gukKpjVw2dgrVb9u3bah2fY10xWoL1j7pl9U2I8K77XKvOaJ5kqIZkOU7FqIukdQdwiqAVzkgBCAg3/xMgteN7H7vYyzrPQLbQVaQOPb7gf9emmOrJP5hFvd1cTrNe3rHXRuUsdZjNFZjmGJuixhV9ri9RnXN42XLfPizv/VHxEQAREQAREQAREQAREQgdEioKMRAREQAREQAREQAREQAREQAREQAREYfQI6QhEQgSNCoN1u44//+I/x7//9v8d3fdd34T3veQ+effZZhGEI59xb7OTJk3juuefwjd/4jfiRH/kR/OZv/iZu3ryJ1AbOPSLHpG6IgAiIgAiIgAgcHQJJkuCbvumb3nJN4VxxnfH93//9R6ez6okIiMCjIKA2ReC+CQT3vYU2EAEREAEROHYE7IdH9osgK7M0R7edo7WbwRJvba9k2FrOfEKuzVupH+Bxdz1Hm8uTbo4s5Zb9Hys58GajZ+i97EdMNPvhkbVvBv7hPQiCEAhLQKkCWBKB6phDbTLA2LTD2EyAibkAk/MBpnuDas4+E2D22QAnng1x4rkQc88HONkbNPPkSyFOvVzY6VdKB5NxvSsslnEdS8g17wfNZBvnaGxr1ifjCjFztmdnWJqdDvzgndMsp08FPhmXDao5sJOcJ8OUGIiBfEA+IB94YB8YPwFUpmIEY03k5W2fkGu3ewtre1exuHEeN1Zfx42V13Bt5bO41kvGdXXZ6kXyGJ/EZulVWBIZq99cfR1LWxd8Qq/tzk20shVk0TZKY22MzeYP3F/Ffl0DyAceow/wetgnwZl3vDZ2vEYGxk841HnNXJt0qIw7RDb4UhlwIc2h9+pVeC1uAwgg57TVwdKv4eAc/DW5XY9XxgLUpgLGiMC3X1yLO+4zOGBT7M/AGP8n5xzqsxmq0zHKEx246i7a+Sp8Qq7NC7juEwp+FhabvFkMW7bYNTTP4tkTtKuMn9cG9llcX37Nx9ybjL1LWxex3VlAJygSclnisdp0irETGezYdS4E+k7hefDI/IDn22T/3GdpSeDGec5ZkoeJEzxfed9cnQDvp4GwDLiQJ7nLkPNflmVI/QBu+VsGcOsvy/OMcSBHGAFRBajUAUsaMTbjGGuCoc/Wod8PK6fYl0d2zI+Sp9oe+kyHP1/V5c/yAfmAfOB4+8BT+vkdel7vn+HzOb4lx5qxZ/t94zP//vP/E9QBTFuwZFqmEZiZXnCKusFpaghnXgm9rmD6gk2fflcJpjmc5HKzeWoRpknMUV84cS7wOsUsNYuZswFs/+ZHE7x+G/fXaQ513l9VJxyvsRyv1xxKZV6zlRyCAP7FSzGTSmg5zc8a/HFWsz99s2lamgDdZo7mdg6v3QyScWVew9lezdDcynzSriRmuxn1G+oxfPMKkQ3oLQIi8HgJ8OTjG8h4PvKcTPcyxBsJ2j4hV7cY2LGfmGs5RryZIm1myBLe2/V7yjjgesYbuP5c2Ent27ZVrX0rudQFDjYApSUOCGoBbNDvaDJE5JMHhH5Q8MqpEmwgy6olxHq2jJoNmmkDZloyrZcqqL9U9QNhjr1SwZgNjGkDZL6nhvHPPWhjNt+W23p+uwpqL9Js0Exr0+xc2SflGgzU+UwZNpCnH0zzbISKmQ2q2bfTnCdDRQzEQD4gH5AP7PvA0IDfZX6HhdRH8ukMyWQMS8jVoCaxU9rGJtaxmq5gOV7ySbFuNq/j+u41WLKWK9uXcXnrEi5tXIQl5Lq4fgGWdMsnoLEkNMO2/iaXnfd2kRrtxY0LfptLmxdhZu1Ygi9r8+rOFbZ/Fdf3ruFm4zoWmjex0L6JxfYtLFHnXYmXsUaNdoN92wo2sRftoF1vIaUmDOoqIZ+zlngPYcdVsePU577/uYvFbVjoOqly2C/svOlZ/zwqnyyhfDKCT4LD6+DQEnJFDi50QOAAvmHXzjS+96+rcegVAEHJwZJ5WRuliRB2TV0+UUKF7R/oS68P/jy2+uF+HoHpaD5ETn2zO9aGxaINrGG5u4gbjF2XqIXux8Q3O1WHkwAAEABJREFU8ObKG3iDZuWTSr71lv32+7PyGl6nWdKwS9ShrzEOL7RuwGK/T8hVayKbThDOARZfo5MhvG8cgc/ggM+oP8c/xtm5fgcznyvPlxDNMW7MlnzSiGDMwZUBBDkfEWT7Rj034z195kvON22XlvOG3yftYgnHaBVx035yQD5zLM0Gvv1yz8dtn0c5Bsn/o+Pv84pb+gzlA/IB+cDo+4A9o7fP2Up7bk+z5/gDo5Zgiblq/Wf+VpoG8HwZlkirTm2g/nIFY++ivVKF6Qfj76lSV6B9Hu1zaZy2+V53MF2B69s2ftsXy6iZTvFcxSf88vtlX8q85irPR7B7sWimhBK1jpD3Z3af5nWQEuAC8GKJZm9qo7zYAljapRT8TSCKlwNcz/x9oa1DPSZt572EXDHaN2O0bnTRXuiicysuEnKtJ0i2U2S9hFzgy67XWDyit5oVAREQAREQAREQAREQAREQgYdDYG9vD+9///t5L+Tu2yqVCv7gD/7g4XTkEbfyZ3/2ZxgbG7vvY/zd3/3dR9wzNX9cCDzIueLc/Z9fztk2b2+zs7N+kPGXX34Z3/qt3wobGPS//Jf/gldffRU2YPlx4at+vjMCi4uLeP755+8a2yz2WQx8Z3vQViIgAiIgAiIgAiIgAiLw6Ajcy/Wsc29/X+Tcg61zspe86Xb3VXYv+OgIqOU7ETCt/fz58/jQhz6EF154AbVaDe973/vwT/7JP8Gv/Mqv4M0338TCwgLs/1Tero3V1VXcuHEDv/3bv42f+Zmfwd/6W38L586dQ7lc9u380i/9EpaXl2+36ROap92KwIMRsPt+u/937s7x0J4fWNx9sD1p64dJ4Kd/+qfv+kzHOeeTED7MfaotEXjSBOza6v3vf//b+v7j1mbsuuBP//RPb4vHOYev//qvv+2yUZt5VD+fUeOs4xEBERgNAsFoHIaO4rET0A5FQASODQH7oVGW5UhjIOnm6LZytHYy7G3k2FnNsLOSYXfNpjM0NnMu4zrNHHEXsGRc9mMka+OOB+wAF8IPUlGKHKKKQ6XuUB13xUDf0wHGZwNMzgfwia5OszwdYuZM0LPQD2bpB7Q8FRbrnOI6JwubZGnberMEXjQbmHzCSrMTju2bBT7J19i0g1l9yqE+6WBJDLxNsD5kNlCmt3Hn+2r99TbGaVpFBjGgL8sP5AfyAfnAQ/KBch0oVTMEUYw86CBBC910D614G7utDew01rBN29lbZUmzsm+cv231oXKnuYa99iaa3S10kl0keRN52EFYThDVc31uD+lz03ehky89dl8CKowX5apDVAVKvLYu8Ro7tAHhAucFCfiX83/3/xyeHloSAEHoUIrgr9Ujtl2uOZR5zV6+h+MrW39qOUqVzMcYhF3GsCba8Q7jEOMX45GPXxajGoxfZntrRSzz86x+N+tt47dj3eLdkG2x/kC2uwK/PcvNnm3trfj+Wezda2/4Y0nRhCvFCCspIsbrcg2ojJk5lrLKPfiK1nkQP6Gv8Vyz89/Mn592jtq5Wg147oY8h3tWKiEMWQ+tpAWhnw45rzCbR/PTLEtcN6KVrR0a2yvXAlTYvv/MrDTTZwzPQxzEQT4gH5APyAfkA0fKB/wz+8PP8G166Fm/JRz1GkBPD6ibNkAb81pBoRuYRjF+IsC4aQqWALVXet2B2oWVUywt6Za3Ia1imnqGt4GmEVDTCGksqWXYthPUKcZmAti+TXew64oyr+VKZYfQ7udC8H4OxcsVxeBvXtSsMC3GknLF7RydRu71msZW7jWcbWo5ZrsbGSxhly03vSfpmpbDrfkuWtJfEXiHBLTZfRGwH4jkSY6skyFtZUh2U8SbCbprCTpLMTqLMbqrnO4N5GjJurJ2hjzmyZoN7YqT+1NDE4wVzmIHnwsFlQAh7+NK44Ef6DuaDv3glJX5UjFIqB84s4yqJcM6YBEsOVblDMszZVhZsQE3zWyQS5ZllhUzS2xg7dHKfZsr+f1EsyV4mwl9kgLbf2kq9H3x5STrh22C84ZtnNMylMRADOQD8gH5wAEfsOQVoP6Q8bl8Qg21E7TRyPaw093GemMdqzsrWNlexuLWIm5t3sKi2dYtLG8vYXlnGSu7ZitYpY5gtkadYd/W2EbPqFms02zZOtdd65nfZncVNr1K3cAbdYQVztuvcx/cl+3P73drCUvsz+LmIvt1y9dt/srOEtZME+ls8RgaiKmlZOUUqOZw1BvCseDAses7QdcG8oG7+0DIa9+3GM8jG5TdG6+Pi8HZHRx1UBfA33c7DL3yofpQ1cH+cYZtU3IIzHj/btfdAdu18/Ut+z7Un6P2+QV15+NNGiXohh20qXs2UsbTeBtbrU1sNNe9WWxdp7Z72PrLD5eH11tnnHsUZvG5iMWMyYzBFk83mhvYYky17wT7bmijhZhabk4d1+JqwGd4IX2ipO/W+/9+EbO7Mnvb838shPe9OkuLGTWWlRClMssSS2q0pbCEvoWcDm064HJf3y9LXD80izivTKOOG1ZZWpt1Pgugjx/uj3yejOXDd/Vh+Yh8RD4gH5APyAfu6APDz+z79cPP9m16+Pk/6xE1icj0gZmS1wrKJ6gdUD+IaIWeEKFiGgPNysopLjfdgRqE1ySoUQxK0zNoFWoZZtVnI3h7hiXn9zWN8skI1n6J+kSJ+/fXRLw+CqoOrhzAlViGDnd62e2g13FYydMcGbXXpJH5xFsxdRuv5azEXsvpLFPP4bx4O0XKdWxd03JsO/st3Z32ofkiIAIicOQJqIMiIAIiIAIiIAIicBcC3W4Xn/jEJ+6yxtFZ9MlPfhLNZvPodEg9EYGHRGBzc9MPMn758mV87GMfw0c+8hH83b/7d/EFX/AFfsDyU6dO4R//43+MP/qjP0Kapg9pr2pGBERg5AjogERABERABERABETgKSbQT950u/uqiYkJ6L7q8TnHzs4OPvzhD3vm7373u3392rVrD60DWZbhj//4j/GP/tE/wunTp/He974XlvAjjuOHtg81JAIiIAJHmoA6JwIicFsCr7/+Oq5fv37bZc899xw+93M/97bLNFMERKAgYNfxP/ZjP4b/9//+XzFDf0XgKSAQPAXHqEMUAREQgaeaQJ4BaRdFIq7dHI2tfJCMa2spw9ZyhsZGjs5e7hN22fo26OMA2vDvlHLO7ZkVnIINaFGKgHINsIEm69MO4ycCWCKt6TMBZp8JMHcuwPzzIU6+GOIU7eQLAeY4PfdciBPPBpg5G2K6N3Dl+GyAsenAD1xZmwhQHXPwg5FXHaKKQ1imleD36/p9G1SglwiIgAiIgAgcXQL+y9O+vMysm84P9eQQwDmrW0kD6/yC5V+4O5W2DWyNAGA5bA56iYAIjAYBns0+bhw+GufP+mKuY2HGwr/7dddbx3GuGeCv8a092nCdK9zzO88dcmuZpWM5MItV/Thm8cnqNs/WsfKAcStbbst6BrZnludFPx96meX++ItBFnp13icd2I+ftmU0EmFXYMaq3iLwWAnwDIFz/i8CnjthGKJUKqEcRSiXK6hUKqhWq95qVtZqqFVrftrm1/y86mCerV+OyoiiiO1EsPasXYDns517ODov9UQEREAEREAEREAEHjUBxx0EgUNYAs2hRL0hovZQqTlYEq3qeABL7lU3nWMmwIRpHfMBZk4HMK3jxLkQpmt4reOlEKdoJ18o5hVaR4DpIa3DEnRZu1EFCEKAl3lw4H2Pmb8H6dU5bfPNWB28s7TQdiwB1+5qhm3qOTsrmU/QNZyYK+4Atu5gQ1VEQAQePQGenzYooyXaijfSIhHXarKfjGs5QbyZImvl8IM2Dvdo+GTnw4ncnlvQ/IMILnMB4CKHQRKu6RDluRIqpyJUz0SonSuj9jztpTLG3lXB2Cu0z6mg/jLtpQpqL5RRfa6MytkIFRvwcr6E6ESIyAbMZFulyQD9wSvDaoCAsdD2ZwNYInSABSvoJQKPjoBaFgEREIE+AfthpA301Wy2sLO7i431DSwtLeP69Ru4fOkSLly4iIsXL7F+GVcuX8H1q9dxa2ERK8srft2drR3s7e6h1Wih0+4g7sZI4gRpkvL6OIO13zf/fZvmSNMMtjxJEiTdxG/T7XS5vVkH7VYbLfanyTYbuw3s7uxhe2sbmxtbWF9bx8rKKpYWl7CwsICb12/ixo2bvr/Xr93Awo0F37ctrru312BbHXStT9Yffuf3j1ulCIjAgxEwvc9fOx8W8rzm4WD/bA+3K/vz4Ndy8O2Ar6G2hqpccPzejhzM0DtG5xxrvO5nGZiB9UPmHNc5bNyKc4u/bNOzIhzj/7AN/hkJG39LmXuN15YX++c6fMNeVppZXSYCj5mAczw7aEEQIORDvyjkfTf12Eq5Ss12X7etUrf12i3Lqtd0q9Rwq1ynsEqliopZuVxouWGEkNqwteuce8xHpd2JwMMnoBZFQAREQARGm4BzxfWKFS5wCEq0coCAuoPpGz6J6USA0mRIfYLXS7Mlr3WUB1pHhPrzFdRfpJm+0dc7WNapddSpddSodVSfod5BbaQ8H/l2SmwztORc1DYQYv/F+wN7/GI2uNlz+4vtvsL0mqybI9lNYYm5OosxOgs0S8q1llDX4fMiLkubGWw9e5401IKqIiACIiACIiACIiACtyGgWSIgAseXwMc//nFsb28f6QPY29vD//pf/+tI91GdE4FHRWBlZQW/8Au/gC/90i/FmTNn8G/+zb9Bo9F4VLtTuyIgAiIgAiIgAiJwVwJaKAIiIALHkcDwfZUl6Pqpn/op2IDzx/FYjmqfjecP//APY25uDh/60IdgSdIeR1//5E/+BF//9V/v9/uRj3wErVbrcexW+xABERABERABEThiBH7v934P9vum23Xri7/4i2EJWm+3TPPuTEBLng4CaZriox/9KM6dO4ef+7mfg/3W+uk4ch2lCACBIIiACIiACIw2AfsRUBLn6LRytPdyNLYy7K5nsEEbtxZTP4Dj3maGdiNHEgNZmsOSctkgBv7HUQ6w0n6YNGy2HLaM3yRh2aFcc6iOO4xNB36QyqmTAWbOhJh9NoQfpPL5wCfkOmkDVL4Y+gRdNnClLZs5E2DqVIiJOW5rCblmHOpTAWoTDpVxWt2hXHUoVYBSBAQlWgDAOmYGvURABETggQmoARF4PATy3m5swCI4Tjg4R+OtmXP9MoDz03cpHZd54zbcDtwCg5cb1FQRARE4fgTy/vmcs+80uwb3196cBJcVZ7j9NbM5Zs4vcbBX8Rd+DoZelnwH8O0Nzb2XKrvBDXvtDsUv2D4sFlnZj1t+mjGqP+2XOTjXt/4yB2DffL+4Iyu92YBrmd2bPKix69autWel2aDOtv3OeutwmWftS/7hG3qJwBMh4OCcgw22FvIG2BJyReUyKuUKKpaQq2KDtNVQ7Q3cZoO5VX1SLs6rVouB3GpVVLmerV/mtlGpjFJYQhCEbDsA4Oj4fMvPoZcIiMBTR0AHLMBzbesAABAASURBVAIi8DQT4CWQ46VQEDqEEcBLJETUHsrUNyxxlmkc9ckAY9Qnxmad1yxM65imhjFzlloH9Y6550NYEq5T1DrM5ql3eK2Dy2ydqdMhJuccxrl9fcqhMuYQVbi/EsBLPPgXr8HsP3eZfuPvQWwm+4a+2TTN9JoutZ3mdo6d1dzrOVburGXY28jQ3O5pO50cmd0/sV1uprcIiMCjJsBzzQZtTDsZkr3UD9DYXUvQXYnRWabZAI6sJ1sJbNDGPDnUITvXbVbvmYQNAtmPBT5OBICzgSsZn2xgyWgm9INUVk6VUD0bDRJy1XuDVI59ThXebJBKm/dCxa/jB6k8HaE8TztRKgaqnApRmqCNB/ADVnIfQSVAEDm/T4uRvg/QSwREQAREQAQePYEsy3zCqmarid2dXaxvbPiEXDeu38ClS5dx4fxFXLpwCZcvXcGVy1dx7dp13Fq4hZWVVWysb2J7u5eQq9lEt931ybWGEnIhSzPYd7Zdd9u+vHFekqRIYn6Hx4nff7fbRbfTQbvdQWuQkKuJxl7D98v2s7WxifX1Dawur2DREnLdvOWTcVlfb1y74ft288ZNLHP5Jte1ZF6ddpt96iJNE2ozFCYePVLtQQRGl4Bdg/evn32dh8rSX0ezLBJQcV7vzatbXztc2sz+PKvDbsS99omhV85m2ejQnGNRPdBlO8p9C3iR70y7NbP6IeMdAZfs//Vb2jrkY3XYy9rvm4W0h2j2jMTui6y0/7dqZTHNHXM//qPnH74ZTwtty9e52LrEQm8ReKwE7LxwvIEOaGEQolSKUI7KMF3W9Nkq9Vqz2lDp69R2Td+1ZX2zbcpey43YTgnWXhDwfGTb4Hn4WA9MOxMBERABERCB40lAvX6CBJxzgL1DB2c6Q9khtIRc9QDhWIiQekREXSKaDlGepc2VUDlZgmkd1WfLqL1Qhk++9VIFY++i1vFKFXWzlyuoUe+oWUIurlfxWkcJEduwBF+mbzjuywUOB17+RoF3CXxbv+D71/t/s3ZvkQIZddVkN0N3PUWbek57IUZ3KUF3NUG8kSLZSb22UyTkOtC6JkRABERABERABERABERABERgpAh8+tOfxmuvvXakj+nNN9+EDbAM4Ej3U50TgUdNwAY0/2f/7J/h7Nmz+J//839SM7WHH496r2pfBERABERABERABERABERABB47gUe2Q0vY9OM//uM+gdOHP/xh2PQj29lT0HA6NID/z/7szyKO4ydy1JYQ7Pu///vxBV/wBfjf//t/6375iXwK2qkIiIAIiIAIPBkCe3t7+P3f//077vxrvuZr/O8z7riCFojAU0rA9OEv+7Ivw7d/+7crYfFT6gNH5LCfWDeCJ7Zn7VgEREAEROCxEMgyIOkC3VaO1m6O5laOvfUMO6sZtpYybK9kaGzm6OzlXC+Hre8HNbDe2e+TzKxuloMPHFlhyb/+HfCbpBQBNmClJdCqTzuMn3CYPBnABqmcfSaADUY5/0KIky/SXgphdbO55wKc6A9SeSrA5HzAbQOMzQSwgSqtveqYQ6XuENVoNmhl5BCWHJz9aMtBLxEQAREQARE4fgRyh7f8czYngHP3WMLWczz2wtxgmrP0PuIE1D0ReBsCvWvtXtFb2fFC3PFMt0lnf7w5P8f5evHH+Tno/fUlYw68gW3sm409wKl7e9v2tmavU7YXb45xi/tyVprBz4Wz+iCecR2bxnDp2JqD/Rvum/XJG+9h7J7E17nPBytz9Adu86VvmyjYKN/7y7gf0Pw8luyg3iLwhAj4M8OfH47nThiGiEqRH8StXC6jUq6iUqnCBmmrDZJw1fy0zav25hXLuG65gqhcRhRFXiQMgxCO7drBFa7uYH5v0zIREAEREAEREAERGHUCvE2BXQrxkgghtYZS2SGi7mD6hiXOMk2iNukwZjoHdYqJEwF8Qq7TIWafCXHiXID55wqN4+RLJXij9jHHebZs9myA6Z7WMTYboD4VoEqNw/YRhIBz6L14n8KLMbsOs3sfP5PL9pf7OchSIKa20/QJuajnLNOo7exS49nbyNHg/E4jR9zNvbZjW1mbVspEQAQeEQGeu9ayPWPI2tRWdzPEm6kfqLG7kqC7nKCzGLOMEW+lftBGSwRizxxsO9i5zsrgfGd7Pg5krHC+fwcOQQkIbNDK8RDRdAnlOdqpCJWzEarnItRfqPhBKsfeVcHY55hVUX8X7aUyas/TzpVRfYbr9wep9Am5QtjAl36wSrZrA1aGtQAB46AfKNO0V+7b+gi9REAEREAEROAxELAEWd24i1az5f/z9sbGJpaWlnDjxg1cvngZF89fxMWLl3D50mWfkOt6PyHX8go2Njaw00vI1eT2nXaH18UxkjhBmvA7OE0xSMSVZr5u38l+GZfbevbDz7gbo9vpomPW6qDdS8jVajT3E3JtbWNzcwvra+uwZGBLlpBrYQGWgOvG9Zu4fv0Grl+7gZs3F7CytILNjS3s7TXYVscn/LJ9Wl8eA1LtQgRGn4BdNvetd7RuqLS6613Q3q48MI/tuN62MC2U0/1JK3McmmEzb2tHa6bj8Tt2qbAAjg9CnNdpHZyzGu8BOD3817limXNFactYg9kAg+Ew81or6fABhN3LPAwrkm+xTbYNa5clCxTzwZI75jzfF1Z9ydl6i8ATIcDzBDTneIbw/Ar40K8U8p49KqNaqRSaLbXcWj8ZlyXh6tdZFvNrXJd6L9ezBF7lqEIttwxrx9oL2a5zbP+JHKB2KgIiIAIiIAIiIAL3R8A5XreYvlByCKi9muZg2kM4FqA0EaJkCblmQkTUKUzrqJjWcSZCjTpG7fkK6i/SXq5S42D5ShVjr7B8qYIadZAqlx/QOmZK8BpHPfD74mUT/MvfJ/AP3/v3C84u27z5dUyHSXNYoq10N0W8nqBzK0Z7oYvOUozuWkK9JykScrUy5F3ehNg2fmP9EQEjIBMBERABERABERABERCB0SLQ7XbxiU984kgf1O/+7u+i2Wwe6T6qcyLwOAnYQOMf+MAH8IM/+IPQ4PGPirzaFQEREAEREAEREAEREAERGGUC9vuBD33oQ/jyL/9ynD9/fpQP9ZEdm/2O49u+7duO1AD+ly5dwld91VfpfvmRfeqj2LCOSQREQARE4LgTsN+ffuYzn7ntYdTrdXzxF3/xbZdppgg8rQRMY/q+7/s+fP7nfz7+5E/+5GnFoOMWAQRiIAIi8JQR0OE+HQRy2NgE8IPB2YCN7RztvRyNzQx7G7RN1rcy2CCO7d3MJ+uypF051/U/QOL2dwIV8JsjjICo4lCuO1QnHOrTASZOBEUSrlMBpk+FmLbydIAp1i051+Q81zE74TA+G2Bs2vntbHDLGtuojjtU2J4NfFmuOt9+ifuwATHDCAhLQBAW5gLs/zAKeomACIiACIjAcSLgDnXWpgtz7v5KwA3+YfByg5oqIiACx5eAH2CM1+RFefvz2jECHDxC15t0vSWuN/0wC7bJfhUtOu6HxtjFv8UszkHPbJ5z/i/nsOzXe2XAi/qANxcBL/LDMETIC/5SKfKDTJVKJZSsTose0KydKGK71g5Lq0fRfvsl7isISgjYF+ccYL21giWO+0v9P3YEnHP0RTM7J0KU6bPVahVjY+OYmprCzMwMTpyYxdzcCczPz+PkyXlfWv2w2bK5uTnMzs5imttOTEzAxEJL5hWx3cCF9HLv7HCuKKGXCIiACIiACIiACDwFBOzSxwUAbwEQhABvRWAaRGkoQVdUdTCtwjQLS9Rl+oXpGPWpwOsa4zMOE9Q6JuZYzgVeG5k6GWKKuog3aiMztKmTASbmHTURhzq3rYxbu4DtK+C+fV9cDzrvtfjuTRSFaTxpDMSdHJ1mjtYubTuj1pPDknI1qPe0djJ0uSztwifwsm3MvNZTNKO/IiACD4OAnaAZqL3msGQeGc/LtJkh2U79II3dtdgP3hhv9gZrbGTI2hnymBtyOxw61/0zH+sX5zvHP72BKi1JVmkiQGmm5JNwVU6VUD0bofJM5EtfP8Pp07RTEconI5TnWc5x/RMhotkSIm5rA1yWJkKE4wFs0Es/+GUt8Em+bDDMoOwQMO457teFDt4CYNBP6CUCIiACIiACj4aAJW6xRFxpyu/Qbtcnvdrc2sLq6ppPxrW0tAxLeLW4uOSnV1dWsb62gS2us7Ozi93dPTQaTVjirE6nAxskzJJqJUniE3FlveRb/HaDcw6BCxDy4tsbtYgSbwBClt6CkMsdABq/sgd9S1LEccK2Y5+sy/ZlScOa3G9jr4E99mGXfdnZ2fFJwSwxmNnuTq9v7TZiHpv1KeNxZhq8GXqJwCMhwPP2re3yfOZMZ+f1bUrOGnq7oXqvets2e8uOQeF6xw1fcsr1aoyHjvPMwJdzrA1bbxnnFjUus/hp+qmPn4yXFj9LpRCmrT6ofvuW7alb+XmDsuT3Y/sq9WK29cU5x97rLQJPloB5YRgEsHOiTJ+1JFxjY2PUcidhuqzps/Pzcwc03JMnT8K02/n5nrY7Vyy3dW2bqekpTIxPeC3XtOGoXEZI33fO9ob9l2oiIAIiIAIiIAIicBQJ2CULzQUOLqSZ7kD9wesQpkVUnNcmvE5R53OafqKuyRDRNG02RJn6RnmuhMo8jbpHxTQQWtX0kLNlVEwn8fUItiziupFpIWzDNJCA2q7jPq0P6L1cr/RF717PazOWlMs0Huo4yQ6fAW2aJYXGY0m5NviMifpr2sqRJ6YLsQXb3oxVvUVABERABETgkRPQDkRABERABETgMRL4+Mc/ju3t7ce4x3vflfXL+nfvW2hNEXh6CPzcz/0cPvjBDx7Z8/fp+SR0pCIgAiLwAAS0qQiIgAiIgAiIwBMl8Bd/8Rd43/veh09+8pNPtB/Hbec3b97EX/trfw2//uu/fiS7bvfLH/jAB/zvUI5kB9UpERABERCBp4+AjviREfjzP/9zbGxs3Lb9z/u8z8NLL71022WaKQJPGwH7HfdHP/pRnDt3Dv/23/7bp+3wdbwi8BYCwVvmaIYIiIAIiMDxJpAD9kMhG3AxS3Mk3dwP1NjcyrG7lnlrbmfoNIplWcr1M5odtQMcrfiDYibbY83PcvzWCEvwibhqUw6TJwJMnw4xezbAiWcDzD0XeptlffpMAD/Y5AmHOtetjjlEFSAsOYQhENgPrqDXKBPQsYmACIiACBwm4A7P8NP23etcscy5ey39pof+FNsemqlJERABEXjIBCzWmB1u1hX3DL04BjgceNl9hRlnOhfABk0LwtAPphZFZVQqFdjgUrVaDfW6WZ3lw7KD7dVq1m4Nti/bZ6VSZj8i9imkOThnBpbQSwQeKwHnHH0wpD+WYOdFtVrD5OSkT8J1+vRpPPvss3juuXN44YUX8PLLL9JeGthLL71IIfDFwfTLL7/E6Rf8+mfOnPGDvllCr4mJcX+u2SCGzgVwzkEvEXhQAtpeBERABERABJ4mAnb55KgsJRRZAAAQAElEQVRvBAFQihwscVdt3KE+4zA5F2D6dIDZZwqtZO55ludCPz1DHcWSdY3PBqhOOOolzusl1pa12dd1+om07CrN5oMVvmEv03O6LcCScJnes0PNp7GZwxJ1dVuF5pMmObK+5mMbyURABB4OAT7TyKm7WoKtIhlX6pNxxRsJuisxLUG8nSJtZbD1Bju1E9isP8NOdkvKYaXNt8EpGUuCaoDSZIhoroTqmTJqz0aoPcfyhQpqL1VQf7GC6jk+P7GBJ09GiE6EsPUtgZcNaulCAIxNFjNY01sEREAEHgkBNSoCD0rAEl7Zf+CO4xiWTKvZbPpEWysrK7hx8wZu3Ljpk3Gtra37QYMs8Van04VtY/v2ugIvxAMXwDlns7xZuxkvgjP7juUcx+/EMAh8ooyoHKFcKftnotVqFdVa1WsDpg/U/HQNNr9CjaJMrcKem4bULpwr2re2zTK2n/KC3Mos5/c9v8ttPuzFVZ1zvk/OHSwBB71EQAQeMgFemw9aHK4PZj5g5VG0+YBderDND8Yh5w5O99t2zsG5fbOYa/HQ4qLFx0ovltYeuo5b6Lb1eh1jtPpYHXVquRani/hcRblcoW4W+bhu/XKO/WTHXc9Y6C0Cj42AcwHCsES/tOuLGiaovZ44MQvTcp977jm8+OILtBe9mV5rZj/mNCvqL1LDteUvcB3Tcp/DWa/lzmFmehoT4+P+WiXiNYz5+2M7MO1IBERABIYIqCoCIiACj5cAr+z5LMeFDpZUy+sl4yGimRDl+RKqZyLUninDNBPTSrw9z+lzUZGo62TJr2uJuVzJwQU05+BfvL/jIxxWWeFfF/APimU5nyNZwi3TfJK9DPFmgs5KUug9WwnSRoqsk3nNx3Qf307RjDUiEwEREAEREAEREAEREIFjT0AHIAJG4NOf/jRee+01qx45s35Z/45cx9QhETgiBP77f//v+OEf/mHY/8E5Il1SN0RABERABERABERABI4gAXVJBETgzgS2trbwzd/8zUrKdWdEB5Zcu3YNX/mVX4k//dM/PTD/qE186lOfgiXlsuRhR61v6o8IiIAIiIAIiMDDIWC/6bxbYtUv+7Ivg42z93D2plZE4HgQuF0v7Z7nq7/6q/Ht3/7t2NnZud0qmicCTx0B/1/Jn7qj1gGLgAiIwAgTsN/42I99sixHlqJIyNXIYUm4dtdy7NCa23kvIRf8OnlGINzQOQfnaJz0gz5ynlXNOBv2A6Qgcn6ASUuyNTHnMH0qwMzZACeeDTFvg0vSTjwTYuZMiMmTIcZPBKhPBaj4hFwOYQkI7MdSAQAHvURABERABETgQQkc0+3tS3DY7vcwHJxz3GjYOKm3CIiACDwmAj4EDe2rmLaYBMYn7L+KWfvTrDnnYINHhUEIG8QtiiIMBnGr1VCr1VGv12h1jNmgazb4mjebd79Wv007db+PGvdVrVb9YFlRVEIYhr5fzgUAHOANeonAYyVg54adF+VyRD+t9RJyncDp06fw7LPPwAZye+GF51EM2vYyhgduO5iU62W8+OKLOHfuHM6ePYOTJ+e9UDgxMeEHmLV9BL0BSJxzj/UYtTMREAEREAEReIcEtJkIPHECdtVkl052y+Coc4QRYAm5LMHW2HSAibkAlnRr9myIuedCr5mcsIRczwZeR5k6GWBsJkB13CGqOAQhENjtB/iisOMHfhvSZQ7fkuTUfLrtHC1qPLtrGXZXMzS2MrR3cwwScsWm++Rgc2xUbxEQgYdFwP5zpg24mMW5H4AxbWZIdlJ015NigMbVxCfoyiwhV3Jor643bScmz3HTZa0KBhTHOGADRIa9hFzlEyVUzkQ++Vbt+TLqL9BeKqP2Iu25sl9WPhkhmi3tJ+SidusYk1zA/bBN/tVbBERABERABI4kAfs+teRaSZKg2+2i0U/ItbyCmzdu4sb1G1haWkKRkGsHRUKuDpI0heM/e3Zq5vrPNTnP/m+TtZtlGa+B7T8/Ac45BGFI/SFEZPpDuUINouKft9aqpkFQZ6A+0NcIqhUu5zrlchlRKULAC3Xn7IsVbDNHZv//iu1nacZ6huK6nV/qKF4O/Gf7ZL8CGjhdGPyLi3ypP/dMQCuKwO0J7J92PDlvv8pDmzu8r4fW6KNuyB3YQRF7Ds87ON3fwLmD851zCIIAoY+lJVgsLTNWVqmr1hk/Cx2XsdTruQ+jLPTcot1enfux/VWrlZ6WG/n+WL+cc3DOQS8ReBIEAn7Xl0qh98tarYrx8QnMzlpCrlPUcc9Rn30Bfc3W9Fwz03PNrF7Yi1zvRbzwwgt+G9Ny5+fnMT0zjYmJcdR4rpWjsj8PoZcIiIAIiIAIiIAIjC4Bf2R2ae/4GMa0koB6R0ANNRwPEE2XUJ6PUDkdoWoJuZ6voE6tpG6aCfWT6rNlVM9GXKfEdUOE9RCW0AsBAAf/yosHR77u5/md8ZbS7vn4GMnrPt0MqU/IlaK7GlPziRFvprAkXVk3LxJycV3w+VDRkP6KgAiIgAiIgAiIgAiIgAiIwOgQMN3+E5/4xJE8IOuX9e9Idk6duh8CWvcREvjFX/xF/NzP/Rzs/808wt2oaREQAREQAREQAREQAREQAREYWQJbW0VSrj/+4z8e2WN8GAe2vb2Nf/gP/yEuXLhwp+buaf7Y2Jgf/+YbvuEb8N3f/d1vsfe97304c+bMPbV1t5Usadjf+3t/D9bvu62nZSIgAiIgAiIgAseTwPr6Ou52/WYJiI7nkanXIvBwCbRaLVy+fPnhNqrWROCYE7D/Zn7MD+FJd1/7FwEREIEjRiAH/OAvKZClOZIufPKtZn+AxrUMza0cnaYty/06tv7gKOzHR2acwaZgv0EqfnwE2O+PLKFWpe5Qn3LF4JKnbSDJELPPhsUAk8+x/kyAac63wSUnfEIuh0FCLvuRVMi2AlpvP9BLBERABERABJ4qAvtfgPbd2j9054r5zt1b2d9OpQiIwOMioP0cJlCEK+fvEw4u689jCTdY1P/P/c452GBp/UHcyuUyyuWKTxJUq9VQWG+wtXq9l5Sr5hNr1Tl9f3Z4O5vu76PGfdb8vkuliH0K4VwA55w36CUCj5mAcw52bpRKJURRmf5ZxcTEJE6csIRcp3sJuc75wdlsIDcbuK1vxeBtL/kEXf15RUKuZ/1/OrJB3GZnZ9jeOM+xKmwfzgVwNMAB3qCXCIiACIiACIiACIjA3QjwsomXbLBLqCAEQuodlpCrNuEwNuNgCbmmT4eYpUbST8g1Zwm5ngkxcyaEaSbjXK+fkMv0FmvLOUoxFGR8gh7/h53gPP49cJVmmk/cytHcybG3nmPHEnJt5mjv5b2EXECa5LDEXV7bsQZk74CANhGB2xCwc5Taax7nSDu0ZoZ4J0W8kaC7HKO7EiPeSpFSfwX12eEW/Ons/xTnOuw8Z3v+BA8cbIDI4FBCrtq5MmrPVVB7oYL6S7QXKz5JV9UGlzzJe8Z+Qq5a4Ld3PiEX23LcsxkLvUVABERABETgqBEwjcAScsVx7BNyNRtNbG5uYWVlGTdv3sSNGzewuLgE+1HE9vY2ms0GOp0Or3FTOOcQBiECXkD3zbniS8/aLZJm2Rcs/DphEPhnoOUoogZQ9s9aLbFLrVZFrZeUq2Z6RLWKSsWswmeykd8mDAO/P/Dlv7bzDGkvGVfGuu3PzF9zO/h1nXMsbTszm2dm86CXCIjAcSVQhJRj2HvX63NRMjz5aeeKaT9xlz/OOcYzh8DiKB9cmJ4UlSNUhrTc+9Nq6/ek8Y6NFeuN1a2swWK0xe1KpeLjeKkUIQxDH+Md4PvonNXwAC9tKgL3T8A5568XyjwvzEctgdaJE5aQ67RPrvXiiy/AzLRcM9NtD+u4L774kl/H1nvuued6Wu4cZqanMT5uWm7NX5c4F9x/B7WFCIiACIiACIiACBw3Arysd4GDC2nUXkPTS8ZDRDMhKvMlVM5EqD4bUTMpo06txKxmCbmoo1S9ZhKhNF1CaSxAwO3hHMC3t+H7Os7nu1jG+XzEg5y6akbNJ9lLYUm4OisJuqsJ6wnSRgpblifUdrK8kHa4HfQSARE4hgTUZREQAREQAREQAREQgbsR+PjHP37kBie2/y9g/bpbv7VMBB42gWnqNP/xP/5H/Pqv//ojtY9+9KP44R/+YXzwgx/Eu9/9bkRR9ECH8pM/+ZN3HXj0gRrXxiJwrAiosyIgAiIgAiIgAiIgAkeNwNzcHCwp0u0SLz2MeV/1VV/lkzs9aAKnra0t/PN//s+P3PORo/J52u8mfuInfgKf+tSn7rtLX/iFX4j/8B/+A86fP+9/P7K3t4fr16/jt37rt2D34IftD//wD3Hr1i3YPtfW1vA7v/M7+JZv+RbY/2m+351bf+3+2367cr/ban0REIGjTEB9EwEREAHgL/7iL/D666/fFsXp06fxl/7SX7rtMs0UAREQAREQgUAIREAEREAEjgmBe+ymDQaTpUDSzdFtwSfjssEYWzu5T8TV2s79vLgD2Hr+h0T2wyAz7sN+e8Ri8Hb8pghLQFR1PqlWbdIVA0ueCDB9itZLvDU5H2DihPPL6tMBbL3KuIMNRhlVHEqRQxACQQA4Mwe9REAEREAEREAEREAEREAEjjkB56/r/Z+3HEmxrJht/+HB7lWQO9h/drBB08rlsh9MbXx8HFNTU5idncX8/BxtHidPzuPUqZMsCzt16tSgfvJkMe9eStvuFNvZt347834/NjjW1NQkbJC3SqWMUqmE0AZz442Lc7c/LuglAo+IgHPOnx8B/c98sVKpeN80Hy3Oj3l/Hpw+fQpnz54dmP0nsbNnz3D6jB+wrb/szJnTfv0TJ05genoKExMTPOfqKJcr9PMAzjkaBga9REAEREAEREAEREAE3p6Aw+D6iZdtMP2kVHYo9zQUS7ZV7+ko47MOE3POJ+KaNi2FmsoEtZTx2QBj0w61iQCVukOpDF4Hsl3w5Wh3eGeZaT+g9pOjtZOhSb2nybJF/cd0oE4jR9wGUj8w3B0a0WwREIH7J0AN1fTUzJJxtTKkeymSnZ5tpz4RV8wybWbIuhls3TvuxM5xuxcLgYD6aTgWoDQZIpqlzZVQPhWheiZC5UwZldOcPknj/Gi2hGg69OuWxkOEtcBvb8m8XOgAvgcGvY4NAXVUBERABJ4yAhkvaO0Hja1WG/Zjyu3tbWxtbWJjYxNra+ssN7Czs81lDbTbHcRxAkvglfe+XJ1zvG4O4JzzFvCC3AYmqlSqqNdrPoGFPQO1Z6H2PNWei544MUctwGwepjvMz5u+YHUrT3JZoRWYNmE/+rVtbNuZmRk+U53x2sXk5CQmJyd8+2P1MViSmJpP5FVBOSoPdAXnHOzlXFHmFEX4tlkyERABEXjMBIo41N+pcwen+/MPl84V61l8NZ2qTC23bvF1bJzxcBIzM6bl7sfQe9Fq72edU9SDCzuJIibPcp8Wiye9XlZl7I2iEkJquc45/11w+Bg0LQKPK1awdAAAEABJREFUmoBzzl+PRFGECrVcuy6YmJiEXT+Yv58509drTbs929Nui7ppuLb87NnTfr792PPUqZOw64/p6Wmv5do5Z+3aORgEDnqNCAEdhgiIgAiIgAiIwN0J8LLHBYDj9Y8rOQTUXi0xV1gPUBoPEE2FiGZClKmXlKmbVKilVE7zeuxsBEvKVeE801lKXM/WD6oBrB1rD4dezk+b8JPDntv4pFzt3Gs/8VYKS8xlmk9CDTZppEipCxWJuYpt/Ob6IwIiIAIiIAIiIAK3I6B5IiACInBMCXz605/Ga6+9dqR6/5nPfAZ/9md/dqT6pM6MPgH7vyFf93Vfh2/6pm96pPZ3/s7fwYc//GH88i//Mt544w10Oh1cuXIFP/3TP42XX375vkE3m0186EMfgv0/nPveWBuIgAiIgAiIgAjcPwFtIQIiIAIicM8EPv/zPx8f+chHbpt46XAipncy/clPftIndxpO4PSxj30MX/IlX3LPfeyvaMmbLHFUf1rlPgHjbJ/j/py716Iowg/8wA/4xFr23Ol7v/d78corr8Dm333Lg0vt/1V+4AMfwK/92q/5e95f+qVf8r/9OLjW3af+03/6T/iN3/iNu6+kpSIgAiIgAiIgAseOwO/93u/Bfrd5u45/0Rd9Eex3G7dbdl/ztLIIiMD/Z+9MwGPbqjq/9jlVleTm5ia597377hvu8AYEFVpUBJEPBBVbhXZEwalBUdsWp24Vv3Zs/T66W8S51RaHD/3opp1aUWhAwIEWlUFAlOG9d29SValUKrkZKpVKUklq6PVbu05VJTfzTe67wz5fVvYZ9rDWf6+9zzlrnVo7IBAQuC0RiG5LqYJQAYGAQEDgDkag1WzJxlrLFt1arTRlpdwUFuGqLflz66stW6yrWW9teolotTFLUnEiTilKiWQGnBBAcuiuSGwRrnsiGb1X6b7IjodOOxkYcpLudxKnlWIRfgzuJGwBgYBAQCAgEBC4FREIPAcEAgIBgYDAUSGA46JLTas2jmPJZDIWtJLgmASnItjU+fPn5eLFS/Lgg5fkoYceVHrIfkjw8MOk10MPWz2PPELq66F+2qFNglyNjIzKiRMnjK9UKqXvM5GELSDwRCDgnDP9i6JI0EUCrhHIjYXr+HHP8PCwjI6OKI3K6dOjm9LR0WvPDQ+fkqGhkzI4OCgEKuxrLzxH/dqUiIQ3dwlbQCAgEBAICNzBCATRAwJHjwDPWC5yoo9zkso46RtU/8qIk1N3qz/lnCf8KyzQdepsJIOjTvoHnaT6tEwsQnkR/Df6Xx02+ie9W1N9QPV1kfWa0qrIWlVkdanpfUHqE1pb8T6iZqNbh1bXW0XYDwgEBPaLAAOwTS0dU81aU+rLTb8A10JD6mUlHX8NPdestaS1rtTYUnlLz7XrYIC7SMSlRAgGmRqKJXMmJX33pqX//oyn+9LSB92TkvRoSlInY4kykTidHyRyIvonYQsIBAQCAgGBgMAtikCj0bSFtpaWlmRubt6oXF6USmVJCBBUq9VkfX1Dmk1/Q3WOGx/kn40TsSN92Ib4USZ2fRbguvvuu+Xee8/JAw/cLxcuXJBLlxI/w4Pma3jooYcs3d7fkOQh7dIlrePSpYtW3wMPPGA/xrjnnntskZiRkVG1uw4J7ePvwO/hnBPnnH2L1fWL8CzAw0DCfUifGARCqwGBgMBBEGCOZW4bHDwh+KbOnDktzH/MsfhXt59LH1J/7GHpYcGPm9BDDz0szL/4cfkhHIsc4QPDV5bJ9Jn/rHfePYhsIW9A4CgQYIygg6mUvtP39enzwIAt3DmsftyRkRHz36KzEP5ciH2ouz8iI5p3ePiUPVMw3vDlouNpW3gusueKo+A31BEQCAgEBAICAYGAQEDglkZAbS34R1xK7S5pJ9FAJCy8lbk75f0qD6Q1TXvfyr1p4Xx6JBYW83IpEXEiRuowxUKDzUZ31dgkRq2mCL+ta6y1pLnSlHpVfT+VhrAoF4tz1RfrYn4gvU5eLRX+AgIBgYBAQCAgEBAICAQEAgIBgYDAbYXA+vq6vOMd77ipZHrb294m9Xr9puIpMHMzIXB78eKcE75PefWrXy2PPvqo/MVf/IX6XQ+2MNff/M3fyFve8pbbC5ggTUAgIBAQCAgEBAICAYGAQEAgIBAQOCACZ86cka/92q+V973vfcICWw8fcNHj173udfKxj33sgK3e3tlZ/Pk1r3mNNJvqWN+HqM9+9rPlsccek5//+Z+Xe++9dx8ldsvSvUa8nW/91m+VXC4nP/VTP9W9sMce3wf85//8n6VQKOyRM1wOCAQEAgIBgYBAQOBWQYDnk/e+9707svu85z3PYuztmCFcCAgEBAICAYE7GoHojpb+ZhU+8BUQCAgEBK4DAeyWBGMk6OLKYkuWyy1hYa7uglwi9TV+NCRyzQ+C+IVR0nb7h0dRyklmwMnAKSdDZ5wMn/UBI0dsQa5YCBp58kwkA0Oar99JnBahDAHl/A+XJGwBgYBAQCAgEBAICAQEAgIBgYDAdgjcQef4UKHZ9C8ccWdBrhMWXOrMmdNy7tw9cv78A0JwNQK5Pfjgg/JwZyGuh9uBMh/Wcwelh7QM9HAnkNtDFnjzQXnwwUvW5tmz98jo6IgkgTNTqbTAo3PuDuqhIOrNgoBzTpIgbul0WvosiNsJHSsn5dSpIRnuBHIbUb09Ld2gbaN67MmfO63HI5Z/aGjIFuTiQ6NMJiPpdMracM6J/omIk7AFBAICAYGAQEAgIBAQCAhcPwI8VfF85SIRFzuJM2ILcg2ORO0FuWIZOdeme2Pzt3Ct76STtObFtxJRlopYxId3KP8aJU7P6SlhbYLGRks21M+DH6i2jA9IfUHqD8IntKbHG2sty0d+Asq1q5CwPYEIhKZvXQR0AGHTaNV1XNWa0qg2ZKPckPWFumxUGlJfakhjpSlNvda0BbkooOIyaDWxPxvLel7HMXMDFPU56SzIdS5twSL7WYjrvoz0KWXuSduCXPHJSFzGCWWYW2wysErDv4BAQCAgEBAICNx6CLDQ1tpaTZaWqjI/vyBzc3OysFDW4yVZXl6xxbo2Njak0WjYLc85vQe6RM6WcE92zuk1J9hQ02o/HRwclJGREfELct0rLJx14cJ5s/8nvoCHHsLfAOEreEj9DQ8rkfaSv/6g+ia6dEkuXrwg1Ee9LArDgjR33XWX2l5HzV574sSA2XDxKUQsnil+wx8Cv8IDuT8V/gcEAgIBgZsSAeYqKGHOOSfMaX19GfOdnjp1SvDlMv+xINelS5fU9/rwEdNDVp9fkOsR3X9IaOf8+fO2GOLZs2dt3j15clDn3IzxB4/cC+Rm2wI/tz0Czjl7DkEHU6mUZNT3ig92aOik+WX57gAaGfF+29FRn+K/hTjm2sjIiOr1iJWh7IkTg/bDT+qjXup3zknYAgIBgYBAQCAgEBAICNzpCPBI5CIRl3ISqb8kHoi6C3KpX6X/fEZ9LErqW+m7V5/P7k7Zdb8gF89TkPjNnKd+t/Nf3TfmA1prmr+nsdQ03w8LcdXVF1RXn1BjuSHN9aYI/p5OwbATEAgI3NEIBOEDAgGBgEBAICAQEAgI3EIIPPnJT5YRtUnvxvLb3/52WVxc3C3LDbu2sLBgCxLdsAZDQwGBmwgB/EMvfOEL5Z/+6Z/kFa94xYE4+8Vf/MWbZhwfiPGQOSBwMyMQeAsIBAQCAgGBgEBAICAQELglEXDOyRd8wRfYu9U3fdM37VuG2dlZ+c3f/E37zcK+C93mGVk0+j3vec++pATrd77znXLp0qV95T9MJr7V/Imf+AlblPrEiRP7quKTn/yk/NZv/da+8oZMAYGAwB2KQBA7IBAQuKUQmJiYkH/+53/elmd+h/Gc5zxn22vhZEAgIBAQCAgEBEAg4l+ggEBAICAQELh9EGCRrfp6SwjEuEIAxnJLViotWa3qOQIxrraE6426SPJ7ohbi6z/92xQKRu3KEsUimRNOBoadDN0VyfA9SuciGb03ltP3RjKi+0OnIxk45STd7yROOyvj9A5DeQlbQCAgEBAICAQEAgIBgYBAQCAgcEcjQBC3hAAijmMLTEWgylOnTsnp02faC3Kdl0uXLgrBLn2gTIKvJfSwBV/rLtKVnN89feghyj0sjzxCPvZJH7Q2HrQFuc7LPfectR8XnTgxKOl0RnCsRFFsQT0lbAGBG4iAc870LooiCyaILvb19QkfBp08eVIYL90FuUZ17PgAbgRu20pJQDfyDw0NCYFpqYf6qJc2nPPtaXIDpQxNBQQCAgGBgEBAICAQELiNEXCiz3NK6h/RVwpJqb+kb9DJ4IhrL8jlfSr4VaBTZyMZHHXSP+gk1ef0GVDERVqJiJj/Rp029i6lx8kfC3LVN0Q2aurzWWlJTX0/K0stWWn7gliQq74m0mhoCcprEv4CAgGBQyCg4wenKWOQVHRMNdbUx1ptyka5LhsLDakvKi01pbGspGOyuaGFNB+t+ZGs//VUMp6dHjLGo5STuC+S1FAk6dOx9N2blr77M9J/f9oTx7YgVyzxYCwEmHSxE8o6JyKQhC0gsD0C4WxAICAQELiZEWg0mrbo1tLSkszPz8vs7JyUy2WpVJZkeXlZr9WEBbmazaaJ4ZwT55zuQ5q0/5xzEqkNlQW5Tpw4ofb9YTl79m6577575f7775cLFy6or+GSsBDXQw89pOlm2s7P4PM9qHk9Pfjgg1bHxYsX5fz5C0oPaP33mT/hrrvOyOjoiGB3pf2+vozEcWy8Kmv2LM8zBHKQJiRhCwgEBAICNxkCzE/bscQcm8n0dRbkOn36tM1/LE546dKlQ/lst5t7rz33sPp0kwW5Lnbm3rNnz5pPDF9Zn/rNUqmU3Qfg07nN94jt5AnnAgJHiYBzzvSPez/PIugkPlj0E7/s6OioPifsj0ZGkgW5hmRw8IT6hPtt0TnqpX7ngn5L2HZEIFwICAQEAgIBgYDAHYOAPhI5fCTqW3Hqe+0syHVXSvruS8vA+Yz0P5Cx/X71r2TOpiQ9Ekt0IhIW8fKPVK4Ll/pt8PuQ2MlmS1rq32mqD6ix0pR6VX0/FU3LDfMFbagvCD9QS6+32j4gKxf+BQQCAgGBgEBAICAQELgBCIQmAgIBgYDAUSDw1Kc+VZ71rGftWtWHP/xh+fjHP75rnht18WMf+5h85CMf2bG5pz3taWpPH9jxergQELgdEBgcHJTXv/718gM/8AP7Fuf973+//P3f//2+84eMAYGAQEAgIBAQCAjcPAgETgICAYGAQEDgeBDg3ep3fud35Nu//dv33cAf/dEfSTab3Xf+2znj6uqqvZvu9K1xr+yvfOUrLS+Y954/rv0XvehF8uY3v1n4BnM/bbAg1/j4+H6yhjwBgYBAQCAgEBAICNzkCHzoQx+y36Vux+anfMqnyFOe8pTtLt0U5wITAYGAQEAgIPDEIxA98SwEDgICAYGAQEDgKBHwC3KJrK+IrC41ZcJuxpcAABAASURBVKXStICM6yst2ViT7mJcPn6NSM9vi0Q3Dl0sEqeU0iKZAZH+k04GRyI5dZfS2UiGzkQyOOrkxLCza5kTIimCRaZFokjEQU7CFhAICAQEEgRCGhAICAQEDowADlkC1TUaDdnYqMv6+rqsra0JDtuVlRULzFetVoWgfQTqq1QqAi0uLsr25K+ThzKUrVaXrR7qq9VqWv+6trUh9XpdaJf24ePAzN+AAvAFwSO8wvNuGCEzskPb4wNumzGiTFUxJggiGIG9x2nN+oM2aRse4AU6rOiUhagLol7qJ/BiIhdtwwO8wBMEf0tLXg/gt1JZMj2oqD4sLlZ20AVkhbbKWxXqo17aoC10jvbhBZ7g8bAy3snlCDztiTAGLSE4GoHS+voy4hflGpLR0dMWMPPcuXO2ONe5c/fIvfeeU7pXj0nPWeqv73/f13HO6rn33nstTeq455575O6779K2R4QAWX19fZIEt4oiJ865PbsNnUBn0RF0BT1Ff9BHxtrCQtkCipbL5Xa62E6TY9LFjq5SDh2kHvSfetE92qAtiH3OJXMjeVdWVm0+S8bDzmPA6z3tJPqe6Pp27e0JwDFkQEaoK+eGzs9rNv8vL6/YOIX/roybxzrnKzoXkMfLuGJlwYk+SjClDdgnTQhcyQOelE/mkXJ5cZt+K285t2j9SLmq3l9W9F6VtEm9tEF7+yHyIj9EWXimf+BtfX3N8GB+2kw1PQ91r9dq7K/bnE156qE+6qUNaD/8kIe8lKOemt4zkRFZKzbfLioW0FZMusfJWGBcUK6q9xcwQgb4on7agdiHaI9ryE2bK209pyx10DaU9BN1e9pez6mDuqiTummD9m4Wgh/4gj9wBht4Zox63V/epP/by75oeggOXIfACsyYW1ZUL6mPum9mLG6WPgl8HAqBUCggEBAICAQE9DWCVwkoikVYlCvd74SFuQaGnAyOODmpPhYW4zp1dyQnT0fma+F6ul80v0hEUDknxILbjKe+UvFuxfoEycJc66stWau2ZFV9QdCa+YJawnXyWiVaztLNtYWjgEBAYA8EGDo2dnSnWddxVWtKo9qUernhaakhzdWmNNdb0tLr0tC0qZn1z1fd3iHRScExtjNOooFI4qHYAkJmzqSk76zSPSlJ36U0mpLUcCzxYGT5ksW4xIl0SMIWEAgIBAQCAgGBJxyBQzGA7QubFDaqxKaHTZtj7FXYxBL7JQ3o7ZNEuqmTxL+QyWTMvzA8fEruuusuYTEuFoo5f/4BeeCB+41YnOv+++/Ta9C95h/wfoLNPgPO3X//vZbPl33AFoG5cOEBuXDhfJsuWHr+/Hmr+7777tP6zqlf46ycOXNGWHzj1KlTwo9I+/vxNaQktkW6IuXfGckBN+yF4AFm2AnBCRsf9j7sf2WzWy/uapslH1hjJ8RGiG2Q+qi3qc8ttAHBGinnsU+ShzbJT5uUpV3qgXy9ix1bZNIGechLGcpu7VfagGjvuIj6E2rqy1MiE/qFXPCUyOYxXTH/CnxDyABV1M9QUfs3hHzXytwr/2LHP0lZiLrAgTbAgjZpHz7gCd4SPm8EFrSJ7PADf8hT7uhQWfVodyI/5ZCLOrw8G+ZTRw5kIEUu2urVI/KDBWWpoxfTsvFQ1vYXFcMl6wvwgtcEK+ql/puZ4BG54RnekQGZkRfsyh0/YVll7aVFPYb8OXwpCwsLeq5s44vy1EN91Ev9YEx70HFhwlybTqekv79f57UTwvzGPMeChPfcc1YSX+tRpczDEHM5xP495se9W+fY08IP5vHl9vcP9Phy/fwq+9jACp0EQ/SxVxfLHR0sG+7lHfqKfmQuQH8pzxhI+mMrC7TXqw/kpV36kvtepT2/UJ+vd9H62+8nPi6+XVgWyvX2P/XeCB3YKlPvMfLBA7yAKziALXwiI/iguxWdQ3eWccm+9SEvZShLHdRFndRNG7QFsc95rpMPXCgLZjv12U7nKUNZ2lxf35B6vaFzmb7b232xV9Lt9+EnIfiCV+qAt8SPWzMf7do1vlt4347W19e3/VaJdrbnonuWPF0+6uYXrqkvF4y6/eB1bCdMes+DD3pKeeqBt3q9LrRBW7RMyrGXfXOb9Cf4dtuu9Oi35wPdgMhDXtqiP8AGHLe2R5tPJCFvQsgNf/AJv2C0ssWHjVzIB4Hn9uTHekXnA/KDA9itmC+3prqztq1OPJE4hLYDAgGBOxaBIHhA4OZAwIm4SAk/C4ty9UfmR0mdiiU1kpL0mdh8LZl70pqmJX1azw9pHs3n8MukRMs7uWZrn+I3ePh58Pc0ay1hAa66+oA2ynWptxfk4po0r6khnAgIBAQCAgGBgEBAICAQEAgIBAQCAjc9AviwX/ziF+/Gp9mW3/GOd+ya50Zd/IM/+AO13de3bc45Jy95yUsO5X/ftsJwMiBwEyOQTqflv/7X/yqveMUr9sUlvoy3vOUtQrqvAiFTQCAgEBAICAQEAgIBgYBAQCAgcKchcEfKy7vVz/7sz8pzn/vcfck/OTkpf/EXf7GvvLd7pitXrsj73ve+PcV80pOeJD/+4z8uAwMDe+Y9ygxf9EVfZO/N+6mTfn3rW9+6n6whT0AgIBAQCAgEBAICNzEC2L/f9a537cjhM5/5TOF3njtmCBcCAgGBgMCdgUCQchcEol2uhUsBgYBAQCAgcAsiwI+BGhstIQhjbaklUBKAkfPNpghBGCHE4zdETpzwJ2x6Z4hTIqk+J5kTzhbcGhx2MnTGiQWIvCuSE8OR9A04iVJOnBPdnDj9H/4CAgGBgEBAICAQEAgIHAUCGD0J3JIEMCHwCsFHCFIyP78gs7OzMjMzI6XStBSLU4Ljs1CYlImJgkxMTEg+n1Be96EJOz8xUbC8k5NFmZqakunpabl69arMzc1ZcCWCnBDchKAptA0P8HIUMh1lHfAENRpNgUd4XV2tSbW6bIFsCNI1OztnsoERsiIzOIEBlGCUy+WvwQgsyT81VVKMS4rTjNY1qzjNC0HAKpVKJxhaEnwHPgg8A18HlZUyEHVAyEMf0O8EnKFf6Hvanpubt/6n3+i/Uqlkfen1oGj9C//I2KsLyJlQPo/Mm3WiWCyqrFMq67TqltcJcKTdarVqi/kgK/zBa0IHlfXOzd/Sd5CERJyLLBBlKpWWvr4++7Di5MlBOXVqSEZGTgkBNIeHh/X4lNKQHRPojXPDw6fs+CDpqVPUNWzlkn3aggjeNjBwQvnISCqVEgLMQc7t7w0HXUBnCbSEvqIzV6/O2tyEzo2Pj8v4eFay2ZxRLufT5JiUc+glOsvYQ7/L5bKNM8YC9ffqHgGe1tbWTS/RT9pkHpueZl6c0nFQFD8OJnR8b6ZCYcKuF3XuLOkcSlvMq4zrm2H+A08IeSHGHXzB3/z8vM5FV3Wczhi+iYzgBuV17vdj38/1RRvXJStDWXACL+YWME3mLNpjn/bAmzkHPJk7k3rpI/qqty85hrhGX5OSn3ZnZqZ1rprTe8tipx9pQ/bYenmBR/QKfub13kf/FrXfkBtZaXszP3nVMSinac70Lq/zHXM/8yX3BfQKDGq1Nbt/0F5CO7GWXCeFJ/Sc+REZ0ddCoWB6hvzwlFD3OGu8MBa4Rh/BU0nn71m9n9O39An4wwPtJISu12r+/lYuL+p9aM76s6S6W9T+LVxz78/b/R499+0UdW6ftjL0KToA//Qz7SXtkNL2E03wAcbIDJ+VypLqULkjN/3IvbmoegCGyIjOQfS1pwnrD85B5CsqVugz5cGc/kuwoC3apO0nWv7QfkAgIBAQCAgEBA6GwK2Z28UiafW99J90cnLUmd/l5OlIBkeU1A8zMBSZXyaVEXGR2MY6PrbT888l++rvwe+DP2hV/UGrlZbgD6qvtYTFg1rtQML4g7arJ6kmpAGBgMAOCLQHj42luo4rHVuN5YYFX7QAjCtNvxiXjjXXGZjUxYiDdL+diI5pgj7GJyJJD8eSHlU6nZLMXUp3K51JSXoolqjfSTL+JWwBgYBAQCAgEBC4zRBotZq2sAA2KexfELZB7MDY67Chtrj/tuV2Tu+LSpyDdNfs+H19GfMrnDp1qrMY18WLF+XBBy/K+fMP2MJaLOTCQl38iOLMmdPCQjKjoyMyMjKslKTDen5ETp8eVTqtdZ2Ru+++2xbZOnfuHquHRb4uXjwvly5dlIceetDo4YcflkceeVhIOffgg5fk4sULcv/991v5kZEROXHC+x3S6bT4hblcW6r9J2CCLROcsI/Oqu8PGx/2PmyD2GATymbzZhfGBjs+7u3D7GO7xk6ILRW76rza2VlkAx8D9SeYgy/72ArpE+zI2BDxy+FHKKk9l3axCdN2Xu3xCVE/VFBbcVFtlyW1387MXFW75rz6LSu2mEzSx7RJW9D+kdh/TuqFmvp8RlvIg6zoHL4G5Kqon7OsPph5tbtjN0Y+cIVv7KgQcmJbLbRt0InN2cucF3CF8mqDzysWYAKRn7Ieh5L5M/AZgWNZbdxgD77ggf0bHuEVnvcv5f5yUifUbDbNH4Au4W+YVbs8snn+cypLrqM76Mz2lNV8efUvTZpM4IZ+oJvUSxu9bYE7mFfVd43cs6a7M+rTLW3y78ADOjyufjT2i0Xqn1bdmVPdWWz7V9ZsEZitUjMfbD33RB6DAf2KnlXUto9+zczMKGZFww4Zs21fISlyI7NPc9YH5MGXMjbmfYvoVFHt++gnmFdUd9Ef8KU9MIeuV27qgJJ6nHPinLO5izmsT325/e2FufCrMvcexE+7n7y+zmH15XrieGhoSGiPIJH8SB8+4CeZU51zst+NsQZ2YIg+Mt7BFozpg2w2a32Q1T7yx75POKZfSOkv5jrGOD47fC30N3Vv5YP+8fqwaotOkZd2KefnmMlNvlzq7s4lE3aNfPQ9cxTlGb/IQP/TJm3Qb9DW9o/7mDbhAV4Y68wFzAnzeo+Z0fm/ZPeMKdV/5JwwvxXyJVTQ+wXzUNHuGSXz483rnEz/gCnzCnXTBm1BHPe2BZ74zOgT+mc7oi+h5Bp9CcEH2IIrvG9tby/84AfeEp6Y66hrxsb8pI35fD6naa6jVwkPSQpfSb8X9F4DP4xzcIQnZKV+2jooP5Qv630O3UGP0HNwoj3ffrbDl+ejy2eCD+W4f5X13kV9vfzAU7PZsGCo8Mi1arVq8zYygENJnwXoX2Tbeg8Ff/jhGuOppPoCr2CIDmxtby/5j/s68kKMOd/vdVssCz7hF76RGxnoR7BDLnTcY1/ojAH6IK/PDl7+CfVrF2ycgFVJMWOOmNX7NHVW9F5CG+ALzrQNH8ctb6g/IBAQCAgEBAICtxICTpzwF6VE4hOxLczVx4Jc59Lqe0mrHyYlLNgVq18mYmGulBMXObFNE6dEeTvGl6N+11ajJc0NpVpT6stKFaghjR5/kOUP/44BgVBlQCAgEBAICAQEAgIBgYBAQCAgcJwIPP/5zxf82Lu18fa3v91svbvlOe5r2EiDXYe5AAAQAElEQVTf/e5379jMk5/8ZPnsz/7sHa+HCwGB2w0B/KM/+qM/Kvfee+++RPurv/or87fvK/MTkik0GhAICAQEAgIBgYBAQCAgEBAICAQEbjwCw8PD8prXvEYymcy+Gv+zP/sz4butfWW+jTO9973vtVgne4n4Ez/xE3Lx4sW9sh3L9Ze//OXy4he/eF91s4g13+HuK3PIdJ0IhOIBgYBAQCAgEBA4HgT4bv/973//jpWzYKdzfBi4Y5ZwISAQEAgIBATucASiO1z+IH5A4GgRCLUFBG4CBJpNkfq62IJcq9WWrC41ZX2lJRsEiau3pKXXIc+qvizwwqAJx/yOiMMo5STdJ9J3wsnAkJMTI05Ono5k+GwkQ3dHcmLYScYW5NJSWkD/dCf8BQQCAgGBgEBAICAQEDgaBAgiQjCRjY26EKgIh2a16hebmp+fFwK/zFwTyKcgBC3J5yckn8+3aUJyOY4n7FqhULDgRcVi0QJ+EQyFenwQtLIFQyLAT622ZgEB4QFejkaqo62l2WxZ8DF4JPhKrbYqy8s+yM38/IJ9OD0zMyPT0yWVdUqQuVCYNBzyipHHKm84gRHHUEExIjAM+YvFKS1LsLhp4QcN84p9uVyWJPALi4DRP0nAuOvBqqkPsRB1IQ9Bj+j35eVlqVar2mZFHfULAg+zs3O2aBbBaEqlrnxJUJuCyVlQWQsq34TqQN7SfFsvtspLfsoiL/WBG22wABgBj2gfXuALHpETOtoevRNqa0mCWxS5dhC3lH20cuLEgJw8OSjDttjWsKbDQqA1Fszy6an2MSnXDkKntL6Ehm0/qXNo6JQMDZ0U2vdB3FLKVyTw51z7JUl22Nqn0Ql0o9azaBDBlgi0RAArglZB2WxWddEHs+J8Nst+1s6hm+hlXscmujij81u5HdyKsUD9jHXwg+r1hs6Na+0FuZZ1bPiFimZ0zBeLpS3jHf33NDGR13ExYUGd4M/r+6wkAZ2Y/7a21xbzhiZgCnk5N2RlZVXngCWd1xZ0/r9qCyzBP2PXB7GaaI9xnxba89jkpJ/D6A/m+cXFis0nzF1gCpYIRkp7YMycRkA7nG/MCRO2yGNe+ynfCUyW9GdW+7DblznNkzM+JieLxuPc3KwsLpZ1bl62oFzUT3u7UcJLvV63+xB6BT/0Ef2L3MzR8EXb8AJl27xwjn3OQRyTv1Satnm8rHpV1fvp2lrNgqTRHrQbT1wjDwRfy8srqjNlvb/MmC5NTEyaXtFWVvU82+alN4UXKKvX4d1jVFKe5hSjin2QBj60kVDSJ2tra4oh97ey3gPmbP4v6dxPHYXOfD+h2Oe1DyY0nVB+uN8XjD/yzuiYQgcS+cEVWZK2kPFmIGRGN2v6HML9b2mpYljDO3o8PT2t9+WpzhgvqK6DJ3OHp7zKn1f5JzSd0LTQfu6Z0nLcz2cMc/Rp63ig7ZsBg8BDQCAgEBAICAQEbncEeNdI9zvpP+lkcDSSoTORnDztbP/ESCT96o/B9xKnnTjndodDL7NWQX2j7Q9iQS4l8wett8QvyCXSUvvB7hWFqwGBgMCOCKjjtNX2q7bUx9qsNaVBAMbFhtQrDWm2AzCK5rM6dFxamvxLzuuxi0SijBMCPxIAMj0aS+a02kXuSklfe0EuzscEhYydhC0gEBAICAQEAgK3IwLYoLz9q6Y2P+//wb+FXRZ7Hdch7Hbby+8klUqpX6HP7PpDQ0Ny5swZCzx04cIFuXTpkpw/f17uu+9eueees3L33XfZIlssuNW7GNfw8LD6CqARGRkZldHRUVuQi7pYxIuy9957zup54IH7hbpZdIvFtx5++CF56KGH5OGHuwty0e7FixeEvGfPntU6R4QFZDKZPiE4UrJ4zPYybX8WDMDC20eX1Y5aVhv5nNllE9t1LpdXm2jObNfePuv3scN6e2xOr2MvLHRspdgaq+p3A3NssrRBW3BBSv/gE2PhKOyp+OXwy7LoSWKT7dol82aHxDaJnbKg9tqi+mC7Ntk5te1XtK9X1KexbjZp2oNo76gJ/rukz22NhtrZ69Z2TX04+Bqqah/Hz1lWWzmy4Q/0ttcZteuXzI5aVP9oUeVAXuzrBbPDFjqy5sz3jOzgP9E5Dwbkh7Dlg9mM+m1mZ2fVtj2vvpxy2xe9ajzV1ddDH7S6H/EdNSTS0pdG8KadtbV1ax9+kC2vftNcjw6hN1m1719LWUGfWFyGctipZ9VXC4bYsam30Wh22qq3/Rted71tf27O6y66QR0F1ZW8+sSgpL1u/TOq6/Oq85WO7sB/LzjO8bzs7L3ZOdd76QnbB2fGFXqGbR/9mlHfBLoEzmAIIa8fr/nO2OUYyqoPxS/INdbGfELH7pSO+2nFxI8nxicY07e9dNSCY79g7mIOw4fKglgsNMgCWd5/O6y+26Oj4eFTOi+fsjqHbY5mf8j8uMynXV9uWn25sURR1Ol/5/bWAXSIeaBSqSiWs4ppyXwtExMFmyezpvtZ65Os7vv+yFk/JP2W1zFDfvQXXeZbgpWVFVvwbiv+Xh821Je7ovPgkvp6FrTdOfVxzeg8M6X9WlT/TcH8ONSbb48H0qSNos5FjDfm4Pn5BauH9tAz5KENdGBr2zfimHbhAV7AlbkAbOfn59WXi4wlwxeskIf5cSslc2VJfZiMlYWF+Y6MzB/cj2iDtpCVY87T1uLiouI5a1iCWVbHTlb7LSH6D+o9zlqerPUpZWiXPqQ+6qX+ht43aG8vDMkDb135qzrHL6hezWi/Tup9IW961eUhq7rVJc57yltesIAf5lZkq+p9OvFnI/tB+anqva5cLmtfzGo/TClPBW1nYhuecspXL8FjTvPmDdtZvX9tx4+Xv6m6X9f77Lr5ecGRvDxn0J8l9eUW7V462dbzCa0XHkjzdg65ycP9sqvnFZ37l823Tp/sR/698DmK68gMwU9djbFdvWd8l/U+P6d4X9Vnic2+XPQeffNpXjHIaz9MaDphGBT0GQMceG4Asxl7bpgzfeJegl+ettA1dA4ejkKeUEdAICAQEAgIBARuGwT0VcA5Jy7lzPeSHo2l756U9N2blszdKeHY/C6DkUR9TiL1v4qTTZsdah2c5PW81VDf6kZLGjWljj9In33MH9QU8pA3UEAgIBAQCAjcwggE1gMCAYGAQEAgIHCHIoB/+1nPetau0n/4wx+Wj3/847vmOe6LH/nIR+QTn/jEjs288IUvlHPnzu14PVwICNyOCDzyyCPyHd/xHfsSLas+MfxQ+8ocMgUEAgIBgdsZgSBbQCAgEBAICAQEAgIBgS0IPPvZz5av/uqv3nJ2+8MPfehDwrdt21+9M87yrfI73/nOPYV9ylOeIthr9sx4TBn4vvlHfuRHJLOPxdY+8IEPCO/Nx8RKqDYgEBAICAQEnggEQpt3HAKf/OQn5bHHHttW7tOnT8tnfdZnbXstnAwIBAQCAgGBgECCQJTshDQgEBAICAQEbg8E+NFtfaMla6stqS01ZXWpJWssyMWPguoizWZLyNNqif2eqP37IUk2juOUSKrPSd+AiAWGHIksMOSps5GcuiuSE8ORZE44iVNOyC9OxEjCdqMQCO0EBAICAYGAQEDgdkaAZxWCiRDIhCBeBJaqVqsWeGthYUEI/EIgklKJYCbFdsCiSQtYQjATT3khuFU+74OaEOiHYCaFwqTlJ6AJAYyohyBgBNtZWlqyhV8IuLO+viHwAC83G9bw1Go19bmuIfV6Q+CVgDzVKgH5KrKwMN/GyAd8KRanTGYCuRQKBcVpwgK85DuBncBoQs9zrSCFHozAGIwIRkfwnHK5LARToi36hbZZOA2sms2mPWceFK+WPphC1AERWIc+oH6CStEvLBxCH8EDwXjgh/6DP/oSGYvFovFeUBmhrnwTKq+XsasTE5vkpWypVLIAOVevzojXiYW2rFWBl/X19ZtWJw6K+Y3Mr92reiFt0pcQbdw5Z8HS0umU9PVlZGCgX3wAt1MyMjIs3UBrpyRZPGu4HYjt4GlSX2+a1Dtk7Q4MDCgffRbIM47jTUHcZI8NvUdnGYNJoCnmqKKOO/SNwHl8lDE+npPslkBgyTE/dMjbXDUhxeKkoOPoOwGWGAvUz9hgnDT1fa5er8vmuXFRdXbegnyVSlPt8V5QvZ/okA/yNGF6z/go6nhB569evSoER2NcM962treH+Ed+GRkhgjc2GnWd39Z1Xl6x+R8+Z2auqpzTitOUjXfm9nzPXIacyFfQeczLOK14XjUZCQLG3EWAVzBt6pyFALTHfqPRMFwJNMocUNQ+pP5cbkLvJ/RfVvswoeSYNNe+njO8i4rtTCdY1mI7aNi6ztlNmtuV4AU+6GN4RK/gx8s+05EbmbOmT1nlKbcDZZWvvOkD8yUyMYcvL1ctMFpd7x/ITZsJbWUuOU9KXnhaWVnW+wxB5aat7oLOufCDHmeVp1wuu4mf8XGOs+LHQs4wIuBmSe/hjBV0jzkWuZP2aQ+qq64TZKyqzwDlstdzdJayRe0f2oZoP29jKK86jp5PmH74dkqmA8i/aAukVbWf12w+RybaSShp/4lK4QOZ19ZqpjeVypKUy2Xx9z6v+yW9VxVVx7ino5+eJhTXvPV3gkNexwXXyEd+5gavl7M6HpL727LqwqrQr2DxRMkd2g0IBAQCAgGBgMCdhEAUi6T7RAaGnJwcVbIFuSIZ1H38LpzH95LKiLhI36Pk2g13DGdJWWyrof6g9Y4/qKn+oKbU10Sfd7S8vj/4dzL/Lka5QAGBgMA+EWDYGOk/fZ3zC3K1pFHVMcaCXEosztXa4KLmYVBSdZLqKQ4Tcs6JLcg1GAkBINOjKUmfiZVSkrk7rWksqaFIon4nEkvYAgIBgTsQgSByQOBOQKCpz6fYorD5LS8vmw0M2+D6+mZ73U5YOOfUjh+rPT+jfoUT5j9gES0Wz7p48YJcunRRzp9/QO677z45e/Yeufvuu23BLn5QwaJbIyMjgg8CGh4etv3R0REZHR3tLMhFGRbkOnfuHq3nXltk68KF80LdDz74oDz00IPy8MMPySOPPKzpw/Lggw/ptUty8eJFuf/++7Tdu61eFq7p6+sT/CCx+h2cc7LfDTshebGZrq2tSVX9f9gJsadi68Xuif0vl8upLRa7IKmnxB6bzWb1Wtbsht5uPqk+sJLZBqtqb6Ve6scWT7/w3tBUmzn9g12aPIuLi5p/XmbULl9Se25RbbLYG7E70n6+bZPNqy0S4nxRbZfkvaq+Nuza1IHvIfGx0SbyQch41IQc1N1UXUM27K3oFzLBB3JVKhWzu+JPxW58Vf0kMzPThg+Lgni/Y1Ht35NmZy6ovwEMPeUN05wtZOX3Jybybbt0wfLTP0XFChxmzFcwaz6cstq4aR+dx8cDb/DYVNzh+aixoD7qpX5wB4eK2pxnZ+dMtkSG7Ca7flb1Jqe2Zk/Zth6Rkp/+Rwfn5mbVb1O2MUy9zWZD/YD6rKx+FuRCjxjnPnES1AAAEABJREFUyIvcs7OzqkczAr5F1ZGC+hUmJia0Ha+/6K2vv6g+oBnFa059tIvmHwIrZECeXto8pPY/vnrrOMp9eFxf31Cf8oryXmmPnRnz6+R1rIBhlzy+fgznDPOs9gM4jI1lZWxs3HwqYARe09NgMm/1oj9gTHv0L3RYOXYr65yfb5nDmMsG1Jc7OHjC/KpDQ6fUl3vUNKx1biYWXcR/PDg4qHO+9+Wm02nzMTvnxDlP+5GfMcA8UNHxP6tjgPE5OYmvET3MKd5Z64fcJh8X57qUU38h89zkZMH0dGFhQXV0VeiPrTzQPxsb63adNvH70i5zAuNgcnLS5gv6OG9zaN7mFo4hrjMX0fezOn4WFuZlaami+rVqPh3kgWhnt37cytdRHdMmcq+vr6ufqWZzAd9zMO/P2D2jZLqPHMjjZZxQGT2BY0Hn1qLNlSXz483bomMVxWzF/HgbGxtq22rY3JK0x7zC8wNtzVo/lmz+zer4ydp8ldN5JWd9mbVzuU3H4+qvH1e/JfygA7RJfdwTe9vbC6eEn0R+5roF1YcZnfORK9e+R8DDZp3KdXgjT17nhrz2P2XgZ25uTu9Pi3bf3+rP3o2nrfwsqy8YneP+BsbgTTssfAhPYEC6mbesjgP4y1o/UY5vFsrl8jX80B66hw6AG/0CBuRFBnAomT9zSvW8YH2EHkzo/TLflhmekHtysmj3X3gFQ8bLsj4jUif109Zust+oa/CBzBB8oTN8ywG/5fKC3bdmNul+0e61hfb9Lq/93KV8B5OCjgPGCXiDGWMe3Ok/6sYvDxboGu3Cx42SObRzvAiE2gMCAYGAQEDgCBBwWkebbEEu9b2kR2LJnE1L37m0+l1Sgh8Gv0vqRKy+l8gW7sL/KmztsvpiwZE6VTVRW4I0WtJU32tztWn+oI1KQ+pKDVuQSx0/5NGs4S8gEBAICAQEAgIBgYBAQCAgsBcC4XpA4GZDYGBgQF784hfvyha2yPe85z275jnOi9hA//RP/9R8A9u145yTL//yL9/uUjgXELjtEXjJS14iIyMje8rJdxG5XG7PfCFDQCAgEBAICAQEAgIBgYDA0SAQagkIBARuHQRSqZS8/OUvVxcxzuLd+eZbrkcffXT3TLf51aWlJfv+ci8xWYzrnnvu2SvbsV5/xjOeIV/2ZV+2Zxvz8/PCYmt7ZgwZAgIBgYBAQCAgEBC4aRF473vfu+1veGD4aU97mpw/f57dQAGBI0cgVBgQCAjcPghEt48oQZKAQEAgIHDnIuADioi0miLNhkhjQ6S+1pL1VVFqyYbuc45r5CF/L1oOG7ESqYudpDIimX6R/pNOBk456R9yFiCSYJCcy+i1OO2k84Ok3srCfkAgIBAQCAjcTggEWQICx4YAH8lDBCwhWBAf7RNAikAtBGcjwAjBWgi8MjMzI6XStBB0qFgsCkRgkoIFLyl0gpX4ACZ5dep6ylswl7x004lO3kJhUiACvBDghLpLpZK1Q3uzs7MWKKtcXhQcxQRTqdXW5HoXnzoMoGBEcBWCuvBRtMeoYguibMao1MZoyjBCroJiBE1MTCgOCXUx6Qb6Sc75POSHKFtQrMCJhYLAHpzAiLY3B8VZM2M1/NK30E7yci0h+h9sCaxD3+PEnp2ds8BLJev3zXLBA/zAF4F6ujSh/VvYUc5rZUVmykAFK0udhULRguPQjteLaQsSR+CbrTITuAvdpX8SuXeSOZzvIuCckyiCIiEQJR+vpNMpyWQySn0WTJPgbjeCaDPdDt4WRZF9QOOcvusoyT429JhAU2vtBXTKOmfM6vyB7jCG+BGDD2iVs7mJ+Qhd7J7jPDo4oXNSQcfulOr+jI3vZO5h/mF8QJwrl8vXBHVCX9HfZDzkO0Gd0PO8tU27eZ0XkzykzBPFdrAzgiii535cL1nAM8Ym8jFOkXUfkBwoC3UydhhDjKVarSZ+jltUGecVi6sCXyWdn4s6/8NvQec1eAdf5MlvkZVjrkHkLegcRtmiyTmtdc5a3WXFkUBWtLeysmrB3QhuxrlZnYN8HzI3TNi8An5Jv/k0r7jmlHyab2NLOwTLYr6gDfrNB6TUF/Z9oAMe4A3u6BV9Tp/MzFw1/QADZOvlBz3bSvCYV2zID4azqpfwU60uS03vZ41GXcA/oZ1YS66Tcg9EH6kHGYvaJ+Cb8AMP2azHA/44hrLZrOKUVRxzpudTU0Xr11nFmXkfjNbW1joLsFUqS3oPXti0uOTU1JTNzchTMB2Y0Hl7QuvMG9FeXvsgl+MclLfr6ApluG8Q5BC+0XMWuaLtarWqeNTs/tVoNGzhNGTdCY/rOU+99C/67vt3zcYZfVxWfURn4I2+LpVm9J5eUprSfi+q7EXFblJlKhjltW895U3+vMqeUC7Xe27C8k9MTGr5gtUDlhB6QVu0yb0XHuBlZWVFx8P6DcHkevAMZQMCAYEjRyBUGBAICNwIBJxIlHKS6hNh4S38LUZDkQwMO+nXlPOpPqf5NG8k+o4ifmu1k3bKEb4efD8bayJrKy1ZW26pT0hkY70ljXpLn21EOj6hnnKUDRQQCAjsjgBDhjFmYygJwLjWlAZBGJc1VWqq/7W10bJx1qnNCraPnKZKjrGsftWoP5LUoNJwJOmR2BbmYnGu1MlI4hNRNyDkPm0SEraAQEAgIBAQCAjcYghgH8MGt7Gxbja5mtqDsQtjd+Q81xNyzumzsOtIyHnnnERRLPgUMpm09Pf3y+DgCVuYa3R0xBbWYqEtv4jLoLAoFkRwMfLuRFyHyEt9g4OD7UVnhqxu6hwZGZHTp0dtgS8W7Tp79qycOwfdo6knzo2OjmqZIVs8Bh7hNYr0YUAOvmFLxG6K/bSsvgfsh9g3se0lNlkW18AeiB02oWxnERLshBNmF8SWS9n5+bnOoj7gjy0QG2mlgt+xrLbzObWhXzV/aVFt6thVsa8mNtm82SWpN682X5/m27ZJeJqYKFh73tdW1HpKZgvGDgn/vTZZ+r5er+t7S1Po34MjtLkEeNXrG6pba4IdG1tn2eyu8yrTrPFR2uJ37MqH/RTy9lfkQJ58R94Js8PmzP6cN9lzbTtsrn0uyUs5CMwSHIpqS6ffaJ9+wP89qzZ7bP8sLFNVuz1+cvo7wWSzdAc/AlMIXBhfa2vr5vOmXfiB35zKAGWvsevnbdEYdAp9Ig8yUQ678qza9vHlozfwji7Bf1Xt7R7zOcW7698HZ4+Ht3H7tifamOYUz6ztU//MzIz6B+YFXFiIBD1BBhBwztm84Jzj8AklsAXXjY0Ntaevma2/UllUv8ac6v2M2vWndCxMqlwTKl9e8cxbCpaecnq8mcAYnMALXZlVHVlcLKvfDL9OzXwoiX7QPnR8IDjFWt9RdM6N48jm3VQqrX7c9LH6cfv7+3Ru79M2PGXMd5wWfLmpVEr9ypHyBW+eZJ8bfYWeVtT/xFyEHk+pr6qgPsS8zmHoOpS1sZD0VU77zRN9NjGR1z4tmJ+F8oxfdB4dXbfF2Fa1r6qqu4uqwwuqC7P2jUHJfJxTWo45ZrLts5kw3Ziwbzjyqgt5O6advM07E5avoP6wgvJY1Pm4pPMX4wO9oG3mOObw9fXj9+ega+gecxRtIvdie9FGfEzgUSpNmd4n94xCARkmTK68Ytwlfw7ZPYHppJYt6tiZUprWOfuqYVjRexPtQczr3A+TtufmZjVvyXCi78Cum+YNU3+O/aQfSbPajxM2R4EjdSIXYxk9Qda91Io85KUMZamDOXFGfbnIn9c+7LadV15y21K+jQtlwHBubk71p6L3MD/mqZ+2DsMP/UPfTKl/taB6xH0tb3x1eclu0nfPZ1afIchXUr2dU4ypB8yrep9CTt8Xy/Ysgczo44zO2/CPHxZZCqqzniba/U+aVwwm9DjfJvYntP8mtD8mbXwU7V5Zsr6ZtfvMwjV4JPeDvTC5nutgjr4ztpg3kJvxVrZnijnVz1kb28gMTkUdn8zbkJe7YHKBoycvc6ITee33nD07TLSxID80aVgUFQcIPEs27q/a8xn6Sn8sLVX1nuO/bYBPMIFn6HrkDmUDAgGBgEBA4LZE4I4RyvEdqvpg4oFIUkNxx/eSHtZ9pVj9r1yL1P8qsRPRP2Hj3TLZV4eQ/on5hOpii3I1ai1hIa4G/iDdb6n/tdUQyyO9viDqChQQCAgEBAICAYGAQEAgIBAQCAgEBG4BBJ7//OfLiPq9d2P1bW97m/k7dstzXNewN7/73e/esfpP/dRPlac//ek7Xr9DLwSx7xAEHnzwQfnsz/7sfUn7+OOP7ytfyBQQCAgEBAICAYGAQEAgIBAQCAgEBO40BFi4CfvCfuT+6Ec/up9sNyrPDW+Hb+ew1ezV8Kd/+qfvleXYr/ON8Utf+tJ9tfO+971vX/lCpoBAQCAgEBAICAQEbj4EeD55z3vesyNjz3nOc+z3oDtmCBcCAgGBgEBAICCgCERKN/FfYC0gEBAICAQE9kLAfvjTEr8QV6Nli3E1NlpSXxclnxKQcdNiXJrffgTUU7n9nkjvCnFKJN3npH/QycBwJCdORbaf7ncSp5wQJ8ZFTsgvYQsIBAQCAgGBgEBAICBwCAQIBAI1Gk0hUA1BaggawuIYpVJJCAZDsJyxsaxcvnxFHn/8sly5ckVpTMbGxo3Gx7OSzWaVch2iTC5HMJOckF5LnPeUtbJZLTsu4+PjVrdv63Frb2xsTM9nhUB2BI0hMBrBTQgmRuAbApvAP3IcAoJ9FaFuCIxol8BjBJ4Bo0KhoLznOvj0YnTlylgPRjnL57HJXYOLD/aS7zlPnpyVyWZJs4YDeFAvGEHgD770FfzQdwShwWjtsWnsGEAPmSACwyCbDwC3ZEFkCCxDvVntnytXxlW+y9YftHnF5BpryzauPGbblFP+2c/pcU73PXVly2k/9srYu5+zMlmTlX3k9TqBzL7dy8rHFSWfInuhMGlBdgi6QwAe5EYvkGtfnRsyiX+PaWnqqdlsmc40m01NW3b+VoAJfgkWig6gCwTbm5ubk+npkhBojLHHPII+Qug3lOyTJsHG0CuCYs3MXBUWxyHIGERwJcYY5xlvhfb4Z15Mxj76ylyW1bGTy2VNr3O5nI6Hrr7TFm1ne/R9rD2nMr4uXx7T8T5uczDtIAfzHnIxTyPrUfcJY4axk+DHmEJOZESey5f9uEPWMZuXGZ9ZlS+rsvXKt3U/p3kgP6bHVE5fxxWTMasYgAXzO+2VywtCIDEIHmZnZy2IG9fhJW8BysAyp+1yn9m8n1wnr+/DGZ3T5sXjtyLMc/vBDzzIx9zIXAou1WrVFmibmSF45ZQQzIu5N2/BuuAH8jzlr+FzQorFKdVH+Jkzfqhvba0m9XrDxhlt7tWv5IEIZkqgNTCCH2QFI8/PRA82+c68m1c+IfDOK3/kJ4AYQUfRMfS7UlkSAulxH5mdnVOei9ZPl/UZgH5DPyH6EcqqnmetD73svm76hHa75xgDWc1LmYAEbgAAABAASURBVDHVH1/HWOc+Aj/wQcC4lZVVQRfBhT5A3r1wOeh16qzX66oPa7KysqL9UbGgbfQp95ZE3iRNZB9T/WU8IEtW5YaQzZOXGwwSyivmyT4p+bOKA21QDzhAtAPRDil50Bf6hb7g2YNgc/AM7weVN+QPCAQEAgIBgYBAQOBaBJyewrfinBMXiUSxCItv9Z0QGTipPplTTvrUN5MZcJLKOInxycTO8opuvEdp0v1TX4++QqlfqCX1NfUJQestaUAbIg0CxrUDw2nWbrkndC80HhC4RRBgwKmtoqW+V1t0S32vTR1bLMLVqDWludaUJPjiVp8rRRlzzok4Hccu7YRAjwR8jE9GnWCQ8WBk5y1PRGZR/6umEraAQEAgIBAQCAjcrgi01P7fFPxr2Jw8Newc9idoL8nt/uoivWfqfTS6lpxzes3tVc2hrjvnbFEaFojxC3gNytDQSRkePiUsxDUyMmKLcZ04MWiLyfDjzlQqJVEU75unXgzACdsyNnpszdjtsMtiw8MW7e2AEx27rD/GXoiNNKc22pz6KQpmU8aWOz09rXbrOcG+i/1vaalivgjO+/pyZlfHHonNEBpTuyo2RWyLWbVN7mSTxA7JNfJkzRY5bnbYxA6JL2NM7Zy0gwzwgFzYwLHL9sp9kM6hXELY1VdXa7ZIyPz8nNr4p012eBtTObCBIpOnMfMNJ7J5+bIqP+RxQB5PYOopwZgUom58QKS9ebOKladxs3WPqexjbR4uq9/jscceV7/jFW0vpzxOqg2fvpm3BbOwyyJLIhfpQTDpzYutO6H19TWrHz1Ch7xvKq964imRwcuVs/Ocy6tdnxQ/AOWwqWPHn59fUF1aUDt3WWnR/BjoEvl8v182GdlPcM6qbmQVG7DyuOVUfz3Bz9RU0fyv1F2xhXhWbREqZOiVi33njmecU/d+CJ6wn+PbwIcPrqXStI055EXPxrTfsyoz+OXbdntSiHPgwHXys4//BAypizGPH4HxAT+RznfOMfchtxPnHKePlbzutXp8SewfpMmbJy/9xXyDXoEvelws4sudVF2fUD3sjvFu/+T1GudzlqLb9JEfB37MJv3EfIa/q1QqWV1jOt6vXBm3eeaKfeNwxeaCZK5J+p9+Z9+36dvx53I6P+DjhLr1XGnXmdVxBB/4j5eWloR5A31M5o6jRp56PX5Ldh9BzkJhsiPrZfPnjem8DzHvZZV/ZPD4IWOXclou175O6mUEM+rhfnFFMQMTZGRRKeaEcrlsc01FfYrgzjxUao858ibk8fN9x7mkXb+f077M2TidmZm2OYwxDHb4QJt8YL31BX8bMBkbYEI5cKlWl3UOLNv8VSwW1dc+oZTXtvIqa0I53c+Z3PCU17kVSvTKj/15k5H6qJfxj+5uw8KmU1v5Qaay4jWr/m58sugt3y3QHm17jDwWzMWeEj7zhg/YMlYqOhejY2COjqNzMzNXzZeb13ltTOc55jtPSf93dSBpi3Zph9RTroMH48LXM9a+b3B/zCp+E9bOjPrIkWdFfbngjrybADjiA9pYW1uTasdH7+WFb+QkiCV6ir5C6Cv8M5dndc7P6vjsyp1TOT224EUdnrrnyZu1clnVj3EdR+M2d1D3ZX1mgKg/q/WiL1NTUzYO6ZdabU19/nV9tm50nqePGI5QXUAgIBAQCAgEBG4NBHg9ipRVfKqxSKQ+GfPHDEWSGoklrYRvJup30vHHRE66m77rcIBjB8I3pD5W8w2ttdQfpLTetEW6mvWWmN8I3xF5IcoGCgjc0QgE4QMCAYGAQEAgIBAQCAgEBG4VBB555BH5vM/7vF3Z/cAHPiCPPvrornmO6+KHP/zhXdv+yq/8SrnrrruOq/lQb0DgpkZgcHBQLl26tC8e8WXsK2PIFBA4EAIhc0AgIBAQCAgEBAICAYGAQEDg1kfgzJkz8vSnP31fgnz84x/fV77bNRPfQvIN4l7y3XfffXtluSHXn/nMZ8q5c+f2bItvAGu12p75QoaAwJ2LQJA8IBAQCAjcvAjwfPKhD31oWwadc/KCF7xg22vhZEAgIBAQCAgEBHoR4JPz3uOwHxAICAQE7kwEbnGpW02RVrMlzToBFltSJ9DihqbregzpeX4v3kwiwLV/+NNORN8fjPhdURyLLchF0McTp5ycGHbSd9KJLciVFnH8UCnS1ClJ2AICAYGAQEAgIBAQCAgcDoEmzy7NpgUGIZgcwULm5+eFgDCFQsGCkhCwhOAiCRHIBOK8p6xks1nNm+uhrcFMuMY5n2azpDkrR2AXiOAlY2NjkrRD6tvJar15YaEMHMUEmfHBjDakXiegSUOOK9hLUi9pvV63IEoEu5mdnWtjNKky5ARnLx9Jw/NlC3R0xQK0JPggX1ZlhpLALpsDvfQGAsqpvJtpfDxnwaHGLJCOx4g2qZ966KtSqdQJ+EJgGvglSA2876QdXGu2+58AcNXqkiDb5OSUUO/4eFblGJPHH7+idFn75orJCh+0zXUoq/3vKWd4EKymlwjqQ33InqTsX0uUz2odWZU3q237IDfICq69RPsELZqZuSoE/iEQDwH+9hsQaSdM7rzzLR0/+h6j7yjoQi+19AWnpedvBUzgs64vYLXamhBsjXlidnZWGBcED+zqYE7HV970u6uLybkJC2yFXhWLU4JuMR9SF+MePSPgFecJsFSwAGc5GxePP56MjzHV3XGlnOpxztrq1fNum3m9ltM8Wc0Ljau+jxmh74wxAjnB/6zON/CAXAQUo4+Ouk+ok7HDGGIsIevMzIziMak8jdv4hy/mZHiD/NjPmRwe31wPrpzPq3ykyOdpTOd46oDGdD7L5bJWplAoKt4zFiRtebm6qQ+5H9EnBb0n+b7Ma5sJ9bbpz+XzEwJ2vg+TBbAqVifzHLLuhR/6RD7mUXBBr8CFBaNmdM6h/xOe8vm88pNTypsseW0/r+cg3/c55SdvgcoILIgOlcuLxg/1Nhr1TmAu2t2JN65BCV8rKys29129elXrntJ75KT2V8F48O16ftjv5YW+mpjIW370a0b7eVbHCrJVKkvG19JS1e4FxWJR+zBrOs7863XgiurEWFtvsyo3lNM012m7t71cLqd15Dr5x7Tfx1QPxjRlHkePJiYmLNBpuVy2+yyYgwuBbpF5J0wOex4MaYN7JTiygB+BBCcni8YnskLIm6RjyvP4OHKPW55sz30PGT2hC5upF4ts+zkgq2XHVH6I+qHetrg+NVW0PuC5jHHJM1qj0dD5OrEgHVb6UC4gEBAICAQEAgIBAUNA/Sqi5IycsOBWKiOSOeGkf8jJgBK+GfwxqT6RKKUUi5Bf3570T+/J+iftjdemZqMlDfUJbay3ZGOtJXVN9RXFzukjnz7z6buX+pD2EU+4XWtIAgIBgQQBNU9Iq95S/6uS+l2bBFxca0qzpsc63pobTbtu44uxmZCd0FrwpzKG005YkCs6EUl8MpbUsNKpWOITsZ6PhACQ4kSc45+IaCJhu34EQg0BgYBAQCAgcNMhgM2tqf5B7E3eBlpXPyF2yoY+t+p9VR9wybM7406ccxJF0RaKO8fO+TxyxJtzTuI4lr6+jAwM9AsBj4aGhmR4eFhGR0dkZGREOD5x4oT09/cJC3LFcUriODKe5YBbs9kQbMvLy8tqk11UX9y82bOnpqbU9otNdsJso11bILbZnNlMsRtyngU4isVJ9S1OWdlZtfuX1U6M3Rm7LAtXsQjI5CS+2cSeOq4+uTGjMbVPjqlNMau2xZza1XNqd/VEW5spm823bbK+Hsphk8cOefnyZatvYmJSbbLeJg8P2CCxmTbVZ3hAeDrZ0RkIncKPi1wsGOLlmjSMunzgb0xkG1eb87jaXSHvS8iaLTVrGGZ138uas2Ns3hyDq9/38vv9JE/OMCBfVjHDDj02Rt0JplfM74FvF9tsTjGdnJxUTKZtcTR4r9Vq6oeum00WuTqCHnCHshDYMubw84A5OoANHvt4vu1X8DLkVc7NlFefA9dIJyYK5hPAto+/YWFh3nwrZbWv40taWFgwOagX2ZAx6Xd0ASwgcMmqruQ6upTTdnOq03mr/+rVmQ4W2NHhGxm2E985t93pG3IOntbW1gUesfWjcyVbHGhSdSpr+j4+Pt7RBzCEEjz9fs6uZ1VX8KEkukAfgSl1b2zUTZ6oPec5x3xip8S545cfHeoS7fLSQ3prEWOAsYXvg75ifmAuBfOkL+ibhPw5xkPO9BN9RbfJTzn8bvhyGbP0E/P0/PyCzrXTmj9vc8uYzZ9juj9m+jCmc2miE9nO/EIbnrptcpxT3WDuyGr58TaNWT3MZ/ADH4xFxjWyMVaYB+mvo+4d8GO+Xlqq6L1oTv3g0+bvAy/4uWzfqSDruOk/8kHwSZ5uimwJbZaReqDL7ftFXucnfLX40ZhfkrmmUqnYolXIXiqxqNrm+2Fe5y3It+vn6bzWxXFer8ELvl/mMupcWVkW/Hbci5BzP/iRB6wpU2t/I0BdV9V3is8PXclrm3lrD3lzphe9PHBtQv2mE+qrpAz8IBNjH30Cb+pnrtmrP7fnZ1H9fbPaV2A0qXMsOMFLXnUr3+EHnjzl9H7pCXymp0va1/O2yOXS0pJhjk8XHuG1WJzS/BOmk5e1/y9fpv8hdIC5L6vt5JSubQvZkzbpj6zOgdwfxnTMXG73P+e62Fy15yDGGriDBzKTdugId8AcnWBsoXtX9b7k5c2bvP77jMvqx76sx1d0fG4nt5c9a/e7LgZd2TmX037IKUa5dpq18cM8ARb+XnpZ27mibYxbHjBJxn5F/etra/6ZYb+6e4QwhaoCAgGBgEBAICBw8yGg70f6uiSO37plnEQDkaRORrYYV2oktv2oX9+n1Pcqkej7lIg40a39jtNO9GWcPxH1v7IgV1P9rk18Q5pybKR+I/xHojYurSD8BQQCAgGBgEBAICBwoxAI7QQEAgIBgYDAdSPQ398vX/7lX75rPdhi3/Wud+2a5zguYvd9y1veou9kyQva5lZSqZR86Zd+6eaTN+ERdvS/+Iu/kJ/8yZ+Ul770pfLwww/L2bNnxTm3LXHtwoUL8pVf+ZXy6le/Wt72treZXx88bkLxtmUJ38af//mfy7/7d/9OnvKUp8jp06evkRU5P/dzP9dkRL9q6hPftrJwclcEnvSkJ+16PbmIjynZv1EpbX7sYx+T1772tabP6PXJkyev0QXOMS4YH7/xG79hvhb8HDeKz8O2g3wf/OAHbWx/0Rd9kRBw3rnN4xo95xoYPPbYY3IrjePD4nIrl6N/isWivPGNb5RXvvKVNn/Rh85t7tdMJiPoM/M0ffv+979fbtY5jHsQ8/GrXvUqefrTn76tnjrn7HzvnIxf9Fbuy8D7bYhAECkgEBAICAQEAgLHiIBzTv7Vv/pX+2qB7/iS79X2VSBkekIRuOeee+TTP/3T9+SB7x/5vcGeGY8xw/T0tL2LfOM3fqPZjnhXdm7zuwjvnbxXcOehAAAQAElEQVRjYmPifZT30mNk6Uiq5t3ir//6r8028PKXv9zes5DDuc2yOeePsSHxvoWc3/u93yt/+Id/aHGLbgU7ATxi43rZy162yRYWx7E8+OCD8opXvELe/va337Tvj0fS4aGSmxKBZBwydzC2HnjgAUEvnfPjzjmfMv6w5WIT+d3f/d1bxkaXgI6cjEFs6tg4dpKTOYjr5MP2ju0kqeNmSZnfsav+9m//tnzXd32XwC9zIzYp53x/OddNOc91bD/036/92q/Jv/zLv9ya880hOgFZ+Q3JdkXB5VM/9VO3u3Tk525H2+KRg3SbV5iMXcYg/g78Hts90znn7bHMuTwfkf9mtjE/0d3GPH0n2Lh5H/mjP/oj+ZIv+RLp1RvmeHTl+77v++Qf/uEfBD17ovvkdm0/ul0FC3IFBAICAYE7BoEWMRhb0myIUksIsNjYaEl9XTxtiAVeJCgjP/xpkV/BIU3iwYkT0Wc1cZGTKOVs8S2CPg4MO4H6B51k+kViAsbFovmUnIhAEraAQEDgIAiEvAGBgEBAICAg9jFpSx9MCCRXrzcsmByGboIfYfAkwAsBWAg0cvnyFQtMRkoAnrGxcSFwWTabtcAk2WzOUvJDBKsihZL9JCWYC5SUyWodBHahHeqmDYKDEUBlbGxM680K9RAA5+rVqxZkBkMGRop6vS4EYmnZQ9Xx9GpSN4442q1UCHBE0JxpcyJmlf+E58uXL1sgFuSA9zHFCbmyPfiwjzwQgV4S8sc5k5V98nnKGgZgRH0EfLms/UHKObCkr+iz+fl5IRAPH5OCDzzvhg+ycR0iOBRlCS7GR6yeBx+o7LLKRX9ctna7gWyQDR7Gx3PKoyf48UTwms2ErFzzae+1nMqd69Th68uqjqFnY+owGjNcLysfyE2K/hUKkzIzc1XK5bJUq8vqlFg14xXyHI823G616kuJidRqzwekTWERHDBsNlud85btJv7XbDat79F9PqrhhyQYdhkXhULB9CvRPfQPQsc5R8oxgZMIZFhQvfKBxZJggxULcpUEt7p6dUa4Tt6sju1EJ/24H5fx8azqMpRrt+t1nTZoy1NO80BZy89Y8uN7TPX9ip4bF/iB/9nZWZv3lpdXhKCC9M9Rd0UXv1UbS8g6MzMjk5MFHYdjOv4uK12x/TGdl72MBJxK5PQyetn8flaxAV/SrM6TXsYxkw+sOM5anry2M2ljmWBajGX6sFwmQNmcgAHzP3iDSbeNnOLr2+Ic+CZEXvpoRucH9AB9oM6D4AcmzKHcZwiixfwIf0n/M08WVLdok/aR1VOXp+Q8fJN/ZmZaZmfnrT+Rc21tTep6/2UuhvbqV/JABH5EH8o6981oPxHwK8EovymwXF7y7SBzpBA8TkzkDXPKUR6MqIv7GzghK+eKxSnVxaz2/WWlzQFSff9l23pMXyR0rfxZ7ees6sCY3hPHVH+uXBlXXfJEPXnlmaCJZe3zlZVVG8t1u783bA7aC5eDXgdD6gd/2ltcrGi/XJVisWjy+jF9pS3zFdVZ7nvQuF1HFggsfR8nMoNBF/PuNc5DWcNrXO+ZyH3lypjVnbRHCmUVq6JiTx/QFzx7cI+GZ3g/qLwhv0jAICAQEAgIBAQCAtsh4NSvYhSJROpvSfc56TuhvpghJyzK1a/7mQGRVMZJnNI8kQj5eYuC1Kpif8KmJ1rqG2rU1Se01movyCXmG+JcU8/jOzpG0wVcBAoI3J4I6PgS7BPtoIstAi7qOGvaglxNIbXAi3qdfAYCZXTA6Z8d2uCNnUTqX3U61uMBJwSATJ2KJXUqkngwEhbqcprHqY9WnIiRhC0gEBAICAQEbiUEAq/7R4B7ZEv9g97+uaE2yg31CzSUmvuyxznnxLle0ntpFEsUkXpyzl/fP1f7z+mck1QqJXzcPDAwsGVBrlFblIsFuQYHT0hfX5+wIFcq5flzzu2/Ic3ZUrCwFWNLxHaKrRm7HfZMbHjYovNqg91M2AJzapv1KXZC8mHDxW5NWeooq30X+x+Eb5YfdRbUP0H+rNoIx9Se6m2I2CjH1TY5rvbFrFLOiHzbU05t5znNg/9h3Gyx1HNZfXz4+qi3oLbtGbWfwwO26lrN22WRVcU+9B941dXmja9mqb1gDPIiO7zSNnxA8ASNqc14TGXF75dVubNte7JPcypLYn9N0u65BHfq7iXKYr8lzVqdXSzGtD3av6w+x8cee1ztwJcVq5z6fIsCr/TF0tKSsAgLYwSZDg1IuyB1gC31YeulfnTA69CE6oonL0NOj/Mqt0+RkfNJOjExYbZs9AX/0fz8guC7KKt9Hf2cV19xqTStPibv36HPsTsjN3bpbBsP8PHk2/L7WS03oT6wovlsqAu/wcrKisA3MrRF6swBIn5MOedTucEbPMEbi/lg6wdXsGHMIS9yj6l+ZVXuBEewhDj2lFO8s6oHWU3z5j+hjrk5/HMVWWn7LRAtmeecc+KcJ84750iOgbq+WvSoS8fQ1A2okjHA/FCpLMnc3JyNOXxVBZ378uor6vZHvj0OuinX8jrf0reTk5M6DqasPGOWxdhWVE+Zp9HbUqlkfTmm4515xhNz6VZfT077nTGQt/aon3YYD36f6zmbf8dUj8asPuZV6hnTsjkdL1MmC+Ma2dDHuvq46KujhtTjt2p+a/BDTrCAX3i7rPM8so4pr+Pqr4ayqvtZnVfJk8jm07xilDMZuJ7VfOSnLPX4uWPMcKGPuvNNWcrlivFQ1vvY7Cz9yHczk5YX3CDfRq5zLpeb0PbyepzTFMrrvFvQuWbG5jD6jnstPlDk3A9+5CHv+vqG+tBrQh3Mh9zfuO/kVae6hLy9lFNe4AeasLkPLP3YnzNf7vJyVehTeKKtvfqTPFv5YV4GIzCk/oLef5nH/bdTuQ4WedVtKJfL6zlP6HpJ53PKUw86xjyHjOg9chbVt0mZpN+Y7xMd4L5Kn2a1b5P+9+0is28jOZ9VHclqPuqhPDpAOq4+zbziyKKi3CPL2uerqyv67NjoPDMi917YHOY68zs6Ua1WVUfKqitXddwXDR9489+UMa6hMfO5jo+P6Xjlnp9V3c5q3i7G4LQz+XxZxWC8PXZ6sWA8gAnnsooVmPBMxzikX2q1NfVv1/VZuiHwfVyYHAbHUCYgcLsiEOQKCAQEblIE9LWIVyOnfhb8LZH6ZPDHxEOxpEZiW5QrPqn2mX4nLuVEIifCn5Kw4duxlPcg3Wn7hpobLfMFNfENreu+Ukt9r/hmW+obUtONPpto/vAXEAgIBAQCAgGBgEBAICAQEAgI3FYI3O7CPO95z7MgsbvJSWBKbKS75TnqazMzM/Lud797x2oJLrmfoMo7VnBMF/gNLQtwvexlL7OAaXfddZf863/9r+Wnf/qn5Q/+4A/UZz4mV69e3bF1rmG/f/Ob3yw/+7M/K1/2ZV8mBJAmIOp3fud3ysc//nF990xeXHes5lAX/vEf/9G+eXDOiXPX0uDgoJBnu8qxR7/vfe+zRdJGRkZsobfXv/718uijj6ptfeGaIshJfmR84QtfKHxvwQJrf/d3f2c27msKhBO3BALoP4ER0XkW/HvqU58qP/zDPyzoM3q9vLx8jRycG1PfJ+MDHX/kkUdMH77lW77lWPX9Gkb2cQI9/+hHP2qL6yHf53zO59jYZq7CB7e1CvSca2Dw5Cc/2cby7/zO78jq6urWrDfk+Gd+5me2HdvOdcc7AUCPmxmwunjx4q687DbfHCV/9CnzKrrHPHv//ffLN3/zNwv9xPxFH25tDz1Hn9Fr+vZZz3qW6SxzGfrP9a1lbuQxvP3Yj/2YIAv3IBbeJKjrP/3TP9k3BdvxQp/0zsl860aQzze84Q3m+96uTDgXEAgIBAQCAgGB2xGBINOdi8Cnfdqn7Uv42dlZ+45va2ae8Qmc7lz32dq5a/dZHGR8fHxr8WM/5pu/z/3cz931GZzfOPzt3/7tkfDCM/aRVHSdlfBecenSpT1rwQZVq9X2zLddBt4BnLu2r53z53j34Xl7u7J84/nWt75VnvnMZ8q5c+fsXeR//a//ZbYj3pW3lqEe3jGxMfE+2t/fL7zDgTfvNlvzPxHHyMS7Be9Y2LN4t3jBC15gtoHf+73fMzsRcuzEG9+k8k6DnL/yK78iX/d1Xyfnz5+3dy5sbcdpN8L2+fznP3/XccJ79Vbewf4v//Ivhfd+3gt///d/f5MtjO84s9mssMARti/0kn7jnXNrXU/0MXMFPDrn9de53dNP+ZRPsW9jn2i+Q/vXIsA3xT/3cz8nvNsn45C5g7HFN+To5dZSjD/0EpsIC8glNrrjHntb+TjI8VY5GYPYm5mHdpKTOYjr5MP2ju0EWcGL+g7S/lHmZe577WtfK9hT+X0i6bd927fJr//6rwv8cn0nmxPnuY7th/571ateJU972tNs7uR+8cY3vvG2tu+wENtOffGMZzzDbLI7Xb/e89wDuA9z37tdbIsHwYT7onO73yu45x2kzsPkZVzzzOXczrxw/93Jv3WYNpMyjD98gi960YuEZzPGLmMQfwd+j+2e6SgLz8y5PB+RP7ExM2//xm/8hv0ujHzXS+Dv3LW4sDhhPp/ftXp+F8cYcu7a8s51z/E8vGtFh7jInHbcNu5DsLVrEfp0Lz3cDiuen9/0pjfJOX0f+Nqv/Vp5xzvesWnORsfQlV/+5V+WZz/72TI8PCw/8AM/sKOtX8J2aASiQ5cMBQMCAYGAQEDgpkCAz6haTRGCKtY3CLTYsgW4GrrPwlwN+9FPS8jTWYCLQj3cO923HyDpXYEAj6mMSOaEk4GTkVGGAHEZJ1EsakDyJBSSsAUEAgIBgYBAQCAgcJMicNOxhUERAz1Ur9eFYGJLS1Upl8syOzsnOC0xMhQKk0KAl8nJgrBPIJdicUoI+EKeWXVaY9Am0AvGfcrj5OmSD8JTqZAuWUAegsMQDCnJQxnKzs8vyPz8fLv9q0KQm2KxZMFUaLtgQWngo6Dnpuw6H1VShvpZlGR9fV2QB0MHsiHnYcGnLERdLN6CkYp25pXPq1fnrH2wgK+C4uQJ/iaNv60YzatsyIm8UCI/dW4lMEquk5KfhXEoTz3gjuxglLTDMefnlT/qg9/19Q37EB4ZdsIDGRMiD0aglZVV7atFMw7Sz0k7BJOBNrc5p/nmre/gLyF4TggZIPiCkK9S8fpQMd2oWDAjzpfLi6aHibzoFjp29eqsYj5juterm4XChBBIiXPwRT7KEvAGvV5v6wSyIedh9eF2Laf21W1FI0CB6AvLrYYZ/NLXjUZd54INCwzIBxgrKytSrS7ZQnXohqeqHlfb59nnuk9x2EPk83pZNh2f7cyPJRvnkxborWg6yHzA+GC8MB7nN435RR1TFW2vYmnF9H9J9b6ihM4vmmMffZ+dZf6b0fp9G9QJef2+quNjQQ23VSHw1PXOdwle1MPYBytkZgwhA20ythhjyEpaKk3pWJwWxhpjc17nHPJX2mP5U8l99QAAEABJREFU2tTLV9b7C/MDZSjL3FIqeRmplzmUNmiPQF6zen+ZNwzLhlFFMYM37lVQtz99n/lrS4pxQvRtVbFaFvq/VltTfVhTvagLC1Ai+7bKv81J8nq9agg4gT0fZ+F4gRJd6fKwM0/cq1Z0jq3Vau0+ZJ6uS8uMBNs0vsspeKqr4YF7VJefqur01vY53nze88x5jxf4ouv0EbjTR/QD/UH/8CwwMcH9rajzcMmeE9AR+pP8Ze1f5nnqqKguJFiwD3Ge6+gK+WfbY6lUmlZdn7JnDNph/Mxq35fLCzpWlrTvVrXf1u1e1tKJKaFdYNnxEmUbjW4f0g8V1at51WH0kXHGOC7Y88ZE+/lnUvkrmszwNjNzVZ9TZvW+N6dzwoKO27JRuS1/RWVHVtKK1l3R414q2z3Oj/d51e9ZxQEcZ2a4v5XM4cI4wDk1MVEwXIpF3z756B/0n/sbusjYRQ+QbUfBw4WAQEAgIBAQuNEIhPZuRQTUv8K7kVOfS5x2ku530jfopP+kM98Mx/hpuEYeF7WFVN+OPqK0D3iDEn3WVLJFucR8Q/X1ltQ3lNZFU3+NR7/ecp0Kwk5AICCwMwKMN/W/tuo6jjaa0tSxZQtwJamOM4IuCnl6arGxpmXtlI5dG8M6zqO+SOIBpcFIUkOxEPyR40j9rxKLmN9V5wYJW0AgIBAQCAgEBG5zBLAr7UUJBM45ca5LlMM2hc0NOxX+GOyU1eqy2vYqZtfFloUNlfPYVclDXspQljqgpI2DpM45YVGcOI7bC3OlbXEuFt/q7++3j+nZ50eqqVRKyEd+55wcZoPPRqOpNuK62izX7Ee9yMUCQMiMrIldtJtig8U2u6R22y4l173NdEHtjfNqc/e+AWyy3kZZUN/DpNkMS2pLx16L/wA/AnbCctsmSR3eBrmkuEMVTT2Rh7yUmVW7q7dDTlm9tIFNFvsjttEZtX1iv4U37Nfe/tjQd5ym2q+TB6qdkQOfXsIOT59jE8dm6u2hs2Zbxs+AnF6uaTuHTRoesTnDL3zDDzJspkXTLeqEvOxe3t59cIGSstRFvdRPO8g7PV1S+2+Cx6TZYyfbPnH469pkl8xWjTzggu6KyM5g7HIlwYgxsK5+XLBmjKA/Xb/Hkvo60J3edEl1CF3yRH6o0rZDl1UfwBie0RWwRQb6t6B+bPqafuYa8oNDgjE4eeriiB7A1+rqivoyaqrz66b79CsybBXxkMNqazX7PoYHMKQ/6JcV9QNW1B5PH8+ovR1ZwWB6uqtf4ANOyAZ2npYUa6ii+C5rP6/o2F5VWddN71nEj/lkcPCEnDjhKdn380vK5iEYd+5wcwtlD057j8mD13njStB/3AvW1Y/PGKD/mCuWl6vaD1t1n3NL7X5iHEC957zelm0MLKgPZ87mFPrf63+h7e8ptufTaZtvGQfoBHPD4mK5Pa8sduZP9AldIWWuKWv9jBnGDvMVusUY6x1fMzqPcp281WpVdammurRh8yjzBnIfBmXKgRe6vrq6ahjBN3yg68hZLE7ZfEaK7Ix1rnsZF9S/vNiWsWJYVtpzR0XHDfItLi5qngXzfSGDn0umDbOi+qmKW+qf0XE2NzdrPjLKQhWtE7kTYox19+nDqrUNrlzz6ZLJgw7g70ROxnaCF7LvhRl5IMrU694PiG6B1fLystWftLU1hWd/Dp3yRJmVti+XeliIq5enw/CT9N2KzlVVfU7y8oMH1IsNx56PquqQ522prZeL2ocVw3xubs70HB0sav8wx3ua1Hs8ul6y6+g5eb0elLU8dUCVdp3dlD6E0C3KeB3o+i9piza4h6Nb5OO+hc/S9x3PDNc/N9GPzO3MDfQFPPm5/arpIzww7gptf25B73FgwFhgXML3rPpfkYExW9axC1FPQnyvVlHd7yV/raLjoGwYUxbcqAd5GVO0QVuTk5P2zFBQHqCijg8/JuasPP0LLshxEN3ZS7fC9YBAQCAgEBAICNxSCPB6BEUiLLplPpkTkaROxRJD6pvhHNdcJCKQJp2/3scK3TffKotu1VvCwlz4h0jNV7Sudgs9L3pdX+Q6VRzhTqgqIBAQCAgEBAICAYGAQEAgIBAQCAgcGwIPPvigEJR5twY+8IEPWMDc3fIc9TWCTH7yk5/csVqC242Oju54/UZfwIZNADQCobEYEcF3sTEfFR/YmQnCxyJkBAp/5zvfab9xOqr6r6ce7NRf8zVfY3r09re//dBVUfY5z3mOBTC+meQ7tEAHL3jLlsAnRqBsAtiy+A8BKPG3HFYg/BtveMMb5GbRd/yA73nPe+SzPuuz5DM+4zNscb3DyIcP6ZWvfKUFxCVYN/UeFqNQ7voQwH9GH9Cn6BnzK/Ps9dRK8F/0n4WwCKBJG9dT30HLEvz3i7/4i+XChQvymte8Rn33xYNWsSk/QT5ZGO/UqVPyvd/7vYLPclOGcBAQCAgEBAICAYGAQEAgINBBgEWmX/ziF3eOd9rhmy8WFNrp+nGdx67z/ve/f9fqP/uzP9veVXbLxAJL+7HF0F69Xt+tqht27UlPepLw2w2e01nY6Qu/8Avl27/92+Xf//t/L7/1W78lf/iHf2gL8vI+e8OYEhGe3wmoj96A12Ha5r2URRx4p2ERh49+9KPyRL1n8h0kC8nce++9Zh/iHYvvGQ8j13ZlsBNga8NuRBv/83/+T/s2eru8N/IcfP3UT/2UoFdXrlzZV9NJv7Hgxld/9VcLdrV9FTzmTHy/yuI/2Of20xRjC/sdC0/sJ3/Ic2MQ4F0evWJO+8Ef/MHrtumj48nYe+ihh+R//+//fVOMPRa3xGZxVHIyfsHr7NmzZgNhTrsRPYbtKFmYEXvOD//wD8vHPvaxI236gx/8oC34eLvad/jW/u///u93xIxF2vgt544ZDnmBvrvdbIuHhOKOLYb/75d+6ZeEeQif4P/9v//XfrN1vYAwj7PAG/WySCbPjNdb561UHnnvJBs3esQimN/wDd9gv63aT1/hj/v5n/95YVG17/me79l3uf3Ufafn2foJ+Z2OR5D/yBAIFQUEAgI3DIGWtBfjakl9rU3rLWnUW9JUOyXB4JqaR/92ZsnpJSXiNESxSCrjJNMOAMnCXAR/jNMiXJewBQQCAgGBgEBAICAQEDggAjjxcBJhXMT4zkv+4mLZArLk8xMyPp6VbDYnuVxO8vm8BSgisAgfnc7PL6gRYNGC1hAshsAx1EFd1Jmw4pwzxyjO0V6K41jiONLnGMhp6oTN89RQw3/dAnrVaqu2iAoBZviYkg8GCZ6Ck5tFKnK5vPEIr+wTVGh+fl4IbEJgFgLjwBP1Uv9BiXKemsYPgWRmZ2fVmTZpuORy2U3twxc8JBgtLnqMwLZmi8BsSL1OAJpmx4nqnNsWoyiKOued68WnKchUV+c38tVqNVlZAacVw6raDtxTrVaFdukbFmqhDH2DPLLDxjWIfOSnLHWDP44KgjAlKecwJiVtwEuiA5SlDuqCaM45Z/3cKxc6AEVRrPoQb5LXOUcxxalphs5Go659sCE1xZE2ka9crgj9jRMY3QT/vOpurq2z/JCCoDiLqtfwWlOs4DHhyRq4bf8dRjCPuYgT4HeOFPK66Bz7nuQm35zzfDoXiVOKbDzFpmexvkTFcUpSqbRROp0ST2nJZKCMHqeNUqmU5kmZtIwH9H9m5qp9DI2+sVCO17cJC/zE/MBchX6ip4wLxqofDyLOOYGX2OZAz08q5VPnnLChn5Spqa6jt4s6j3T1fErnnwmlghDsCafU8nJVx0VN580NmxsoTz0HIcowNpCRQHeM9dnZOZVzSuc65tls+x4wpfeIqzbuFheXdO5Z0XG5rvNa3cYpbTrnTMZeOdl3LhI22mo0GlqO8VzTeWtF7ydLgiwzMzOGY6EwqTJChXa7Jb0+b+0R5DGKnMRxpH0TWz/5fvN9lk5vTVOaJ6V5PcWKfRTF4pQf55zonxx0c85JFEXGQ2y65OtO9CWdTmmb8JGk7EPd4yRvrPxAzkXilEScHHRzzgn8QNTl6+62l1Jd9zzRfkqx4FpG9T2jfGbs2LnI+hA9QAfoD+bVvN7/s9msPgdMCDrPPY5gr1yvVNCBVSG4GuUIQkv/OpfwEwv8JAR/kHNO22qZ3jBGGCuVSsX0Cr1m7qZt2iqVpi0gYrlcVl1Z7ui5H1MtvUfsalWR7TbKrq9vqD6t6vPCUrvdadO1sbFxuXJlTO/tWTsmcBrPHYyHsvJQMZlXbMytr6+bDOhzi4gv2phzTpzzhKwJgUGy75y/3mq1jH/Kgx/jb2VlRXmqWpA22gQPeGDRyaw+k8EbzzwEmeNZg/mB/qIsgQCpU9kIfwGBgEBAICAQEAgIXCcCersWfcyTVEYkM+CkTykzIJLuc3rO2bU45p4u4kT0nq7/9K/zZMKOEo8IUDNZmIvFuPAX4SvaaEkzBIRT1MLf9SNwZ9Wgj9HS0rFjARZ1PDWUCLSY+F7tOuOvBxY99EftHafvlAR3jNJOYvW9Rv2RsAhXPKjpiUgiHetcZy6QsAUEAgIBgYBAQOAOQIB7nnNOnIP0Xqi2T+fY9wQEzjmSbQmbFDZtbFTYtypq65tVXxp2PuznELZFbF3YurFpVdWXhV2w18bWbLb02bp9w962pZvnpHNOIn2miKLYbKCpti+ha4fFBruVMpJOQ2ktk1K8I2HDNri8vGx2SjDz9vFC20Y+aTZzbIHz6pvFNwfG+A8oh20R/KnHuUjrheKeNJYoirisNtmm+RDAnDoqauukTuqmXfwd/Cgqq/bgYrFoi9lUtC9X1AdJ39LHSVtW4T7+kb/ZbJpdlzpW1P5J3+PHrWj7i4sV9Q9UzN8MBuhETX158JjIh4zUAVGfb9aJc56Qby9yzlkxylMPdVI/POGLhqeKysqiIvgVS6WS4Z9VLCCwASN8GPPmh14yGzH1UCdkDRzgn3NukwxxHKutPqU6ktK0V3e2HnevZTIZzZvSVluG8Yr2FXLMqn8HGztjL5vNmywltbVzvqx2bvRo1RbYSmzczc7Ycy4Sj2esepRSivW4l7jutE1Ikxv659t0zqc0TX+uq71/dTWx9y+oH2tG/VtFtfPn1LeRl5L2J/1GP9Pn9JuIM+wymbSl4I/cjOW+vj4ZHDwpw8Mjctddd9sPJC5cuCiPPPKI0sNy6dIFO3f33XfLyMiInDx50hb+oyx1OOfEOU9y5FtSr9OaExJtT27RzSnvTnUsUoqtL8AxobT5/FI6Lnw/pczflRZ0H+I6feecUx0W9T2u25zC/YZvR/D5kDKG8avg75mbm1UfzKLOO8v2LcV629eDLoluzjnlJTLdT7XndvoVcs4JG3mZE9En5q5yedHmTOov6Vgrqc4Vi1Oqe9M2tzPnkZd5B/2j/GHmjUajYXMPY3hubs58xcxN3GPz+YmOX4t5vevHW1E/3pr5s5I2nXMmH9h1KVK5E/laes9o2LzCYkKMHe7djCPmwaLeI/LqPwRb2uSGOgMAABAASURBVC6pzMyd4MBYREbq9X2U0f5KWx/SX55SnWOPcdr6Po5TEit5rCPTDWVVDrpRxjmn8iBTpHXHSikj33660z7H8OBTzpOPNG35U6lYkAWeIr3vO+eULznQpkW0jDN+qMvXSTupNh8pawsediKwpCzYMteXdS6f1WetkupaoVC0uc73R1H1At/qnPrWF9TnuKT+1a4OJL5cEdfhh3rBAEJO55ywoafoea22pj7VFRtb6ADji/HE8wr6h97T/+gc31OtrdVMf6jjeqhX1qRNxjJyjo1l7Xs2jos61mZmrlrwOXBhfKzo80at/TyBDMiC/mMzgif6Ell7KY69vjgXiXPOiLyUhRfGL3VSN3LSVtIH8MGYgOCP+y/4wNfiYtnmGsr38kLdgQICAYGAQEAgIHDHIeBE8L2YT2YwlpT6ZKIBvQern8ap39UW49L7sDixrWshcskpdcrqpaYm6ntt1VvS2mhKa60pzZqS+ota6n/ld3rSLawFwl9AICAQELjVEAj8BgQCAgGBgEBAICBwJyLQ398vLCCym+zYJ1loZLc8R3kNu+qf/Mmf7FgltmsC3O2Y4QZewEdKwDMCnxEADX/FcTfPQmUEpHvuc5+rfsnscTe3Y/30E0FYn/zkJ8tu/bVjBTtcIAAq8hE8tlAo7JArnAaBxx9/nGRPYqG4PTMdIgM6QODRpz3taccWrDbRdwKVP/bYY4fg8vqK4KN66UtfKp//+Z8vH/nIR66vsnZpdJxg3d/93d+t/rTl9tmQ3CgECOqJPtEHR9WnvbzjMyeAJm3QVu+149hP7kME4ScY+v7a2H8ufJYsuEfQ+5/92Z81X/7+S4ecAYGAQEAgIBAQCAgEBO4cBF70ohcJiz7tJTHvz3zLtVe+o7rOe9uf/umfCuludX7VV32V7PXuiA1przy08e53v1t4l2P/iSYWN+EbPOwLfGOHfev1r3+9/Nqv/ZqwYPJLXvISW0yJ7ydvBK98y8fCVbxHH3Yhru34pC4WkH7Vq15l31tul+c4zmEHQ5677rpLwJr3oeNop7dO2vimb/om+dRP/VRB7t5rN3IfvXrd614nLMh12HaZD/72b//2sMWPrBzfo2Oj+KM/+qN91RkW49oXTDc0U2IbYKE39Krb+NHtMYd+/dd/vY097IF73VeOruVuTYmcLA72hje8oXvhiPYSG8j58+flTW96k/0G7oiq3lQN2IEhdvXrWZhxU6V7HCSyYd/55V/+5WOTbQ82jvzy2NiYLXK5XcUnTpyQZzzjGdtduq5z2Puw+90utsXrAuMOLMz4xQZ76dIl+f7v//5jfe5ikUxsvvjK+O3O7Qx3Mr8jL/getay9c+DNYuPmOfr7vu/75I1vfOOhxeW95qgXcjw0M7dBweg2kCGIEBAICAQE7mgE+PGuBVncENlY81RfF2nocaMh0uSHQErJj3347ZD9UqglajjtQsd5p3eFKBaJ0yIswtV3wknfoJN0n0iUcsL1bombZC+wERAICAQEAgIBgYDATY8AhiWMFDiYcBgSTKdcXhSCmbDY1bgtyJW1xVgIGoJzk4AqOMYWFuaFIGnVnkWfqKNeb6ixt6nPM/pQ00bAOSdRFEkcx5ay78kfOxeJiNMyos9ILS3fsIBA6+sbFlCIhSYImkIQNB/QZFoI8JLPFyywTDabEwLE4TQguBgf2BIAhWAo6+0ASsgqB9wok1Cz2bKPFOFjdnbOApcRwIy2s9msZJVoH4wwnBFwBj4WFxcFjFZWVi3Q0caGD2zW1IdB6oYl55x4PKJO2ouVc/q8pyTtjXKUr3cW5FqzADg412jLE4F1li2wS4IBZSDKt6vaNuE6VNe+pOzKyooF6qG/MZolKVjQJkaltbU1w2djY8P6LmmHenobcc7LgrxexlhljrfRDfKJ6QR1oKMJP7S1onhWq8uqg4syNzcvBLKh79ELdDerOkF/EHxndjYJqlVVPGrGJ/z18hX2NyOg3aQnnFEUOe0jJ855kltoc87zjL5B6FwcpyRWSqXSkkqlJJ1Oacp+WvevJfJQDj2s1dZU5yrC+GYuJMAY+sb8SMo55sdyuWxjZkXHDvpa17Ha1DlENdpwjONIYp0PoVQ7iBf7URQZurSFzlOWMca4Q8+pmzYI6ETbMzMzwrzIWIA3xivlKG8VHeBfU+ck+KSelRU/tpCzWCzq/JYzol3GGe0yv8EX8zN8UpY6aNI5pzrjZUQmZIOcoz8UBb09EOyL+cK3t2J4zc8vKLZXpVicsjmW+bRgC3MVLOAo18GUskm99E86nRZ+yEWaEOdT1sfpdv+mNKXv4zb2kfIIP04OsjnnrA+dc1qeOnx9KdWlhOAhZW2n2jpF6smfh6fUJn6QJ9Kx5hz1y4E3LWZ8xXGk8vm6U8ZTWnlItYn9tLab7jnOKHZ9ds45p/fflqzrvRecwXt6uqTPADm7x05M5O3eW2oH1UP3lpYqOq+uyJrdA+p6D2/YvO2cU3wg+Im1/pTy5bGKolhEuOc3tb2Gtreuday2dYD5fEZKpdImQhcZV+gb/KFr6Dkkh9gov67PB6urK+pUW7JgiCWVq1AoyJgtyHWlR+cJXDej95o5gYelpSWBD56Z/EJkdZOjqWPc8+PEuUiiyFOsYz3Z700Ttps69hi3jAfG0urqqj03lPV5jHHPM1lRxyHjL6v3Nr8g17j2xaSOl1mbk+gvxlK9vqF9gKEpqT2kAYGAQEAgIBAQCAgcFgF9nBF9bVAfjBMW4sqoTybT7/RYJJ1xEqedRLEI+YRNn3HN15Okeg4fEaS3e8FXxGJBjY2WbKy3JPEVcZ48mj38BQQCAvtFQMcZwRQJqthca/kgizquLPCiPpcLj8Skmm9TlRy3ibEbxfrszljuiyTW8U3Qx60Lcom+p22qIxwEBO50BIL8AYGAwG2NgHN6b1TChuVcJM7ImczO+dQOtvxzDlufPuOqHRz7FraqSmVR8M0U1daL/Tyrdi1s2tPT02pnm1ebXEVtbFW1C9bUPrihfqWG2dhaLW7kWxq4KQ+dOOcErKBYbYCQt8mm1B6a7iF/nMmk1RYLZdQ+mzF7qXNO2LCvY+efn583uyh2ykLbNk4KjjMzV9UfsGB2VGyIYI1NEXt58k4R6bNLFMVWd9zmiTSKIppR22FLca4r5mvmV8TGv7Cw0PaxTcnExITagrNqG82qnb5ofVipLFle317d6rDK9vGv1WYMG+jGRl19vrS7an2PH3dJ7cvoCr7UJbO7LqtOrGq+Wtunim7UleeGEfUlBHSenPYDFGkabZIduRNyzmNNefgBc/DzduKa8rRsegke6G5iL2ZBjazqL9gk/UA/wW+tVlPdratNnIdM6aRywM051+Hd61BadSRtOpROp9pp2s6l2/6QTCaj+uSJMkCNPCvqP8WPi00dfpPxhx6V1O4+qz5ub9uvar+uqi6smwxNfTkFG2VFefH8eOxiPU51cPXnItN/58AUkhu6Obe5TfpzQ/3vK+qTo1/owxn1n+Ezpv/wFyP7vPqgqtWq6RY2eaoBu3SaMYmMKZUVHUrZ4lonTw7KsC3IdZfwg7eLFy/YYlwsynXx4kW5//57hQW5RkdHZGjIL8gVqyHBOWf4yDFv2oy2I0o3pj05pg05Er1ivoJSqbij9yn1t6H36XSqMwZ8nzEm6Lu0UMa5yMYgY5oxgA6g//h8umN4UufYaZ3bvL8HffC+njVhjmq170HOOYEn6t1KnG/pgEPvmEeYG5eXq+Y/mp2dte9suNfhz2UMso/uoZvJnIH+UZ565IAbZamHudkvyDWtPtSS+VXz7QW58OUyBzDWycfYgE/4TdpEjs2yRSpzrBQZR+Tj/rKxsWFz8vLyss2R83qfAtui+q3y+bx9q8NYK6mPDT92WX1bKzoP1esN65dMps/mqm6f0W8J0adQWvs7pUSatnLwFtk9zYlzTnlKSHd3/fP5nHMqi9OyUbs+6k/16BBt+eOU+lPTOrcmlDKdSyk/Kc2f0vJQrGls9TkXiYgTMZI9Np/POSfI41wkCfYp1fN0OmXt+DbT2l7ajtM9/LCfac/5cRzpnN2weyVYgznY84yVy01s6g/0casOoOeb5/suP/GW5wbn/PMdOoD+8P0A+tTVgUnTO3QBPYeXeZ1nWXyuVlvT+/b1P9Oh76vqy0UO2kBO7seMab4Py2az9uzCeEMvGRPlnu804IM5oa7PqOgzei26OefEOWd9EUUJBqSxnuO8vy66UYbxCi9dLFb0eayq435R55NZnVcYgwX1qefblNNnqbziU1Bf7ozlW1X/L+WpB6Jerf7m/gvcBQQCAgGBgEBA4BgQcJFIpH6ZuD+S1MlI4pOxsB9lImGhLuec3qelu/nXbX+s10QcL9+e1A+EX6ipvtem+oiaLMoF6XGroQX1T8IWEAgIBAQCAgGBgEBAICCwOwLhakAgIHDTIfC85z1PTp8+vStfb3vb2+z3JrtmOqKL2ID/6q/+asfaPvMzP1M+7dM+bcfrN+IC9ta3vOUtQnDO//7f//uNaPKaNv7+7/9eCE731re+9Zprx30CmzNB6wjCuqL+0uNo78/+7M+EviY46XHUf6vXic/x8uXL+xKD4JD7yniATJVKRV7xildY4HIWmDpA0UNlJcj2U5/6VPmd3/kd9Qc1DlXHQQv9zd/8jTz96U+XP/zDPzxo0X3lJwD8V3zFV5jPZ18FQqbrQgC/2Q/90A/ZvIk+XVdl+yhMG+jP7/3e79k3BfsocqAs3IcITvrwww/LjbgP4XN89atfLV/6pV9q/sgDMRsyBwQCAncuAkHygEBAICBwByGAfeC5z33unhJj73j88cf3zHdUGfi+jQWydqtvZGREWFBstzxcIx+LILG/G/Et3a/+6q8K38/tlu9Ou8Y7yfd8z/fYwlV8G3gc8v/6r/+6POtZz5JPfOITx1H9pjp552FhMRbi4n1h08UbcIAt4nM/93PtfYj3oxvQ5KYmWLzqR3/0RzedO+gBiye94AUvOGixI82PXh5kMQhskbyL8puGI2UkVHYoBNB9+uNG2QZgkrHHQkToDd/5c+64CTlvpC0eu+c3fMM3yLd927fZ772OUr75+Xl56UtfesNsqlt5Z76m7172spcJv6fbev1WO/7gBz8oO/kn8CGxeNtRycR8eTvZFo8Kl049d8AO4+c1r3mNfPEXf7H9luNGifwnf/InwjPX7egrY36/kfcx+vBmsHEj9y/+4i/Kb//2b1+XGvEciQ/iuioJhTsIRJ29sBMQCAgEBAICtyQC3GCbjZYQYLG+3pL6mhJpvSWcJwhjq+V/D8Rvg7YKyTXO89sh+/FRLJLKOGFBrsygExblSvc5idMi5JGwBQQCAgGBOxSBIHZAICBwfQjgIMSBCtVqqxYMhGAm+fyEZLNZpZxRLpcXFoMggM/MzFWZn1+woDt8NLyysmrBqwjg0mjUhTp5FnLO6XOKkySICWm8JZBLFPlQC3sBAAAQAElEQVQ8mlXYKEswFPghOApBkDD8E6QIh+/s7JzAXxJsBb4IpjU+nrXgJqVSSQi0Al+1Wk0wvjQajev4WLJlZVutpta1LvBBACPap91sNifj42CU1fZzQkAzMCLgDAG/CPgELxhzCVSzvr5hDmvkbNkDnxhGzrkOTmCUYEUKOedxogxlkcljtGFBkOgDcKpWl+2HFQS6YT9pl7yUoSx1QLLNxnmIfA3tS3heXV1RuavW38iDwwICC9pcXfX9v76+brLt1JZzXgbkSSiOI/EUaxq3MfD5nHPKoccffqiX/qRfabNarZpTgQVLZmZmpFSasgVK0FP6JpebEILv0F/l8qLisqxYrWo/bpiOauXhbxsEnAN36eilc66zL7o55/T/rfLnVKegSNPYdCzWOSiV6ga3SqXSkk6n2sR+WpKgVql2PsqIbmtrNRsHjO9iccrGO0Gfcjo/MmcWiyVB3wgKxRhkXK6trdm4aOkcwpAHviiKOrxQN8Q55zy2ib6j61Ud0zjP5tWZh54zvxQKBWubY+YZxiF519vzS4uGlN+D/FGGOXxNZWSxIcb47OysjSHG07jOsYwt5J7puQesrKzY/N/QeRa+qQdZEplIIc45h3w+eBf5k/FMHbSHLNRNGwULNjpp9x3aRW6uk5dAYc55DOmj9JagZN3jVLtfSdMWwIz8np9YEp6cg6/9o+WcE+eclaeuVCru1J1SfYISHlKqQ939tPLjKWX5UqoHUKxpZPU556xuOeDmnLPyUURdcQ8/Kd33bcIH7abTqQ4fBMBD39OKoXORzY30C0HV0OOpqWm9t+X1PpcVr+OTOtei51ct+GvFgrGumg5Qjvu3WjlExInT+uL2eCOF4C9S/XfOaVstGxuUY06vVCr6bDFv9/ipqZLqXsna4r7OmGMeh6+NjXUt2zRC3+QQG7pKPSv6/FJRGeb1mYZnC3SN4IwsepXV+zvjG32cmZk2JxyYcO9bUb33Y27dZECfqZOh5xyyQ75PkdfLHmk/x8Kxc1x37eeLlv0IaWNjw3Ck7qre38rlsj3P+AW5pmwsMBbHxq5ofyQLcl21+yBjdk3nGsbwYTE5BIyhSEDgCUEgNBoQCAgEBG4UAi4SiVKiPhmRzICTvhMi+GbS6pNJZUT0MU+iWMRF4jd8PX5v0399DRAIn5C+Ykt9Q9RXBOkzAL6ipj49adlNhcJBQCAgsDsC+uBNMEULskhwRfW/WrBFHVO2UNd246o9zrSor1vHLsEdo7STSMd11B9JfKJLUV8kXHNOwhYQCAgEBAICAYE7CoFIfXa95JwT59yOGDjnr2GTwoeDjQr7Fr4kfHX4aLBpQfjVZtSXM6+2bq5X1faNXXC97VvCtuhtbC3ZscGb5AJiO+cUm8hsfrHZQWN9T0hJ2uyvvWlin83oNU/YaeM4JVEUCdhhG8TOP692SjDDTllo+wHADRslNlJs5L32Scphm6QO55zy4ySOI+Uj1tRTpG0454StpS8n9BOY00+JbZS6aQN7qF/gIqf+tqL5Oypqt11VPyF9S1nqoK79UksfwOjbur4MUQft0vf4UCpqm0UXKtpGVW2iYLCqPsfE9op8tImM6AZEfUnbzjmT2TmnWEJe5lj7A7kTcs7nE90oTz3USf3wRJu0DR9gjG8Eu3RB/RTYibPqL6dP6BvstfOqw/QDfFKPVmv9SHpQcs7zBq/wndKXTXSomyb6Q4pekXrCtt/X16f9nbL219VHBL5gOqv+dPjFf5VVWzeylErezo3tGf7Ji/wJxi3VD/h3zimekVIvnnHnGF4h5+BdbtDmrB1t0tLef/Tnus4j9GNFdYr+Ya5h7DD3gMGU+joWFubth3jkpd+cczomU+oTTBuGKfX1IBfY9/X1y+DgSRkZGZa77rpry4JcD8vFixflvvvuk7Nn75bR0VE5efKkLeJFHc65jl728nkc+87RVlKzS3ZusdQZXmDPGIh1bqQPEvLjIa19BTEGUtZn6D+UVv8WZZxz7XGwbr5cxip9z5xGyhhm4Sh8Qdyf8L0uL1dtYSN0gjkKXQI8rUr1PRLPT7wpdc6Rxfw6jB3GUFXvZ4uLZfMj4U8qlbyPi3m1pOOObxkYc7Xa2iafklV0wH/wWKvVZGmpoj4kfGoz6k+bsjmbORw5GfvM6/N6T1laWrIfN8Inek95mnTO9ciYyBpZXzjnsSQ/8yTtLS8vqz+qYn48xlexvSAX2DK/TKlfb1b9ymX1ba2o742ysfYlfeQp3e7DzWkqlbbxRz8m+5RDHyDnIhFxoiwZyR5bNx9lnET2XOPlS+n82ku+TXQqfQ1vKeXLX08rf7GgC/DjyddNW7LHRh5IxJfZjp90Gh4g2vJpWvU6IfBL9qMoVt2rW5+CNd8llFTf0O28LZA2obowqf5VP9/j12ReXFG/5traelv/mjZWnHOKT2QU630zpfiQRlEkzjlhQ18SPaeOit6v5/UeyPiizcnJgulfSfUcXphnq3o/R9/w51PH9RB6tKL6hKxJm+g4ese3C1A+X5BicUr9yzM2JsrlRR0fVZ3vVwTd9eO7bn7lZrNtHFKmnEN2J8gbx5H1MWmk8kPOOXHOj4Vms6m4N+w7I+pcUTwZW2XV91m935a0D+CLPkjuO6QFfZabmbmqY2fR5hrGE3hSX0ufjyRsAYGAQEAgIGAIhH93GAJ6f3X4ZfqdxIOxUTQQicvovTd2IpGIOBGj7q1bNm16ntdX/EHSaElroyXN9aY0a0rqM+IYH1K43W5CLRwEBAICAYGAQEAgIBAQCAgEBAICtwgCDz74oBDAdjd2CbL76KOP7pblyK794z/+o2Dv3KnCr/qqr5Lh4eGdLnfOH9cOdmQWo/o3/+bfmH/ouNrZT73Yjr/8y79c/viP/3g/2Y8kD/K/9rWvtQDSR1LhLpXMqh/ohS98obzhDW8wP8MuWe+4S9lsVv7pn/5pX3LvJ2D6vipqZ2IhsM/7vM+T3/u932ufuTEJPo9XvvKVQuBT/PTH1Sr+FBbhQvfwhR5XO9RLYPyv+7qvUz9bicNAx4QAfjXm7Ne97nXH1ML21aKzL3/5y+W//bf/Zn6/7XMd/CzzMPehGx38FU7RWcY/zwUcBwoIBAQCAgGBgEBAICBwMyBwvTx8/OMf31cVfMPLd7vbZeY7OJ79nMPxvF0Of47v4Him8kfH//9973uffPKTn9y1IRZwYjGXXTPpRWT8nM/5HN3b++/1r3+9vPnNb9474x2Sg3dYFuP6jd/4jWOXmP7mmf1d73rXsbSVvDM/5znPERbmOZZG9lkp30SCK+9H8LXPYted7f3vf79853d+53XbqljU6OzZs9fNz2Er4J2VhXn2uxgEi3G99a1vFebCw7YZyh0dAvTfE7EwTCLBr/zKr8jzn/984Zvl5NxxpImc2HX4nvw42tipTmzStMu9e6c8BzmPTfV5z3ueYHc8SLnjyMuigl/zNV9j35ofR/03ok6+jWchn53aevazny385mqn6wc5f7vZFg8ie8jrEWAu+t7v/V758R//cX/iBv9PfGU30hd43CLeyTbu//N//o/82I/92HVD/OIXv1gGBgauu55brYLj4pfPyI+r7lBvQCAgEBAICNwIBNo/9mk2RGxRro2WEHCxWRfhHD8EEs1zLSvXnsS+G8VO4pQIwR4z/U4I/hhn9Jyed253A7CELSAQEAgIBAQCAgGBgMA2CODUIgAJH30TnAvD8+zsVSEQUbFYFKhUmrbgQQsLC/ZxOgFUcDISRIWyLP7Q0IccgqlRH84xHk2ciyxoCcFhCBLT399vRgMMB13ql0ymzwLcxHFKksAmsEo9jUZDIAyvGMNoj7ZZeCIJcELApJmZGQv0QnAh+CXYC4GNyuWywC9BUagj4Y+6aWMvIv/6+oYFR1laqtpiZbQHPj7ATNE+sr16dUYxmhMf0KYiBCSCT9pdX1+3wCy0jyzUSfuQiBPnnMmN0xusCJwGdTEa6MGtX7iWyWTamMVaXp8tm/qcqX1AX3jasDbBbGu7optvW3d2+ON6QvQrdSIHQXpIE6J+L5N/fqX/4jg23uARgl/6HkpkOnHihGwlf61f+vv7VCcyVgd1xXGkMjrjFJ7gB6rXGypjXeBpba1mfVS1YFeL4vtoRgh4NTNzVftm1oJDLS4uWt/UamumV9QHWeV34D9VPcVW2rQV44biuyHr62sCXisrqxbYibEHztdS1cZatXr4lHGzsrJifVmr1bRv14wHdOyw/YSMKqHK6HScOUudQ6ciiaJYidRTrLobRZEkKfuQc07Y4GNtbc3kZD5kjmHOnJ9f6OhXslgQ/FI2lYpNlxkHUCaTtmPGO+1A5IOcc+Kcoymjpo3rhhAAjjHH4oTVjo7Pm57TNvNOWec65kTmHcZls9m0Ovb6B58Q+RnnLMpY1T6kPsYRTgDGEAGurl69qnOcvw/QT/QRfNXr9XYAq+amDxWcc218Y8MUmZnjknnB4+HHOteiyNm4BGN0oVJZtPbgAx7ghTGMjLQp+jKtTVgb4NhL4LkzwZczrJ1zIgLJvjbnunmdc+JcQpHxsV2b8JWcj+Pt8jktSz1Rpz455OYc9Titj7q2ayvSvoBiTT2BfWz331jY0HP6FZxxgs9bULVpey5A5znHNa9nDeOZOujXhNLpjM3jqVRa4va4iqKozZfnkbagRP+SdtEr9At99no4r3P5VUH/yuUFHX/Lm+aGpo4T6qCu3Yg8TR0XtIP+cO+o6nhi/FB3qVTS+/m0EmlJ25yxMYbOwcuKzoHwhn4iO0Q91Ee9Is7k82M+pffqjN3P/L3N3/PY516Y6H6qHdhOdNvKH/Un/bCi8yLBaeGVcVAq8cxTUl6ntV+41810eCXvuj63JHxRr1Yf/gICAYGAQEAgIBAQODgC4pyTSH0vqbQTFuHyJJJKi+jjk0QpJ06fYZ3TJ1N9JdY/3ZHOxjGB3jqp7vhFuVrmL2psiOArsmBxeq1TMOwEBAICeyJgY6sh0qq3pLmupP5X9oVzvA4nYypJkxp7jp3TwRuJdBblUn9r1BdJPBAJC3R1gj9qNglbQCAgEBAICAQE7gAEnHNmy4v1Ybdr30tJbPY9Z8/HzjnZbnPOn8dOhs1sXf1i2Kmw72F7w9fIIgWTk5OCb61YnDKfnrfJldTGNW32uBn19ZEfH9/s7JzavObNRkw9iZ2uqvZr6sZGmdjq6uovom3oRtrDENs518HGOX2OiKBYIkvZ9+RxjAzPxC7onDObOnxjD0Qu5ER2MMAei+yVypL5Z7BpYvdzzgl1JPb2XptjxvyHvt+SNp3zPNJ34APRZl1t+xsb62ZvXVH7J3bQefV30AdJX8zOzrZ9bNhml8x/QznKUw9EvdvR5mv6zGb22br5PDY2Nsz/g65AyTHyUTf1Oec6eCEXhG0VeSHsrRD+xsHBQfHkbbGc4xr5KENZMEswEd3gD6I92oUHeIHQL3SN/phXGzk4JLjgI2YfbujbrgAAEABJREFUe21VbczoYYIJdVGnVr+vP+dcO58T5zwluhPHkekRaZdiwyRS/Yp1bCbEMW0jQy/v6NBM209aVj9SVcdPwi98Ug49AiOwGhjoV//tgPmlOeZ8xvz4GdW5tLXtXCTOOeXbaarJsf65TbVbs3oG3r2vuK5+zHXVy5ok+juj80ipNG32c/ZnVH78TPicVtTWTv/S3+BFPSJOwAH9SLBAf4aHT8mZM2fknnvOyb333meLbyXpuXP3yF13nZGRkRHTO7DK6NijDupybjPfyvKR/sE3/CMHfc7csGa+8hXzg9PPx0n48NCzmvrbwRP9hxd4grfDCetUnzxFkbM+ActEx+PYj4coikwPk9RjHltZ0Q0ewAQe8eUyXtEHxnAyBmrqgyYPvEZRbH5b+p4+TIhj6o7b4yzSdiHnXKctbc78o8hOffQDuFR1XvDf3SyYb4v5HF6SubymuJGfcvBAPbsReZCL/GC91vFVl+3eOT1dspR5aVbvnUlb+PTJu6HzPOWog7qStpzzsiBXImc6nVL/Xtqory9jfq6MzQFp6xPnnM7hDft2AL/VvN4zGF/zOk/SLvPi4uKSjslVzVe3ppK6oyju9F3UxpM0jiOtO1YiTQjeIi3vlEQxF938vu7s4891yjjHvttSf9JOZDzF2s9RD0/sx3G0qYxzkTjn6xIhlQNsSX5SJ5HquHOb64+iWKIouoafuM0bKeSc0/tn3TCuVCpS1rkd7OfneW6as28WmA/RxXX1F9LvzjmrN51OC/3qv1fImO6j5xB10z7knOdT2ht64/Wv0Z5zV9Vfu2Rtz5sO8N3CfOd5gfZrOs7q+nxGWahd1Z4Jeev6fJKMJ/QM+RhHfAvGcyTp9DTPjlftWXFxsWz3AGSmXfR+XZ9FqQe+uV9gR6Jx5EPWBAvmb+59AwP+3kfKub6+Ph0HGb33paxfnOs+s1EndW/oswxt0S7jnv5gDDAO4Q8+eeZlf1afp8CKPMm9iL6Bp0ABgYBAQCAgEBC44xCIRMwvk9FnH/XHxANO8MlE6o91sYg4ESPZY1N/T4tvxliQS31FLMJl/iL1GeEvst/p7VFFuHzHIRAEDggEBAICAYGAQEAgIBAQCAjcEghgo2RRp92Yxc54XIF8e9vFFvqmN72p99SmfXxqX/RFX7Tp3I08wKb8cz/3czdkMar9yoXtlyDAH/vYx/Zb5ND5Evl/5Ed+5NB1HLQg8rEI06/+6q/atw4HLX+75idoKj6bveQ7d+6cPPnJT94r276vf+QjH5Ev+IIvkBuhbzsx9Qu/8AvyHd/xHean3inP9ZwnGOLLXvYy9Y9t7Lea68r3//7f/5Nv+qZvuqUD4F4XAMdcOJfLCfeNG7nowVaRmDO5dzCHbr120GP8hT/8wz/8hN6HWKiOxcBuxHPBQfEJ+QMCAYGAQEAgIBAQCAgcBoHHH398X8WGh4d3zfeZn/mZ+3r/estb3mLf4u1a2RFc3MvGkjTxzd/8zfYNd3K8W8qzNbaZ3fJwjXd5Fh9+Q1hg275/PMiiR+B3vYS94Cu+4iuExZOut66t5W/0O/PW9rc7/k//6T/JDXo/kWq1agsogPF2vOz3XCaTkW/8xm8U5/hgZb+lji4f75YsLPKbv/mb+6o0LMa1L5huWCZ+s/Ct3/qtT9jCMImgH/zgB+XzP//z5ROf+ERy6kjTRE+fqAVwEOav/uqvhPvZ4uIih4cm7FNf9mVf9oTaVLcyj63sJ3/yJ+Uo7FXyBGx8K48O7tQ0zyw7XTvIefqOusDrIOWOMu9R2haPkq87pS7GCD6J//E//scTKjLP19/2bd8mLAz6hDJyBI0zv9+pNm4WsmQxLvrzeqC8//775UUvetH1VBHKbkEg2nIcDgMCAYE7HoEAwK2IAD/mbTZFWIAL4sc9Ri2VRonruuf/nE/0tOhbkT/gv9Mzeg17TRSLxCkncVokCfzoIhFxEraAQEAgIBAQCAgEBAICB0YAxy3BeAhiUiqVpFAoCkFB2GcBltnZOVuEiyAi5MUoRSPOOYk6AWEi23fOiXP+fBTFkkrFQiATfgxw8uSg4NQmMFUvnTo1LENDJwVHL0FNyE/Al0jrds516ovjWHrJOX8NYwZBTgjEQgATAg3NzMxY8D4CnCAD57lOPmQgQArlEllkl428/FABBxzGXwK8gA91T02VLLgRQVWq1WVzvpI/qRd+E1mQB3IuEuectgiJ7Sf5cNKBFVgMDQ1ZEK/Tp09LL42Ojur5YcVsyAJ8JQFhCJoTxymJ48go6sHPOWftaGuSbM65ZHfH1DmfhySKnFBnQr6dWPs4ZX1M38ELvBPw7uTJk8aj7/Nhoc9Pnx5VWUblzBkv05kzZ3T/jJ47Lcg1OjpiOoLs1EF91ItOxNr/zjlh87w44yeOkTfW/VjljoWNPibQTlWdp+XyogVrJOAcukFAqMXFin0UQb5ED5I+o/ydSM65to6IBQ5jASiCHK2srOr4XxLGEPgxnvwiZwQ4mrZxxrjw5Med39967drjUjsY3ub8M0Iwpfn5eQvgRLAm5h4CJiV9ddz945yzJpzzKbpB2xA6k+BS1TFfVR0Do2RuIS9jnnF86tSQ6f3IyEhbv7tjF91O9DqKog721nD7n3NO9RqKNIViywcfGLLRcRyzBG1i/ka35+cXLNgU18gne2zwSz7mLS9bzT46oD4/j85Y4CyOaYf2kJWgVc45G3Oxjk1kSMg5j5u0N+ec5ouUUha0CtmT+8GozmejOu6TuWFEseIa+HH/gL+NjXULNIpDtFwuK3/LOn5rFsQN3skDiW7OOcNId8PfPhFwzllO53wKpujCxsaGBdNbWVlRzKvCvJncR8E7nU7Zx1zM9czz3KfO6NxOH546dcrmf+4HLLCYTqdNh2XLRpOenPVbrw4552wuQpfRvdnZWZ0brup8XjYdT+YFFpFrqqEFnrZUf80hedB1ZEOPl5erOrfN6zxWknx+QnK5vAUBntXnHvQN2clHGeecyZDwuF0ax1HP/fCE3qO790H0fFT1fWRkWJgbhvS5Z3DwhKDr4BP3jCPn3Ka2uAaJbvBSq60JvJf1/jaruPA8wo8nIMZtWcfJ6uqK/diIvqRPkV2Lh7+AQEAgIBAQCAgEBA6BgItEolgEf0ycdhKpbwZysROn1yARJ7apG2dTagc9//Q6/iAW4Go09N2r0dJnHtnkCurJHXYDAgGBvRBgQKn/lTFlwRV1TLWaOtAE2qVwclmHrlN7l9OxLDrOLQCkjnOnFCkxzoVrmm+X2o7gUqgiIBAQCAgEBAICNwcCTm+K2Lfxy2DHhfr6+tWum5ZY/U9RFIlzzgiOt7M5cQ57FHYs7PrLy8tm68e/gE+tUJg0O9z4+LhcvnxFHnvscXn00cfkE5/4pHz845+wlP1PfvKTev5RzfO4XLkyJtlsVrB/4aPDp4AfYavdGrsf7dI+fMDjzUbOefycc8Zaq9UU7O3Y8bq+B+yxi2oHragtfFXtfH5BE/oGeyI2Weyw2GQh7I6jamfH9sg1+g1/I/mTPqOxFs9OuuOcsz502t9cj6JYYrNPOuOFflsx31BF7acLZpfFBllSHzK+Nvw2NVtko675G/pO09R3muQBSxvo+XPO9Ryx68Q5KJJIn8M8sR8ZD9hKIfhHVmTBzoxcQ+o3xRYNIf+o2lshMDhj/sbT6nP0xDmugQn26sHBQfVDDwi6Tf1e3kh5iNr8wJOzY64l5Jy3U9M/NbXLIju+GPCAsM8uLpbNh4EtOdHBBGs5xs0516md9tB7+KT/ato/K2rbZ/wlxDH8UQjdAF+wHVJbdRfTEfVn4bOFRtWWfUrAnn4AO++LjhWn3rapUXbUAX/1cP+7IjrtJzHS/8LW1Od+5FldrakPw88zMzNXpVgs6hyTM0p0Fl9eTfuP/M1mU+txKkNkKcOi2fYxJLgg84j6q+6++25bhOvixYty8eIF3b9Xzp69S9Ar8oAh+hRFkRzH5pzbsdqWzh30N3LxnQf+m7L6DBij4MA8eVRUavtzfVpSP0pJ/SrTwlhYXFxUf4X326F7zMEtQN2R86O74NxmfGiX/oUHeFldXVXd8PMpfiaOuUZ/Mcd4/R9SnR/tfKswMjJi3yrQv+g9+ZgPnNvcViKFc850iTp7SXSDB3QP3y1Y+XvWovHEeGTOoA/hWbPv+ods8I4O0+dV9VHT39wLubdCs+rbSuRcX9+w+VlHpvLnbH6FP+cicc4ZyZYtjiNJq+8PmZEdDE6dGlZ8mFfPaIqfu4sP+UQ3eAJbZIIv5sll9b8xNtfX1zv3CGTQ7OFPDgeBc84KOudsvvW4+/mvUllSvVrWe9Gq+na9D53M9Gei58PDp3TuGuno+vDwsM7vg+br7evLWN+jA875digPOedMX5xzEulcF9vzQqQ8iOpYU59RNvRZpWbzAPPB/Py8+nIX9BlmSc+vqj9/48A6gK6j5+gS9c3MzAjzz9RUUSYnJ3UOKtr3C5VKReXlOWnDeBHdEh4TPjneSsz1fX19+lxwwvzZp9SvDR6Mf//sMNK+//HscMKeHdB3yjnntBUxLKiXdiDnnOHERfhnTOBbZ4wyF5f0GYpxOjU1Zd+XldWXy5ghbxgboBYoIBAQCAgEBO40BJwK7CIRfDLmj8no+3nbJ6O3Vb2vyuat1+RAYb1qrx3802v6eiRG6ns1fxFpUzNBel33wl9AICAQEAgIBARuMAKhuYBAQCAgEBAICFw/As973vPMprtbTW9729vUPlzdLct1X8NHz+I0O1X0OZ/zOfsKbr1T+es9T9Bhgvweph5swiyM9G//7b+Vb//2b+8QwVM/4zM+w3wjh6mXMrOzs/JTP/VTZkfn+LjoHe94h+xXfoKxsojW+973PvOp4ldln3NcOwiP+LcIXg3+Byl3u+a9fPmyvP71r9+XeOjWvffeu6+8e2ViMS4W72Oc7pV363X8HJcuXbIAton+MxYeeeQR4drW/Hsdv/GNb5T/8B/+w5Hr/J//+Z/L13/915u/aS8etl7H30/A80Q+gvVeuHBha7Ztjwno+su//Mvqg1JD07Y5wsnDIEDAXIJSHnYBOfr0C7/wC6+Zr9Pp9IHZYe683jkMny31sLjXgRnQAtyHnvWsZ3XkQVeRj/N6+UB/+B+/9mu/9rYIAHsgwZ/wzIGBgEBAICAQEAgIBASOGgG+GXv00Uf3VS0L0uyW8Z577pGv/uqv3i2LXePd+MqVK7Z/nP94d9vNxkLbBHL/vM/7PHb3RZ/2aZ8mz33uc/eVl3f5b/mWb5Gv+ZqvEX7Hsa9Ct2EmFjyC9hKNd2P057d+67fkn//5nzu2FBaD+Zmf+Rl5+tOfvlcVm67zvSCLPx/log3UxUIQ9O2mxvZxwG8rHnrooU12Ad5JIN5TeP/aRzXbZoGfH/3RH7XvzLfNcIQnsUe8853vvO4aWcCP8XTdFR2iguTdcr8LizzjGc+Qt7/97XLx4sVDtBaKHOmEuSIAABAASURBVDUC9B82MXTxMHUzFrEXYpNm/EHYsw47BsfGxoTy2GAOw89OZZCTReP2q6db69lOzsPaQLDb/dAP/dCh7ZB87/7KV75S9rsAqJfF/+fewL0a3umrXgJ3rpHH5z74/1//9V+Xv/3bvz14wZugBAvB5fP5bTk5d+6cPPWpT9322kFOote3k23xILKHvF0E3vWud+3bL9YtJcI8tN2zD34RfIWHsTFjk/3u7/7uG/LM0yvLUe4zv9+pNm5+x/O6171O+A379WLKO9n58+evt5pQvgeBqGc/7AYEAgIBgYDALYiA/c6nKdJqtjoLcjUJCNfSc21CLPKR9pJe7hzy2yEjvTNEsUicErHFuNJOIj2G+AGShC0gcFQIhHoCAgGBgEBA4I5BgCAfOO/m5xeEICAEMSkWp3TfL6BDgCCCmRA0h7wA45wTDMBxHF8TwCeKeq+lJJ3OWCCXwcGTMjx8SkZHCdwzoqmn4eFhIaAPgX0ymYyk9CGHeqnfOSfOeeKY8xD7kHPOPqhdW6tZUJf5+XkLDNcNylKygFDzKlu1WhUCtxDYCDkwiMg+NvKurKwKi26xGFGxWFRn6ZRREjCFAErUv7a2Zh/aUrdz7hqM4Bl8nEMm0Y3Uab5YcUoL8hO8CwMegV9GRsBqVLEaFb9gzWnbHx4eaQeBOWmBYggYQ9lUKu70h28r0rpdB0Nt1vblQFtS3tcF/3HMfqRtQbHxDg/wTlAf+CeAG4uODGufD2sfj4yMGO+jo6dVltPtoHhnND1jx8jHx6IjKvPQ0JAZMQcG+i3ADQbLWHWNtp1zJkMU0TaEzEka2zX6rFbzOlEul7XvFsxwScDH2U4wqhVzrtBXvXQgaG6TzM45lcQZdrpjY4pFbgj+SLAgPlxBx5OAQYwDqFSasfFFECGotCkg27QFRtrtHGWg3jyM3dnZWe2veQvSSdsrKyudxe7gj/4iPU5yznWqpz2c/ugVRmTGObgw5iH2Occ1fcvTOSxlcx567Oe77hge0XHQne/SOoZiHaNRB3tpb845O+ecs+uJvkc6v8LL+vqGzmc1qVZXbME09JwgewsL8zYX1mprNhfJPjbkQzbmRuRAJua7mZmr1r+zOmaYQ3EqVqvL2u6a6kjD+EqlUpbCH+Rcl2/q5T3XOWd5mJ+uvR+MtOcFjxHjH3xYxIn84ImsKyvLQvvl8qLKXFUeajp+6ypjU3nxb87ajGEmujnn9H/42y8CzrkOdugX+rC+vm44M/4YhwQNI0VH6Fvm5RMnBvT+PST0G3P46dNntD9HZFjnffqR+wH3BvTEObctO845bTsyHUGHEnLO399rOpfzDIIeMgctLCyYjq/ofZk5isUD4Reetm2g5yR5yMtYpV70mfqYg3Ds5vMT+uwz1QnittIz9zjnbLxyL4Kcc9fwzHlwQWaw8ffCIcUjuZeDzUj7/j2k9+9BW5CL+zdlkd25br3OdfeTa91xumxzJJjwLALvhULBgrgxVpiXkBN5IWSX3bZwLSAQEAgIBAQCAgGBbRHQ27He80Wi2EmcUkqLpqLHnlwk+iwjIk50c7YEEM/APKFCenLTH+cICNdUn1GzLtJQssBweky5TZnDQUAgILA7Agwoxg4+13pLWjqeRI/9QNy5KMU6Vxm7Sk7HuJGOc5cSidT36jKROI4jJ8JkIGELCAQEAgK3AQJBhIDAHgg458y+3deXUdvVgNIJtV/1CXbd2Hw0en/UPNtV45zeM/UCdqheG+Py8rL6aMpqt2KhnCkpFCYln8/bDzlZaOvxxy9LsiAXP8Dw9ElbmIvzXOdHQePjOS03ob65ovke8Pdgt65UlgQ7HnbLxB5G+/Ch7Nz0f81mS7Df4ZNZX1+zxSuq6s/EHlupVOwYGyiCYHscGBiwxSPwp3mb7Kj62Lx9fXh4RK+dNP8ENkfssvSbc07AA6IeCHtjpM85pHEcSaz96/QFp9lsmD8GTCuKLfZTfAX4j0ulkvpu5sw+W1MfBLZKeO+tl7p3JifKipIT2nYOfaJtKDYe4Bneob6+PpMFOyv2Znwu+E6He3yOp0+fVvlPm6/RL8qFz/GMHp9WW/WokBdf5cmTg1oX+tyvvti0tRVFkWxHYAEfpKIb8iFrzWzVS2o/nlMdLKktuaT7s+a7AK9eHaSMFr2hf7RJf8AH9mF4ghiD6BTnenUJn+7g4AnVmcSGPWKYJbo1OprYsru+aHQQXJzzfZkI2Ps+Cx/J+aNKtTmtyil1/1r6cs2Yr9VWzW9UVn8w9nIW7cvl8jpf5K2P5ucTv1nN/EpNfSF3zlnfi20t9TM1dYyI6QX+KfQN+c+ePSv333+fXLx4Qemi3HfffXLXXXfLyMiI+kZOqk4N6PyY7qnLKrwh/5o6dyA//b2i/hL8N/j2+K7j6tUZ8+/hg91KpQP6cslPHSUd/1AyF+Anpi38EVXzHdZs7mCstHoV4pjRcM6Jc55olzEAgQ1jtmrz6aL6Ulm4pybwx7hnfsGHxfwwOjpq88jo6Eh7zjhl/ct15iLyO+fb6BXHOX/OOWc6QD6IMSK64Wdj/DGP4uOif5jbWTxtRf1PtfY8Ct+afdc/8iDXuvqH19ZqtvhRWX2ms+pTLxan9N5Y0vloTucjf99AfuZzuiLhKYpi5bPLs3Ou06ZzTq/F+gyQtm8zBgb67VuNYfX3ca85c+a0YsS9xmPEGAEb55yOqw29V8HTivJV1XtE1cYkY9PzwYu6bNqcc5uOw8H+EHDO49bUeYz5HIzRccY/ura6umK+XXCnRuZs/JVDQyfNNzmicxf9Oao6z/2UfqSvM5k+63t0hHLoG2lCzjnVj8jmyFifFyK9f4pu6CRt1fT+WNV5gPmA7xWYd3mGgB+uwy9EvZAW3fWPhUp9nUudhUGZh9B1niNJ0f1KZVF1b1XH9YbO4z4YIrwl9/CEV84lFMeRyppSPc/YHA4GYDE8PCwjI8N6HxwxGlbdHxw8aXm4X2YyGZM/UtmdczbvsB+38WDfOX+eeQb+K/ocB5+lzrzrnx1mZmbMx7u6Cu8Ys0TvQZusVRK2gMCRIBAqCQgEBAICNzMCTsThl0mLRBlnZP6YWPSEkhO938qem91B9R/PvfqKKC31FzXVXwSx7589NMOeNYUMAYGAQEAgIBAQCAgEBAICAYFbFIHA9m2NwJOe9CR5wQtesKuMH/jAB9TXvr8g1btWtMtFglLzO+OdsrzkJS8xv8pO14/zPAu6fOd3fqfaiK/1RWzXbqQ2XgLrvfe97zX7MvZsgqz97u/+ri2mxIJK0G//9m8LCx1xHVsu+SlH+e3q3encm9/8ZvngBz+40+XrPo+/6cd//Md3lR9fwQ/+4A+qH2lW/vqv/1q+67u+S575zGcKC0JB7HOOa9i0WUSMMvthDtv/93zP9wiLUe0n/+2aB1/Ia1/7WvVNT+1LxBe/+MXmf9hX5l0yEXyUBaYI6L5Ltk2X6Fv67OMf/7j5dgnA/vu///sd/WcsEIgWXwfX/uN//I8H4pWA5r/wC79wZH4PZPyBH/gB80duEmSXg6c85Snypje9yfyV+GT+9E//tCMfslIn45rzLCi4S1VCANzd5r/dyoZr1yIA7gQnZe6+9urOZ174whcKC1BSnj4l4CpzNZTM11z76Ec/Kt/8zd+8c0VbrjCHcQ85KD9JNdge0feDLsZF0P4/+IM/MH8h95l/+Id/6OgoMiEf55FpP3qa8ENaLpeFAP/oOceBAgIBgYBAQOA2QiCIEhC4gxB47LHH5EMf+tCeEvON2F4LclEJ72B8+8X+TsRz1Fvf+tadLh/Z+b/7u7+Tvd4xeP69dOnSvtscGBiQ7//+71f/ujrZ91nqT/7kT4TFCL70S79U4InvAPdZ9JbPxm9Y/st/+S+7ysH3hL/4i79o3x3/8R//sbBoC4uIYEeBnv/858urX/1q+fCHP2zfqvNesWuFPRfRNd6L+P665/Shdnk/YgEf6txvBV/yJV9i71d8c1qtVoWF6HhX5l2kl3hPof719XX5l3/5F/m+7/u+A9kH4Ae75VEslEVdOxF2vZ/+6Z/e6fKBzvMuNTw8fKAyR5EZu9JrXvMa2e+7JYtxMYYfeOCBo2g+1HGdCNB/r3rVqwSb2EGqunDhgrCwValUMhsWtmhsHMk4xB6QjEEWZ2LsHqR+7HvcT47SPgB/8HwQPvaSM7GBgAMLHTL/7rd+MIen/eZP8mHP+cmf/ElhUa/k3F7pww8/bP3FPRy7aaFQEHhP+itJ6TeukYe84EXZvervvc68+2u/9mtCHb3nb4V9FqwE3+14/azP+iz7LdZ21/Z7DlsZ99CD2vIYCzejbXG/cod8mxHgGYpFP7Htbr6y/RHzJ/2/27MPfhGeKRh/yXx0kEUReeZhAdftOdh89pd+6ZekaLGLi5tS7gP8XtFy7/CP5/63v/3tm8ptVxc6v0MV15xmzN7JNu6//Mu/ND/QNcAc8IRzTl7+8pfb75QOWDRk3wWBaJdr4VJAICAQEAgI3CIIJD/yaTbEL8rV1FTJzrdESHcWpSVm7tR/eq8VKNK7Q5wSiTNOUmlNLSCc1uCUwl9AICAQEAgIBARuMQQCu088AhhhCdBCMCCMQgSqKhanLJgYwZRmZ+fMWUhAl3pdH2iUZefcpqArPtAI55w+r5BGEseRsKAKH+sSpIRgZ8PDp2RkZERpWIl0RDhHoBOMPgQ/SqdTWi5l9TvXW19s53GOx3Fs7YhuOHhrtTVzMiADwbZwLCALQaGQYaG9SM3a2poZnSmDYQ2jkFax6x8yr66u2EeOSaAX8GEBDMjXv2DtUz91U69zTjGIN5Fzzvh2zokIpP91PzasUoIzH6wI8DQ0RAC0ESEgDoFxkqByLGg1rI48rg8ODprjkjLpdNrwifRhEXLOKYZOnNtMoptzTv/v/uecz0PinGvXE2mdnmLtAyiVipXvdCdoDbzDF32Ks+PUqWHtY+SARi1YE7KcOfP/2XsX+Dqzst7/efYl9zRJ07RNM52206adTmdghovcREVFmL9cFWREVJSjAke8HRWPHOF4QY8IhwMCIqIOAir3u9wPAx4uIgwzXOZGZ3rvdNo0TdMkTXZ29v4/32ftN9lJdvbeSZM0bdf7yZP1vuu+futZa737edb7rG4JtN7c9dZOCH7oEIxftba2eNsaGxvcmBllqaZENdSFNiZEWDqdcqxV1ft43A3/jMjZs0NuqAeB6sDAgBsLxPjN2FgwcJPwAX0mV/BlsBm2AQB4OJ/PC/w8NhYOfDpz5ox/gAG/B3pITp58SML9SZsvuK+PTkwbHXrI0yXPjC/yo5/YOIzyH4H2+fPnfaN/0lfUcjX6S1Upyn6vFf0Dlbm4sMkAAiOwAjN+2zEmmpubnI87bb7r6uo0/sZIWZd02nN7e5vxdpPxdYPzbMrGrGooywu0f6pq/aFCWDmpqtcFxSw8ztw9PHzO5yd4HNyo08TEuGCsSmpc4AiutI0c+JotAAAQAElEQVQ8J2yOJD39HQz2nfR+5xkjcZRHHOKrqtc/bXPB3DrK9GW/ZzUlqVTa4mZ8rmhubvYPrpjHurq6HJtkjuvowIhhqxt5Za6nfpOTORkdHbOxfNZoyOda2p7PY1wLI4lF7yMRFS7V4HIfqTYCqiqqgYgN5vAyiiJwhr/hCYyaYSSQ/icOa055X4Z5fb10dnYZ73e4EU/Wg8bGRlubslZGyrJXo+SvmNwYf6hRyuLoLII3qQM8zrxw6tQpgRd5TuYFDNXC64w9qXFRb3iXttGO0dERXx+Yg/gIiU1UvDdQ1tmzZ43vRn0eJI2qeh1TNl4XorSNBXChzQGbVsehnNc7OzsMn3Xm3yascxj3JA1pVRcug3Cxi7qAycjIqI37sz4+qTP1P3LkqM3LJ81/yD8QnJyc9PUQHGm7JY9/EYGIQEQgIhARiAgsFgEV0ZRIKiOSzmog08ekIPyNVMXeYSRcM6844XnufwvnvYVDuMr1RZf/Wj0XiPgcEVgeBJLxVMzb4DJyA4umf62Vu6crRWKMC2MZ4482ttXGuhuAxLWxr2mZGeMSr4hARCAiEBGICFzeCKRSKuk0ctxGk2E3OzU2IsvOStpkX8jFVNXWRi3JZMUvVZ12ebdFHoUcCznc6ChyrCFBtodODRkWh+U88MBB2b//fuFjn3vvvVfYvH7XXXdLciAXz/fcc6+F7xcO7jp48KAgA0OHiTwPXWCQFQ6bHG/M5XjINSHK9wqtwX+q6vipBjfBi3pPTORcrofsD/lkIgdFBkpTkJmjD0T/1mm6BvSFM9QlyB4J4/AN9I3oKkKfkVq8zyhPNZRNWCqV9r5Ne/+q6x/oN+TC584Nm/x0cLrvTpw4YTq2cLjRhOkgkD/Sz+BNvqGUyv9VKVNmtR1+S6VSkhB1oI3IS5Gx0lbkrMiZaVe76U3XrVsnyFtD+7tcv9DdHfSM3aZ3XL++23WO6/2gri6L22my2HbXSYAL+XLAXIINZatSt0DUIaEkjPbRP8hlwYTDRpDJws/w4dDQWePBIEtOMKmFh6zAldST/qOu9CHjL6HzputOeCmbzdj4bjIZdavjA+/M1dfw3GF6fbCnHxJZdsb0wqoqXCXHbu193P6vxF8oQ413yF3550R7wfv8+XHDf8Tl4swzx48fl4MHDwnzTODZ09N6JeIXCkXLS53vVNXHRaFQcDdt8x9zHnsa4DE+ouGjlu3btwnEPX6EtZqOHh7Nmn5edaZesgKXqnqdk6zhL+pMf06YXo++PnfunGMAf548ecr0tw/NohMl3WzQxc4OW8gvSTPjnjC97gk3Jnfy5EmfD5ir4DF4LpeblHx+yrFM6roarqp6MQkuzEv09XnTL4+MjJhu8azvdeGZMMY2cyRzS3v7OptHOn3/AjxP3zLPJHxPPOYEVfU+UFUvK/mnqs5L5FlO1CWXyznvsVbRL7joWtG1jY2d93WLPiwYT0qNi/zy+SmZNJ3p+PiE8Xyytg54fzAfoSceHh72dWTS9EO01WZ+rx9tSKfDfKs6uw3kTfGEZ7O8AzTY/NDs82ZHR4dhs96J9abTdID4wf9gI6Kmw5/0MsfGxqy9owIvjpgOi7EJBtSDMiApu1Rn16MsKN5WQUA1zFvwDhiPGI+D+ajpPMeMr8bHx41PJj2HrM1Pgc/bbT3sKPE6/dllz+usj1u9rxtn7ceZ6RdVFdUZStmanfb3hZSPc/o2Z+OeMikf/mavAkSdqA/1JB79D3nFavzjMLkJe89grDB2TtqcdsLeQY4ff1COHTvqHxEGXe5cfpdpfqeukKp6G7iHqD/vGo2mvwYbxjo8DXV2dhpGXdJpbjIPECeZ60mnGvJTVS8ryRNXVYWL9jLfgAfvCcyx1D95d2A/zJC9O4zZmMnn844l6erFh7iRIgIRgYhARCAicMkjwLKZFnF9a4NKopNR9DQmmyotq1LzKtobLwofe6d2/dCUPeeNcNEVQRanZj4xQkQgIrAEBGKSiEBEICIQEYgIRAQiAhGBlUYAmeSzn/3sqsUgZ8TwY9VIFxCIDJNDpRbKAnkqRogXCl9Jf3QhHB6FvLiecl7ykpf4tzbveMc75PGPf7wg+60nHfGITzp0PRh8rCcdcXKmK3r3u989LQfGb7mpmmyZQ18wmvxXf/VXpkPvrlk0+vZXvvKVgvHzxz3ucTXjEwEd1W//9m+7rojnK43AH2OFGICtp+19fX3ykz/5k/VErRoHPQS8yH6bqhHLAonPeHnjG98oe/fuFXQmZcGzblVVMACPMWh08H/xF38h6J1mRVrg4b//9/8uH/zgBxcIrd+bMf57v/d7Um8b0e388z//sxsKv+WWW3wvxEKlMa6f+cxnCgcOYnx3sYZxF8r38vRfvlZhTPjjH/943RlyYBoGdj/zmc/IU5/61KrzNvx8ww03yD/90z8JaUhbT0GMCdYS+K2e+OVxWH/h93K/avfwGfzG4RLPfe5zTV/bUS26tzfh0zvvvFPqbRNjhgMD2MtRtYAYGBGICEQEIgIRgYhARGCNIvCxj31MkHfUqh6/r3bs2FErmvCeWM9vXA64Wcl3KPbY8ZulWoVVVZ73vOf5frdq8eaG/fAP//CSfmti0P8JT3iC7yPnUCl+I7H3bW7+l9szv+UXatMznvEM4bsWDqBin+xC8RL/rVu3uhH/r3/968I7f+JfzeXQhj/90z+9IHkRbfjrv/5r//1TrawkjHY98MADfhgXv6/YN5mEVXORBXDwHQeUsUeZA3Pwq5amPOzWW29dUZkR8jpkU+Vllt9TV35XvfnNb5b3ve99foA3sgYOtSqP19nZKRdDxsl4e+1rXyv8Li2vz0L31Ju5amUO41qo1OhfDYGPfvSjsphDoRL5FePx137t12TTpk3Vsnd5HPM0h8ncc889wliumqAsEPnA//yf/3N6T3lZ0KJvOYBwMTKQxbYTHDjokO8FkWHWW0EO5Nu/f3+90T0eB5z9zd/8jd/X+sccj1yKdYH+4lsiVa2VzNdx4pKGfkAeVO8aQeasz/Q395cK8T3Dl7/85QWr+0M/9EMu61owQh0Bl5tssY4mxygVEGA+5F2qQtAsr2uvvVaQqRJ/Me8+yXx06NAhWcx7D+88fDMyqxIVHnjn4IDXubRx40ZBL1whybSXqsqGDRtkbtq5z+g/phPVuLnSZdzoy9DlLgRTp70jPv/5zxcOXONd8l3vepe89KUvlT179sxKwvNNN900yy8+XDgCqQvPIuYQEYgIRAQiAhURWC3PohVkVCyIzCUxfwtd1J+9C4nyoVFaJG2UMlJbLVRF7E/iFRGICEQEIgIRgYhARKAWAijXUMywURCBAJtwMYgyOHjGjaqdPHlSBgdPu9GmkZFzrrCemJjwQx2KvNCUClBVUVVJpVJOCHUgjJegXMRoCZuxN27scSXA5s2bXaCD0HguEbZ58yZBOITgB2EEhtUw8IUxHxRdaXv5UQ1lil2qM/e0h7agiB4dHRWMm9CekydPCcQ9BogIIw5xSVPkg2zLq/wPv0KhIISD0UTJ2Asb58kLAylstiRPlOoIhcGQPElHeog8VdWxUQ11Bat0OiO0CcNv7e1tvnkSw3C0G6Fcb+9m2bKlt0RbzIX63O3r2yIJBQx7HVPwI22CX1dXpx/40dLS6gJpysuUDKSpqtS6VEMcVRVwJz19QX07O4PhpQ0bur2/KBvq7Q11CXXf4vWljrPru8Xq32e0xcNDWN/0PfGhJC/ypV3d3RsktKndN0Qj+IMnwFNVp/lQNdzTD3z4QZ/Q32NjGH8adp4eGhpyQ1BsxBgfn3DlEXFJk/SbXGGXasANPGk6WATen5BwENKwG1U7ceIhN+p1/PhxOXbsQSPcY+ZCyT1uLSL+fDp69Ljlf1wohw37GFgaGjorjLEJm4MYk9TvYhC8AS7UIaGEbxgjzHvBQF+Hf6jCWGQs9PX1Ob/3+djtM17vFfiacMYQfM24am5ucsE4faCq85qoqtNzSVIXDFiBC7zMHD5kvD1keDHPYbiT+kqNi7xoTy436YbfkryY7wYGTlu/D/i4SfogHII1JaRTVR97qsFNiqINYDKzHrT4fMQ8h6FC2g4GjHUowSa4W2bh02mC6ZaWFsMm7XMy9QR36swhTLSRuiRlq2pyO9uNTzURUA3YgSkExgnWPBcKRVsPUm6Ybd26DqEve3292mx8vcX4vK9EW/wZ/mddZ22jHwOfN/v6l6xH5ZVS1Vn8pJoYlJv0jTbw4PDwOZu/R/y9BCNz8D9zFXUt54PyfJN7wgu2tjM24PPh4WHn7cHBQePz0/7+w0Yg1vUwhib8vYc0pCUfeDsh+Jt1qKmpSdh0xDsPPE57WbcCNlsMky2OR5/PBX12DwU/4hC3p2eDzRvrpdPWV/IiT/JmHCXlqSpVcIO4tJd2j4+POx5DQ2e8/ift/S3Mm0MybFjRDuIQN2mDZxL/RQQiAhGBiEBEICKwKARUVdR0MKm0iIk/JHHV9DSilhVkDn91qXwsEqKIor1fIWLxe/MjfaSIQERgkQgwdhhEhaCDdb2r+1XJh/Ak2MeviqqRjXOF0iriZJGScW638e8SQSBWMyIQEYgIRAQuCAFkUQ0NWUEmu6508BFy7+bmINdLm54OUlXhQuaUUPKcuPgjx0Kmi4wKXQNybORvyOQGBgZMf3fS9QF8CHfs2DE5evSYcGAXH9IcPnzE7o9IcI9a2FF7Js5R10kEPcVxOX78QdMrPGj5nPDDZ8gXOR8y7mGTAZbLyKhPubyPul4sUp3BkDpRNwiZLMQ9GCInROfa1dXlMtlNmzZKIl+/6qo+kz9CW9xFJpvIHJHDo6PtNJlja2ub6Qob/YMs5JqqoWzazq2qSsree1SDTJb6UAfkr+A3ZLoHDpSAwJV+HBs7L7lcznVsSV2lxqWaMll/0JE2m06Edq1b1276vy7/KCDok2nfJtN9IndGV7rFZKpbpM91LFtK90mbt5T8eU5oxi/oH0IevabDBDdwCbqZ9a6fpQ5NJuMFZ3ibMQCpqqiqJBd9QTvHTa+IrPrMmSHTpZ8xffRZk9Gec10aumLkz8QjfpJ2tVzKpGwImTBUKMzoczKZrI3tZuk0nkjk2GACNmAFJTjj8lxOxO3p6fH+Yn5gnkA3BnZgJnMuXtPneNX9qKqGP9HV/qnfk1/CmznTaaEjgBfhyZMnT/n45wOWkyYnhwZMxzXkOrMx03/lXMdEesgytT8V6p02vT1tgA/QYzDW4BPai45j06ZNvs8haXt7e7uNpzAnZjIZz0NVZbUv2kEfg8PISPneiJM+Lx47dtzmygulY5bHDDFHJ3TcdMXgDP70w9gYOE+U9CrlP7pWFhnVGewZAxDYMA5mKO96TfY7oINhbgx9HOaavpL+JrhbfF7pNf0XfY7eB/1PMlfQ56qhTNXZLvyUEK3O56eM9yZ8fhgZGTF996jdj5qOa9T1XjmbQ/N+GI/9oCVBFaJNOMcTTAAAEABJREFUk5M5Twfe7IUZsrkZ/CHWVg4vgh/QHxMfLMhSVW0MzSbqyZwXeL9RWltndLnMxfA/awpzQJ/Pv8yxARuee21OZR7p6uqU9vY20x022RqToTjngdC2SRt3Bcc+qYtHiP8uGAHwhL/hH7CenJw0/WFR6FPm5dbWVl/jWO+Yx+jHhOg/7ulD+pk5jr7stLWBd76ZwxczzjdJZVVn8xD+1ANeox68M5w/P2Z8PmLr4ojz+rjpMfGnfsRBt08a0s4l/MmLduVsjh+z9wz4nH1rvH8wp3M/OHjG117eTyYmxp3fSJvkB29DjNVsduadg7FPG8P4D/vXem2cg0WgPhv7CW3x940wBnpnrQHJfNBc9m6sOoMN9aA+tHfC6jdmcyNjdsjWI+rPHpgBewdm3OJ//vz5svepMF7II1JEICIQEYgIRAQuewRK6ye6GM3YWpoRUdPDakpEVKYvLbuf9kxu+Nkxh/jdWHT9a1GmdbBJ/OhGBCICEYGIQEQgInBpIhBrHRGICEQErnAEMBiNLLcaDBiTQw9RLc5Sw9Db//u///uCyR/zmMfUbWx4wUyWGPC1r31Nqh0WlmSLzPgf//EfBcO7yIgT/6W46EgxdvyVr3zF9dv15MHhM+jV6om7nHFe8IIXCMZFd+/evehst2/fLp/97GeFPOpJTBs/8IEP1BP1soqD/uPVr361vPzlL6+7Xb/0S78k4Ft3ggUiYnAa3BcInuWN4VgMg8O78PCswDoe0Dv9wR/8gWBQlbxqJUHfg4FeDFbWilstHCP873//+6tFmQ7DIDXGNX/2Z39W0JdNB9S4UVX50R/9UeGAJIwq1ogegy8AAQ7J+l//63/VlQPzNsbev/rVr8p1111XV5rySKT54he/KBg9Lvdf6J7567bbblsouKI/eyU4jBB+rxhhjidxv/Od7zi/qVYTes5JaI+qKg972MOENpGPedX8w9Dz3/7t3wp6y5qRY4SIwFpBINYjIhARiAhEBCIChgCHarztbW+zu9p/yEzY+1YrJvvGnvOc59SKJhw2ctddd9WMt9QItA15QrX0e/fuFX7fVItTKYy9bBxKgj2XSuG1/NjDxvvjYx/7WLcD85SnPEUwNs+e7FppL6fwV73qVcLv0FqyuEpt5gBd5DBPfOITKwXP8+MwGOLPC6jT4/7776/7EKCkXTvqOMCuWvHwGQfmME44pKta3CQMuSLxk+fldhf6zZPNZv0QDfZWf/jDH/aDE5gHbrnlFnnNa14jHOSBPBWZ4dVXXy0/9mM/Jhzcsdz1q5YfdX/d614nf/iHf1gt2nQYvIWsJB7GNQ3JRb9hXn/Zy14m9coGfuqnfkoOHDggi5VfJQ3lsI8PfvCDPvbh8cS/mnvrrbd6/GpxaoWxRrzyla9021y14hJ+Ie1EdsnhKO9973ulnjbyHeKb3vQmYTxRdi1CnouMNJfL1YoqjDlkqk9+8pMXJW+cm7FqkD8iF6pXVjU0NCSf+MQn5ma1pp/RJdHGSpVkTz8Hy02HLeHmcpMtLgGCmMQQYF1nzNtt1b8nPelJrs9Aplo1YpXA5L3ntttuk3resTlE7wtf+EKVHNdeUJRxy4LrB+vRP//zPwvf/bz73e+WF73oRcK75M/93M+5vpn+JoxD24jL2lfPb9O1xwVru0ZsJ1/bNYy1iwhEBCICEYHFIcCHP0mK8vvEr5qb6NfNtT/xD45spbDfW+Fe4hURiAisRQRinSICEYGIwFpDAGE+QmKE3hj5QNiEMDYxHjY0xAE4o24gCIMnJjqYboKqimogPBOhNJtVEWZjrAqlNEZb+vr6ZOfOa2TPnt2ye3e/U3//LpmhnXYP4ddv9/0ehzQogTCEhEAKwy8YjkHAqqqzlBGqoS6qKmy2VFUTdBS87hwmNjg46IKNYHxvSIaHaduIYPwFATlYyJyLNgUDKRNu1AhFGkb7MIoyMMABNactn2EPA0fyII3ITF1UVbjwh1RVVNXriDFDMMKA0+bNm+Xqq7cKysv+/n7Zu/dao71y7bV7DIvdhsku2bVrp9E1RjsdT577Dcc9e/otHvGvNXePpQvu7t27ZPv2bYKBGIzsJEZhGhoavXyp81INdc5kssLm6fXru9zYDJunqS+b8vftu05uuOF6uf76fU48X3fdXrnuumu9TpX6nvrv3Llzuj07jUfwg2gXtNv4BQzAgzyIgyITYzg9PRuko2OdwGv0OfgmpKrCpaqOtyr8IG6IZ3wcg1ejbgRoZGTUjQBhAIdxAC/k81PGO4t9Qae0y4NUA2a0hnEPb4+PjzteQ6aswTgQyqijR49KMIh5WA4dmqHDhw/Nei4Pm31/SA4fTtKRBgrP5HH48BE5fvyYJIdynTkz6Eabxq3/qFfS19RztSgpEzcpE95j3mNuQjDa09MjzFvbt2+Xa665xvh7l43fMPf129jutzELj+803t9pPJ/Qtm1X+7hirkMYn8lkXBmnql5UeZnuUfqHPwQmudyEjI2dN5zOeX/B05OTuVlzZSnZPIf5a3Jy0ubMcctjzPIYEYxb0ecc7MO6gEEr4lAe7VZNiWqoX5IhYRDPxEnWg/b2duGjpb6+XpvnthkuO536+xN3lz0H6i/h1G9YBeq3NNult7dXmC8x7tjQ0DAPH8qFKDvS4hFIsEtccoAvIFV1RXVTU7PQl11d62WzrVvwLX20Z8+eOWvVTuP7Xbbu9xvttvvQhxiGRXHAOtLW1i6MG1X1OZdyE6JsSFWneYywfD7vxsgmJiaMVyd8DYfPx22OYv6emspbXgWSziPSJ0Q+58+P+RrOes68xnsC70GsC+dLRs+StsPLqup5JnmoqvMgPM6YZezyvsJafs01O4yfdxom/cKmm7179xgOUL9hscuJtXuPvRexxu0x/MCR+WDHju0+h2DosLOzo2S8MOtlqSZYiV3q2IS6idB2DCxiaJF2MHYZt2fOnJEhe59j/ILb1NSUYVR0skzi3woiELOOCEQEIgIRgcsTAVuBRa1pqvznJlDyaE9+DhBuPeQG4eznp/2ZyMX/15MsxokIRATKEWDoMJim/XjfnX6ofDMrfikKw3oOMbZVzdP+SrGiExGICEQEIgIRgVkIXK4PqVTadS/IApHJIttFVoWerqmpyT+yTKfToqouZ0KOlsjNyjFRDYuoqnpcVfVg4iKnQt6MzAp5HPIrZHPoK9HhIdNCtoV8emBgQJDh8UHngw+ecN0B+gl0DgcOHJQHHnhAvv/978u9994nd911t9E9fr9///0WdsB1GQ89dFKQl42NjbmMkYNKqAN18UpdxH+8mkCFQtHk+UXHFHyRPSJDbW9vE/R8fX1bBNljv8vQZ2SNu3Yhc9xpMsldRom7y+WQ/SZnR1eB3gKZY0dHp+v6yBc9BM0uFApeZjkWqup9lkqlLEwMs0nXpw2ZnmiwdAgGOtPR0RHXKdCPyF3L8yDvclJVf0ynUy4bhp86Ojqkx/R9tA2dJnrBvXv3mn7xOtm3D50jusfr7f4689vr8lbkqXtMtkpc2kf7IeSrs6lcn9pfktcip93t2IALZfaZHrvHdDsdpnNMcElZu1XV65u0SVUl8S8UpmTS9C/j4+et/aOGzViJRu35vMuvJ03nAraySldSz6Q4yoZ4zpiOFzk2vIR8frPJ99G3gl+QUe92fHiGwBPaabosnsEbOfc+0wfTP+i5tpleC73Nhg09AnbNzU0ux6a8hEKdeGHnJ29wk7BarmrAX0SFW4h78sznJ10/AP+dPTvk8wMG7A4ePCQQekz2BDCf0EdJX6iSlwpXGHPoE4p+QBxzG3qLrq4uYaz02Xjbtm2bbLN2omvvMT7t6Ojw8RMOqskYP4S8yG+lSXV+WWBBH6MfYR5lTwRjdGDglOlXT/gBhsyT5XTYdLNQuV/1+0Nl+tygxw3xD5k+mLAjXtbAwGnXKzLHhvlg0uYO8F1pZCrnn2BDaNrWK/SKTabjCrrcDa6H2Wl6Wni7vzSnwtf9NmfC+/3TfrtcR4nuB57YtGmjsB62tDRP8ztlUU7icg+phj4rFgumw5kS+HbS5g3wQa9Fn0H035Trt2qPEfp73HTl8Pbg4KDA50OmAxoZGZmeeyiHeBSvqjZ+1KoDmTPnL5VSX9PRva5b12G63A3CPgzmRvaAoOPC7Tdcdu7c5WsM98y/YIeuC9yID0a9vZtdl8v8ns1mSmVTaNH4YTbhG2l5EYDX6Uvmqpl57Gp7d7jG5/hrr91t+sp+v6cf6bvA77um18U+WxOZ19etW2c6ymbnj0wm9GWRibOsyqrqfawaXJvpjdcLtj7mfR0cN/0tBJ9D3Ffjd/LnsC7eJyZtDSU+vD1k7x7MMadPD9g8MyQjI6O+BhBnyvWeYvNxyklVvU7kpao+vzc0NAq4rDMeR5fLPifaDX/vMR1tILCBeL+CwKTf8Not1167Z3oPFvMG/A5OYT7odJzAPoFGVb0uvDOIqIiTGDZThsu478NI3nFxeT89e/as+Z8r7T3L2fvgxZs/JV4RgYjAggjEgIhARGCFELDl0v7El0xbR4XLPOyPu6VR8mqduEvLJaaKCEQEIgIRgYhARCAiEBGICEQErkAE1mqT0evVMlSIAdl77713RZqAoehjx44tmPfTnvY0l5UuGGGFApAnv+UtbzFddm3DmX/xF38hv/iLvyiqF/SLc1ZLMPqNQUy+JZoVUOEB/dzdd99dIWTlvDAMhwFzvgVeaimk/Yd/+Af5lV/5lbqy4KAdjPfVFfkyiITx3Jtvvln+6I/+qO7WoKP41V/91Qvmxf379wuG1uspODEci2HweuJXi0MezAn1GIdnH8/rX/961xNWy3OhsNOnTws8hd5noTiJP8Y1P/3pT8v27dsTr0W760w/duutt9bN74su4ApPwJz9Z3/2Z27joRYU2WxW3ve+98lv/uZvTuvla6WpFN7c3CwYWK5nDkPHjhF09JqV8prrB1+SN4aA54bNfUZviIF38qdOc8MX80x68qFs8q2V9q/+6q/krhU8UKJW+TE8IhARiAhEBCICaxWBWK+1iwB7wl796lcL+4DrqeUzn/lM3yNWT1wO2+G7iGpx2d/Gb4tqcS4k7LbbbpOhoaGqWTz3uc+VDRs2VI2zUOBNN90kb3/7233/2kJx6vHn/fgzn/mM/PzP/7xs3rxZ2tra3Pg8B3RhZ4p9e/Xkc6nF+fM//3P/jc9vkqXWHbw4MAl+q5UH/MbBUPX+DpmbH/1Rz1jhN9ErXvEKtxc0N4+lPiPfQC7W399fMwv2ln/jG9+oGW85I+zbt89/C3F4GL+jFsob2dcLX/hCQc7y1re+te75ZKH8FuPP78r//b//t7z85S+vKxnyHQ4ogsfqShAjrTgCyDqQXdUzDqnMf/tv/03+9V//1ffa87xUYs/yL//yL8u//du/ST2yacpBjgifc78U+shHPiIf//jH60r64he/+ILbqarCevgv//Ivda1p73jHO91PMTEAABAASURBVKQeGQ0NYD6iPdxXI+a3d77znb4OVou3mDDmI2Q6zMv1pPvSl77ke+bribsW4tx+++3CNy6V6nLjjTcKc3OlsHr8GG+Xk2yxnjbHOJURYC5b6OC3JAXfi6LbqvXun8Sv5T7+8Y+v+x2b+QV+rZXnWgjnXYQ5qZ75E1n0pSrjXgrWP/ETPyHoAH/2Z3+2qo6Cb+553+Sb1nrf6ZZSnys5TepKbnxse0QgIhARuNwQmP42ufwjn/L7ehqsIvbn/+x3o0BiHvYn8YoIRAQiAhGBiEBE4IpGoO7GowRFQYdyDqM9Q0NnTXl7VjD6gXBzaAhjJiOCUaByhaiqimqg8sJU1YUHKBcxWNbe3m6K3m7hAI6dO3cKxnowztPfv0v6TamGgm0u9XtYCEewtXXrVZIYMmltbXMDgBh8EbsQ6ECqoS6q6kJ01eAWCkWvO4dT0J6BgQEX2g4NnREOmhkZGSkZNJmsaNCEvBFuJRiNjIxaurOWxxnf+IkRQPJB+YdiH+NrpLHivR4IkVRD3aTswh8CJxTPCO4wTrR161Y36AQGGH+57rpgWC7BLBjE2SlgmdwTF1wxAkOavXuvleS+3zDetm2bYCQMhXtHxzo3NNPQ0GD1S5fVaOFb1VD/pL4oEzFEttmU5lddtVUw/Ef5+/ZdVzqQ63oTfl/ndN1115UM01wriREb6gTR70k7du68xtp0jeV1jbs7jVdoH/H27MHozW6hbdzvtLjb3PDZFuOtDcJG56amJmtPyjdng3/SGtVQd9XgEoaBRfh5dHRMRqz/R0dH3UAefYhBH/p6qk6DV0k5l4urGnBSDS7tKhQK/mEK2IAXY+fUqQE5fvxBOXLkmNEROXwYOiwzxtcOmx+EEbZqFNJw+FZIy3OIz/ORI0fk2LHjbsTt5MlTPu6oA3WZmpqieheF4KOEVANWKCsxvgc/Ytzqqquu8rHMHAYvM4YZJ7jwdb/Nc/jvNF7faTzNOOIDqU2bNgnKThRozHPkq6rO2/QF5dJo1VAu9/hBYAL/wsvMeczpzO253KSlr22wiTyY7xgfY2PnfXxgTPPMGea8QVsXhnys5HLhQyXmBIy0qc6uS1InXOrPfEN7wnoQjLjt2LHdDbYxD5QTuCQ0499vcTF2t8MP5GL+aW1t8c0eYEQ9qHtClBtp6QiAI6lxywk/8G5ubpL29jZT8HfJZlsH4Fv6as+ePbbG99vavsv6a6dTv61B8Dxh/cbzGCfjfWDTpo2Wfr3nw7sCfQh/U0Y5qao/qgaXOPA56y2Hz8GrHEAFnzMvTE7mJF/jQMWkTZOTk77+Y9zs9OkBYV47c2bQ13jmGfIkDmWqqq8xqqEeUrqoN5hAzc3N0tnZ4e8rW+29hTHNGKf9GClN1uYwD+wynPodL7BhzcbtN7x22pywY8cOIQ8MwnV0dNh7T7Nv3GE8qSYqgiBAUlWhHmJXPp93RTr1Z+wO+TvdGZs7B+3dbsjG9Ki/E4EhOFgSmxtCPtxHighEBCICEYFLFoFY8dVEQK0wJxVbhgOVvMwRUZl11bfSlmKZ0qh0NyuP+BARiAgsAgEbRDaUFpGgFNXSle5Kjg3m6UHOvYThbbcSr4hARCAiEBGICFwhCKTTKZNLNZkOpl3YGNzdvV46Ojr9Y0pkYei30um0qIYFEjkaMqeEymFS1el4+KsGmTdyKmRwQc53XsbGxkyGNSLDw+dMTjfsMq0zZ5BvnXad3MmTJ01f8JB/YIvugI850SWwufn++zmQa79gYAwjVhCHc+3ff79wYNeRI0eFA7mGTO9JOci5ObCEQx+oM/W6uMQLSdHldcVikOenUimXg6N7QJfY3b1BOPwBvcPu3btcxohMsd9krxBy2v5+ZLO7TD67y8IT6nfdG7JZZI7IMTmUAtksfVi0Fyj6D5LSpRr6jDpAeNNXYDdkckf6ZciwRA8xYrpT5KkTE8hn8xX1raRPSFVdl9zY2OAHG1EfdJjhAJjtXm/kqehIg+5xn1x//b6S3nGvBHnqbpOvQsikoV3WZtq+09u60/Qu5YSsFoyQzyKLhXgGy+3bt7sem8OW1q3rcL5H5gs2VlXvEyldquryWFUVeCdn+hdk1Ogcx8bQN446D4MTfI3MFnxlea66cknKw4XoV1U1XspIs8n329raXT6/2eT727Ztdbz3lHSxu3f3G64JnrumMYW3wI5+oU9wwXRbSQfd09Ntc0WH5d9sfZuZNd7FLmOxWTia16L+rPoWX524p13w48TEuOmtRn2u4MC+48ePm67ykNFhmydO2LwxKOjL6KOc6baYcywT70NckaLxK2NPXAbfZPrmtrY26erqlJ6ejaZf3yLbTCe9zdu5xfx6BH5tbW11PmEeTMZHyG/l/6uCQygHHLijXZOmH2Ec0t4zZ4Zc58Hhhcx9hw4dMkzmE/rZ+uiwpUfvi0s+wT1YOvwMfS5lsQ+DwxTRvQedDfNBwJd6rhaBSzlRLuM50VeuW9fufcmcuNN0MvP5fpePC+YI+B4Xnc824wXmYOZR1sPm5hbnJcqijMTlHlJVHwuqYc1jLDInwIvouMBozPSxuGH+nKprnNDfpKGv2f9y+jQHoQ0Zr58zvdeY64Eoh/Jm14On2USdVVMS5uMW6ehYJxz+2NvbK8yNtJ/xvqekA2TcQ2BCWPDf7fPuDtP9bt26VUjLoX+Mk0wmK6pqhUI24mwyoEzIPOPfBSJQCUd4vdl0lh0dHc7nrK3ocuHhftND7rH5Hp7vt3cH+hLi3YHnfgsnHmMjrInrfF6HPzKlA7mocqVy8Yesi21eLZi+dtL3mDBPMwcHOu96zJytnfBxpXzwY89V3vS9xIPXR0ZG7L1wyOZ03gdP25x/1tdawiZN38t6bNwlzMcJqQaeU1Wb39PG443CIXodxuPs5YBXWdt4p4D2GI8Hl3cLqN/mgX5fE+F1wpL9SmC2zdYFcGI+YF0Ac7AXu1RnylZVGwPm6X9Fe3eYMgwmvP7M1YxfxjH3Q/Z+xbhmLqftyRj2pPFfRCAiEBGICEQErgQEVERTgcTu5UIu/xli/+wvZDN9Ex7X/v9Yw4hARCAiEBGICEQEIgIRgYhARCAiMA8B5LTPfvaz5/mXe4yZvv1zn/tcudey3OfzefnQhz60YF58E1uPgeEFM7iAgHvuuUc+9alP1czhyU9+srz0pS8V1Qv90Tm/KA4n+vVf//X5AXN8kIF/+9vfnuO7co/0CQe2IMO+0FLQi3KgC3nWygujfRgGrhXvUg5HP/HlL39ZOIiLPQef//zn624OugyM9G7durXuNJUiwk//5//8H9OLP1gpeJYfOqB3LrPhWL6bff/73+/6lFmFVXj4u7/7O8EQa4Wgml6f/exnhcMGa0WkjRiCZD6qFbdWOPz+5je/OR7KVQuoJYTTlx/84AdrpmScYGz5p37qp2rGrScCfcqhjMzXteJ/4QtfkDvuuKNWNA9nvnvTm97k97X+Uf5yHgqpqvJf/+t/FfKtVTZ7OTgYj/W8VtwYHhGICEQEIgIRgYhAROBiI8BvHd5dbr311rqqwp4uDuetK7JF4rcDhtXttuofhwyxV75qpCUEsheO31LVkrLX9SlPeUq1KDXDeJeu512xZkZlEdgb/IEPfMAP6GL/HfV8zGMeIxwmxbsxv5XLol+StxyO8ru/+7uS7AW8kEZ0dHTI3//93/O7uWY28NsXv/jFmvHmRnjooYfkPe95z1zvec+Mk1e+8pXCb6N5gRfowV5K8q4nG34T1hNvOeIw1sGVfaL15gc+fNNSb/wLjcd8h/yBAxzqySsexlUPSqsf56tf/aogd6unZOYY5mZ4rZ749cT58R//cXnf+94n2KmrFZ9Dw5BjwHu14s4Nxy4Xssi5/pWeaecb3/jGZZtzWNP+8A//sFJRs/yGhoak1hpLAtr/7ne/2/e587wQIZ967WtfK8xzC8VZqj88wNjnu4taeaADAf9a8dZCOLKnarqkxz3ucdLV1bXkqrKOXE6yxSUDERMKh+qhE60GxW//9m/7N1HV4iw2jIOAf+mXfqlmsq9//evCdyI1I66BCLzHszbUUxXWsCtFxo0+FF3nYnROfEO3bt26eqCMcRaJQGqR8WP0iMBFRCAWHRGICFRDgA+PCU9cKf/Gp/yeSHNp7l4vezZ9uZSTmJ/T3LTxOSIQEYgIRAQiAhGBiMAcBBASo9jEqAfGPRDAImDm0J3BwTPCPYrRiYkJNw5C/CQLVRXVQPglYSgXEfwmRqtQOGGcaOfOa2TPnmC0BOVVf/8uUx7OpZ3uhxEYiDRs0MWQSVdXpxtmw/BcJpOmSDfm4jf2T1UFYbbqjEudqPvIyDk/kILNg4ODg94u2orCOjHUQlyZc2HkBGEveYAR8YeHhwXl+cDAaRd88UwYOBI/yUdVp+sjpYsw1YAZdUXJ3NbWWjJ81itXX71VMHIDNhg3wtgcxl327NntuGDcZefOnbJrFwdX4e40/37DdbfRHuHQD5ShEPf9/f0mGNwmvb1b3HgSStvW1hbBaE46nSrVamFHdaauKTf8l/E+6OpaL5s2bfL67tixww3RcPjW9ddfLzfcsG+WYby9e/cKdbn22t0WD8J4zS5rQyDaA11zzU431sT9rl07PbzfeAQDN3v20LZrLf0eueaaa6zcq4VDxnp6eoQ2wROplM7ih6RVqjrNp+BPf46PT7iBtpGRUTd2g5E8hKwYAsrlckIc4iZ5XGmu6gxmGEOCt+Fx5gKMAWHUDkUbxi6PHDkqHMiF0ctg0A0jbFBikI37henw4RAvuIcsryQu90emD+SiTMYdxh3Hx8en5yP6KaHV6CfKopzE5Z6xkU6nbVw1CUJR+JJ5C0NlO23eQ0nfb2Nxj4/jcv6Hz69xnk74evPmTa7obG5ucuUi+aqqG2CjTEgqXMw99BUG2+grcGJOHxs7L/Qf4RWSzfIib3if+W5sbMzHBgcOsg4k8yZjJpebtHTF0vyW8vFlHtN/5JOUR/2Z55qbmw2bdp+HMPwFNoxzDHwFd5fNZVDAp9/GfqCZ5x07tttc1uvzJcZCWWfIX1W9bMotJ/eM/5aEQDmOyb2qOk/Sl+3t7d4Pvb2bTHl8tfcdc3zC4/B80q+s5fjv3r3LD6nDOBnrB8b4MGzZ2NjoPJSUk7hJxVXVw3mGr+BReBpeZy6A4Pnx8fOu8J5a4EDFJF/cJJ8xGx+s4QMDHMgVDv0LxiJHhHxzth4QV1VL/K7CRR6QqvqGKngRXDo7O21t3ChsImMtBwPee8KafK0EjOBpaJetaf22du82/z1GrI+7fB2E17duvUowCMca1zxvPhCbE8QvVfW6iaivXdSbdx7ecYaGhux9BUre50bcEONU6UBD2iDxighEBCICEYGIQESgbgR4E3Cyf7YEiy2/RjyI+L2ULvMq3dV0Eh1R4noCdESQP8R/EYG1hMDar0sYOsXp9+WZmyp1nzUAS/EYx0YzY9387VlmDXYFAJJjAAAQAElEQVSJV0QgIhARiAhEBC5rBJC9oudDFshhXBzQ0dnZ4Qdy4Y/cF6NfyMeRM1WiuQCpqqjqtDdyKmR9yLSQ8Y2V5NLItxP51qDpKk+fHhRkeCdPnhI+HOTgFw7k4qAZdAsHDhyU+++/X77//e/LPffcK3fddbfMPpDrgHBgzMmTJ10/OGZyQeSLyBo59IG6T1fqIt5QD6hQCO8zYJvNZvzgH/qBPujr22I6hR0mk+032jWPkM0idw+UhPd7GvQW6C86OoK+Fdks/Sx2FQoFe3Wi3PBGZV7eV6pakj+Ky185eGrI5I70C300PHzOdQlgygEzYEobpMaVSqVNp9LoOkdkoD09G1zvt337Npeb7t17raAj5SCuRPeYHARF2LXX7nHZ6u7dAQdksdBO06FC6Fxwd7qOBl3MTscKWfUe0znuMX0NWCHHpcy+vj4/uAQdD/ydNp1PKpUSkcCvSZtU1fFQVddJwr8J74INejRozHh5YmLcZbZJWlnFizLLiaIzmazxUrPAS3wQ0Nu72fWt4ACe6GOhoJuBd3aarjYQ/ARmyLrRB+813S/pOOQFfe2GDehr1/nBLZmSDp8yedUONMNX+NdDqurRVHFVcCARNV4tOLbMHeithobOCnpE5oWDBw8J+kr0mHzAwnxCPPoKPlclLxXxfIrej9Qxnc5Y/ZsMnzb/yAv5fJ+NN/hj27Ztrp/asGGDwK+tZQdyqZKXrOqlOlMm/Uy7cqa7gxdHRkZ8nmPOPHHihM99QYd72HBZOh0+TNpDJT1uwBicDxrehw8fEeZl8EavyFgYN108hx4WSwcMripAZYUVrXOBizHNuoW+hXFOXzInMkfA92EuSeYT+H+Xz0XBf5fpt3b4eIEn2LfS2dlh/NIs5EtxlIO7EBHOmsccCS9OTEy4Hoo+g3KmjyKsYPP/Qnkk/hw+NGHzC7w9ODjo+1WGbF6m78dsfZvJq+BJUikV1RlyT/tHnczxOQ1s0L2uW9dhulzm4y2CLhdsGPeM/37TdSfzLPdggz8u/ui22OvC3MIcwx4Y1jAr2soXG7fFaaLcpHzuIy0egYXwgyebTS8Pj3KwIDxLv7De0Vd7bA2kX/tNF0+/MZcnhB/rZ5+viRtMt7/OD7FqaGj0Q61UmX/DfD63fNXAY7SEdyv4ecL5PPA6elx4nbkh4dG5eZAWv4K9k5CesTI+Pm7vGRy8eNZ4fcDotM9x8DthxKE8G+rGZ+pjUlUluVTV6p7xdw54nDmcMbx169bSe8Ee09FCu+29Yo8R7u7S+Gcu6De/fo+z195NWC932rsGawM4bdwY9nZw2BfYl5erql4nVVzGgAjjl3pTf/a+8I47aO+6jGHeqxjXjOPJyZyvT0l+0Y0IRAQiAhGBiMBlj4BaC2eRPdif+S7+L7yu2OJbSsozVHqMTkQgIhARiAiUIxDvIwIRgYhARCAiEBG41BDAWOHmzZurVvuTn/ykyVVHqsZZbOBh0xNx+NBC6R772Me6LmWh8JX0v+2221xuXK2MhoYG+aM/+iPf61At3lLDVFWe//zn+zdWtfK46667akVZlnDk/W9/+9tdt7ksGVomyNjf8IY3uC7JHqv+vetd7xLk3lUjXQKByPTRO7MX5cMf/rC86lWvEoyNs6fgB3/wB+s6DG5uM1/0ohfJM57xjLnei37GSCKGY2sl7OzsFPpjm+m8a8VdbDh5kjdlVEs7NjYmHJaFHqhavLlh6JZuvfXWud7znhnjGDmnPvMCl+iRzWblz/7sz2Tfvn1LzCEmm4sA/Q/PoiucGzb3GSPLGFue638hz93d3fLqV7/a9ePV8qF+HAZWLQ5htOetb31rzTWIuBiixgCs6lKFnuQyn1RVyJf854eW+4hwcMI999wz2zM+RQQiAhGBiEBEICIQEVhjCLDH8q/+6q/k5S9/ed01e+ELXyjYLak3QSaTEQzp14r/zW9+U6Ba8RYb/p3vfEc4vKVauic96Uly4403VotSM0xV5fd+7/eEg0RqRl5iBPb5cdgA/cVef34r85v5da97nRw8eFB4Z15i1hclGYcdwX/8HlyuCvA7lQOXwjcJC+cKVu94xzt8b/zCseaHfOtb35J77713fsAcn1e84hXCnuk53sv2+NSnPlX4vqBWhvAF31nUineh4SshJ7jQOs1Nn/T5b/7mb9a1VxT+5FCIWrLhueXE55VFgL3Ob3nLW/w7q1olcbDHcs8xSZkcyoWMQrW23IG5BrlikrZel7WLOb9W/Ec/+tHCgS3LOZeqqrzsZS+rS07H4WR8R1OtnnxX+PnPf75aFA/76Z/+abn55pv9fiX+sX//Oc95Ts2s+U6K74JqRlwDEfjek4OSFqoKvLpQWC1/5s3LSbZYq70xvDoCHM5WLQbf0/BeWi3OUsL4LfFbv/Vb0tnZWTU5elX0SlUjrYFAxhXrB9+y1KoOMmhk0aq115paeZWHq649GXdvb6+AC3rR8rrG+4uHAF94X7zSY8kRgYhARCAisHYR4L0EWrs1XLmaxZwjAhGBiEBEICIQEbggBFBysklwbOy8DA8P+2Zn3GE3oHZOxsbG/PCGyclJV3iqapnRkHCfVEBV3cAJyikMUXV0rJPu7vWCETUOmcEgFwexIHDgGQMwPT09Fj5DGzdudIU3SiDiJ3ExetXd3S3hUK42N5iykNJRNdRLVYULBcb4eDiACQMmEO3DHRkZFTbn0j6wIH45ITQibNwNvYwIaZK0584N+0cKpAfDuelVQ/mqwSVf6owhMjBCcNfePmPUi/ZyUAmGW/r6trjhud7ezQJW4NLTs8GwCoSRKAzv4YLNpk0bPV6vCXP6+npNGdrnB4Js3XqV5bNFODSFPDB+tG7dOmlubvGDVagPpKrer9SxEqmqbzZF4YGhms7ODqtLj5dJn1JvDPlcffVVQt17rd7UifpRZldXl2/iX7eu3T9ggD8wStPc3CRNTU3en42NDSW30V0O2SK8ubnZDfJxcAt4YbwJSvIAS4SVIipc9BkupBr8VFVUFS9TRk7J5GSuZORqzPufPoTo51xuUtisUZ6PJ7xC/qmqY6Wq3mJwAA/GEUaTwGlkZMTniqGhIcFQ0ODgoB94N+OenvM8N3zmORgZwlhY8MNYW5IPeVPGsM1N586dk3IDbnPHm1d2hf+BBUTZEPcYVoIH4VP4s6ur08cG47mvr096bUz22nhIxjHjkDEbxnOPz3e9Fodx1GvxmOeSMUq+8DZlqIb+qNRE6oE/dQr9lDO+HjceP++K20mbvzHuRLyEiD+XSD85mfc5n7mffmZDAy4E/vDA1FTek6qmRJV6Qe7l60RShqr6PBOwabf5u8s/vGFuAB/azFyfYNPj68EGx497sCKs1/ABS+KTljkFjJgDmD+Yl5jHQg1m/lOPmad4txgEyrFTVe9neBG8mYvhc9Yg1vFNmzbZOtPrvE5/brL1qMfXqx4/UIp+xG+TxeOeMNJ22brQ3t5u61GT8wl9qBrKWqiuxWLReWxqasrm6bzN5ZPG4xPOs+O2zjN/5/NTNs9XtqRCu+DzQqHoG5KYz4btfef06TNy+vSgz2sJn+fzecun4OWpzq4X+aiqv/PAf/A4uHR2djqP99pYhl/h817jX/h4pv2882wwPod6HCPCNm1ivd/sOJIWLFlDO229bWlp9XUxk8lamSnhog64IqFuVh2vL/XGmPD58+M2Z476u92ZM0PethF75xm39xniFAqhbeQDSbwiAhGBiEBEICIQEVgcAirC+gtJcplfcrsU1151ZozDLSWDmCYiEBFYHgTmjuW5z8tTSswlIhARqIZADIsIRATWBALI69DbtLS0+IEMyPOg9eu73JBUp8nCkIkhG0NGlsixVWcWz0pyp8QPFwqyvimX1yHLRnaFm8vlTPaXK8n+xl3mjdwamTX6gmHTGwyZjmJw8IzrI06dGhA+jOFDk+PHj8vRo8fk2LFj5h4VDu4Kz8f90JgTJx6SgYHTMjR01vR8oyZLH3dZY95li0FutpqdAA5zywN/dATNps9DjgreyFU3btxk8tgtpovrM7dXkD1uNN1qj8vXkT0mlOhbez0ecspNLrvt8f7r6OgQ+raxsVEoa275PKuq/e7R6XD6in5Bxjg2NmryxzHHD7kjfYM/fTcje5TpSzXkpRrcdDolDQ2Npv9rcf0hcn/agFwUfQAffaJ7RFaKnBV/dCvITOFD6j9b59hisuZm1zmiX6RdjSW9Y0NDg8tXm5qaPU5ra4uV2+oEDwedY4uFoa9s8IM70qUDuVTV21DeR6ozfmCSN1lyznSL6E+Qy46Zzh3ZM3JadC7l+hnPbAX/UU+IIlTV+462MEbRy3aUdPdguclk9vBFn+ukt0ivybUr8ROY0zebjH/oB/qDuPAdPEl/tJu+G34C61QqJbOvIK/337yzA2o+qQasiQhf5W2McsjTuOkDzp0bMR3lkB/ExYdb5TQwMODjm/kiZ3NJ3vqIvirHJp1OeV83NGS979tNX0FbwIZ2gsUmwwjqMZ0HYe3WTuY80mQyGcdXVeViXwGbvM+Z46YDGBtjbI64XgD9wOA8Pe6gz5uL8UeHQvxyl3v0uuhzmZOZC+D9cDjfpOlxCq5jWS186F+ovDxVtX5K+xzA2Ee/SF/Sp5uMp8Mcs0U2b+51nW2Pz6UbTIfTU9LfbDQ3Ifw2mh6o2+ct8oPn03PmCym7VGf4g7rRV/AiPAlvTkyM+zo3OZkzvKZcz0M8qCybWbccPjQxMeHzL+sYfTxsui76nTzJmzKKxYLP4aqz65BklrKxSt2ZH5ptremwdYExzRgAG8YAY33z5s2ODWN+Bp8NhkuP+xOPOMRlfthk44Z8wJp5odHWmWS8FG0iAAOIeyipT3SXjoCqGp+nTIeYdl5nbYPPNxmPbzbepm82Wz8Gd5P1W+DppD/pW/qxt6TTxJ91udN0lG1t6HKbTZfb4GVIlUs18FrB9LDwILwITzInsCbCtxDzeLI2zs0OnsjbXE+68vkMHufAv2F7/4PXQz55GzNBd0w+qjqP51MptfeNBlvzW3zc0q4em9OT9rIGhnbD57NxCesfvL7RMNtk8wS02VyI+002V2zwfOF1xhLjClKdqYuqWvXU6xbal/f32pGREdfj0iaMktI+3nHDPDrpbbOEl/9fbGFEICIQEYgIRAQSBNRuSuTLpz3Gv4hARCAiEBGICEQEIgIRgcsEgdiMiEBEYNkQuPrqq+UJT3hC1fwwQlePId6qmcwJxNjmiRMn5vjOPHK4UFNT04zHKt0hR+YAslrFYcj6UY96VK1oFxS+Y8cO4WCyWplMTk7WirIs4X/8x38s27dvX5a8yjPhcKLf/d3fLfeqeI9xVvimYuAyeWLQEF2fqroMXnX5XXTDlLF792559rOfLX/yJ38itK1QKCypFS94wQvk9a9/veldsktKnyRC34AxwKGhocRrQRcDuD/wAz+wYPiFBmBk99d//ddrHKwSLAAAEABJREFUZvPhD39YMLxdM2JZhDvuuEO+8IUvlPlUvn3JS14iHJBWOXTpvujQ6C90P0vPJaZMEKD/4YPkeSEXnsKoqaouFGXJ/j/yIz8iGFOulQHzF/sgqsXDeDVGgKvFIYx5k8Pd0CXyvNxEvr//+78v6Dyr5c188f73v79alBgWEYgIRAQuHIGYQ0QgIhARuAAEDhw4ID/1Uz+1qMO4OMji+c9//qJLRU5w7bXXVk3H766PfvSjVeMsJfDTn/607/WtlvZpT3ua8Hu0Wpx6wlRVfud3fkc+8pGP+DcD9aS5kDj8VuY3M3ID5CTsHb3lllvkU5/6lH+rcSF5r3Ra9gK/+tWv9r2Ay10W/PZLv/RLNbMFp8Ueovtv//ZvNfdpw+tPfvKTa5Z/IRHYa8lhQ7XyyOfzNetbK496wn/+539eHve4x9UT9aLEYX7hcK0XvehFwripVYknPelJwu9p9gHXihvDVxcBxixjt1apjJE3vOENKzLHJGWzhv7iL/5i8rigi3zg7W9/+6LGImOXg7zg3QUztgDmUg5lxG6ePS7rH3K6P/iDP6iZ53333Sf0S7WIHI5ZS4eiqvLLv/zLFyzHrVYPwtCtqFaXgSV78om/1unuu+8W5PaV6skcxgGelcLq8bvcZIv1tHlNx7mIlWNOYi6rVgW+GaklL62WvlrY9u3b5eEPf3i1KP5ND9/fVY20BgKjjLtyJ/zmb/6m8Fuzcmj0vRgIpC5GobHMiEBEICIQEYgIRAQiAhGBiEBEQCRiEBG4XBHA0AnGTzCcFgx9DAsGrBIjJmz0RjCLUFxVpzcogwd+kGrwx5hJNpuR1tZWwTAcwuxNmzBC0uMHc2H0paNjnWDYDAUwClSE6eWEHwbBiIORnq6uTkvbLT09PYJRFAwAYfgFgybBcI9SlYqUbHaljrSBtuRyk6asnZCxsfNupAhDXGzAxx8siBsoZInyKpfLuVG5gM9ZSzdi6cdKxpEwJjXligZVnYdPyEXcX+zCqFFjY5NgsIu2oTQBp97ezZIYe+np2SDgB45NTc0CJo2NDW4oJpvNurC+HDPuGxsbBQNz4NrW1mbpO9ygXsi/RyiDvgC/Lj8Epc3iN3me4Ei9VNVqOP9PVd24DnhSPmW0l4ySoQTB+CJ50i/t7etMud/i+aZSaeECe3gMwzEjI6PGX+dKBsCCkUQMdWEYDWOJp06dcsNpuCdPcj8ghCNgZBPr8PBZ64tgHDEY6gH76sa8VNXxV02JqppCsij5/JQbV6Re0Pj4hPMFhnvgE+oMH1D/K5VU1ZsODhBjAVzALm+KbnDK2XiCwn3ON3/kbLzk3L/8udr9ZCndXDekIW8MFlIm5WNkrFAo2pjz6l2Ufwkequq8zlhlzK5f3y2MOcYwYw63y+YwxmRzc5ON5QYnxizU1NTk8yXz4vr1632uIx+MSJIn4cRLp9POu5UaS13wx4UKhYIbbGN8lOMGdhDhxINIV04Fw5V0jIOxsTGf5xi3PNOnhCX4i6ioQnanMusibyiVSvk8Q3swvNZj8zj4hHljvSRtbSkdNoQBQ9qbEO0Hh4BPl+PT3R1w6vYDGrt8LiUe8xjlqc6uDPWYVbn4UBUB8EqIiKrqxtuY+8EZXu6yNYS+hMfp1y7jceZ+wpqbm73PWZNIQ19yD5Ge/gxre5eQDt5oaWmxcdHoa1s5ryf1wJXSpRr6V1V9DigYvzM35Hzeydncnnf+LxYLFl6cplJyfy4Yn8PHzC3j4+O2Jo0IirahIdYX1vacrxNJmoVcVfU6N9vY5p0FPqVNjOWEzzs6Om2MtzkmYAEmEO2E4FueIdZwMOzs7HBeJ48uw7qjo8P4vN03ujXauwDpOKmjYG2nndzPraOqWhsKPrdywBhG3GjfyMiIG3ij7eXzwdz08TkiEBEQiRhEBCICEYGIQEQgIhARiAhEBCICEYGIQETgSkdAVf2wGuRWyPCQ63WbfBZdEwcl9fX1ue6psxMZWOs8GV+xOCOfS+6DTGvGH4xV1WXNyHfLCTkYz7gQ96pKEifyJD/kXMi7kBGOm64HmTYyMQ40QK+E7gnjYBzOxYcdBw4clPvvv18eeOAB4ZAu9FHo/8ZMb4gsHHkjeXshK/yPcspJVSWVUpfJIi9vNnkrMtRymSN9wHOXy2XbTf7Y6tgjf0wom21wP9Inskv6qasL+fp607luMBnkeukwnS06WcpKMBa7yutkj7P+CAP3vOnZwAu8kTtCHEZFPxBGvIRmZWAPquptRN4ZeKtdkIvSpk7jpy6Ti+Kii6R+jaYDRZYqoi7/pQzKSvoZ+ScH0tDf6BPROUL0fdA1om8MhD96R+LS76OjQWZKnnnTfRVNtqyq1g8pUVUnqXGpqsueST85mTN943mTw56f1iMjjy6WjYca2S05uLwM7uElcGs0uTKy+Q6TNSN37u3tFYyGIePvNl1LgjXyaXim0fBuaGhw/Rey6+S+oaHRZN2NpgduMgq6AOT+xIcoa+44FWG8zzTJYLCHcECX3VT8U9VZ/qoz+MJzY6a/ou/oSw7fO3jwkEDHj59wnTJjH76kT5kfyExVvS/BBVLVkny/2eXv8NymTT2uq9++fZts3361Y9RjOntwAz/mwkwm6/mQ51oj2gUxPml33sYoekJ4EiyWhyZNvx70t7Pzw39yWkdDHSDqc7FwUlUfx8xtDcbPYa5ZZ3Nft82BPe4yl3Z2dvpcCP8n8w3xG23cNBjPN1ha+Ly1taV0OGWnzVflaVp8vmWswP9iV7W2q6rFENfh0E+TkwE7+ipvcxDzRZK+En74Ec7+hmQsMB64Z3yEPAo+J3lBZf9Im5Cq+jycyWR8PCdrDftx+NiRuaKjo1PAhXkBDMCEdrLGgEujzRUQ4aRnHPWYLnjTpo2mL+/2vSqdpvNq94PsmmzMZWz8iNeNeki8loxAgl/iwuf0Df3U2toqHba+M7/TFxD3HbYGEEZ/EY++S/qx2XSdjBH6m/c94tKfvDd0dXUYH7Q6n6fTYW2cW3FVtb5NiNDiNI9PTeV9boDXmTcmbZ0MfDrlvEDscqJN7EmAn0dHR2VkZNT3B7GfDZqZ3wteJmudqk5nQfrkgftUKm1rV5OPX/Ta4AF/077An+3+LgUm4JHNZvz9l7GRUDab9TWROMwT8HSnzR3g2m3vxuAFtmBK3HQ67fNPUg9c6plKpbzOjGEw4L11zN4/QztH/HCuZA0Dp6K9k5A2UkQgIhARiAgsDwIxl4hARCAiEBGICEQEIgIRgYhARCAiEBGICFwOCCC35FCgam0ZM10aB4lUi7OYsPHxcfnnf/7nBZOgV1hpo74LFY6u8Pbbb58OXujmhS98oetDFgpfDn9kyDfeeGPNrNBxgmnNiBcQ4Yd/+IflWc961gXkUD3pCw1PjDlXi1U0xfDHP/7xirqAauku57DnPOc58qY3vcn1EhfaTngffGvlAy9wCFiteBcSrqpunJY9RNXyYc/OJz7xiWpR5oXRRvRL8wLKPND7/Mqv/IrrYMq8l+32R+o8wGnZCryMM/rMZz4j8EGtJnJgQHd3d61oSwpHl4cxZdUZ/WKljDgMDmOklcISP/h5aGgoeazoqqof5Mf+nIoRlskT46C/+qu/WjO397znPfLQQw/VjBcjRAQiAhGBiEBEICIQEVgtBKampuQrX/mK3HzzzXLNNddIvQdgJfV71ateJVu3bk0e63Y3bdok9cgyPvvZzy7r+xN713mPrFZR9rXWc7BRtTzKw1RVOOyDg0dwy8NW+n5yclJ4B6V/m5ubHfOPfexjgv9Kl73Y/FfyACfkeb/1W78l7DmsVi9+X9x2223VoswKg5/qkQE+73nPE3h+VuIVeHjMYx5TM1e+21lpuRj7QDnoCtxrVugiRfjgBz8oHCbIXtJaVeAwrve///2+J7tW3Bi++gjQN4zdWiVzUOG+fftqRbugcGQelIOsrFZGHA558uTJWtGmw7///e8Lcp1pjwVuOBRsJQ/DY+2uJZdmf/YnP/nJBWoYvL/whS8I8uvwVPn/D/zAD6zKwX68/9Sao9k7z5xfuaZry7cato94xCP8G62l1hgevJxki0vFIaYT4V0CXVs1LPjGim9Hq8VZahjf3DzxiU/079J4/3nJS14iHHQI//P9MjqNkZERfwdfahmrlY7fJrXWMdUrS8aNrutnfuZnVqsLYjl1IECUFP8iRQQiAhGBiEBEICIQEYgIRAQiAhGBiEBEYLkQQEGDEAejZWfPDvtBSSMj52YZCkORjSBZVecZDpHSpaqimhIE9K2tLX7QBhsF2VjPIVBsguzq6nRDJwiVMOiSGCQhTUL4oUxtbW2zuO2uVOzuXu8CKAwAkWdnZ6cfTJHNYrSHclXmXqoqqoGoO+1EaE5bEarxgQGCq5GRUWvrhCttMXBE3KLbAfN/biiGNMQfHj5n+Az74R1jY+dNOBfSgQ/5UwdVxfGy/absn6q6YSMMdoFBV1eXoMjYtGmj9PqBXH0mOO61tm6wdnf4Bms25EPgguIvoWw261jzTFigJsOlWdra2gWjLyjbyR/DRxs3bpIEPwzntLe3+8cE5IMiEeMvssClqt4e4hCf/iH9+vWdrrSjnC7r246OTjdaRt82NDRaW1OWY1GmpvJ+KAgC/tHREcPvnOF4VhD2I7iEBgZOy8DAKTnph3CdKh3KNWB+A248DQN6Q0Nn3AgNhnYwwEN/gnuhUJyl6FBVK7f8j2eVVCq49PHU1JTVadKN4ZFXoHF/RoFPOPEkXo5AoVDwsYA7Zf0J9hgGm5zM2djJGZaVaNL8a9HcdMQv95u0/DHgBuWdl6hD6JswRr2Cq/iPsiHqQbGMCXieMcdchSGnMOZ6bCz32FzY5eOCccM4ZWw0NDT4+OW5tbXV5rp1QlrGEvMb46vV5tGmpiaPxxhVhX8pcT5RH3xxmceSPsJYFX0FTRnPU2fiQMQvJ/yKxYIbxBofn/DDuFgXGLfj4+PWlzkPI59imCR9XlCdqRf+5cScQRtpT3d3t7AW9PRssHmv2+eOTpvLCQM/5kVwKSfa31rCp8vmy25bC7otn+6S22XzDvNdc3OTG8ZS1ek6JfWgjdzjRqoPAfBKiD7EaBh8Tn+0t7cZT3c6b9Of9EVnZ5fzcFtbm61BLW7UrLwfuYcPmpubfV3DkFun9T3UbmsRfUzexIPXKZOaJnXgvjIVfV6Cv1mnocnJSZsnptx/bvrkuWh8zgGczGHw94gpsYaGhmTIaHR01Hh9wtOrauVizbdoY0AVg50Zby9t7+hYZ2t3p49l1l7mgs7ODluTWz0O7YNoYzmBLf5gABYdHR2WR7eNkw0+TsLa2ubYEo/+sOK9jtQDkrJLNdSb8Y5BRtqEQdohax8Hro6Pn/d5lbFMnLnpy7KKtxGBiEBEICIQEYgIrDwCsYSIQETgUkDg4ogfLgVkYh0jAhGBiEBE4DJHADldJpP1AxhaTV7NYRvr13f7B3kcyARxrc0AABAASURBVAUhI+w0WV+ryXGRASLrQn5VDg0yqISQRSVUHkdVXbZLmRB5JMRzQqrqyciDPJFxIR9ELoh8EFk2+jv0SBxogB5qYGBATpx4SDh86/DhI3LgwAHZv58DuQ64oRc+7EM/OjY2VtIR5U32dvFeAGhrOp1y3QCyc+Sp69evd3khcsfukoy803CnT4gT5OtZ4WCthOgPwpBdkkeXydjXr++alj2SD/7NzS1WVoPp0FLeB6oBY6lwJbiDPbiDeZCxjvqBGWOmO52YSGS0RdfdIcuEkuxU1ctJp9NW3waXe7a3r5OOjk7ptDZ1mdy/y+qKbBX5MW2gLel0xtKJy3+TcpF9IvOk/4ZMh4guMdE50q8JoXs8eXLAdY4Dpo88fXpQBgfROZ71eiMzJU/aVDCdo1XR8Aj15F6qXKpaCi2W1W3cdM/jxk8506skeBRKeARcSomWzaFvEiqYTo+MU6mU9W1megyDL3JrdNK9vb02ljc6P+APLzCOkeODN7JoxnPict/Y2OCybmTZzaaXgRpLB/IQL5PJCP2qGjAp73fqJsK4gqTmpRrySCKSPp+fckzHbKzS5wM2to8ff1AOHTrk9OCDD1ofnzZd8jnTcY2brD/nfUIeYIELJfhQX9rCGGFsbNy4UfhwYtu2bQJt2dLr467DZP+tNgc2NjY5nuV5kV+dtCrRaFugKeO9vNGk4bAclLN8Epp0HQNjppzQueTzecccHQx9FmhVmj5rfFEupaqq8yTzInNJR0eH92nQVQYdTJfNOfi3t7fafNQs8DT8nFBjie9bbZ1jTuo0nViXzVGMGXin2XRfjTYOGCPwP2XPJSldqmrzmPpTweaaKdO5J+tXotOdKulzCzaOk3w8gf3j2RzHGOwZC8PDw8bzw4JOl/0OpE/iEVdVp8vEPyH4mPpSb8YB7WFd2LRpk/T2bjY94Mx+FdrIOkM7Ay6sNw0+h+MHtmADLj09PaYP3ug4s3Z1dnaanqzd5o5m0+VmrUpqa2xhur/MI/5dIAKqOs3n9EerzVfwdLfp0+lP9gh127sDfq3Gx/Q38aDQn2Fub2lplXbTA8MLrMH0HXMjLumIn0qlpfyCn8qfw71a/4r1c9F5NW9zN/PD5OTMHJL3uaJg8eavCfA+8Xmng6/R446MjBqPQ2OC/6Tpg9kTQXmqKVEn5dGJekE8pGwtpM20i/co3l1ZC0PbOqzN7aa/bpFmW9fAgzGRzWaMX2com81O83uzjfl202+DC/mUYwtGrC1pe8ehXMqnHqoqqir4qaphU/B5lDF7/vyYtW1MeJ9hPOOeP3/e5txJjyfxighEBCICEYGIQEQgIhARuNQQiPWNCEQEIgIRgYhARCAiEBGICKw4Ahi05FvdagVxiA2yxmpx6g1Dv/61r31twehPeMIT5Oqrr14wfCUDTpw4YfLUXNUi0P9hEK9qpGUKrAcHdNzIyZepyHnZqKr8xm/8huln2uaFLZcH+geMOdfKDz48fvx4rWhXRPif/umf+sF26GuWo8H//u//7jryWnm9+MUvXlFeSMrfsWOHYHA3eV7IxUjxyMjIQsGz/Nnvg5HVWZ4VHuDF6667rkLI8nihJ6pwgNPyZH4F5cK8x2EGtZrMfI2x/lrxLiT8UY96lOzdu7dqFtS32oFcfKf5oQ99qGoeBGK8eTkPUyDPhYixgI5+oXD877nnHvmP//gPbiNFBCICEYGIQEQgIhARWFUE2EPF/u6jR4/6gR6vec1r5Ed/9Ed9TxZyhU996lOLrs/TnvY0+emf/ulFp0sS/OzP/qyXnzxXcjnE6lvf+laloCX58S72zW9+s2ran/iJn5D+/v6qcZYSeNVVVwmHAH34wx+WnTt3LiWLC07zuc99zg8m4Lfxy1/+crcjdsGZLkMGLS0twkEK7P1bhuwqZsEBMk996lMrhpV7LuZ3M2Oq1m9s9kQ+5SlPKS9ixe6RF6lq1fypL/s/q0a6wMCHPexhAt4XmE2SfNndD3zgA8IhD+yVrZV5PIyrFkIXNxzZQD3r165du/wAttWoLTIy5IG1ylqsfOD222+XwcHBqtky3yCXXsm5lHmGQ7mqVsQC77jjDt9vbrfz/vgGo55DnZizWa/mZbDMHuxvryXP4T1qufQ9y1z9Wdkxx3/5y1+e5Vf+8EM/9EPCnv5yv3rvkdVdTrLFetsd41VGgHmG71sqhwZfvin+7ne/Gx5W4D86n5MnTwr607e85S3CYaA/8iM/IsxT6BRWoMhlz5J1LMq458P62Mc+dkmHPs/PKfosJwKp5cws5hURiAhEBCojEH0jAhGBiEBEICIQEYgIRASuJARQ0iAsDgZ7zvpBSRj54BkDICizEsM9quqGQlTVIUJgC/GgqpJKqRsmQeGIARKMmWDgpacnMejVJQiby40TIVAvJ4yUYMSkra3VD/jo6uqU7u71bvQHgRN5YgCGMhCOqarVSZyoC6SK3wzhRxsQrtJWjLSMjZ13I2tsZOc5l5uUYBxK7Jox/BLwmZSxknEvBEkIgHmewSc/bSxGNZRrmfgfZftN6R/GVxAOgwFt6+nZYIK0jdLb2yt9fVv8QK4NG3qks7NTEPw1Nze54SdwAScEbnMJf8IxhNTsBmDaHOcEt56eHi8j4LdRMC6DkRjqQVpwTIy/lKo57aiG9hBO3Sk7lNEuXV1d1jfdnh/3nZ0d1mftJWNVDW74h/aDfS6XMwwD5ufODTufsTEahcvAwGkZGBgoHcJ1as6hXKdckX7mzKCcOTNUMig16ooP+pP+KRYLs/Cfrnzpxppg/EE7Uu4WCkXJu+GfSTfcRj/CAxD35TxfyuKKdFTV210sFh3fQqFgY2TKKZ/Pu5EgsMrZ2AmU8w9ZctbX9dNkKU3ilucxaWXkjHDz1mcQ5Rfc+JBVy+u32v/AAywgymZMtLa2CPzPmNuwYYPNVz3TxsYYG4w3xg3jtLGxwTfnMPYaGxt9nDMvoiDr7u62fDoF45MtLa2uSCIeY0819AdlViLqBVEvxlzoIzDLe5/hRxhEvJBH+J88E4aBK8YBcxxGS1HK8UyfEhbmyYKNJXGSKhdrAvMS7e/2ebzHDbB1Wzu77bnL5nfCwA8saGs54dfamqwFYb4hXfes9G2OUyaTtjUoZXWawYl2QVWqGIPKEACrciJINazr8DlrBmtXp61PPbZ2YZySvqAfMfxKX7W0tHh/0I+kwaUfoaamZglre7utH51OpCMN4cQv53XqQh3mkmroY+YA+BFehz8h5qSpqXxpjphZy5M8yBM+x0gbcc+fH3cDZ0NDZ31dGhkZ9XWBOKRRDWVxnxB5cA9/U2fGdmjXOm8TY5l5AGwY22BGHLAgPkQ7Ie4TampqMnzapNPwxYAbebBeM7cwTlpagiFI0lE+dSzYegYOPEOqM/Ut2Jydy03Y2jsmM+0bcUOwtH2qZNSR9kCkjxQRiAhEBCICEYGIQEQgIhARiAjMQWD+z4o5ES6Vx1jPiEBEICIQEYgILB4BVfXDZ5DdIcPjQ49uk+uia+rr63OdFjJC5IPIBomHrAv5laq6XgG5UzWiVqrqcl30UOVEPuWUhKkqyVwGiIwL+SDyLuSD6HmQaXOAw7lz51yvNDBwSjDExUczhw8flgMHDk4fyHX06DHTTQ247un8+TGTDU64LqJoeicvZIX/FU24V06q6ljQ7nCATLPp3daZLm696R26zYXWl/RynaZLaDcdQ4vrEZE/lhP9gVwS+SRyyk6TOwbZZbfltcHyWm+6xHWm02uxfs66Tg+MaXJ5nXguJ8KQPYL9xETO5I3nTd864nTeD5DIuU6iaBgWrX1SdgiTamifqnp51DHwVrsgB6WOXaZ7hLin7oQTDx2AiHq/J32Njpd+RneLDnFw8IzpFAdN53ja+/XUqQF3T548ZS40YOHQaeMNDuQaltFRZKbnTRc1U29V6pnoG1QWulRDmKo6v4NJUreAxYTlmy/hUfQ4C+W1XP5gnhD9mSkdqgeO8AFy597eza6PZvwiiwZrZNCMY3gGvBNeYkxDPOMPEQdCpg3hRzjx4F3VgEvoe1pW30u1apKONCKqOk20ibGOvmrMdPwcWjJg+uXjxx+UgwcPOXGP3/DwOedL+oI+EbtUQ17kA6kyv2WFdtB2eI49CH2mq9++fZts3361Y4QuBNzABn0XbVRVy3Ht/dEuKIzPgs9l6PWS+RE8lk7oanMlnW5wy/PlfuZAqYKPU+pBfWb4YOUxozyIklTV9YaMg2y2wec6+rLbdIw9PT02B4b5tMt0lR0d61w/Az8Efs66LrfRdLqNpsttbm6yuTbRV3aaLqjL52Z0Q4nuBt6gLLErqYPdLvgHPvnSfoXJyZzNFexVmbL5IuBHHlCSQXKPS1r6cmxszNavc0bDpgsaLVvDitPzjar6OEryIS33qurzMPVmHDMOum2N37x5s0DJ3EAbm5ubXfcHFqxNpGloaPC1Bz/CSd9l8zfjKMwtG3yt6uzstLWqzcZak+8jEruoA+2A7DH+LRGBBD9VLevLRmltbfX1vdt4nXc2iPuOjg7nY/qryXSS9F3Sj/i1trb4OEB322FjosvGRpf1KX3Iekz8ZI5XVUmu8nqoqvEbIfBg4OV8Pm/zEXPIpM8hk5OT9jxl88TUNJ+SIqGC6T6JE+b7UX+/YK3m3Q6eD+trzseKiPo4V1WpdFE3xiXt5T2WNXCGP9cbTh02ltuncWm0Mc+6mclknF9pL/flPM962t7eJuACrhB4tba2+pggPulUVVR1ulqqKaEueIU25n3MjtmaNjoa2jk8PGx667CGTdq8UDBd73QG8SYiEBGICEQEIgIRgYhARCAiEBGICEQEIgKzEIgPEYGIQEQgInAlI8ChTxirroYBBp7vv//+alHqDvvSl75U1djmc57zHJep1p3hMkZ8/OMfb/rf0yZ3zstDDz3kh4y8613vkpe97GXCoS7ohIizdevWZSx14ay2bNmycOAqhXDIDIYtV7q4pz/96a5/q1YO+zPuvvvualEu+zCMnH/+85+XV7ziFb4vYzkajP7j05/+dM2sMD6N4eaaEZcpAsak0ZNUy+473/mOHDlypFqU6bAHHnhA7rrrrunnSjeqKhjhV53RyVSKd6F+HITIwUoXms+VnJ75oJpB3gSb1TB2jM6w2iFZ6PS2b9/uus2kXnPd/fv3C/w813/u8wte8ALXSc71X4lnDm2oZ8xzCMJKlB/zXCkEYr4RgYhARCAiEBFYXQS++MUvSnt7u6jqshLvWLyH8fucw4E4jOkLX/iCLHV/FO8+b3rTm4R9b0tFiENLbrrppqrJ+f31nve8p+I+t6oJKwSS18c//vGaeT3zmc9cMTkL+9rIn9/q//Iv/3LRDuZiDyCHsvX29srv/d7v+R7YCpCtmheHJ+zbt29Fy+P3MofA1SqE3xn1/m7mkB/6knE0MDDgv1HoVzDlNw/4wuPIB2qVuxzh7De9kDG5HHUgD34zEBv1AAAQAElEQVTDUxfu1xp94hOfkF/4hV+oa+6jDzkkg+9/1lo7Yn0CAvXKBpCZsf6FVCv7X1WFA7vZ41yrJPiLtalWPPaBE7dWPOYb1tZa8S40/BnPeIa/oyyUDzoB2s+3FpXisHf+1ltv9fWYb9EOHjwoH/3oR+Uv//Iv/bC8a665xr8V+fEf//FKyZfdjz3u1Flk2bNe9QxZv1jHKhXMOlhLr1UpXeJ3uckWk3ZFd2kIMG74bVEr9Rve8AbXIdaKd6WG17uOXWkybg5+ZM66UvlirbY7tVYrFusVEYgIRAQiAhGBiEBEYNEIxAQRgYhARCAisCYQKBYLbuAHI3WJoY+xsTE/8CiXm/RN6RirKrrRNHGhtKpK+cWjqroBEYyRoCTDUAuKHQyQYEQNxXtikAjhNPEwnobSdi4RRpxGN3DU7AZQMJCCwLujA6M97b5pm3Dikl515idzeV2ldOEH0RbaNTExLmNj551oey6Xm25roVB0wTnxC4XCAvhM+KZKFAccCEJcVRVVLZUonkfyoKrCRgGELU1NGNBrlwQfXNoGTrQTw0ZNTU2CQSPiQ7SxFhEPPMCO9PQDBmEw/oKRHPqAe/zLsaNekOpM3aXsUlVvl2pwOYQknU65YR/zEjCdmJgwLMdM2X1OhoaGXBiJgbuHHjopJ048ZHTCKLgPPnhCHnzwwXmEobTE//jxJA5uSMvHESdPnrS8B/3gFBQb50sGEqkDfVBW7dKtmqvT9bcH7xcOY6HvMA42OTnpfZyb5ve8KzAr50cOVx6pzmCoqgaATmOqyr3MecZvOak8f+7lolxzeYKxwHhjnDF2mZ86OjqEew7VYtwl4y2TyfqYSafT024mk/EPKhiPxGOObG5uEgjDfvgzpkmjqjXbTP0g5i3mJcZFQvA894QRByJD3IQIZzxwiA/z4vnz590QFH6EhbQFkjmpzq+Tqvpcl0qlvG1NNt+BA7gwz7E28AxmTTbPJW0EC9pZTvjRfuI0NzfbvN8qbW3t0uFGwLqE/Nra2twIXMbwpUzV+XWSeC0KgYQfWPbBlD5hPaK/wLvDeJx1C+KedYUwxgL9lTG+Jk054ZfNZmxda7D+oi9brD9b/J7+JS1xSEOZVHimHmFNxi8h1dDPRXuHgdeZzzEsOcOnIU3RGlFO8DBxiMucz9oFn3MQF4bceCYv0iRlJa5qKFNVfb4TUeEiLkTeOXuXCPmN2Do1XLYenvQP/FjHWBNxofJ71reBgdNzDMGO+7sG49eaYsXNGC5VVbG/MlILn/mjTozdpD6smWP2fkcbaT/1TWgm1QrexawjAhGBiEBEICIQEYgIRAQiAhGBiEBEICIQEbj8EYgtvKwQUFWX9SK3y2azJstr8o9s16/vEg534CO93t7NAnF4x6ZNG4UN7chtkQMnckPkf+SB7A9C/peQKmVAKZNz6TQRrhqeZc6F3CtQ0MMVTKdXMF0ecr+EkPHlTOeDnHvMdIEjIyOmvxp2Q2GnTp2a1k8ho+P59OlBk+Wd9cOZSEN68gzlzMjk5lRlWR6R+1EOmamqYw5OHCCDXLy9vc1k4h3S2dll7jqTkbeVZKtNfvADfVOOL2mhTCbtMnpkr/QBedEn7e3I2Dssrw7Lq93yap7Oh3RgL3YldbJb7xfchAgDH3Rs4+NBP4h8lfucyUjph4L1S9Hkt0UamCQsc1V1uq1J/cUu0pJH0m/oHJGb0k/IUOkz5KonTpyYpXfkeUbHOKODLNc9Bv0k6U64vJYDu0LfDxl/nLP+H3OdCP1ftLobh1mNxNuvqrNcmXPRzERWTf0h5LPkVTD+hIoWCZqTdNkeyRuiLDJNpdLGAxnvX/qecckHpoxTqKur03kA3oBH4JWF+Cld0m3RV5WI8JTphVSVopdMqvPTJ20Cz/HxceunUeuvYRuzQ6YzPu2HrQ0MDPgzex2QgYM7vFRwPix631E/2kc7aTN4hPls4/Q8tnnzJp/f+KitsxN82nzuIx3tJg/V+XVccoNXMKGqerspQjXcq66cK5LkLaVLS+7qOvALpKrTcww6LnSwSZ93d68X9mWg82pubvExAl+Efk5P63Hha4i+JxxdGPpN8oKHeE7GDvHgDyld1KF0K6o6i/AnHN0PvJrPT/l+i8CzU76XgXAoict9oTSX5PN51x0xHtABQRyQmOh+iEu6uVTur6reTtpMO5gj0PmBDfq/des6pLU1YJPNZtzAA22cS5nSWpPkEdaYda4r7zB9LpiDM+HgKHZRD8hu498SECjHjntV9f5pbGyyPmu1eb1tGn/4fN26de4Hz8LH9ANU3pc8Z+1dj3B4usn0+/A6fdfS0jo9D5bzeKWqq6p5c0ilSMHm30KJZ+HtvPF5oLzzO3W3yPP+irb+5o3Hmct5Fxgz3eaYvcvB5/A8/oSTN4lVdXp88VyJir7+FqxOU74viHx4NxwaOmvryKCwhpw8ecrfDXjPmE8n5eRJ6JStOQNlutxRGR8/7+ORNlKOqs6pgpbqJ+7afxvjM3WZnMxZHhN+kOSYt3XMn2uNZ4lXRGAtIBDrEBGICEQEIgIRgYhARCAiEBGICEQEIgIRgYjA5Y9AbOGaRACZLodgVavc0NCQ3HbbbdWi1BWGPBVjlAtF7uvr84Ov5CJfyLw3btwoHJjzcz/3c/LGN75Rvva1r7ls973vfa/L0S9yFVet+Gc961m+b2OlC9yzZ488+tGPrloMcnMMrFeNdJkGop/5+7//ezeG/aM/+qMlHcHyNPb06dPy9a9/vWZmGA3ctGlTzXjLFQED37t3766a3eDgoNx+++1V4ySB3/jGN/xb9eS5kssBhTfccEOloGX16+joEA6KWtZMr7DMOGANHVy1ZqOr5HCGanGWKwyjyui2ObyRQxw5zBGDwWfOnHFd5oEDB/xwx4XKq4c/0btjQH2hPJbbn/cDxn2tfL/61a+6vrNWvBgeEYgIRAQiAlcYArG5EYFLCAH29vL+tm3btguqNe/5GJevlQm/a48fP14rWs1w8uBArmoR+V31pCc9qVqUZQljr+Att9wi3//+9+V73/ue/Nqv/Zqwv3BZMl9EJpOTk/La175WOKhmuQ4+W0Tx01Gf//zn+x7JaY8VunnkIx8ptfh2Mb+bk2qqqnR3d8v1118v9CuHnX3uc58TeA75WFdXl1xJF7/31mJ76RPmHPaJ1qofvyU/8IEP+Pc+teLG8IuHQD2yAX6r33zzzatayZ07d9Yls0e+iJyxVuWGTNfA4X+14iE7Y22tFe9Cw/fu3SvIIDmUkAPu3vzmNwtrNXIn9pez3/vd736376WvVRb75JmXn/70p8vv//7vC2vR/fff798d/uAP/mCt5DF8DgLIfVnH5nj7I33Ge44/LOHf5SZbXAIEMckcBOo5APA///M/5bd+67f8G8Q5ya/sx1Lr61nHrjQZd0tLizzqUY8qIRSdtYRAai1VJtYlIhARiAhEBCICEYGIQEQgIhARiAhcCgjEOlZHgM3NGAfBMNj58+Nu6AMjJigvETRjyIQ45KIajIUk97iBVFIpKOWb1DlIprW11ZU7HR3rBEEDGyJrGWiRCpdqMCBDepS45BWo2fNtamryAz7YPK+KcZfivFxUQ71V1cNoE+2bmBgXPg6YmJhwIyn40WbwIA6RaTt+GDHCyMvY2HlPA174E69QKArxiC9CGZBMX6pq+KSmjRphpImN1d3d602xud6F+Phlyg6UUZ2dh1zApaqiql4H+iAh1eAvi7gKhYIbqQELjNSwyfTEiYfk8OHDrnC/55675a677pbvfvd7vmn8O9/5rinh75K7775H7r33Xrnvvu/L/v33ywMPHJADBw7KwYOH5NAh6LDlccTpyJEjAh0+HNzk/rCVceTIUVP8PiiUiaG8M2eGZGRk1A3k0QeqoU2qwa3UNOJBGLnCOB79PeNOSWFWf1bK4crwAyNaqhqwhG8YZ5lMxsZcVhobG4wahfHOOFwKNTaSvmmBPBot/yajRisPyrrhQOpAXaxaVO+iUiqVtrplfYMJm7AxKsb8BCbZbMbHfDqdsrGnNgaljkstbsrTZbOhveCdTqfdX5V8VKpdxekpMMxL9GPBxm1CPEPkgQsRxjhgTmMeZL5jbhwfn7DxnhfGB/mqqrVDSTqLyAPCM5VK+TqQ9C1zW2trixsAw4VPaJPq/HykxpVOp4wfGjwv1paOjg5JDjAkz5SVrapeR+oD1cgyBs9BAMzoa1yRovMd2DY0NBqfN/m6C6+DPesY/N7Q0ODx5mRV4ZG+SXncdDrjfELegdKSLuPzUH6FLOZ4EQ/+nU0MAmhOZHskXsLnrOMJTU7mjNcn/WBO4pCvRfc/VXWXf6rq/KWq9lj0NKyHw8Pn3Fjb0aPHfI1j89kdd9wht98OfUu++c3by+ibC9zfLt/61reM7jC609bRuwRl/bFjx+X06TO21o3Y+8eEjccpr0M6HbBUpS5WnbI/Vd6HCtaeKVsfc8K7CzQ+Pu7vO1NTec8naWt5e8uyibcRgYhAROCSRCBWOiIQEYgIRAQiAhGBiEBEICIQEYgIRARWBoG0ye+Qfbe3t0lyiM1VV/XJjh07ZM+efqPdsnPnDtm27WrZsmWLbNzYY/ESHViLyXaR8zeYTL3BZf2ZTCITTLvMUFVd7qWKbKvoejfkVgkhy4KC/HKmjRbd06VMPlyJVNUjT01NuWxsbGxMzp0758ZF+IAIXRMf33DgEzqn0dERl6khRyRNUr5nsiL/it5WslZVl5MiM0Xuijy9paXVD0LjY5+mpmbDL+t4ySKvlOlxyRfZfavpcKGWlhaX+aJ/xZ9wMCTrpN2Jix+kqo438mPwQbaK3JEDKdC3Tk5Omlwyb7q2KaOZtpG2nMiX9OCMnJZ+AX/6Ar3gAw88YHrF+1zn+O1vf0fuvPPbpncMOsd77rlH7r33PtdLBp3jA653PGg6R+jw4UOmbzzsdOTIYdc5HinpHnEPu/7xqCDP5RCvoHM8JUNDyGGDzpGDMKgf9aTeqkm7eapMxWLB5K4Fa/+UUd5oyjAoOBWNcaHKKZfHl/zLib6Ej+hf+hoeQq7Px+i4+DWaro94y1OD5clFVaczStpDX8AnyONHRkZ8DJ87N+IfxnAYHHscCCceiWeyKPr4UlWbd7Km52j28cTHxRjlw0jg9u3bbN7aZvNWrxunAxswazQdJmNCVclyzZOq+tzAXE290TPS/01N6GEvlBptDp+bR6Ppd4MfWDUaL1EmZVMH+EoV7CBZ0Svhk8SlMFV1PKgPOKCvbG9vl66uTt/DwhxIndPplNRzqarlB6Vsnp7RcZW3WVV9fqQeYlfi2m2Fv6LNDQnNnivCWjdbz4VfmC8nbS0LxHwL4Q/vEycpM3HnFpz4p1Ip19NxWBk4gE+r6XPBqN3W+ebmJh8zqiq1LlU1TNKl/BqcL8ivxdYv5p1WW3MaS+NJ7ErqSV0g84p/NRCYixPPCamqvxuAebvxeEfHsLNN0QAAEABJREFUOtOft/n6zviH/xkH8Lqq1ihJnIfT9s5HGtJC3KfTKQ+T0qVaK6+iz79JPen3hBK/UlazHMLg51xu0t7HJoT5fWJi3O8nJiZcN5vPT9n4KXh9VHWWm2SmGvzJi3eMwcEzwsGchw4dtveH/f5+ceedd5ou91slur2kvy3X4yZ+iftN0+F+S+64I7yTsC+K9xAMV5A/70OURztpB3WxapgT6hLu7dH+CIfYh5HP571dtC+Xy9l9zt4h8t5G4iRkyeJfRCAiEBGICEQErkgEYqMjAhGBiEBEICIQEYgIRAQiAhGBiEBEYD4CHCCCnmt+yIwPRp7Rrc34LP5u//798pWvfGXBhE984hPdaPKCEWLAqiKgqrIahrtpFDqgJzzhCdxWpTvuuEOQn1eNJCKXSziHlHGI3cDAgPzyL/+y66eXu20cFATVyne1DVB3d3fLjTfeWKtabiC3ViR0I1/60pdqRXPDiKt16Bh4ojOrWakYoSICGHmmXysGljwf9rCHyYUY5i1lU5fzjGc8Q4aHh/3wRg5x5DBHjNd3dnbWTE876uFPDovjYIGaGS5jhEc84hE15x1sPBw+fHgZS41ZRQQiAhGBiEBEICIQEVg9BFpaWoTDuDiQezlK/ZEf+RGp9Q6ILax///d/v+DiyIO8qmXEITzsba4WZznDVFU4zOCtb32r78u+6667/EASvgNZznLK86p0z7v5LbfcIi984Qv9Pb1SnJXy45AB3qNXKv/yfPn9Wo+B///4j/8oTxbvF4EA/dnf37+IFKsTFfnqc5/7XBkaGqpZIIcaxcO4asJ00SPUKxu40EOIltLQ5ubmumTEfFd17NixmkUgh4SqRURmhuysWpzlCkMvwvdkHCr5jne8Q1760pfKj9h6zvqZTqeXq5iYzyIRYExw8OBCyXh3Q368UHgt/8tJtlirrTG8PgQ46FRVa0bmtwMH7PGeWzPyFRSBMRtl3PM7fPv27f596fyQ6HOxEUhd7ArE8peEQEwUEYgIRAQiAhGBiEBEICIQEYgIRATWLAKFQtGNeeRyk77BmU3OiaEPDH/MNRhCQ1RnC6NU1Y2cpEqGezDsgmEdjL1gtKq1tUUw1EI46RdDqirpdEYaGxt8MyBK8oSam1ukqalZstkGSYTiCHvKSUqXaqgjjxzEhCE12lne3koGi2bwmfADLc6fH3NjL5OTOZkqHWhRLBak6DaRKEMMC/HnYvAULlUV2o9RI+oPLuvXdwvEIT4oNLLZjKUljxmSC7xUZ/JSVa8D9VCd7S91XLSnUCi4kafz58+bUn1EgnG8E5IYruHgre997y4JB3J9V77zne+UHch1nxu32b//frn//gfKDuQ67Ebx2Mh5+PARuz8ybRwveT58+LCVccT8OZDruATjeANe/ujoqNUpZ5jPGN1JmmPNNExlmsSvohuvoS3wQjlh8AZ/2gp59Pr/XZYxVQOvwDeMMxRh2WzWx3RjY6ONzaVTU8kIXGNjMNiGMc/EL7jk3eBlMc4pmzpQF1VdVbzn8oOq+nhqaAhzU3t7mxvxY76j7mC02Lpalp5n2uY80kMZN0qaMn81PlbhUg3u3DoRBuEP2Uw0zesJb8PfxEmIZ4j5HmJuCwdyTdhcl5PJyUmb66YsetHKN2eBv1CeWD1TswyuMbcx5/GxTUtLq8Az2WzG48kiL/odvFtaWoT1paOjww/nSvAmHFLV6ZyTek17xJs6EGCOLHo88GTcgTs4t7a2Gp+3Gf4dpcMkW6xPG+rqT7qF/BgXGePrTCbrvJLJZNzFn3DV0H/0HeQVWeAfyyxxEv7mPhAJQhu4g/AnXj4/5WtGLjdRcnPuJrxOHPIlTUKqavw/Q9STOKRhPWSjFx9MHT161A/kYg2844473Sjb7bd/S26//fYqRtyCYTfi3G5xv/WtO+TOO++wtfN7vlYGI26DpQO5xv2dzapjmKeNUtP1Kq8r94XS+x3vOuft3QVjc+Pjoc35fN7nBjCBiB8pIhARiAhEBCICEYGIQERgUQjEyBGBiEBEICIQEYgIRASuOASQiSHfbWtrl66uLtm0aaNcddVVsmPHdtm9u99ot1xzzTVy9dVbhQ8x+aClu3vmQC7ki42m68uafiEzLRtMSzqN/DuQqk7jitwqoYLpppJ7XGTfIaKW5GMhfcr0lOWkqiGa/SePXC5nur4x/1hzaOiMDA4OCnK9kydPysmTp/wjt5ERdE4TLhefmppyOZolX/Y/5ItzSVUNj7TpPTMud0W+3mo61vb2dpfLNvsBKQ0uF5RFXqopyzdr+Tb5IR2trW0uX29ubjZda5P5N3o4+Ild4AzZ7bw/VQ5NE8cITDksA0LmiswU3IKctWC6u6LT3EzImz5BX5szHfXY2HnH/6GHTpou8IjLRu+77/t+YMa3v/1tk5l+23SO4UAudJEYiOEjKnSOHN514MBB1zvysTI6y0OHjri+8bDpHflYLCGeoSNHjgofkB0//qAf0EH/o/PkkCfkqPl80I1QT1UVVfUmqAbXH+yfavIc2km7kb/mTQ4dcAg8RD4JWbIV+6MMcKWAdDrtfcrYazXZfltbm8n1212+39Gxzvig1fVvSZ+TZq2QqpaqkuA6ZfqqnHDw24gfyDXiMvMRG6/oic+b3ho+AnPmB1Wd7jMyUlXHotnGEOOJQwWZozhUkA8mtm/nQK4tsmFDt+EDNi3zxgT5rGVSVaEv6feM6V2Ya9HtNF6gLjekb/J5Al4KutzGsmfCGp2XKDNtOk7qQF1SKfpBVvViXqVAVZV0OmX6p7TXrdnmOsZAZ2endBoxJmhbKpWSGpfzUsraQty0jaug48pY3lkj3IyVlXb8k7wYi8l9uauq/kg9icN4TSg8F33O5L6ciMO8whybs7VscjJnY2KyRHmbj4Peh8xJhzuXQpnBl7bQDvqMPgUfMGF8tNk6zzP8Q7yQYuH/quptJy/SgCvpW339apO2tlbnF8qzqLPaJ/G6YARUtTS/Ndscv87msA7DvM3m+BbHnT5hTkil0lZW4D+7WfBPVY2fU87bpIWy2cDjqrXTi13wYOC3or1HBcIPPi763qrq7wfM5ZOTkzbnj5doQtB3sochZ+8MU1N55yMrynkPt5xUQz1V1cqf8nc/3vlY8w8ePOR7lvio8s47v12mw010udVddLm8l6ALvvvuu+195X57nzguZ84Mel3zJR1sUh9VtTlk+snvE2yKdgMmtCdn45r20U7aPlV6ByUOlOQQ3YhARCAiEBGICEQEIgIRgYhARGDFEIgZRwQiAhGBiEBEICIQEbikEOCADw7DqlZpjPfef//91aLUDLvttttch7tQxGc+85kuT14oPPqvLgJXX3217N27d9UKxeBhrcIwjnr27Nla0S7Z8Gw2K095ylPkve99r48VDIM+/elPd93NSjXqvvvuE/Tj1fJH57dt27ZqUZY9TFWFA5VqZbx//37X9VeLNzQ0JLSzWhzCOAANPRj3K03sK9i0adNKF3NZ5o/+7Pbbb6/ZNoxUo8uvGfHCIlxw6nr5c9euXa63veACF5EB+/h6enqqpjh37pwcPhwP5KoKUgyMCEQEIgIRgYhARGBNIoAsBDnFT/7kTy5b/TgQlkOwamX4kY98xO171Iq3UDjvxOSxUDj+/La55ZZbRFV5XHVKp9MuU/jLv/xLYX/9iRMn5J3vfKf/5uW372pU6J/+6Z+E/jh48OBqFOdlrOZBuvRxPYd/sbeRvfFewfhvUQhs3rxZav0mWlSGyxAZWRHzFr8la2XHYVz/+q//6vuAa8WN4TURWNEIIyMjdf22vtBDiJbaiCc84Qk15fbIB+rRHyCjqyWLRGaG7Gyp9Y3pLn0ETp8+Lcx3C7WEA9tUl/aOw3vU5SRbXAij6L84BHiH27NnT12J7rjjDtm3b58fVsg7+fj4eF3pLudIQ3XqYK40GTdrWVtb2+Xc9Zds21KXbM1jxSMCEYGIQERgFRCIRUQEIgIRgYhARCAiEBFYPAIY78CYx+Rkzg2EIARPjHwgkCQMIyDEI3fV+cJNvFRTkkqlXCCPkZ3W1lZT8qxz4vCUxsYGD5dFXqpqeaZLhpKa3HAM+XEYV0tL87QRGRS8YldST7v1P1UV1RnCE2Nok5OTbrQFARntxcAJfjNtLkqxKEYFV45j/ARsMAhHGuITF2wKBYsoELkr/6aJ+qiqt506omym/hzI1d3dLd0lY4QYJUKBCoaq6nWWZbpUQ37kDamGZ9XZbrXiaAfhhUJBJo1XwAIF0ZkzZ+TEiYdMUXTEDddgBA8FLwZovv3t75SM431PMEaDcbz77vu+H1bywAMHBEV4MIx3SA4dOux5HDkS3MNuIO+oYBCP+4R4PnbsQXnooYfk1KkBofyRkVHry5wUrB9UZ9pEfeeSBVufFo0KAh/A3+VuOJyr4HnNTXulPSd9TrvhGwgehk85WI4x3djYaGMQajJ3qZSkn+uSX6MbvGu0+YMyGT+ZTNrHk4jKal3lWJSXCSYYoWIu4mMFiPHdaLhQV/AijqqKqpYnrXivqt422gjOIY+M+aUtfcpInaTsml+3MBeF+atovF50fk54m/gQWeBCBRvXjAXmtFxuUjCayTzH3DhpcyVpia8aylcNLmnLiTi0l7qDAYb5mNvAhDWhtRXDX402p2fntYO0tYi8wZt8Ojo6pLNzncwYccsIeKvqdDbUjYfE5f7yoZVpCVjNkFg/pSSbzdg4bBD6Euzhc/DvcIOdLb4+0zdS81LLT52f0+lgoBBegXim/8hHVYWLeuBWJ/ibOXvK+BwqGM9DYRzYKj6dnPzgZfgcvs7lcsbrCU3a2jbp6z3jgbjTCUs3qlqqf8pdvDEWOzY25gZ8BwZOy9Gjx+T++/cLayAKOQ7Xuv32b1U5jCsx6pYcyvUtIc0dd9w5fSDXsWPH3TDw6OiIrXUTtnZNefnpdMqwDERdIFXFcaINtJVxPDZ23o3NTUyMW5snvZ2M+YXa6hnEfxGBiEBEICIQEYgIRAQiAhGBiEBEICKwBhCIVYgIRAQiAmsHgXQ67XqA9vY2CYfZbBIOs0kO5NqzZ7fs3HmNbNt2tWzZ0iscdrN+/XpZt67ddXvIjBsaGk2emHWZI/lBqVTa5Vyq6nKv8hYj44KQY0HcBwqxLImnSaVC2lQqyMvSVtfkXlU9MumRCY6V5HkcvsRHH6dOnTKd00nTOZ0yndOQjI6ic5pwGRppIMr0TJb1HzLMQEn+qilJp1MmQ88YTg2Od6vpW9vb200W3uYy2mw2K2rxZJFXyjBCFsvBK8jska3jQsh+6R/yTht2ZE2dEuJZVUV1hvBDxoislUOS0BtOTEyYnDVnMsx8mbyWNhJ7NpE36ZFhJv1Cn6D/Qyf4wAMPuIGl733vLkHfyKEZ3/3ud01uepfpHO+Re++9z8LROe4X4h44EPSOBw8eKukcD5ve8bDpGY8YBX3jkSPcQ8GfD4Y5nAM9Z9A5DjUwnhUAABAASURBVLnhJ/QjyH7RH9L/1Fw1tJ37uaSqJpcWazPy6ilr/5TzD+0jfcH0lwXTw9DmhObmcaHPSb6JS35p46VsNuGjFoGP0E9jwAi31XQ2DQ0NkkqliL5mSFW9LqEtYtiCa8Fl2xz8hl6YDwBHRkasv0ZtzI4J/vBRPj/laVVDHjyQj6ravJP1MdRucxiHCjJH9fX1CR9MbNu2TXp7e2XDhg02Z62bnrMYM6pKNmuaVNX7MW3jF6LejGf6l7GNvm55qNHnpbl5NTY2+ZxFmZRNHeArVXhr9fCjrwOJqKqkUmmbUzNWt6z3abvNpfB/Z2eHzamt5t9gcVJSz6WqHjedTlmeaZunoYzzVdb0aGnDPmXzrNhFHcyZ96eqZX7Fad4Oc03R5hD0W9DseZP8iDM1lbc5dtLGQs4IN1A+n7c5Z6qUfnbapED0xuE+hKdSoR1ZW1PgEdaBVltvWLPbbYzwTBjxQrqF/6tqCZOMYwp/kJ78+BgJl7UH3hBhvix62yVei0YAXiARbkIp4zvmetZz+o/5nT7kmb5lHsg6j6bEuorkVUlVjdfTxuNZ70/SZzJZ72NVtTxU6rmS+hVLB3CFdbBgfBr6f4YnZ+dWtICpqSnj9ZyMj0/4/D4+Pu73zPO8d+Rtric/Uqqq10l1xi33Z+zw7jc4eMYP4OQ9gQM977rrbrnjjm8LetwZur2k053rBj3uN795u8cnHe8k7I3av/9+OX78uL1DnrE6nvd3AOpGO8rroUr98IGKPgaIQ9y8jWHaNTEx4brgXG7SxnTesCpMxyMuROpIEYGIQEQgIhARiAhEBCICEYGIQEQgIhARiAhcygjEukcEIgIRgeVBIJPJCIdhVcttaGhIMFRdLU61MPS/H//4xxeMss30a7UOBVsw8WUUgAz7U5/6lNxyyy3y0z/90xe1ZRgU7O7uXrU6wAPoI6oVeOLECTl69Gi1KJdUGHqvP/qjP5IvfOELrhvI5XJC/z/3uc+Vjo6OVWkLh+3VKgjj0xihrhVvucOvu+66mlmytwN9f7WIfC9eD9/UU161chYTxh4DjPUvJk2MGxCgv7EhEJ4W/s+Bbqq6cIQ1EsK8xj6lWtVZTf5M6tLe3i47duxIHhd077rrrgXDYkBEICKwXAjEfCICEYGIQERgORHgN9cdd9whj370o5czW0G+8pznPKdmnshXDl/AoaakJY9qBT3ykY8UDhaoFmc1wzhc5QUveIH/5uX7AH7LvfWtb/UDs7LZrKzU9Y1vfEN+4id+Qvbv379SRczKl98h7HOd5bmCD/X0Mfsbh4eHV7AWy5c1+x6/9rWvyYtf/GLhsBX2ai5f7ovPiW8B2L+8+JQrk4LDaZ7ylKcIctpaJSDLeeMb37hq8qVa9Ynh1RE4e/asMC9WjyXy2Mc+1vc414q33OE7d+6ULVu21Mz2nnvuqRmnHhkCB7bwjUbNzGIER4D94AcPHpTXvOY18qhHPUq++MUvuv+l/A9euu+++yo2ge9K6zmQsmJi81z7skWrZPxbdQR4V33e8563qHJ5H3/Ws57l3xXyu+J1r3ud279lTC4qo8sgcpRxV+5E3iX5Hq5yaPS9mAikLmbhseyIQEQgIhARiAhEBCICEYGIgCMQ/0UEIgKXFQIIhMoPqEDhhcEPjJxg/INwqHqj1RUAqjOGezCqg6IKwtALyuh6DPbMLUdVJZVKuzIbQzKNfjBPgzQ2Nho1GTV6WCqVElUVroXqq5qEF2RqjsGifD4YNZmamhLwKBYLllXRDZzgBy4cUsPBXLmSARSMt8xgJFY+RBlQSCt2qaqFqbVDva4YrWHDeXt7mxs/a25ucWM26XTa46mqLPelqtN5q87c1yqnWCy6sRfaj6J8dHRMzp4dltOnBwWjeBiX4bAQNjknhuyOHj0mwYjdcTl+/EE3bPPQQyfl5MlTMjAw4ISRQ/KAMH4zODjoG9Extsem6bk0OHjGwokzZOWfleHhc4KhtbGx826UBp6lrqpaq0kWHvqmaH1M/82mECbTB6xZ9Cvsr2h9nhBNhy/ZFIGwkA8HMFLGBxpszO/r63UlHAbrrrrqKtm6dXFEmquu2lpKN+NeZXlB5Es5GMXr7t4gKOBaW9t83KfTKap3UShl8w2UyaQlm814fcCnuTnMSfhRv1RKp8ddfRVVmydSThnLO21zQjodnlVV6r2sCy0qvGycbA9Jf8LryT2uRfI5Dn+IuY6xhKFJxjyUd4NWwTib6sJ1SPJLpVI+z2WzGOling7EmsDcl3GDXSnHRRZ5qarhnXW8mUMhcOewNvBSVct3aXkvsiqXdXRjGecLGpkyHk6l0t6n4Mza29zc7IYLcRttTc5kMs6zxK9G1j3WP2pxVdLplLmpea6qytwr4a25/sbdpXrC6zM0P17wIZ/A53mBtxPK5/P+TgD/E160tYG8Q6rZ/1VD/VSDwcApe5fgnYCP6M6dG7F16oyvdcePHy8ZecW46xE5fHiGkrUycSuHHfX1E2PAQ0NDghHg8fEJr/eUvadQK9VQF+4TKlrnQTzjEpd2sn6TPpfL2Zo+ae2dsnedghPxINJEighURCB6RgQiAhGBiEBEICIQEYgIRAQiAhGBiEBEICJw+SNQRwtVtSQnbPDN5+i4kNlzgA1yfA7h6uvbIn19fSWZ/1V+YBfPEB/09PZuFja988EY6dav7xaM1mCYqKNjnenM2vyQlJaWZj/0pdF0gcglkTcjh0zPkZmrqsscqb5quFcNbiqV8jDV8Ewc5H/IA5GTYUBsZGTUdU7orAZNT8WHUSMjI4IsDbkacUmzkvIzE+lZ1RIZvJTkpulprMEAPGbksWmLo5ZmcX+qavLY9LSMnXwh5PYQGIOvqgpX7TYXXb4IRmAFprjIJNGfkj4h8oN4Bk/iEBcdH5iDP3pENvQfN70iOsYjR466jPXo0aNy1PWOx11mShz0kydPnvRD1ILe8bTpLU8LfZjQXD3j3Ochk7sODZ31/h8eHi7pHMemdY7UkbpSb0hVnZ+4X4hC+4ol+Wu5DLZQkmUvlHL5/KkDRI6pVNr6O+iwGhubfEyhU2k2XRbu3D4nzcUmVa1YBfoi4TXk3QlNTuZcbo6enz4rmnw/jKmQjap6v6VsPoDPm02/0d7eLp2dHX6wIPrOZD5iPmt1HWST4Zb1MUg6VQ2ZreH/1JP+pF/5MLyjo0NoG/Ntn83Li9XfLhx/6/T8vnXrVrn66kAczkhZ68sOYUQvyLydMj3TakBX3u9Jeapq817K+jLrezGajfdbW1tcx8X8B2ZgJ3Vd6rykmhLSQOl0yvJnTk6Zn1oukDl1/FHfov2bTyEx/uEu/C8ab8Pj8Dp6XMbDlOmopkxnBBXL8gopFvqvoqpW35ThknFeZ2xAYAJxT9+lbc1VVannUlXPkzSkTfb1wJPwAljjr1pffhKvBRGgr8sDVVPel/QdunN4vKmpWXhOcE+lAp+q1oc/4zadTjl/o4NPpVKiqkayqMvY0tY/07raDfUuJ/OtmBdxeI/I56d8fk/m+cnJSX/Om16XNYF4SQaqmty6qzrzTFz2eKFrHbK1n3eOkydP+TvFUXvHQF9bWVd7xN5DZujw4cOu7+X95Ngx9LjH5cEHH/R3EfJlH1UuN+nvRpQJURnqOZ8IMQQMF+KF9ua9feRBG/PWfsY24SF9SBP/RwQiAhGBZUEgZhIRiAhEBCICEYGIQEQgIhARiAhEBCICEYGIwGWBwGMe8xjpM918xcaUPDlQC7146XFRzv333y/VDv550pOe5N8TLirTSzwycltky+973/vk137t12T79u2+d+Lmm2+W97znPS7nvZhNxNBqU1PTqlWBPSDs+6hW4NjYmJw03X61OEsNQ7/7tre9TeiPxdLb3/52eclLXuKGxFtbW+uuAvqGN7zhDfKd73zHdTF1J1ymiOPj48LYrJUdutzFtKtWfvWGs3eo2XTy1eKzx+P48ePVovj+D/aSVIuEXgwerBZnOcPAkzG/nHleKXkxbtCr1WrvxTjAqladKoUfO3bMvx+tFFbu19/fX/64Kvfwaa13AypSjzFt4kWKCEQEIgIRgYhAROASQOAyr+KTn/xkufPOO/03N/tTV6K5T3ziE2Xbtm1Vs2bv+mc/+9mqcaoFkpY8qsV59rOfvWYP4lFVl4EgC/nc5z7ne+15L37nO98pHDbEPsVqbVtsGAdS/X//3/8nhw4dWmzSRcfft2/fotNcSAJ+x/J7tloefPOwUrKUauXWCmMfI/X65Cc/Kb/zO78j119/ve/NftzjHid/+7d/K+yjrJXHSofze4jfRStdTj3533777cKBf/Xigl2hN7/5zQLO9eQf41xcBPieibFarRaqKshrq8VZqTC+l9mxY0fN7O+9996qceDHgwcPVo1DIOso37BwH2k+AnyjyAF9HMDF4YXs8ad/Xv7yl0utPpif29r0+fKXvyz5fL5i5TiMEnl1xcA6PC832WIdTY5R6kTgF3/xF2vqSRfKikNgf/d3f1cYi8yZt9xyi3zqU5/yb0sXSnM5+fMuX2sdo71Xmoz7YrQXnOumKzhi6gpue2x6RCAiEBGICEQEIgIRgYhARCAiEBGICCwzAgi+RYpSKCRU8Hv8oXqKU1VRVUmlEgqGWdLptBt+wU0MtMgirxBdPX/VlJAPhLGebBYDQZlZZRA/qXfi4gepKo4TYbSZjfAzVCgzkFacpaQK8Qsm+J0yyns8jKIUCgWPR7hnXOWfqoqqehuoP4aMGhubBCF5Npt1YzaqKmvtoo25XE4wIMNGZgzUoOzHMM0DDxwQ6PDhIyVjMwMyOHhGMFyHMHu8dHhIuXEchOcQfrhQco8LBb+8f4jAMzTXj+eEqGO9fQC+xaJxvf0jTaDCdD+G56I9E4fYVxYl7QdTyGDyMcYHGe3tbdLdvd4/mLnmmh1y7bXXmpL8Bnn4wx8mN974MLnpphuNbloUPeIRN8kjHnFjKc2Mi98jLOzhD3+47Nt3neze3S+UySFdPT0bpL293Q2EqaqPK9XgrkRvgQn5Ji5zEMQ4DhSM8mVtTkqnMz7GVRHhKcmWRKoqquW0pGzKEgWexiNpB/cQzxD9nRDzYr5k5KlYDOODuJCq4syiIoxS8gEb5n3wyNrcFjDKCH4Q4bpEfFRVSE+e5I0xN+7JlzxVVexP4nWhCNgkWcpCVR1zME4bf4M3FIzg0q8ZD5c6L8vO+kgttrqrOt+1wOm/ct6a9lzgpowNF4gh/o4T+Ds/vZ4XnccXTDIvQFWn/Qr+/sS7ATQpudykbyI7f35c+HBxtotfLTpv6YgTXIyK5mwNTtZB6l6Y8+5RtIbPJeJAxIfyprjGSGNwp+w9puBYkG66MfEmIhARiAhEBCICFxmBWHxEICIQEYgIRAQiAhGBiEBEICJwaSCgGuRjqur6A/RdGNRBbr9+fbds3rxZrr76apfpsxF57150CdfJDTfsE4yn8Lxnzx4hbOdtWVyMAAAQAElEQVTOHbJ9+zaLv9V0D32eduPGjaaL2OCH5XCoDPm2tbW6Iaumpib/cA8ZJTJL5MUioT7IuiCpcKmqqM4mok1O5gQDUOi1hobOyrlz50wfNmoyuvMu55ucnDRZ2pTpjGZkpqRbXpqR36tSx5TLXNPplOGbNl1IZprSpntNpdA/yJKulOtyU0I+YJjJpK2MjFHa/chbVT3vhbD0QPtnYkmXMaIvnSo7FAa5ZNFlrrRrBreiJSAsb7oHcAV3Nu8/+OAJOXDgoBuNOnjwoB92wcZ+PlI7fXrQdY7EHR8f9z4pl5fmXe6Zd1kv9+SLC3HPoTWBJst0jnm7h2b8iA9NTU1ZmwpO1Dcha+70n2rAZ9pj1k1oM+kKJjvGDRQicR/uVu6/KvVT4/eU8xH9HPQpQZdF3yf9rEq8QCtXo/k5L8ZnLmY8QwWXk4uNTbG2il20wxz/C3ynip9O44BOno+YmVPWrVvnukbmltbWFp9fGhsbbCyg81BZ6xcYUEdVtfar15t5uKNjnWzY0C19fVtkx47tsmfPbnnYw9DhLk5/e9NNleKjx4VCGHrcRzziEfLIRz7CdcXXXrtHmM83b94kXV2dwkeVHMQEv1HXlSfGH6XQ/0XHRTXgQx2Y7xgLrFkQYwN/UtRDlpVFIz+ZlbcqfioiKnYri7+KpSSJW3osc+hveJ75Nm9z6FRpzsWvaPOtjQQbC0l6LUs5c0vdEqLdzAVp0/tls6wBUNrHimpIrxrcmRwWdxfWm7TzJuVAlIu/qhpWOivDoq0RszziQ90IGJySTqcca3TnDQ2N/t6QtneGtPmr6jy8peqlFqqeRnW2K6Ky+CsZm8ap1s/0tTlVsykaX8PfU7YuJ1QozKzRhBVLmahWrpPqjD/x8/bOwDsEulfeKRJClzs+jl4WGrd3wGpEHCjECXlMuH6Y945Q15n3CMqlnrWIeGF85+29M+/vNVM2zvM+3qdK7yWFqpjFwIhARCAiEBGICEQEIgJrEYFYp4hARCAiEBGICEQEIgIRgYhARGBlEcCAIUajq5XCgVr1HN5TKY9PfOITVQ3pYihadUYWWymPS9UPA5kYff7Yxz4mr3rVq+RZz3qWsI8B/RK4/8zP/IxwEBRx1lIbV/uwIPSB7A2phcHhw4drRVlSODrfpz3taW7cGAPHi6EXvehF8pa3vEUwJM730t/+9rcFnq6nIuwv+Y3f+A3BkOj//b//V9AD1JNuOeKgj6D8Wnl973vfk5e97GXyq7/6qytO5WX8+Z//uaA/qVY/vrVjr0i1OHy7Trxqcbq6umTTpk3Voix7GPuclj3TKyBD9v/U6nP2O7Df7FKAgzFYz7j/67/+61Udf4xFDkj4yle+UhNGDsarNVZrZhIjRAQiAhGBiEBEICIQEVghBHp6euQVr3iF8FvyM5/5jO+BVV05+QMHJPHbslZzPvrRj9b8vVMpD37bfOhDH6oUNO3X2dkpP/mTPzn9vNZvVFXA7QUveIEfXMCevAMHDshb3/pWedSjHiXLcXEo16//+q8L+C1HfgvlUY9cY6G0S/Hndyy/Z6ulRS7F4UzV4qxkGL8VOJCe8cfhMc973vP80LpUKuW/wzks7fWvf70ge1jJeiwl7z179iwl2bKnAT/kh9jlW0zm/I5EVrWYNDHuxUHg+PHj/h1atdKRddQa79XSX0gYclsOyaqVB99tYR9yoXiEEWeh8MR/rYy9pD4Xw52amhIOLeTgrb//+78XZDQ33nijf//I90uPecxjhAO4Pv/5zwsy3otRx5Uqk3XjS1/60oLZP+EJT/BvixaMUCPgcpMt1mhuDF4EAjt27JD/8T/+xyJSVI7KXPee97xHbr75Zv/OcPv27T5e7777bmFsV051aftGGXfl/os6oMq4rAXf1FqoRKxDROAKQiA2NSIQEYgIRAQiAhGBiEBEICJw2SKQbPrDDRQMg2Dso+BGwjCIkjS/uoJaVUVV3UgPRl3SbtwFwz2BeEa5pqqy2IskUKrMSBz5sYk9m81OG5MhPMmb9iT3wU3KDS62WQqFggu8EHphvAUXIydQsVjwzdBFiwglcfP5vKWBptzoCf4Fw8qQsmIwcqSGg91W+KMNqikBh6TujY2Nl8yBXGNjo8IG89OnB4RNzUeOHBWU4hzIdeTIYTl+/EFBqcvm2LNnh4UDvFCcY9QGRQDYzSX8Ifxxg1G8vCsOZg4OybvBmRAejOMRP6HQb1PeX8CuqjjzSHW2v3Wtp6F/E6Ivw/285FeUB9iARcHGCA2HX1H0oeDp7u72zREIpDGaecMN18vDHnaDcHDWjTc+XG666cYl0E1+KFcw3MZ9MORGXg9/+MNk3759snv3brnmmmukr69PNmzY4IoWDEqpqqgq1bxQqju9qgpzEJTJZN24VSYT5rpMJu1hzEcWTRZ7kUZVvU2qKVEntWxUVAPZwxL/is7z5YkDvxen5zPmv0BTNtcFgg+IV55uoXvVUMcEm2w243M0+KTTGcGfOVCVeAvlsrC/qgrpyS9r8z+HQmWsD1KptPmTZyApu+qte1mSeOsIFI3nxEgNW9autPdfxng9W+rXrPVBxng+lUp5PKnrUo+lqp5GdbZLoHnhzONX96zwjzmr3Ds8F8u9/B5eKNr6Do+XryEFW8eLIZHHq+efqno00pHf1BRrV15Y81j7Zgy3nZdgyG1c8KtO4x6XjWEQccmLPFkDp0wBD1EmRAVwEyrYnJ3c4/JMfNpKetZY7vEjDCIeRF6RIgIRgYhARCAiEBGICEQEIgJXCAKxmRGBiEBEICIQEYgILAMCqupyQ+SF6LqCDmGddHevl97ezYIRKmT6u3f3C7qE66/fJ9dff73J+6/z5z17dkt//y6X+2/fvs3j9/VtEYyrbNzYY3qAbuHjo87ODt/M3traKi0tza5Ta2hocLl8Oo3cEtmk+JXIuRLXPe2fqs6SRaZMngkRD7nZ2Nh5038Ny9DQkAwPnzP91qjJ6c774U+EI08jrmW1wn/F6XpSv1QqXSaTzbqsPW3615TVX1UXXRdV9fxJj1w3EHL7hNLep6o6nXf1dhdNhlsw/cJUSZ+Q9/uF5I7kNSNLnRRwHxwclAcffFA4iOv++x9w98iRI3Ls2HHho5nBwdPeN2NjYyZfHfc+SeSl9A2EzLOc8IOCX9ArIhudocRv0vWPxEvi09dQ0oZpIOq8QcxMO2eoYBgVLXWx5NrtKvzRharq/JM23QyyfIjxCg+ppkRVneQSuGbwDDjO9A/YhgZYc8JN2X/V0MbA8xmbPxpsHmmxOaVN1q1rd5ePDZlfmMMaGhptbkmvaVwSLMqa6fWlX2kDRufQo27Z0usHcnFIFnpcdK4XTjP620Sn+8hH3iSPfOQjBR0x8zrzOQdyrV/f5bpc1gfqVl7flb2HR2ZKUFWh/9PplKRtLGRMp9hgawiUMX1X2uZUVZV6L6Kqhviq6tirJi65KP/qHO+Bf8O84cmq/qPvw56WvM25ledb8pqbyWw/na5z2jAJ60DW1pespA2flK0vIiGOXMClSh5gnpa05ZtgnUqlvT9U1XNXDS5tc4/l/3eF5KiGa9rmr4x/tAt/J3N+yvo0lVIBalWVxV4hrXr6xaYlfnnflt+HMP7PJ3iWuMz1rMn50qFU3EP4Ez4/5XwfVfXxSLp8Pu96XD76TQh9bKBxf89AN1uZkvDZLjrgRJdL/pRD/Qqmey7M0dtS5/kkXj/ihvE9Ze8mUzbGp6Zd8uT9KUk7v5XRJyIQEYgIRAQiAhGBiEBEICIQEYgIXPEIRAAiAhGBiEBEICJwxSKA/P2Zz3xm1fajA7/tttuqxqkUiOHfT37yk5WC3O/aa68VDEj6wyX6D2wS45gvfelL5bGPfawfuqWqpkdsFwzuPeMZz5A/+ZM/kY985CP+zexab2p/f/+qVlFVJW36NqlxgXWNKBc1mDbccMMN8sEPftCNST/60Y+uqz4cdvdjP/Zj8vu///u+x6SuRBcYibGJUfpa2XDYzq233ip/93d/t6r04Q9/2HUf1eqHzgP9TLU4x48frxbsYfQb5A+r9G+1x9gqNWvFi8HeQK0+Z01Dz7nilVmGAjgYoJ5sPvvZz67q+EvGO3uwatUPI7PoN2vFW2PhsToRgYhARCAiEBGICFymCHCw0/Of/3x55zvfKRz6wf7xP/uzPxO+RViNJquq3HLLLb7/rlp5HHy6f//+alEqhvHb8T/+4z8qhiWeyFh27tyZPF5yrqq6HIXDR/7zP//T9+l99atflRe+8IW+P3WpDfr4xz8u73jHO5aavGa6lpYWlwXVjLiMEfgdC1XLsp7fzdXS1xOGfOG73/2uvPvd75bf+I3fkB//8R93O2KqKuxHZ/w95SlP8cMo3vve9/oBefXke7Hj1MJ2terHnlC+f1lseaT77d/+bT/UZ7FpY/zVRYDvj2qVGL7p2FIr2oqFX3XVVTXzRjbAnLNQRPZbY0tyofDEv6mpKbldDnfN5kG/I5v92Mc+Jq961avkec97nrB+I9NCtrVp0ybXm/yX//Jf5G1ve5vceeedbkNzzTZomSqGLPf222+vmJuqypOe9KSKYfV6Xm6yxXrbHePVh8CLXvQi+ZVf+ZX6ItcZ69ChQ/Ka17xGrrvuOn8veupTn+p6QubEOrNY89GijLtyF/EdVuWQ6HuxEUhd7ArE8iMCEYGIQEQgIhARWAkEYp4RgYhARCAiEBFYXQQSYTjujEGTohTmGAYJtdLgVPlvsk9RTUkw6JL2zdTBgE/GFc8orVRr57NQEaoqqmr5pozSlieUceVrJpN1P9WUcNEm3HKypPaooqruEqfoh3JMuTGTYMRkytoPFcwtShFgLDZOwIW4eUGZMBM/xEviWnT/82L8LvzjWVW9/HQ6ZfXPuDGcpqZGwRAVgph0Ou3hssYujLtMTOSEA7Y4aGtg4LRwINfRo0eFw7geeOABU54ecYN5J0+eksHBMzI8PGzxR91oDcqEhMCuEoVwsJ10RUIlo3ghzoxxvCQf+qJQoM8K08ip6vR95RsMXBW9j4vGB0Xr5HISCeHBrZzD5ewbsCjY2AiYZjIZEw43+QclGNPEiNs11+xwo5k3+IFcD/MDuYIht5vkppsWSzcumIYDuRBOhwO5dggKP5SOHA7GuFFVHzeqKit5gUmSv6pKKpXycQw2CaXTWUmnMxbGWGY+WnqdVNXblXIDWeFeSpeqlu7qceBl42RzjM2nE5S3B0+eoTCWpmwOZL6DwtgijHiqoWzV4OKXhCUu2DCfZbPJHJ0pYZU2bFJG6m0j7VJoJv+srQENnjflqaZEVT3LkuNj3D3ivyUjAJbwYTqdMqzTRhnDHewDpW3tSqVmsJc6LlW1vhIj3HLCT5Z0lfO3cfyCecDjrBtTU/np9Ry/hH8XTFgxoOg8Rvp8fsrXL4zBjo9PCAbY+FhkNo2X/Bdyz1t4OY3LxMS4bzrL5/Pz6kud5xJ1KffjeWpqdaK3jAAAEABJREFUytPm85PmTtncHoiwgr33Eb9i86JnRCAiEBGICEQEIgIRgYhARCAiEBGICEQEIgIXgEBMGhG4/BFQVZcXoufiwzsOuOnu7hYO1br66qtl585r/NCt5EAu9An79u0VjHNxcEv/9IFc22Xr1quEA7k4zGvjxo3TB3J1dHT4wTnhwJwWaWpqcv0a8udKssm5si7VcvnjzD0yTXool5sUPnZDr3X27Fk5d+6cjIys3oFcM/U1IT4VMkqZXoD60b5MJu0YZ7NZc6G0EKaqFnPxf6opSaehtLkZo7TlGyg9R9ab1C1x55aGTJawguno8iYfRQ6JTpHnQknuSHg5cdhE3mSd6PzAnQ9jOJDrwIEDwgfHBw4ccp0jH+Q89NBJOX160HWOxJ2YmHBZKWkh8oHK73lOCH/0jTyH+0QHGdxyf+4h2lCw9pTXOWm3qia3Fd2Ah0mn7SbkgX6l6DJk85pOQ97TDytyQz1VEj4KOqysy/Xhp/J+VlVRVblULrCbS4Z4qQ0z7SBO0qZUKmVYpIzPM66T5+NpdIwcXIXb1tYqra0tpgflwL+gc1KdyUvW4EX7oKRqqurt49BC5syenm5Bl7tjx3bZs2ePhAO5Fqu7rRQffS4UwjiU65GPfIRAD3/4w21u3yPbtm0TPiTkQMX29jbHnD5I6ro6bphPDRbnDVU1HkgbRmkbBxlfQ5KPHqmbqspiL1XSqOUvJVIRgWT6Ku+jac85NzNzA3PFnMCyR/JiXmGOZZ7Kl+Zc/AgjH1zGQ0gW6oL/jJ8I1VZVwyNllDZMgs4vU9pvs1Q8pMKVKq1lzDuZTFhv0umU1YGycbVCqui1FARU1dbzVIm/s87jvDeky9Z11frxJmogtf6aIVnkFXjSONCHpP8rrYncQwtlyHgoCvzNe8OU6XSnTNcJ//Mc/AueV3kOqlr+OH1PPUiTt/ePXC5nutcJp/Hxcd/PVJ8ut1x/e97TJelxyZd3jlDHQqnuRa8j5dci6kda2kk9oSlrd97HesiPPKYbFW/WIAKxShGBiEBEICIQEYgIRAQiAhGBiEBEICIQEYgIXP4IxBZGBNYmAhhs7uvrq1o5jBcjC60aaU7gvffeKxhQnuM9/cghROj1pz3W+A0y1vvuu88N6IEZMnT0WdxjHPNv/uZvBOPY9RgXXatNVVXXea5m/VpbW6UW/1Gfeg37EfdiE9+wfvGLXxSMH9dbl9e+9rXyC7/wC8Kek3rTLDXelOtMppaafM2kq8UTQ0NDNeu6Y8cO/9a5ZsRljIAObhmzu2KyYg1iHq7WYObkS2VdYRxWa8ulEHbkyBG3/3Ap1DXWMSIQEYgIrD4CscSIwJWNAHZ8OEQJo/bLTa985Svlfe97n3zoQx8SfqMPDAz4PisO4eJQoBe84AXC4VyqlfeBrWTP3HDDDfLIRz6yahH8TrntttuqxqkU+IlPfEJIWyks8fv5n//5Vf9Nn5S9Ei6/nR772MfKP/7jP/p750c/+lF59KMfvaSiOJyN7wyWlLhGIr5LYV95jWjLGtzW1iZ8Z1Mr01q/m2ulnxvOb4C//du/9YO32EPd3t4u8D3j7q//+q/l85//vNuMm5vuUnvu7Oy81Ko8r77f+973hD6p9Tt6XsLosaoILPcYXYnK871MrXyZG0ZHRxeMxndYIyMjC4YnAf39/cntZeWCDYdv8W7ENzLMn3wv84xnPEP+5E/+RDiwELub4HRZNXyRjeGAR2yRVkrGmrd3795KQXX7XW6yxbobHiPWhQDvna9//euFd5q6EsyKVPuB8f3pT39anvWsZ/n7Ou+073rXu1ZFH1S7dkuPEWXc87FTXX096/xaRJ+FEEgtFBD9IwIRgYhARCAiEBGICEQEIgIRgYhATQRihIhARQSCsROUMeVUMeqCniomTzDCTSglqVRqlt+CyWsEqCZ5Bpd8Z1Pwr5HNdDDGh5K2YtwESp4Tdzqy3xRNmQ8FYyfz4yeGZDxyhX/qftYMxyOVUjeKwwZ+iLaopkQkxJM1cCUYTU3l3aAMRggHBweFjQ18YIAhvIceeki4Hxw8Y0LCYTdamBicyefzfujHfKwCv6mqqKrQdjBIjDFlsxk3FhTcrN3PJgw2QSFNxnBMex7kI6WLPizdLugk7Qsu/Ue9EuJ5waRXQEBRAi4BD7DOZrPCAXJ8LNHRsU7Wr18vbHLevHmzYCATw25scAluryzO3WLxE5qdtre3VzZt2ig9PRu8zI6ODqEODQ2N1vcp56HV6pCEr1TVeQ5cKhHjW1WtbrKkS1U9napaHgmJ3csSr9CPxtUV0yftwk2o4MYyC8YHEOkrJq3oqaqGD5SyPkrbPZSy+qfsPriqKiKQLOpSVVEN+YA94z4Q/lqWV/l9mXe8rYpA0v+JGyKrqKoEnAP23Jfjr6pS75VEVVXLN6Sy23Ajam5CdrvoP3gVqpwwzGs2EuwGHodmt7VyuoV9qevs0CQ/3PL8eV4MkbZQMvxqNfZCwElVRVWtPyD6Izyr8gwxxmb8pHTNlB3GdMHHOHM9ZCUsDFsph+hEBCIClyQCsdIRgYhARCAiEBGICEQEIgIRgYhARCAiEBFYQQRU1eRUKZcDo0PgYC4+SuQDvc7ODpfp82HujC4B+f8W6euD+sztk6uuStyr7H42cUgX4VddhT/xemXz5k3z9AVNTU1+qAhyS0hVTbaNzGu+0Et1RnaGzGxqasoPZeDAp5GR0Wk918RETnK5ST/gvmByOlmly6pnJc3UUTUltAlKp5H9QWpxyv4WcUv+qmp5QjN5U46qimogqfMCw0AF06MWDHcI3KHZmRCPwyrOnx/3Q8/Onh0W9IvoHU+ceEjQOQ4MnBIO6SJsZGRE+HCGg7j4gIG+Soi86Bfc8lJU1dqWcp5El5gQ/DmXysOS+3SVw0vmliUVL9qdyFy5TyKV3yd+F+aamNvwhs8DleemGvoxlQKLlI2PtFMqlXZ8VNX7Wi6TK/RNLYzpl6Lx6ZTrr9Fjw1fwJG4+P7nq432x8Id2Vk6Vsr6GxxNdLh9QYrAK/Sq63MXpbZmrK9GWOfrc8Myc3tu72ebmHunq6nSjZxzS2NBwsQ84C3yuGtyU8X8y1nHTZeO9MqoL+1qWNoYIV/sHSelZVvQqFgvGwwUb+1DR3EA2C1Qtt8iEURZDVW0ugFLmpm3OxE1ZG9RIluFSy0MtL/IMlErxHMgCLUxxIi0DAqpq/Ugfpm2uzzjB3+l0wF5VHW/V4EpdF3FDREvmN6rq7lL+zWHBmlnAs1ChpM8MbsH4P+F54/pFZkp+c6lg73hz/ep5Jh00Ezc0CYhU1fEu53nV4Kca3BBGn830ETkk+RWs3QWrW3IAWdHGfnGR7SW/SBGBiEBEICJwGSIQmxQRiAhEBCICEYGIQEQgIhARiAhEBCICEYE5CGzdulWe+MQnzvGd/chBU/fff/9szxpPn/vc51x3XimaqsrTnvY0l4VWCl9LfsPDw34I16ZNm2TPnj3y8pe/XL7+9a+bvLmwlqo5uy5LfEI/19XVtcTUS0umqq6XqJUafWytOGspHCxf97rXCQdt1Vuv97///XLLLbfISh/Kxb4K9lTUW6+1Gu9S44kER3Tv8EfyHN0rEwEOrbzUW86eGfSRl3o7Yv0jAhGBiEBEICIQEVh+BPbt2+cHwbztbW+T5aY//uM/luc85zluzJ6DO7q7u9eMbAEbRs9+9rNrAspvP/a314xYisBvRA4gKz3OdkpPfX198vjHP770dPk57G1++tOfLsin7rzzzkUfzMWBbe94xztWBBgOx1rtA5xUVdLptNS6luN3M99h/NM//ZPs2rVLOBDlxS9+sR+8tRx516r/xQrH5tnFKns5y33Na14j/+///b/lzDLmdREQ2LFjh39XcRGKrrvIKB+YDxX7tVmzbr75ZmGd4PAt1qGTJ0/Ojxx9HAH0SX5T4d+jHvUoQT9TISh6RQSWDQFskf7DP/yD/Omf/umy5blQRt/4xjeEw3R5h2SegP/51nWh+GvVP8q45/cMup/V1rPOr0X0WQiB1EIBl4p/rGdEICIQEYgIRAQiAhGBiEBEICIQEYgIXBoIBHseRTfkU2+NESqLJAavSFtvyvrihfytBCsi1I90Sy1HSWxKepxwzx1kOkycCjQ7XoUIdXvN1L/uJKsWEZwTQnmCIUKU/adODcjJk6fk9OlB3yDOZgGUsLlcTjAGQwVTqZQb/FHVaVdVDedAKIcxcoXiHKNgCKIw0IhgE0UEhhoTwlhYJWpvb3OlBWlIj5FH8lXFyKIxh1S/5mNfO031HC//UNXQf6mUWr+mXcmfyaT9w4l0OhyMRh+sBKVSaSsz8BXlq6rxk1y0S5Xy1euUTif1wg3+qsGVC7gsiwtIvVxJtZRR4pYeKzjMF7O91fpI3StpS+K65wX9C+N1ZhwvdQ24oEpcIYmL1o9ipLNIlvFK+AIXWsasa2YVytOa8apFUNXSXJCWdDot2WzGKOuEscmGhqwsnRo8n2w263NtJpO4zLkZ86NM3HJKm3/yHO6pVyZDmrT1Y0rCxbgJZG9V5lU0in8RgYhARCAiEBGICEQEloZATBURiAhEBCICEYGIQEQgIhARmIuAqposSl1mhnwKGVdjY4Og00EX1NGxTtav7xIO7OKQrb6+LYKxsO3bt8vOndfI7t39cu21e+S66/bKvn3XyfXXX2/uPvfjo8Dt27cJh3Vt3NgjbGJHz4Q8DjmYakqQeSG3Tsg8RDXUSTW4+GFcBD0Yeq5cbkImJ3NGk8LhPGyIR/dVKCRyNFKsBlHe/HJmZOLzwxbrE/IKMkEwWmz6+fEDpqpaCkrc0qM54Dk+zmFcIzI4OGi6xgF3z5wZEgyhBZ3juOGfM53jjAE0VZVUKjWLVIMfvEWfQ/Q/h7O1tDQL+kP4DGpvb/cP2XDXrWuXQOvMhQhrm6dzhF/Jm3JVZ7dlIbzmRJPVvf5/9t4EPq6suPev6lZrtSzJsrx77GGAmWGYYWfYw7yBYQ07mSwQkrDlnzzCCwQIhD1AYICQwAthC2H9JBASCJCwf5hHICxDEjKEzZY9Ho/HlmVblrVbS/e/vnX7Si251d1aLdl1Pyrde89+frdOndtV59ZJnqWIimpKszGjL5Aq8bIuD1X1dquq99Nv7B/PJCW7nRWX9w1N8sZXk+40kM3eTp065fbuEydOSErYvgcHBwUehVcpZz2SKtjMPPtsNmNyGMraeWUpUxynqrRhNp1PLFVL25IxWZI14pyZxSuV2qhaWobOSmpRNZczK+MiblS1WJdabshO/ld67QE1/EvyWJGWNr1OzhawTH+pbCo/ry1TJRd1Mci+BAAt8nW2eM4Yr0BLeaZqZUjx0OJ5dU8Jf0qxHVo8ix+q6udq/1TV8qnLQOb3lBL7bb3ZcaGcnRdKiR2XcnJuH66bttFyz7tJrZQ1G3M2OyOXrMmSHIwdyN5sbTgl729JTPwPBAKBQCAQCAQCgbZ8L4QAABAASURBVIsVgeh3IBAIBAKBQCAQCAQCgUAgEAgEArMRQA/55Cc/eXbgnLv+/n65+eab54TOf8v3o5WcRV955ZWCE8X5Szj/Mdif3/jGN/p6BDbhwiZ4/lsVLVhPCKiqvOQlL5G3ve1tNTf7y1/+8jJtylVzlRdswv3796/JvmXMJq6qa7Jta7lRa/V5rmXMom2BQCAQCAQCgUAgEAgEAquPwBOe8AT/JqFSzbfccossxHn9T3/6U/mv//qvSkXKox/9aOH7iYqJLoBIVZVrrrlGvvvd78pf/MVf+DrHWrv1qU99Stigutb06yfdyrQUH3BsSrFt2zZ5znOeIwcOHFiZiqLUFUOAb5te+tKXCt88rFglUfAFjwCbXy61k729vXL69OmlFrMu8rMmn424rr32WnnQgx4k6HrXRcPPcyPhD+b2+ZrBew52rPniawkP3WItKEWaXC4nr371q+UnP/nJgjeAXSx6yAl4fPv27fJ3f/d3sp6/RVwsBpEvEFgtBDKrVVHUEwisGAJRcCAQCAQCgUAgEAgEAoFAIBAIrBMEEsceSWMLyWne/zNpyzkBQek8b9YaImbnpy0JzQ6voaBiErPVpld2Vpm5l1nXUnLUkqYkeU2XtB8S38Qs6VNNGVcwEc8voYLk84Wig7JR6e8/IydPsiFXrxnt+uy+XwYHh2RkZFQw5k1N5Q07dcO3auosJiNq1wmBcxKPohzHeA0NjdLU1CilzvFaWze4Y7xkI65WSRzjzZxbW1tlwwZogzvUIy9lUabYAZ6QXdb0R1/PTcizODf04gqZwSDhfZ5f8jxxBpR1p0CpU6Gs1NVl3YlREl689jTLcQ0/ZSVZtJ4RVZ2mlX4m8FIppfWpqrUHytqZ9qWUtk2WeFDOEouoObuek1I1CVNNzuckKBMAToksE3s+4ocq+dXu1e7VzwSlZIGL+isdt6XXiyosMtWEQPLM0meoNeWZLxFlJXGUU0piPCIrdlDvDFGvLLo+VbW8CSGbIOQgc1EuV1fitK3ernHItnBKHLjliptyJfKWsutM3lJPNpuEJfdZk8Ol97OvU9lMO1VVGKulY9YC4i8QCAQCgUAgEAgEAoFAIBBYPAKRMxAIBAKBQCAQCAQCgRIEVNV1Z+iiIHRZELacpqYms/FskLa2Nuno2CRdXZuFDbl27Nghl1yyW9ho67LLLpvekAtnXve4xz3k6quTDbkuv/xyuetdL5NLL90rO3futPxbpL29zexMza6HQ2eWyai3Bv0X5Dfn/EvSYNtKN+Q6e3bc7F0TZhebEMJYCE98oZA/J/dKBczou7HRJFSwQAid3nLUa8VNF1N6PR24iAt75NO5VNWevxhxniGwZLMjNj3q6zttNsdTviFXf3+/4NQt2ZALm+OE2SdnMFedKUN15hreSvWeuVzOn39jY4PZHZvdfrhhwwa3N7aW2B1bWzea3RFqtXNrMZ7zBsvTbHkbhY3j4FfKpg5VFQ6eAcR1dSoI2NaevnqJ86eAT4w77ERTU2IcJJSRbDbjtixV9ecyf1lrM0Z1pt2qybVqcgbjlEpbr6r2DHgOBeeniYkJt2njfO/kyVPTG3HhfO/EiWRzOHgTHmXsU2ZpeWv92rrrz1ZV7VlDmeJzz9p5dSiTyVjdCakmz0fO86Gq1gJ1bNL2peOBe1W1+MX8kU+9XBGV5EjPyd1K/qfZCVEntNjaVFQh8bPUciwhDXLRpJWXsN7GmDd6jf0rxdAeoz9D+BtK+VuV55vQ4pqvlk2tbDut6p/OU9t84fMkLwaDRzabdVsq7wwJYcPl/QHiunZbLu+02HGhpKyc23N5f8jlqKcS1RXbkZzJA2Uy2aIMVcNbveWMmYK/h9okP72mzKPiXyAQCAQCgUAgEAgEAoFAIBAIBAIri0CUHggEAoFAIBAIBALrCoGHP/zhsmfPnopt/uIXvyg4462YqBhZzVn09ddf7xtdFZOvqVPBFKtf+9rXhDUHr3vd69z2vxoNRFf8W7/1W/Jnf/Znq1Fd1LFKCKiq/OEf/qE8//nPr7lGHDC+7GUvWzXeq7lh6ywh9v111uRobgUE4nlWAOd8R0X9gUAgEAgEAoFAIBAIBALTCNz1rneVhzzkIdP35S5GRkbkC1/4QrmosmHoY/DFVTbSAlVVbrzxxun1YhZ0wf9ls1l58YtfLF/5ylekvb29pv7+/Oc/FzZJqSnxRZ7o1ltvlfve977y3Oc+V1gzvxpwZDIZefzjHy/vfve7hW+FVqPO9VrHddddJ9/61rdq0q2yAeAHPvABQd+5Xvsb7T6/CKCznm7BIi/S7+oWmX3dZENeot9nIy7G3mo1nO8j3/Oe98j973//1apy2es5ePCgYFMqV3Bzc/Oy9C10i+XQjbD5EOAbZN4bv/e978ljH/vY+ZItazjfJf76r/+6PPjBD5Z9+/Yta9lRWCAQCCQIZJJT/A8EAoFAIBAIBAKBaghEfCAQCAQCgUAgEAgsLwIFfHzUWOSMQWcBmWose26ytF0zdc5NMf+92aenI5NrHJtA08ElF2qGbG6Vf4umtL2psyEKmgnj7nwTz6zgRrlCIe9OB1kYgDM8lH+9vSd8Qy7uZ5zjjQvOyWg5xtJMRg2rjBHnlJJ74tk8BOc0DQ0NblBFgd7S0iIzTvESR3jJplwbZfa51dPhSG/DhhbP39BQ787EVJUmOBVqADVNkp5Ln4kXctH/gxcAQe1ZivBceX4QCx14jgnVOf7ZbKZ4zq7AOWP1Q2ptSYiWnQ9Spf6MtYP2lJJaGxMSUREnWUcHbaa56ZlrEeuu1HrMjKWZHGn+9DwTs9SrgsuppZYS+ashoMYDpVQtfe3xKU+k59pznptyYSFaTJ6cF1q/apKPQjKZRAZks1mTe4njNBYmJI7Y6t0JbC7HOWfXCyPKgerqcu7ELZercwdtdXWcs3adEvdzibg0LLmmjbSX5jNWmSdToi9BgUAgEAgEAoFAIBAIBAKBQCAQCAQCgcBaRyDaFwgEAmsfAVWdpU9EJwXlcjlpKNqEsO+wIdemTR3S1dUlW7dulZ07d8ju3btk7969ctlld5G73e1ucvnlVwgbcl111VVyz3ve0+gecsUVyYZcbNy1a9dO2bKlS9ra2s1W1Gw6tHrTmdWZnj7jQKW6r/TsgfZPNWkjOrJ8Pu92MD52HR8/K5z5WCP5cGjSN/KZm9+KWLU/2phWxjVtSe+Xeqa8GbtYag9aaKlgWZpHS29mXefzU3L27FkZGBh0OyObIrExV79vyDUgg4NDMjY26o6peC5kVlXnJ/SapaSq/pwJS/SldaZ/rTceazReaJIZm+MGsym2up2xtTU9J3ZHNueCNmxoFYg8fARaX99gvJQzfW/W65DisZzYF4tc5lPyDFUTzFQ5J/prcEqIsGWudoWLU9XpGlTV+UE1OacRPJuUCFNVTk6Ew0+M69HRETlzZsD475Rg7y6lvr4+48FB48GxaZs3eb2QdfFPi9hk7Jw+96zxccaI8+oQfKaatiU5ny/4VNWr5qSqhov6mM5kEiwyZt9RTcJlEYdlPSdXubBzEi0xQFWtBMhO9ue3dk7+ZsKT+/n/kw8SUVFVWbkjkU1J+QWz7drMk0xASVD8XxYEVLXI3xk7Z+2ZZuycsbM6yRIOK3oJuReXdabOmfanYaq6oEJV1bHImi2XdwbWKc1Qvb8/1NfX29zPdc7uqxPvtedSnZVR5++i1FML5Yq2X9qWzZY+M/GDeSglD7jI/kV3A4FAIBAIBAKBQCAQCAQCgUAgEAgEAoFA4MJHIHoYCAQCy4PAjh07BGeulUrD+dyBAwcqJZmOwyEydvPpgJILVZUnPelJJSFr5xJ74Jvf/Ga54YYb5OTJkyveMDZBe/nLX+7OJkdHR+Vv//ZvhbUNK15xVLCqCORyOXn7298ubERXa8Uf/OAH5V3vepfZxUrtZLXmjnSBQCAQCAQCgUAgEAhceAhEjwKBQCAQWA8INDY2yrOf/eyqTf3yl78s+NqqlhDdxOc+97mKyfhOYj1vwlGxc1UiH/WoR8mHPvQhX9tXJalHf/3rX/dz/CuPAOsMP/axj/nGJ2xgVj7V8oVu2bJFXvjCF8p3v/tdX3v/L//yL76hnerC1ncuX4vWfknobz/zmc/Iwx/+cPnjP/7jmhr8pje9SX7wgx/UlDYSBQJzEdi/f//coLgvg8DPfvYzufbaawUZWiZ6WYPQNT/mMY+RT3/609Lf3y/IazYC41u2Za1oFQv74Q9/KPglLVclGyPd5S53KRcVYRcwAmuha6rq4/pLX/qS2wvf8Y53yGWXXbbiTWNDv/vc5z7Ce9GKVxYVBAIXGQKZi6y/0d1AIBAIBAKBQCAQCAQCgUBgrSMQ7QsELgAE1PugqmasVFHNiCpnSKYPC5q+nnuR+MzBgQ6U9wXDbNA0NZV3p1U4usKANzffQu7Jn88X3PldWu7k5FRN5Sftm12bqkomkzg1KT2r0u8EA7HDbqfxIF3qCIXrjG88RXpILJ3McxQMk8S5EP0AG9rOYn+I+3w+P0/e1Q0GK/CdnJyU8fEJM36eFT4MGBoaloGBAafh4SELG7P4cXdUSNvpFy1VBYsZAqNsNuvOZ3Bkw0IEHNu1t7dLV9dm2bp1i2zfvt2dLe7atUt27949TZdcslsuueSSWUT8zp07ZceObZ63s7PTnek1NjbY81Tnj7QttCdoYQjw/Espza2qfqmqxucpJeNHNblPxwTPfPGUlJmUlYxD1aR81ZmzN+Y8/rOmlOBQ2i61VqnFiZMs6dAl5a41M30RUVFVG0Pgn5yzWa5nnoGUHJXGGHH5oqzOm1yDCoW8jU3kIIQsTKikyJouC8aceS97ymTPlMv/VH4WrA4r1cspWDq/iH9LQmA2jPBIUpyxSnKxhP/LUUa16me3P0mtqsbnKvA3lMnA45DUfKT8papeDkZvnAk3Nze549bUmTDzU2fnJoE2bdoki6cO6eioTDgvJk1aR6fNjek1Z+JoFxtZMg/jBC5j7zBJ/1XiCAQCgZoRiISBQCAQCAQCgUAgEAgEAoFAIBAIBAKBwEWFALqwclQLCKpaonfOmC4ta7ainGArQp/G5kfNzc2mU9vgdh70Vx0d7a4LQ7+FDYkNt7Ajbdu21W1J2JNwKJbYibYLH/N1mg6uvb3Ny0l1X7QPXTJt53qGdObSrojPmx570uyNUFHfbLrnVKedN/ve6jpJok0Q7YJoU2nbCCPemr/gP/IVTJdOGWyQxZnysQty5r5QVKyqzsaqXGUkUc0IesZU38o1pKqiqtPZKJsNuUZGhv1DZD4gwu6I/XFsLLE5TkxMGvZTZTFXVS+PsrNud8z55lsbNmyQdrM5dppOFH6BV3bu3CFs2JbaHbE37tlzidkbd0tyTq53797l6UhPvk2bOn3zLngTvW+iR814e8AlpelOrdELVTWspITUnhFhKiIpyZo8wLhcw1TVZQjPBBkC8YwSqvMaYApZAAAQAElEQVQ4+EKV/okflJUS/Dc+Pm727RHfeAv+O3WqT06cOCE9PT1Gx+XkyVPOm8PDw2YfH/PN4SbNXk4ZXuA6+Ef3E1KZOas//8QmsFzXybhnPEKq1DebZM0cai1RwyMhcFBVCxMPk0UcxeyLyLn4LKpqz3Eu7hkRUVFVEYGkpgOezru9tWD22ymj/LScq6mAqokKXl7e5te58wt1V80eCRaBgApsoMo5JfEwKR6qWryqflpA0uqFLTIFYzWhuXyv1i89p9T5eAsZxVzB3J5sztnm7w0dZnvdZPbbTnuPLD1zvXCqbMdN6uqYthVTZ6e9tyS0yd5924X3YNrHR9W8z9LmbDbjfVU9t7/nABABgUAgEAgEAotFIPIFAoFAIBAIBAKBQCAQCAQCgUAgEAgEAuseAVWVpz71qRX7gW3s5ptvrpiGSBxK41ia63J0v/vdT6ByceczjG9zX/nKV8prXvOacs1Ychh63ic/+cnytre9TX784x+bzXFUDh065Pc4z86a/XrJlazDAtDNY09dh01fUJPR4eMkfCHOQ+HHf/qnf1pQPZF4BgGctc7cxdV6R+Bud7vbeu9CtD8QCAQCgUAgEAgEAoFAYH0gsORWsiHHzp07K5bzH//xH64bqJjIItmggk0+7HLev2c+85myefPmeeMv9IinPe1p8qIXvaimbv7Xf/2Xr/+uKfEaToQuhW82lrOJlPlXf/VX8tu//du+9n05y6Ys1jRef/318trXvla+//3v+3M4fvy4vO9975MHPehB/n0Q6YLmR+Cxj32sfPazn/U1pKR63vOeJ2DKdSVik5uXvexl/n1DpXQRFwiUQwCdebnw0jC+zclkMqVBs663bt0q6MZnBV5ANz/60Y+EDbLYGGu5uwWuV199tfze7/2efP7znxfkJt/TYX9h/kfnvNx1rnZ52Aa+9rWvzVvtgx/84GXhn9AtzgtxRNSAAN9rvPSlL5Xu7m7h20FsPSu5IS5z96/8yq/Eplw1PJtIEggsBIEybysLyR5pA4FAIBAIBAKBQCAQCAQCgUAgEAgEAgFxpx1ih6ratbjzHhZ/ZzJZd1iVMWU5pKoeL6JS6cBAl3enPXnBqQ4KU2hiYtwNdhgEIdJVKme+OPLl83nBOdykO8WblPHxCaNxp8nJSYtLNrRSVVHVOUXhLK/gjn/YsEVVrZ8Zo6wZ9+oEA0E2y3mm/6paLEcdn7q6rKXLWfqcnRPHXmAEqaqIQDJ9qM7c47su6UPB8JlyTHAuNzIy6ovwUZiX9mG6kFkXq3NTKOStjZOOKxtxjY6OeBvHxkZlbOysnD07LqVtVVVRnaG5rVTNOF44V2xpaXZHMjhRZCHCpZfuFZTel19+udzjHlfKPe95lVxzzT2Nri7SNXKve82mq6++p6e9+93vLpdddplv3sUig5aWFskY/xYM7LkkcSwZATClEM4zlPdxxz1xQesPAdVk7GaKMj+bRQYiC6FE1mUyWVFV79x8z1pVS9IkMmRiYsJk3bjRhMuMqalJky1TRZ5BXiOXvdia/1H/1NSUl4nchKgnlUnEQ2mBqppexvkiQcCmgHl7qqo2T2Qka/M9Tswg5v+M8b9qdV6BtyCxg7Oq2vyWE5yisdFVW1u7bzSJU2A2k9y7d6/s2QNdIjNOXi8R4paDKHPPnj1WdkJ79+4RiLk1oUvtfm+R9th8ucsdFGOYb2pq9PeZrI35Wvtv3Y6/QCAQCAQCgUAgEFg1BKKiQCAQCAQCgUAgEAgEAoFA4PwjgA4Mwj6HXhbimjBopVqoqtNFq2pRp5f1jbzQw3V0tJueq0v4uGfr1i12vcX0cl2yaVOHEM9GPWIHNsW82S7LtdWKNZ22JZJUT8254HbEJH16TZqVI9Wkr6rJmbppc2JrnXLdOjrw8fFxs9sluva82UsX06Kk7Lzr6SmTza84o19Pzzxj0pWWr5q0rTSMa1WdfjboWevqsClgY8h6eKp3VE3y027qGR0dlaGhQf8Yk+sJsyVTr5QcqmrPRz2E9qSkql42ul30sm1tG/3Zs/nWXtPHYje8/PK7ux3xqquuEmyK11yDzfGaaXsj9/e6F2FXu10S++SVV14ud73rXU2HutPK2+wbxFE+9dAP6qf9ENeQxLFiCMzFV1UFXTbPg+fCRn7YhaHm5ibfmI3wuro65w+xg2dlJ+cj1YSXCIPvsS2x6RaOB3t7T8idd94pd9xxRI4dOyrHj/f6xlz9/WeMT4fdLs54pKyVoeUvFTsJGHJe/tKjxPOBgKo6bzMO4HPGQtZsXdlsxsLV+FycZPoo2Hw2fTPrAr6APxgPU2a7TeaASZsbJos2XObDWVkWfDNT/pTNY9iLJ+08aXVMWbvyRrQvoQUXHhkueARU1fga3s6aHZY1CwllzaaZUqbEtgu/SfFIrzmnRFrsohs3bpTNmztl27ZtsmPHDpvzd7mNlfcH7Kt79lxi95fIcthwKSMtb8+0LXevlb9HLr10j9tuL730UsFx56WX7vU6eZfZvn2bv4e0tbVJS0vztC1XVW2MJ1TsapwCgUAgEAgEAoFAIBAIBNYdAtHgQCAQCAQCgUAgEAgEAoFAYGURYJMs9JGVavniF7/o34dWSvPTn/5UcHA8X5obbrhhWRwozlf+YsLRB7/rXe+Sd77znYvJPivP9u3bhY23cDCMk8zbb7/d7PTj0tfXJ5/73Ofk5S9/udmY7+nfEM3KeJHeYHPF1lqt+xfC5kp79+6Vm266yW0Y1fpLPLY4nCv/4Ac/4HbVCf5lbKxVesUrXrHqmKxOhVFLOQSwb5cLv5DDfumXfsnXRa3VMcj8xpx3IT+D6FsgEAgEAoFAIBAIBAKLQYDffk95ylMqZmXN5Ze+9KWKaXgP/NSnPuVrJedLyPcObAIyX3wt4VNTU9Lb2ys333yzfOYzn/HfrS94wQvkxhtvdF9cu3btEtbcrdUNo1VV+O3c3t5etbu33XbbBbEp0dDQkBw+fLhqfxeiS+H5vvjFL/Y1wFULrpCgq6vLN4liA6h/+Id/kH379rkukTZ//etflze84Q3ywAc+UDZs2FChlIslqvZ+shnX3//93wvrQtNcXL/5zW8WvolIw+Y7/9u//Zu8973vrShP5ssb4ecXAeTW4ODg+W1Eldp3794tLS0t86ZiDoHmTbCOI9CNsGnOHXfcsaRegN+97nUvYf5lox82Ljx9+rR/N3HrrbcKGyb+8i//sn/3qKpLqmutZWaTMTYgna9dj3rUo+aLWlD4xahbXBBAkbhmBLZu3SrPfe5z5ZZbbvF3HDaUe+ELXyjt7e01l1FLwpGREXn+85/vm4DVkn6tpgkd91p9MhdnuzIXZ7ej14FAILAmEIhGBAKBQCAQCAQCgUAgEAhcUAioJkpaVXXnHTgiQQmezWbMqJrxMNUkzk4V+o5TnoIZb/JuoMMp1WRx06wJ35Blwh3ssJAYw3GFgspGkQciP2VjFE7LHR8/6wvbJ+dsyEVBqsppmigDIiCTUclksrMcuOC8KFt04pLJJP0XOyiGe+JyuTqB0rSEZ6wsVTW8LPGcP1WdDqHugm92NWVtnhCcfY0WN7uiH/ShgAek6Rzn54I20BbaNDo6Kij4oNHRMRkbG7O2jwvOyngetBAMOM8QfYYSvlBVx6yxscGMgS1uJMQQm2zIdalvyHXFFTMbcl19deIE7173uqa4KVdyj4M86OpzNuTaJcmGXBvsmWacB2kb/ZhpU1wtBwIJexZsrIsR53NpOeqJMlYXAVW1saMu97PZjMnFrGRNFiZyrs7DVRnTM89dSg7VJE41OefzBTcMIqfHx2c7Wcvn8z5GFzs+yYcTVWQQMhSinqmpSS83b3VbK0taJyabk3ZJHBclAoncmul6JpNxHq+ry9nclDP+zhpljE8geKWUxA/KgPf8xv5xDanOzG84+m1vb3MnaTt2bHfHaThQ27t3j+zZs8fv9+zZbddLpUusjIRmnLntsTBor+zdu9foUrn0UmivnffaPY7d9giL5ph/WaDT2NhkOND/Ohv/ad+tc/EXCAQCgUAgEAgEAoFAIBAIBAIXFwLR20AgEAgEAoFAoAoC6MHyptedmppyvS/XhFXJtuRoVTWdnbruKmv6aogPT/lYhYXuW7ZsETZUYDH8li1drpdLNuTa4Bt3iajrjAtmlyug4JP5jzS+NNl81/OXslwxid0FnMEcXTg68HHfkGvc7a2Ep21eaK1506GTHzsg5aY0OTnhZeftWUOUq5o8A67LkUVPPx/0rXV1daZrhbIeji5WVaezUi79wPY4ODgkENeEEZf2SVVFVafzcZHGq6rVkTXdZp0km2u02bPvksTmuEfuetfL5PLLU5vjPX1DrqvN7sgGXNgdU7rmmmssLtmQ66qr7iFXXHGF5010qJtLNuSq876IHWkb7HLd/Blc66atcxsKP6iq84Kq+nPI5XLu3I6PT5EFnJuamo0XmqShocF1/vAdeVMSO1TV/ovJsLzx+YTb6HEOd/p0v3+IjpO4I0fukKNHj5VsyNUvpMEOhV3KC1jT/wrTtttSO1mpLFvTzY/GVURAVX0MMBfWmX2rzuRtXR2yFspMjxNLJhzzPfd0XOSn54IpmZkHporzZsF5iXIWQzN15G28TVn5k3aeMJq0MThldRS8fNKl5asmYzS9j/MKIbCOis1k1Ob7jFHW5nyozs5Q1sIyNh7U+V6KRyk/lV4TzbzQaHbRZEOuzbKtuCEXc/4e34RrT9HOesmy2nOx40KldWA33mu2XOy4d7nLpXLZZXcxW+6lVv8l/i6z3Tfk6vKPOpubW/ydlvZDqkp3ggKBQCAQCAQCgUAgEAgEAoFAIBAIBAKByghEbCAQCAQCgcBFi8COHTvkuuuuq9h/HEEeOHCgYho27cJ+Wy4R9onHPe5x5aLOa9i3v/1tec1rXrPgNrS3t8tznvMcYeMiHEfmzVZ+9OhR33gLB8M4yUTPi41ywYWfhwx8+4sT7tWsGp086w+q1bleMKzWj6c97Wnyohe9qFqy6fj+/n551atetawOw1kj09HRMV3HhXrB+KzWt/Ph1BgZwVir1raIXzgCOCpebRm28FYmOViXlFzF/0DgPCIQVQcCgUAgEAgEAoHAiiCgqvLEJz5x1tq0chV97nOfk5MnT5aL8rBDhw4JDv79Zp5/D37wg30t+zzRNQXzDv2ABzzAdULPfOYz5RWveIV88IMflE9/+tNy8OBBYX00+o79+/fXVN75SMQa/uuvv75q1fxmQH9TNeECElAmGC4gy5KTokeBqhWEHq5aGuK7u7tdV8Fz5r5WQlfz9Kc/XT7+8Y8Lm9HwbQlYsPHWTTfdJM94xjPcF1xjY2OtRUa6MgiA49zNuNJkbG72kpe8JL2teOaZsHlIxUQRuaoI3O1ud1vV+hZT2WrK/tWsazFYzM3D9xNsPriYdt///veXt73tbfLjH//YN/Rh08If/ehH8v73v983+mFsWZhhDwAAEABJREFU16LbnNumee/XcMTPfvYzOXz4cNkWsl7/nve8Z9m4lQg8H3P6SvQjylw9BHjHYdO4973vfQL/8G7POzTvR7wnLbUlx44dc/sQ8mapZa1E/tBxrwSqUeZKIpBZycKj7EAgEAgEAoFAIBAIBNYCAtGGQCAQCAQCgdVDQFXdGIwDDwgnPhDXkKpWbQwOfaB8vuAOdHBKNTU16c51xn0zlomic5181bLmS1Ba9mTJZl/j4+NWz4Q78Mnn8+68hzJU52s3m0SJ9zmbzUg2Wyd1JU6LuM9ms5LJZCxNRkRUVNXvicvl6tyZV11dnZAOIm0mk6STMoeqertYZJ43jKamprzNOPAaGUk2vDp7NnGiR5oyRaxqEG2YnJwU2oQjvJGRETcAjI2NytjYWWGjLuLzhrdq0m/V0vNMc+ELVTWM66ShoVFaWpqlrW1j0TneDncuc/e7302uuOLucuWVVwqKdBzjQWy+lTrGKz1fffU9Pe3ll9/dHdTs3r3bN+RiMxSeB+2iDymlreE+vY7zQhFIxg0O3HimybkwzdcLLS3Sry0EVNVlHLKMMQQh4xLKWhykUulQnYlnDE6anMYgAKWOPJF9UKHoALWQMFOlYs+JIw9lUC6yCDnKPDBpMot6iYfg0XMyR8BFhUA59lJV4+eMz9/JfF5n8xP8nfW5XuywJPZ/5i8pJ5GB8FYpqarlz7kD0JaWDdLe3ubz0fbt291x2t69e2VvcUOuPXsuET7GWzrtPqccyt6zZ4/XtdfqvPTSvT6/Xuqbcl1q13stbq9vyIVz4ra2NndQmsvlHAvG/kyPV/8qagwEAoFAIBAIBAKBQCAQCAQCgUAgEAgEAoELH4Ho4fpFAH0Yulf0shDXhK1Gj1TV9Xbor9Bbpxty4Vyoq6tLtm3bKlu3bhE25+I+2ZCrxTcvoH1TU3mzW+Zn2TKsSKLOoaRPpXaP5Ho1dM2qOt0e9JFgDIE3uu9xs7WOmz0U4p64pL3T2Wq6IA9503LR3acbfnGmbOJIR4GqM+3i/lxSez4Z07lmTU+KrjXnZ55VJpO1OJ0m8lI3un1sj0NDgwKNmJ103PqHbZk0paSqfkt7IG5U1XWa6DYbG5vM5thmz7/LdJ87XQd62WWXCfbDe9wDm+NVgk3xmmvuKWzABZXaGwm/5z2vEtJeeeUVviHX7t273Ia5ceMG1/tSTyaTcR6i/VDaFoljxRCYi7GqGp9l3EbPxlvNzc1mc24xahaum5qa7Hk1eDzPS+woLYMwVXV5AK9jA2ezrf7+074h15Ejd8oddxzxDbn4mPjUqZPS33/GeHTY7eI8dyty3fwhR5L+J7aNddPwaGhFBODjrK9tSeQt19lsxsaGuqwtn3mGBxK+sFnNLuAP+Bq5j1xmPkD+E0YcZaVnrmulNI9VYeONjTwnfV0MdUxNTUrpvDy3TFWdGxT3FykCqmo8nZFsNuvvFemaBe6hTAbbbsbSqCM0w3cz/O4R9o+4rJXT2Ngo6YZc27dvlZ07d8ju3btlj9lvU1vuJZfs8ftLLlkum+4lVt4et+tSzx635e6VvUVbLhtyQdhzqXPXrp2ybdt2tzW3t7f5HMd7CO3P2LuIatJf61b8BQJrHoFoYCAQCAQCgUAgEAgEAoFAIBAIBAKBQCAQCFz4CEQP1x4CqipPfepTKzasv79fvvOd78ybBodzX/3qV+eNv9/97mf216vnjT8fETi7ZDOucbOn11r/7/7u7wob+fT19clHPvIRYeMt1hyoLl0Py2Y9tbZjJdJhi1+JcucrE/znc7hZmmc9OKgtbe9816rqm7/h7Hy+NHPDv/GNb8g73vEOX3MwN24x99gNoGp5f/rTn1ZLsqbj2WSwWgMZ96vN89XaFPHlEeB5srajfGwSOjU15T4ikru1/b+WMcg8Mzg4uLY7Eq0LBAKBQCAQCARqQCCSBAIXIwLXXnutoAOp1Hc2oPjhD384b5Lvf//7vhnWvAksgo16NmzYYFeL/yM/a8+qlXDrrbcu2+/SanUtNJ71gY9+9KOrZluJ34CsoaXcqpUvYwI2FUMHV6lIfj+hq6qUhjja/9a3vlXY8IH7WuhJT3qSwA/8nv7MZz4jz3rWs2TXrl2+XrOW/JXS0C/KrZTmYopjjH/oQx/y713K9VtVfTO1q666qlz0rDD0uq961avkzJkzs8Lj5vwhwPrearWzucv50hcjH+Cbam3cuXOntLS0zJustbVVWOc8b4JiBN8KFC/XxekLX/iCIANrbSzfqf3jP/6j+99kc7yXv/zl7iOzsbGx1iLmTTc2NiYnTpyYN34tR3zzm9+c9/3ivve9r6ATXI72Uw5zY6Wy1pNusVI/Iu78IdDZ2SlscItswJ8l+l0262ITvsW26p//+Z/le9/73mKzr2i+cjruuRWCQei456IS9+cLgcz5qjjqDQQCgUAgEAgEAoFAIBAIBAKBQOACQ2DVu2O2EK8zPfvNGvinqm4cw1CJMzscWeVy9e7cJJvNSKbo3EN1/oXlODKBcNIzOTklGB0xlOHMCkL5i/KceFngQbkoPScmxn1DKMoqJRRYExMTkpatOrud5C8lqqdP2Wyd1NfnjOol5/3N2blOstms9znjm2yJO3IhjLRsKgXV15NnJq1qUmdajxQP1SScW+Jo4+TkpNBmcBkYOCMDAwPC9djYWcEJGGny+cK8CmfKWigldRcco3w+P30mPKW0TO5xhoTjJZ4jbeU8Pj5h7WPzsynPT7o0j+pMP5OwGWc3YA1eTU2NgkG/vb1dOjs3uYO87du3yfbt24u0TXCemNLWrThSPJdwqoizRYw2KMsTfs35M6Pu0nZxH7Q0BHCYVa6E5JGrj49y8RG2PhBQTZ6hqrrsQ9Ylc0FOGhrqXT5yzzgWOxhfpWRB03+q6tfImKmpSZcXyA8I+TY6OuayD1kyNTW1KBlH3cj7MTMoDg0Ny9DQkBssx8fHfdE9dZMm5VvVpE3esPh30SOgqj5XwNMscGDuT851/s5DOLzO/C92pHxkl7P+Eh5L5jnSko93hKamJtm4sVU2bWKO22LG4W1GO9ypGwsRlo8oc6eVO5swIjOnbtu2TebOocytbMbF/Mlc3NDQ4H1mzNNn1Rgrsx5y3AQCgcCFiED0KRAIBAKBQCAQCAQCgUAgEAgEAoFAYIEIoG9N9bHYsVhEPTg4JBC6WcKwBaIDTnW06H7Jhw5tgdWVTa6qbodAh4UuC3tTY2Ojf/TT0rLBz83NTdLc3Gg67Qaz8+VM153xsmgDOj7OHlDmn+pM+aqzbaKqajlU/GRXK/mnSj3qenPww5aIzRBs0YcPD4/IyMiI20kJz5sdcaHtAYcp092Pm72PMnl2Y2OjrrenHp419ebNjpiWrZq0K72fe85mM4Z5ndsSGsymgL4VfWm2aGtVVeGgbsql/HHT52MvoA1cE5a3/pCGtJBqko9rwlPKZDL2fLNWZ07Qx7a1bXSb43azN+7cucP0sdvN5oi9Edoq6EoT4nq2zZEPVTs7OwWdKZt0wE+Nxlv0gXpKmmDNSPTBdrFu/ma3f90028dA2lqee3rNM8nl6oRnxEd/2Inb2tpMH99hPNBp502un282eUA60quNaVUVDsqC8sbfU2ajYhzBh8g1PgDmg0c+ZOND52PHjgvnvr5TcubMgI+9dIyQl3Ioc60SXVal39BabWW0a34EzpU3qipq/Ixshb9TQt5ChEPw/exyteR2plx4GF5G/iL72aQOHofGxs76Wh/iSEPakkLKXpKGsQWRb2Ji3OaWcZuzxtyOy3yDvJ+yOYi0ZQuJwECgiICq+lwPb/Pe12A2Tc5QLpezd4A6yWSyojrD3+X4Kg1TVbeJNjY2+Hsjcz62XNYdbd++XXbuxN66Q3bt2lG85n6plJaVnilvu72jzFDyfoJNd4tvBrp582abyzqkvb3d11U1NjZZX3mvzVp/M95f1Zk+SxyBQCAQCAQCgUAgEAgEAoFAIBAIBAKBQCAQCAQCgUAgEAjMQQBn0Xv27JkTOvv285//vOvvZ4cmdz/5yU/kRz/6UXJT5v9jH/vYeR3Ilkm+KkFf/OIX5f/9v/9XU11XXHGF/Pd//7f89V//tezdu9f1rjVlXECi/v7+BaRe/qT79+9f/kIrlNjb2yvYWiskcbs+OvFKaSrErbko1hi8853v9DUStTbupptukm9/+9u1Jq+YDjt5LU5wV5sXKjZ6EZF8H8d345Wy4oT61KlTlZIse9x63+isFkBS224taWtNw7NsbGysmJw1UefLSXXFhpWJvMc97lEmdHYQshEZOTs07gKBQCAQCAQCgUAgEAgE1gMCrCt/whOeULGprE1DJ8F5bkLWUOJ8f2546T3r166//vrSoEVdZzIZ/36iWmb0Pav9+6lam0rjd+zYUXpb9hpcec8uG7nIQH7/9PT0LDL34rLxO4HfP5Vyw4P4iqmUhjg2hfn4xz/OZVVifeJXv/pV+dznPidXX321r9GsmmmBCcCz3JhYYDEXRHLWpb7rXe+qqkvle5a3vOUtvka0Wse/8Y1vCBt8VUsX8auDQC26K8Y6Y351WjS7FsYj38PMDj33Dl2nqp4bUQxhLTff7hRv5z2tJ50ZOkX0tbXKqze84Q3y4x//WJ72tKf5t0zzgrDIiImJCfedt8js5y0bOCKX5mvAIx7xiGXD60LTLc6H2YUajjziW6L11D9VdTviC1/4QuF9q7+/X3jnuve9772gbtDvT33qU7O+k1xQASuYOHTcKwhuFL0iCGRWpNQo9DwhENUGAoFAIBAIBAKBQCAQCAQCgcDFgwDKZy0u1k7OpndZE91XzbgDEhyZ4KQKYoEjDk3q6mY7+BA7UChDdjnrj7DEyc6EpA6s+vr6fGE1zvlw4EP8rEw13JAH5TFl4twPx1hDQ8O+idXIyKh/CED81NSUl6aa4pucPbD4jzZymc1mhc0z6GdTU6MpcBvM0FxvOOSM6tx4CC4iSRm5XJ3FN0hLS7NTU1OT39fV1QlGatUkndhBHZBdTv9xD9GX8fEJd9yFYjlx7nVSULoNDw8JGOEAjL6QljzThSzygjIoizIpG6wwNnMPEUcaiCo4Fwp5YVMu4lPK56d8I6656VWVbE6FQuEcBWA2mzGs66W5ucWMhRsFBzIp4SiNzUuam5vnxZOC03I50x5wGh4eFjCERkaG3TEU8apKljVG6705KaYqqillnPczmUxJmK73jl6U7VfV6WeJTEP219c3mFxsdEJWZk1mqp77fFX1nOePjEDGjI8njtaQ04zXoaFBNwKOjY35Zl2MV1ngkY7/oaEhl5unT/d7mRhfkG2JnDpXDqnqAmuK5OsZAZuKvPnleAyZBT/ncjmfm+B1CCds9b7ZZq74DqDG217MrH+UCcHnCcFveZ/7VDNeJu8KzG8dHZvcESgO3Vj0xEdky0dbhU22oK1btwjEhlsseOjoaBecyfGhFXPsxo1tNv+2eVhLS393H8cAABAASURBVMv0uK6ry1pfM6Kqs/oYN4FAIBAIBAKBQCAQCAQCS0Eg8gYCgUAgEAgEAoFAIHDhIIA+FtscG9Jgzzp+vNc3qeHDnJ6e49Lbe0JOnepzWw06YPS02G/QD6M7Q4+W0sqgUpi2W01OTpldK7FjUSf1zai9ZvRfaZxIsjGJqpqOLGu2QajOr9EfZjJZyZj9I5NREYFk2Q9VFdUZooJ8vuD9mJycdJshmGJjxRY2MDDg9kV07/l8nuQLIvKgR6dMdOzYW3lubPZFWOmzo2D6r6pcOoFdKamq44VeFbsptr7GxkbfPALdY5pfNSkjb33LW7vhq6mpSaGPiU4/7/pVKXOk9ZGPa1W18rHZ1pvdsUnQgfJRcldXsplFR0eH2XE3uM0RHXDWbBtpO+YWT5kJHmNmZxgW8BgqY38mnYiKakISx4ohwDNOCy+9JoyxWFeXc/32hg0bpL29Tfg4ePv2bXLJJbtl9+5dridvb+8w3mhxXT18qJpx/sob/1GOqkrKE3njR2zn8D5jgQ+1kXNHjhyRO+64Q44ePeZyrq/vtAwMDC5p/MmKHyqqpSR2n5DEsUIILH+x89u31PkWmcY4QL7lcvXO5/Vm0603+1ZdXZ3L5JS/jR1k9qF+q6rFMZF3OcxmXNhuR0ZGTBYOmSwcWDC/M16npqZ8vUZaFmOK+WvA5i7OvE8g92nETBuTNhEWFAikCKiq8zJ83dTU6I46m5qaXP6zpg3eh9/hI8ZM3uQ7Zyk50vv0bEWaTFQn8lJeW9tGm0c6BYcGW7dutTkktb1uk+Wx51LmNi8XG+7mzV1eH+8tHWbLbWtr8/eY1tYNdt5g7y8tvhFX+j7FGg3aSj8hVS3pYVwGAoFAIBAIBAKBQCAQCAQCgcDqIRA1BQKBQCAQCAQCgUAgsH4QwAnoddddV7HB3/ve9+S2224rm+ZLX/qS2w7KRaKzfcxjHlMu6ryFYeP+yEc+UlP9d7vb3eTLX/6yXHPNNTWlX2wi7CWLzbsc+Vbb8enRo0fNtjRYsenoxbdv314xzXqLfNjDHiavf/3ra242azxe+tKXynI4P+ebMJw6V6v80KFD/u19tXRrNR7bTUdHR8XmIQOw61dMtMyR632js1rgYN0ENt5a0taaBjnQ3t5eNfn5xbdq86YTYEvE3jgdUOaCNUjIyDJRERQIBAKBQCAQCAQCgUAgsA4QeMYzniHV3mHZhKK3t/ec3hw+fFhuvvnmc8JLA2644QZBV1EatpjrWn8jdnd3y1p+30anxbq5Shioqq8lrJRmMXGrrUv52c9+VrWZbMTN+sJKCVm3+8lPftLX7VZKRxy8/C//8i/y6Ec/2tdQErYSxHcZK1HueiyT9d5QLW1/3OMeJ8997nNrSSpvetOb5L/+679qShuJ5kNgecJr0V1RUy1jnnTLTSdOnBBkf7Vy9+7dWzFJY2Oj1KLbvfPOO9eNLvK73/2u/OAHP6jY7zTybW97m7zmNa9ZkfknrQObApTer5cz/MVGZeXay/r3hz70oeWiFhV2oekWFwXCOs60Evrm1YaD97JnPetZPgf/5Cc/kQc84AE1N+Gb3/zmstiGaq6wxoSh464RqEi2ZhDIrJmWREMCgUAgEAgE1g8C0dJAIBAIBAKBQCAQOK8ImF3PjFJipNMkfqj/P9//EgdWifMyFgI2NTWbIrhRGhrqBWc+GHlw8EE7McpBXKekmjjtITxfdFzFglYWDaIQw0nV0NCQO45bjAI4ny/45i0476Ecyh0eHnKnV9SDkywMc2nZquVxpX0Q0fSJjwGaig5cGhoa3GFRLlcnKHWz2YyAC2kzmYyF5dzBC0ZcjNLkI38ul3NnMKQROygfskv/U1V/5tzkDRvaSFuHh4elv/+MnDx5yijZkGtoaNgxwhER6fLW79RBDPkXS5RBWZRJ2TgW48w9m27lrV0Q7YaoJ2915y2cNHPTkgYiXTWy7huOGce2paVZ2BSko6PdFx+gaIRaWze6YzSeAdiDJaSq09hRD3VCtIlnnmKIE0KcBbI4nTarzs5H3qDlQCDBVVX9mfKMSklVJY71iYCq+jPNZrMm6+pc7jMeMYyySVEq58QOxqCdzvlTVR+vqswHeZPZkybP0g25RtxwirM15BxyGznIeD2noIoBBXeuOjP++02O9vvHOzhxo8xUptFO1Zk2VSz2QouM/syLgKo6rzPXwNfM4w32rtNg7wApEc5YyLijXTG+FjvUaOYP/oLg4UIhb3xZEOZa8uAErrm5xTfAwqi7efNmwckaCyrYPGvpNNsJXFouZzb+6uzc5HMsG3ElDtxarS0bjdpsDt7oztx4h6Gd4JD0NWP9nN3Hmd7GVSAQCAQCgUAgEAgEAoFAIBAIBAKBwJpEIBoVCAQCgcAqIIA9ZmxsVHC0gj2LjWoSOu4bc/X2npC+vj5hw65E9zvmH/Whq010Z+jNko2vlru5BVPIpURdtBXimvCZDbfmr9nUhaYvVKOM2frqXD+e6syy2YyHq6a6s5XVn6km5RdM34ieG1sedq+RkVHfIAVbGDiPjIw4xvRTFngUDDOezYy9dcjKHi7aW8dMp3/WdPsTQv0UraqiOkOEQZQDcZ3N1rkNsLm5yWzLzWZLbfD7rNkbMpkUO3saVnfB+zYlk5PQpJ0nra4p063mjRI+KVg6yk2J+5QIo0yeUX19g9kWm03n2SodHR2CbhRqb2/3zSzQ95KOdqgqWc8hygUPbBZDZsfG/swZjAnDFsFzYNMwMlO3qjom3AetHgI8K7WxiP4e/faGDS3Cs+7q2ix84Ld7926BtmzZavzQ7rxRX9ygKGO6/rzZvQvGfwXjL1WV9FnmzRY+OTkpY2NnfSywroENB3HadfjwHb4hFx8jIueQgyM2HhmX5JM1elj3RDXhU1W1VkJ2ir91gkAiC9PGwrNc8yjhZWQaso2NehKq9zU98HsuVyfEq6rzgAhnmXVY1PQ9sh7+h6fHxsZ8LkAGMtcgD5GDyMha+J12zi4rmbsoZ3Z5k16/Km1Tv45/gcBcBFTV38ng68bGJpPpTfZ+0WjUYPzeYO8ZuWletzeM4jtEoXieKc1Evt2k4SqqavJfhbHCe8vGjRuls3OzbN26pUjJBlpLt+VuFT5QTIjrLWYr3mLvKpsFuzG2XN5d2to2+nvMhg2t/u6yYcMGt+M2N/M+1Wj9rHccfM6ytquqxBEIBAKBQCAQCAQCgUAgEAgEAoFAIBAIBAIXMALRtUAgEAgElgEBVZWnPvWpFUvC7vWtb33rnDTYyb761a+eE54G3Oc+95F73OMe6e2aOP/oRz8SHNlVa0y72ZA/8YlPyJ49e6olXXL8L37xiyWXsZQCDh486N/YLaWMheStxQHwpZde6t8zLaTctZ5WVeUFL3jBgpwu3nLLLfKBD3zgHHvGQvuqqlLNUS5l4hQS2zfX65Ha2toE3qnW9v/4j/+olmTZ4vmW/dChQ8tW3lotqLe3123Hy9k+7GC1PM/VdoT/lre8Rfj28973vrc7P7/pppvkC1/4gtx+++2C7Xw+DDo7O2uSa9/+9rfnKyLCA4FA4GJGIPoeCAQCgUAgsC4QuOyyy+Taa6+t2FZ0AOV+F7PRR09PT8W8T37yk31tWMVENUbe6173qpqSdaJf+cpXqqY7XwnQS7FmtVL9TU1Nwrq7SmkWE3frrbcu+bd6rfWy1raW37GXXHKJrymsVC6/Tz/3uc9VSuJxrD/80Ic+JA984AP9fiX/reVN31ay30stO5fLyate9Sq5y13uUrWo/v5+ecUrXlHxN2vVQiLBsiCwEN0VY39ZKl1AIeiJa9ENXnnllVVLrcUucNttt60qX6Jr3bJlizBf33jjjfLyl79c/v7v/17+53/+xze+mQ9zvnf46Ec/WpPcf/7zny9/+Id/6OvPq4K0hAQ8J+bBJRRxXrL+8Ic/nFeHePe7312uuOKKZWvXutUtLhsC67ugldA3n09EkInf+c535KUvfWlNzUA+QjUlXsVEoeNeRbCjqmVBILMspUQhgUAgEAgEAoFAIBAIBAKBwAogEEUGAoFAdQRU1RWtqlo98SqlUFU31uKcDOceEJuw4OAEhz4QRjbVc9usOhOGMx4I5TPGThzs9PWdltOn+11pPjZ2VohfaLcKhbw7gGPDlaGhYUk2dRnyDV5GR0dkbGzM49OyVdUxLq2nUEgcrXAWUXfQglGqsbFRMLxyrq9vEMJwVJTJZEWVn+BJWblcnTt3aWlpcSco5AEvsMkWncqJHZSfkt1O/6VhtBHHRSMjI4LzvJMnTxY35Drj/cG52+TkhDugIy0OZKYLWfRFwXHHESFlJzQlk5NTFg4lju5oI1VwLhjmOJibnJz0tpCXe9oEFQxP0kKqysmJ8IT81v9lMhnDrl7gK5zatLe3S3t7m1FyZtOQlpZmS9PgfEh6VRVV9fyl/yibtoATi5jBEALP8fGJWQYP1XPzl5YV1wtDADgTUn82mYwKzwpSTcIkjnWHgGry7HiOyLJsts7lYENDvcnGRhuXje7siThV9f4xDv2i+E9VnSdU1UPy+YLJl0l3Cjpmcn90dNTlG3PC0NDQOTLbM1X9lzigQw4x/imHuQWjInMCdSBbkQ/5fH66NNWkTdMBcXHRIFAyTU3PDaoq8DKUy+Wct5n7G3xDroTX6+pynkZ1hneSy+Qe/ofgs4QKXj5hqhkrs6E437X5RxkYoLq6utyR27Zt22TphOO22bR161Yvn42/qK/d5lnm29bWVuEMsaCDM45KGxubrJ1JPxn7qipxBAKLQSDyBAKBQCAQCAQCgUAgEAgEAoFAIBAIBAKBwIWNAJt1YJtjIxrsWb29yUZcbMrV03NcTpzoLW7Ildi42Lzr7Nlx1w+jO0NnthIIlZZLPbQT3TDEfRqvmui9iqeSpqDTS25V1fWBdXV1bqNCdwhlMlnJZDJGKpbESVboUKUO9dJpO/3APgeW6L7Rh7OhCc9heHjEde/00zMs4B950KMnZWJvHXT7LTY2wtC9l25ApZq0qbQK2pcS4VmzkaJfxW7K5hYNDY1uY8iarQH8VGfKIB9tSPtHH7kmDHso8ZQ5lwgnDWfK5Fk1uA2jSVpbN5oetkPQjaKH7ehgQ64WaTCdL+loH3lUZ9qRlk+Z4DFmdmYwTm0Y2B9HS+zP8Bd5VNX4QLkMWmEEeNZpFem1qjpvNZptHz03tmY2Ntm+fZvw4fHu3btcT45+HLtzfXFDLlV1HX7ebFdJmWrjOuPPkrLhAXif5866BuTbHXccETblOnbsmPDxD+GMP8YK9uh8iR1K1tBhXbXWqPdNVYvXdoq/dYVAqX0rbbiqOt8i03K5Oh8L8Hgp1RXtW8g8scOy2P+Zv+RejT9M4lol8DEyf3x83G238Dc214GBQUEejpp9lzjSzZRS/oqxhDxnPCFTR02GMqaGhgZ9U09kLOGsU6EE2gip0h4lKCgQmEZAVe2dLGu2zHpfr8AH331EAAAQAElEQVQ7BtRg7xjM77lcvcXX+ZgwVnYZDw9KmYP4NFhVLQ9l11m5TdLWtlE2b+60d4gtNn9ga03tr8trz8WOm76nUB9O/drNltve3uZ23NbWDe48g7kNYl0Vc129zWOMeSjGi8QRCAQCq4RAVBMIBAKBQCAQCAQCgUAgEAgEAoFAIBAIBALrHwGcRVdydEgPP//5z7ttgOuU2LyHDa7S+7lnNvpqa2ubG3xe73FwjS2jWiN+4zd+Y0EbJ1Urb7547CFs4jJf/GqEd3d3y4kTJ1ajKuchnA5Wq4zN3FpbW6slW3fxfLv1zne+0+0ZtTaezX4qjbNay7nf/e5XNWlPT487oK2acI0mgGcuv/zyqq2DBxl7VRMuQwKc4yIrl6GoRRdx5513+je6iy6ghoyHDx+uIdXCkrS0tNS0qeN///d/C98KL6z0xaXGvsjzpD7q/fCHP+xOzZ/0pCfJ3r17BR5UVfnrv/7rcypgfdJd73rXc8LnBqwmf86tO+4DgUAgEAgEAoFAIBAIBJaGAOvVnv3sZ1cshHfKL37xi75+LU3I2vjPfvaz6W3ZM3qb6667rmzcYgKvueYaUa2+DvPLX/6y+zhbTB0rnWdgYGAWjuXqw09KR0dHuaglhe3bt0/6+/uXVEatmU+dOiW16AUe8YhHVH2mP//5z4XfiNXqfvSjHy2Pf/zjqyVblvif/vSny1LOxVgIv0Pf8IY31NT1r33ta/L+97+/prSRaOUQYIOgWnQDjHnG/sq1pHzJP/jBD6rKVXQfO3bsKF9ASWgt8wz6pNXclI9vfdCDs/HYpz/9aXn7298uv/ZrvyZXX3218I0R666f+MQnnrNhFM8CbEq6V/aSdd5/8Ad/4N9slE2wjIFHjx49p53LWPyKFMX7DrJovsLZBBL9+XzxCw2/0HSLC+3/SqbnXYLvflayDuTDSpZ/PsrO5XLy+te/XnjPqlb/6OioYK+plm6140PHvdqIr2x9F0PpmYuhk9HHQCAQCAQCgUAgEAgEAoFAIBAIBC4kBHDykVBBcFgD4ZAGQsGIY5rVJOqkboi2qCZOR3DqgcIfhTmKSIzEDQ317swEJx+qqcOq/DlKd4zFKdEXFEEYPU+d6vMNp/r6+tw4i/MelHAjI6O+8Bpncix+n0s45KEMHMsljn8G3IhJOadP98nAwKApk0eF/Gk/qH8u36Rhqiooy+lHXV2dL3Zuamr0TTNmHJrkvK+ky2TUDZSWzfOhBGtqanJHKOCT5knxSfIkP9nTOmXOQTgE/vQPB0R9facNn1OCwv7kyeRMGJtMsRh4ZGSkiNNZ7ys4gW8pjY9PuPM9sMBhGGWTD5zBe8CMzxBlJg77Bn3hLenIWwk/+j+nGyW3yQY59KkksHiZxBVvpk+l5ZEvJfgQh3Zgg+Mn+jc+Pm59Puv9pz/gQT/6+/t9YS28BW4segVL+k45qsmzm640LpaAgE7n5Vnl84kMS57VlDvV5Fklz21i+p6wlSLqguBbKJ9P5BHtm25sXCwIAVUtyjuVbDbjBsGGhgZ3RJU40GxwmYnszGazLhNVVTjAnfmNa9XSsIRX4ANkOXI8Hbv9/WdsPhgQwpBTIxXmA8Y1+ZkLUhmALOsvygHOhCPP4Ity/KCatIs2BgUCqmp8nvX5nrmdDUiZ01uLzs6a7N2AcFWV2ce58xr8jxxi3iqdg+HHxPnwWZeLpMtkMl5nXV3OxxhO1BJqEMbbXKqvb/BxV19f7+lpU529v2SzdVI6Dik7kcmT/i5A3SP27sD8z9gYsfHFOErHR97kuNihqtNjWVVdBkgcgUAgEAgEAoHA2kQgWhUIBAKBQCAQCAQCgUAgEAgEAucJgXx+yu006HH7Ta+LHYvNaY4ePSZHjhwRNq05cuRO4Z7F4cePnzCb10nfpOv06f6iHnjQN32iDHS9EDosdFYQtqCU0CfPpTSOtOQbMd0XZaH/wmbEGT0YYZQ9Po5ObsoRUy2v90KnjV6NRJlM1vV26OHQ0XGGcrk6Dyc+Y7o90q4Eqeq0bk51xg6b6B3HhT6hSwdP7GH9phtHRz44OOC4gge4gE+KVemZOMoAH8oZMPsq+dOyCKMM8qDn5Jmn2KjOtG1umKq6nrK+PifoWLErt7Q0+zVh2WzG+6WqwkF+SAQ9aykRu3gqFl8sALsElHd7PDrRlJ/oHxileNBn+Aa7KdgmNsc+49kzbrsYMb0qeSgjb3YoVZ3uj2pyXaw0TsuHQMWSVNV4LuPjkjHaZHZ7Pq5mY5OtW7fItm3bhDMfhXR2bhY+umbdQ2Njo+dRTZ6bnUREhQOehHjG8ApjZcDs6n19fe6oDnl3/Hiv9PQcl97eEybbTht/DPq4TPkD/TxlUN75pYKv36At9Id2TU1Nuo0CPqZ/q0dJvVNTUz4WaQ/tgs4vRuu7dlU1uw6UcZ5G1jaZTaulpUVaTP5yncvlfJyowuOQzDo82PifM89lyngEvmDzTeaDfp/rT/pcjmwcHBz0NTnITmQofD8+PiHkGR8fd7sU4eRnnmH89Ns81dd32tf29Ft5hCFvKQNepEEZm1dVVVSV26BAYBYC8Ac2Ud7LmkzWNze3TK/rampqtneNRredZjJZzwcvI194v/OAOf/yZhtlM7izZ8eENQcQ8v7s2bPGwxMyZbKK/KoZGz91XjZjibkGoh3liLiUSA/R7qyvp8hKpsjnlE0djBvqxIZM/bSDscHYYXyM29giXaGQd3lON1RVVGeIsKBAIBAIBAKBQCAQCAQuAASiC4FAIBAIBAKBQCAQCAQCgUAgsIIIbNmyRa6//vqKNfznf/6n2fiPzkrzpS99ye1KswKLN83NzfKoRz2qeLd2TmygUq016G1/9Vd/1XWt1dIuNb7fbCRsiLXUcpaSv2cVN2E6evSowEvV2rsWeadam2uNf9jDHiYvf/nLa03u9rPXvva1bm+uOVOZhFdeeaVgJy8TNSvoq1/96rTNYVbECt588pOf9O/vL7vsMrnxxhsdn7//+7/3zcF6e3vdLlNr9bU4qP/xj38sOOCttcylpMNJO5tyLaWMpebF3lqYzyi21MKL+W+55Zbi1fKerr322qoF4rwdR8pVEy5DAvwS4BS7UlGqKne7293OSdLa2ipsNnhOxJwA5qlDhw7NCV3ZW9aDPehBDxIcanN+wQteIO9973sFeXDkyBFfa7ayLYjSA4FAIBAIBAKBQCAQuHAQeMhDHiI7d+6s2KFvfvOb7issTcTvk+9973vpbdkzehv0N2UjFxHIb8RLLrmkak42IPnGN75RNd35SHDzzTdXrXbXrl2+NrxqwgUmWM3fIWyixW/LSk1ED3f/+9+/UhKPu/XWW/1c7R8by7EOs1q6JcR7VtYbr9bvOa/wAvz39Kc/XdhAqJauvfWtb5Wf/OQntSSNNCuEgKoKv7urFc+YZ+xXS7ec8axNRg9QrczLL79capk/7nKXu8jWrVsrFofO6jvf+U7FNMsZWcu8QbuRqaX1ohtBh14aVu6auZoNNMvFLXcY+s3lLnOly0NH+sMf/nDearAJqOq88YuJuJB0i4vp/0rlYeyuV30zmPDtBXYHZMJNN93kNolLL73UNyPlGw3SrBTxveJLXvKSmuyPq7lhYa39DR13rUhFurWCQGatNCTaEQhc3AhE7wOBQCAQCAQCgUAgEAgEAoGFIVAo5H3BKEqoiYlxYeMGnGrgaCMlnHstL43IyMgMpfVwxtHHxETiXISe4LCnublF2trazAjZLq2tG92pSUND4swEpyGqiaKzUCj4YlzOqkkYZUD5fN4X4I+MjEp//4CcPHlCUKL29ByXlHp7T7hRmYXmGNVQXpUSYTiDw/nZiROl+Xvk2LFj7vCK+NHREceUessR7aM9nFW16Jio3h20sMlMS0uL9bNVNmxokaampJ+JUxRKU1N2cRZ3lFJf3+B4tLVtlPb2Ns9Hfpx41ftmGXWejhzUB3GtqpymiXCc2fH8cbCCA6K+vj7rU69/zHD48B0CsSi9t7fXcOozHM8IDuHAZWhoWEqxSq+HhobcARjl9ff3W75ThnuvlXlM7rzzqJ1niOdBnZSHsxf4AL5EwUj7VNX7kslk3eFMNss5WwxTw0VlvkNVPV5Vp5PwDOjviPFi2j4cONFOzhDPk/bM7Q9hpDt58qTzz5EjdwoOHu+8807nhWPHeuTEiZOGz6CNqTHny0zRsY2qelvShqhqehnnCggAU0Jq+CUJ4QueIzwCv+DQEvnFM4WPIa6h0dFR/zBgxGTA0mikRH6N2vWol0v5yC94irakvEv7aGfS4uX8f3GVpZpxWYlTqebmZkHOcW5qanLZibzjgyTS2VTgYw7cISlz8FzGxs4KY//kyVMml47PokTOnTI51+8ybEYGDMuQyTtkAAvBmQsY70ePHvP83DNH9Pef8XTUMTmZOFlNm6EKD6vfqiZnv4l/Fy0CqiqqKswTUC5XZ/N/k2zc2OofI23a1GHvBBsE/ic+4XFxPpeSQzUph6DJyUnfOHLI5uGEV3tt3r1TbrvtkNFt7pj42LHj9j50yjeTZL4bGBg0fh+aM5+P2D00bOeEhopjgHHAewB5qQPeP2nzIo5Aj9k8eOTIEbn99sNW3yE5cOCA7N/fLSzM2Ldvvxw6RBvu9DmUj0UoCzlKu+cbt/QrKBAIBAKBQCAQCAQCgUAgELj4EIgeBwKBQCAQCAQCgcBcBPL5gm+6gT5pqKj/QieFPgr9F3ooHEpxhg4c6BY+pDt06HazdR123Viq00WfhX4K/Va/2bHQdSV6skHT8Q5N68QSHTF6MmjY4oZNlzZoOuZB1yOfLOqZsX1BPT09bmMjvN/0xdgrsB3QF3R8kGqiz0MfllDedH55kpgdLCPovdGBp7rwBrON1ptdMJfLub48LcMzrNA/VZ0umTbmzd7KBllgj07v9Ok+t4ehU8fOh16wx2yv2MhOnz7tGA2ZPjHBb9jxJB+YgHuv2WbJx/PjGkLPODAw4LaXVF+ITpSGqM60h/uUVNUwyzqBD5txgRu21paWDaZvnbG3yjmHmn42Y/pZ8tc5ttlsxsNEiFMpd6iq5SEdG5blzQ49JePj495u2t/Xd9p5gL7RV/pM31MswGXI+Jcw4vrMLouNgfRggu0ZXgJT+Igy2Vxm3DfGmDReYQMxEVV1kjhWDQHGApUl54I9C+4Sypg9uKGh3u1YbW1t0tnZKXygvmPHdtm9e5fs3LlDuro2+9oH7Pk5swdkMtniM6SsmeeasbJU1TePQn6MjY3ZmBoye3uf6dZ7zDad2O/hFXgHPhqy8QafkD5vsjJp1cr+V9V5K2Ds5k1uMJZp07iNEeyp9GVp9tpRt9HOX8aIxUOjPiaRWRD1Uj9twb5M23iO0LydiIiaEYBnmaew47a3t0l7e7uPBWRyNsu6FTVeT4oDcyi5E5Onapdq46nga214RjwvZN9Jsz0dPXrU5m/sSj0275ww21afJHP2gI+LgbDA1wAAEABJREFUUtmKXIXOnJm9PoWxwjyDvD1z5ozPSWNmL54s2nJV1dqXkDXmPPxFlWsZAVW1d4ScNDQ0GF83m+22xc4zxDtbfX29ZLNZ7wb8DZlF1/naA4v/rCiT7VMun5Ddvb29vnaK9UasOzp8+LDJ+CO+9gj5zjsVPDvgttxB592U5zmPjCDvRqbDh4rvF6QnX7+941IG7yOUx7sG7xdHjtzp78YHD95mttyDwvszxPvzwYMHrQ13+BoIxgxjCjnK2Ez6VexMnAKBQCAQCAQCgUAgEAgEAoFAIBAIBBaIQCQPBAKBQCAQCAQuTgRU1R23quq8APSYjf273/3udDx6zUoOOh/+8IfLPe5xj+n0a+EC/eztt99etSlsSHLZZZdVTbccCf7nf/7HddDLUdZSyvjsZz97jr58KeXNlxdH3vDSfPGEb9u2Te55z3tyeUGSqsqLXvQiueqqq2ru3xe/+EX5x3/8x5rTl0u4e/duufrqq8tFzQr73Oc+J4cOHZoVtpI32Dc+/vGPux0F+8enP/1pefvb3y6/9mu/5u3FcS/fpDImsZNUa8t973tf/9avUjpsK6vhUB6bDc+Oc6X2LCWu3MZPc8vD/jQ2NjY3eNnumQ/YRGrZCiwpqJbniS2udH4qyb7sl8wh1cYHPIvz5nKV41i4XHhpGLbDz3zmM6VBK379/e9/X5DP2Oy5/uAHPyi///u/L495zGME2YGjVVWV173udSveltWrIGoKBAKBQCAQCAQCgUBgZRDYu3evPPrRj65Y+M9+9jMp3eiVTTVYmzZfJn4T/eqv/qqvn5wvzULD0X3UsqExv2fYxIe1bQutYyXT8zuklt8B6BdYK7vcbeF3yNe//vXlLrZsedQzOTlZNi4NRAc33++QNA1nNhLjXIn4xmO1NpThNxa6sUrtibjKCLA29o1vfKOvCa+cUoT13n/8x3/sa2OrpY34lUOAzfMYZ5VqYMyzWT0yuFK65YxjLlpOuco8g16nWhu/+c1vrjBPJi3ANnDrrbcmNxX+l9vAie8kkPsVsnnUAx7wAGHO9psV/Ic+9Vvf+tYK1rAyRfP+wxr8cqVv2rRJauGXcnkrhVEmZVdKw7OthfcrlVFrHPPeUnSLtdazlHQXqr6Z8X/DDTe47YBxig6Xd+FXvOIVgk2C58J7ErrZpeBXS17eT5GR1dLyXUi1NOcjPnTc5wP1qHOxCGQWmzHyBQKBQCAQCAQCgcA6RCCaHAgEAoFAIHBBIIBSHCdDOBtCUT4+PiHphjYoRlHmQaOjI6ZYXk4atfJmiDqg0dFRKXWABMi5XE5aWprNMNNm1O6bU7S0tPgGLMThzATHPvQlJSkeqski/TScPo5aX3A4giO4np7jgqMRnJpBODnBSNvff0ZwJjI0NOwO9XBgAhHWb3EsiGWRaJq3p6dHcFbS23tC+vv7vW9gWmyGn1TVjc9pW9Izba+ry0pDQ707g2tqarb+tkhr6wbZsGGD95NNyUgnQhkyfRCGQ5cWw2fjxjZ33NXa2mr5mz0fZaKcI910pjIXtIXgqam8Pf9xd07FBhv0kz6itGdDDRTOOH4jjDj6SjpwGR4udUo4IjgWHB4GvyHHcmBgwLEB397eXsPrmG8MgtH+6NFjAvEMKJfyWIA7Pj4uPDN4NG2jqko2mzHjQNaozq6zkslAGTurqKpwkB7iuhwRR7nUAe+l7aNPbMSFcZzrtH/wQtKfYetP0qd+44WTJ08Jz59+4BgHfI4ePephJ0+eFMqlL9Slqt4+VS3XpAhbBALpc5yamnReYTMs8OaZjowMGy9DI3YenSZkwGIoKXN2WYRR1sjIqI976kaGomyGd6empoQ2LqJrkWUOApmM+phvaGjwTQhbbB7AAIzxHoeFhNfV5VwOiBQkny849jj6gyhOVafHYD6f982KGKOMVeQaMqjH5gXo+PETgrxinCOTkAHQsMu6IRvbg4KcYC5B/kM9Pb3CPfmYZ0jLnBZ8APpB1RBQTfgzk8kI7zfwdrIhV4cb21rtvQA+Jx4eR7bA2ymJzOQXO5BByKShoSGff3vtHYU5CgPdbbcdEuasHnt/gV+Z9+BZxsPQ0OCsdx+XpSMj0/P6sM3twzYOBgeTcUAexgnjgbJOnDjlTmaP2tyOEzeMtbfdljhx279/v/ziF/uEM204cuSIvYcdt7HWZ2NqwMbkqMnyKRu/+eL4TcaxdSf+AoFAIBAIBAKBQCAQCAQCgUAgEAgEAoFAYKURiPIDgXWEQKGQL27INWa6rKGi/qvX7U4HD94m3d0HitRtuqhuvyYcnRS2LvRSR82Wc/x4b1Gn2+f6XvRcqV0o0QsPWfnDphuDRszOMGw0YvfQUNFehP3rjOm4Tpmuq9fsXUe9HeiMe80edurUSW/fiOnYJibGHWV0fKqJPs8D7F/BFH1Q3nXbYrru7DkbcqW68Fyu3vXlGbOPqaqs1KGqoqpevDXPdXZ5061PTk64Lg+M+vpOy8mTJ0wneMJsY8fN/tfjZ/Tu6B0HBgYNryHHccjsrsOmX0S3eMY3Sekz/E84bmCVPI9ENz9gdsVRsxuj5wQXyBti/1STNtmlt4mzqhpmGccFu2pDQ6PbErC1silXY2OT610zpn9VnckvdnCrqmZzzBhlnTKGbcbsEqpJWtXkLMVDVR0bVc5iOs2C6TYn3c5Ku1Nsek0vC506dcr5gL6DQYJFggtpZ/A4aVj2GoY9huUx56dUjztgWFL2xMSE1TVldea9DZlMxs+qWmxdnFYTAcaGmF0qrTObzdrYbTB7fYvb7s/dkGundHV1ycaNG31tQF0d9u6MP0P4HBI7VNV5WlX9WfPcef7wS19fn/HIcTl8+A6jw84rjLn+/n4ba0M+PklfMFkp5/koGECsQcBWRpuwzWM7Y9Mw+jM6OmI21uUjZG1CoyavoRE7Q6NWDzTm45S20CZkGkQ7ofMM17qvHnmELQs7LhvStbe3Ta95YU2Mqjqvz+2oahJuJ5PreYFnkP/YuQZsPoC/j5rdiTUZyMQTJ05Kn80/Z86cMfvSoPH9oM01yVw9XGLD6u8/4/Nzr83HOPaiDK7JS7nDNifBj9RFm2i/qnIZFAicgwD8kcvVCRvMNTe3OG+n7xm8azQ3Nwv8X1eXFQ5kSkrcp5SwmBqfT7lc6jfZDV8etXfTI0fudBvuHXfc4WfeJ1mbhh02eUcd8PfPIbP/wr9QIvNGimNg2MZDQrxzwOeMk34bC5TB+wjjh3cuxgRjasaWe0AOHDhg7828O3cL785HirZcxgzzz8jIqMtQ5GbanzivUwSi2YFAIBAIBAKBQCAQCAQCgUAgEAgEAoFAIHDhIxA9DATWIAL3uc995PLLL6/YMjZtSvX2P/nJT2Y5j56b8YlPfKLZ25rmBq+L+0svvVRaW1tXvK3oqWvdrIfvftAFr1Sjvva1r634Jkyjo6PykY98pGoXHvrQh8oll1xSNd16TrBlyxZ5y1ve4jbnWvvBRjiHDh2qNfk56bCbgO05EXMCsE/8y7/8y5zQlbvFCT2Od6vVwKZAbNZWLR3j90EPelC1ZPKJT3xCsNNUTbiEBDwvNjhbQhFVs+Zyuapp6Ce23aoJF5ng4MGDgrPSRWavmI3nXstGcshSZEzFwpYhEkf4IyMjFUtiLmWMl0uEs9Va+PhTn/qU8C11uTKWO4x5/aMf/agwJ1Ur+373u1+1JBEfCAQCgUAgMBeBuA8EAoGLDgFVlRtvvLHsWswUDN69Sn8H8Z6ZxpU78x5Wy3txubzzhalWb2ea95ZbbpG/+Zu/qemdMc2z0uevfOUr8sMf/rBqNWwYoLoy607Rk/F7q2ojlpCA3wX8PqhWBBtMdHR0VEtWU/zmzZullk0iaiqsSqKbb77Zv+GokkySdcpHqyW7aOPvfe97yytf+cqa+s/vZ34D1pQ4Eq0IAne9612lFpmOTgnd0oo0Yk6hzEuf/OQnfQ3ynKhzbmuVq42NjfKIRzzinPxzA77//e/7+ui54ct9/4tf/EKYzyqVy1rzpWxIyOaIlcpfrjjWk4NbLeWtlM6ulrrnpuHdB16bG849YwI9INfLSZRJ2dXKRDauB91itX4sR/yFqm+mX//xH//h3yfPh9Phw4eFjePmi68aXmMCvuXCjlFj8jWXLHTca+6RRIMqIJCpEBdRgUAgEAgEAoFAIBAIBAKBQCAQCCwKgci00ggU3IETzoZY1IbjITa0OXt2zB1/oMQbGRmV5SUcHp1L1MWiy7Nnz7oTPdpD71E0oUxGyYNxjsXmLS1sONXgjtNwUqWqblidz+kHilKIMukLBkeMYRgGoZ7iBiy9vTh563NjGgvIcV4CDQ0lDkuGhoY8DiclpE3yJo7lenp63EEajkyoA0xpP6Q623hKW2grZ1UtOoerFxT9zc1N7qCLfrIImQ05wCDjTt8obYZw+NLQUC/NzS3S1rbRqM0X47e0tPgHBfX1qUO+jGeivpQIUJ3dLtoE/mymhWOWU6f6vE9Hjx5zZ15synX06FHBOQtx/f39MjBwRsBqyDAiHzSzeUeCG/GU12/pwQ7cjlqZbAwCHbUyIcL7+vqsvAGBF+BHcKRdtFtVfRE4/caZGY5sOGezGV8soKp2llkH+dIAVU0v/UzZOP0aGRmxfgzasz1jCs1+o9NGnPslcWozKEP27BNeGPLrgQHS97sDJ9p95MidcuTIEaM75aj1DX6AxwYGBqwvZ32cqaq1T71uVZ2+9oD4VyMC4CaOnUE4Pe55lvALm2HhwI1nCi9CIy7DRlymjdizHvH70QXLNWTU6OiI5Zuh0dGknFELp96xsbNu/KMtyBvalfKvxLEkBFTVZH6dO7Fqbm42Odlssq/ZZR2ys1TeFQpivJE3sgt3gsg5qV4VHlIfk2NjYz72T548ZXLtuDsvZDwfP97jsg951W9yCxk2PDzkY3/IZB3E2O7rOy04Gu3pOebODo8fP+7OQ/tMjvX3n7H0w77JJHyALIKSViT/VTW5iP+BgCGgqtNzHPM+839r60bfjIv3H94JGhoaPA08LnMOy16UjQlfIYPg8SGbv3B829vb646AWRCB42HmrGSuOuVzHjwLX+OcjTzDw8OCDIVGXHaOFO+HnbdJw9ggD+9VOHGD90+ePGnjqdfHBHXw7nDw4G2+QKG7u7u4IVe3lLaBsUY5yNGpqUkfu3PHy5zuxm0gEAhcoAhEtwKBQCAQCAQCgUAgEAgEAoFAIBAIBAKBWhBA744efmxs1HRVQ67fQv91xGw1OIlCD7V/f3dxM650U4GD7twJfdURs+ewCQE6XfRZ6LX6TN/bb/pg9FTQuXqyYdePoStDdzZkuuJEPzZo9qV+0xWfMr3YcdPBHXVC99ZrdseTpn9Gf4aejTbTv0wm43o+1USXRxiUzyd2W66zvqlPvevA0YmjL2QDCHSE6A+z2TovQ2R2GbJMh+pMuapcF4p6u7yge0SXNzg4YNj3mV78pFGv9+7u0WoAABAASURBVD/BtcfwOGlxp83mN2jPaNhoyPDjPCyDg2B2xmxsfa6L5zlAvabDhBJ94aDZdca8rkRXmOj5VWnLuZ1UVccDuzEbloEVmKFXZZOMpqZGszHkPI3YoTq7HFX1OHCH5ntGUjxUVVTV84gkNgdwKbU7nj5N/054H1O7Kn2Hd4bd5gAeQ45Rv9kU+sy2wKYbYNFjtmuwPGo21B6zQZMfvhw1uxR1TE1N+fMQO1STtthl/K0iAglfzq1QnScazH6Pvb69vU06OzfJ1q1bZPv27bJ79y7ZtWuHdHVtNrv+Rl8bUFeXE3hOVf2ZpuWqqofDi/l83u2P6PzhIXgFvmDDlsOH73B9PBuswEfwFuMTeUM+WcVDdTYv0heIdjA+aBP8O2b21DGz0cHPI4u0286XjzJHzW47UrRrJOdRkycJUS/rIWgLbUrHEu1cRagu2Krg1xn+bzc+bxdkcIPZt+rq0nkr6T6YQ8mdiGrCP4Tl81O+Zojnhew7abYn5CHO+WY2KOqz+feM2XoHfI5hjcqw2baQsUNmGxu0Oarf5nXkJ3PL0aPHfKz02tzMGGIdCHMz/AAfiB2qSRtUk7MFxV8gMI2Aqvrarobipp8tLRsEWZ8Sa71Ys4BMJxOyD35OiBAxPhc/rChfrzBq8zrvifAlPAqP856KbOcMv8P/p0+fFtINDPBeNejvVPB7IuNGptewEAYlY2DQxwe8zljos3dd3rF41+jtPW7jocfXN/FujC23e3pD2wP2Dr1fDh486JuC8V5C/YP2/kZ7x8cnvO3ekfgXCAQCgUAgEAhUQSCiA4FAIBAIBAKBQCAQCAQCgUAgEAgEAoFSBNg85Prrry8NOuf6e9/7nukm7/DwL33pS24v9ps5/9rb2+WRj3zknNC4nYsAm5rh6HRu+HLe11oWOvBPf/rTtSZfVLpvf/vbwsZf1TI/4xnPcJ1/tXTrPf5xj3uc/OZv/mbN3cA28La3vW3ecVdLQWyUh72kWtr3ve99vpaiWrqlxmMXfte73uX29mplIVNYY1ItHd+xPulJT6qWTHBaixyrmnAJCdjYjLG1hCKqZm1qajIbl1ZMhz3p0KFDFdMsJfILX/iC28OWUsZ8eXnmPPv54tNwZAsyJr1fiTP2QBzuVyub9tLucunYbJD4cnGlYT//+c+llrpK8yz2+rvf/a780z/9U9XsO3furMlheNWCIkEgEAgEAoFAIBAIBAIXAQL3v//95corr6zY0+985zu+tpK1X7yTVUr82Mc+Vtra2iolkcVEPvjBD5YHPvCBNWVls59a3htrKmyJiXp7e+VNb3pT1VK2bdsm9LFqwkUm+MEPfiDf+MY3Fpm7tmz8LuD3QaXU/M7n936lNGsxjt+qf/VXf7UWm7bu2qSq8sIXvlAe/vCH19T2N77xjdLd3V1T2ki0/Aggz5Hr1UpGp7TS+tq0DWzaVMvmf+gGHvKQh6TZqp7ZkAsZVSkha6g/9KEP+bc6ldItNa4W/RUbN7Fh2lLrWsn8rHtHdwtuK1nPcpfN2nnefeYrF135fPq0+fLUEk6Zteji1otusZY+LzXNhapv5r3wLne5S0V4GF9sHFcx0TJEMh4OHz5ctaS73e1uVdOcjwSh4z4fqEedi0Ugs9iMazxfNC8QCAQCgUAgEAgEAoFAIBAIBAKBCxaBfL4gk5NTvqAUx0w45mCDJRxx4LSJjZdwxAFhaFoe6hXKnSmr1xfPck+dKGNR6OBcZ3JyUlQz0tBQLygfN27c6EbcjRvbBGLTKhRsOJ7DuY/YgdLJTtN/pff5orMqnITgSI+6cF5C3WwMhUMTjAU4OsGJVSkdP97jDklS52ekI09Pz3Fr/wl3GocjExyejI+Pz1LCp23gXEqqKvX1OXemt7HYN4waXNM3HLewQLe0f9Mdswv6jOMinMo1N7f4ZlzkhdJyKKPBHRxlRVWdLKu3L20L9xD3OBtioTGOh+CH/v4zwnPB0UvS5zuF85EjnI/65lPE9fT0TG9m09PDMz5uz/m4hYHbMU9HvjvuOCIQCjvoaNGRHM8BvkucuIy5gyWeF0S7aJ+qStpnjCEJ5dyBHhhl3fkg/cwIR5qP63JE/MTEuDvgGhwclH53yHTKnmevPWvafNTP9O/4cfqSEDwAHT16bBqLI0eO+DWG9bQfIyOjPrbgY+pXVU7Tz8Bv4t+CEEgg1GkM4Q/wZSPB2eM6eY69vSf8efb29jo/coZmy6DjHsczrk6UA83kSco7YePkhDuXRA4gw2gPsoD2wWsL6mgkPgeBdOwjz3BmxZzQ2rphWu5x39TUKHV1OeMPkbzNb+AOzS1MNXFqODEx4eN/YGDAnx1yqMdkOrL9SImM6ynKtx6L6/Fr5FqPy7UjR466TEO+wQtsfMT8Uu35q+rcZsX9RYyAqhrfJpTyelNTk73rtPqGXJ2dncIHgwmfN9m7Q73xep3NiQkvw+fpJl2q6kjm7Z0H+YMcGhkZEWQTPH70aI/PV/B4Qkfc2Ro8zNyW8Phxn797jOeRi5xnU4/Njz0+Bo7aPE5eymJ+xwEodPjwHb6Z52Ez0HF/pDhPpnWcOnXS591UXiLHJycnbOzmvf38o1+cgwKBQCAQCAQCgUAgEFhmBKK4QCAQCAQCgUAgEAgEAoF1jgB6I+xZqf4LmyKbagyWbL6BLgydbY/pdLHzpHpfdFiHXXeF/iqhRH91p+vNSIcOKyH0ZAmhJyultNyjbis66nmPmF6Z8tGXYYfo6zvlGyHQNuxuk2aTBXp0gKqJHo97+gOl16rqti9shOjBN25s9Q0fmpqazWbaMK0fZMMH1ZlyyL/cpJqUzwmifNqKLm9s7KzQN3TsbHhCn8EPDMDiqOkOwR6swK70fNRwO2rxaTriT548Zbr6fsNs0HT3I2YrHC/RFybtoP6UaAd6UO7r6up8cyPsomC2YUOr25bZCKa5OcENWyLYS/FQTcpUzbi+FbsjelmI61J8qUvsSM92Kao6TYVCXqamJt0uiH0AJznYV49aP+kjuHANBj2md02ox/Swx4u61qNFHkr0tfBfr9m4wKTfbLXYbOGhtL/UP5dUdW5Q3K8wAgVXzCebxSVVFZwn4B34raGh0ccudnv0/Fu3bhU+ssHZ4ObNm03/3yFtbRsFHoXnUv5UVS9HVb1Y6oGmpqacx+AHeOzkyZNuB2XsJXTc7k8Wde+DMjY2ZuNoQiYnJ30sUYYXuIr/4Fnqh39HzHY+ODho9ooz0leyAR3jf3mp12y/0HHDI1mLwnhiE5pTp05Z/QMyNDRs+Jydxgdszwc+q/goVqUqeB9bLrIXu1ZHR4fZujb6OGBNC+MCeZ3yOphDcxsH30DYcuGbZJ45Nf1ckZGJXL3TZOgxox6Xp/BRj8/7x9yGRTpkL8Q18fAefJiOj9JnT7tU1cff3DbFfSCgqgKPw8fwebJmocV5HH6HeAeZ/R7B2iXsuflz5HDK47w3sL6gv79fTtq7UI+9Jxwxuyrvq0eO3GF23CP+jnDU3pvg4/TdinSlBH8n94yHHh8XpGes8G56pPieynsaZR82Gy7EezB0xOpM6+jt7bW2nLT55LRvHMo4xJbLmGTDvHLjVuIIBAKBQCAQCAQCgUAgEAgEzh8CUXMgEAgEAoFAdQQKpUnit30pGnEdCAQCq4mAqgrOe1V13mrRZ7KJDc6iv/rVr86b7tprr5XLLrts3vi1HoFeFpvfSrYTne473/lO0/X2r2Q1Cyr7L//yL1fMGe/Q0JC8/e1vd318pUZdccUVct1111VKcsHEYdP4kz/5E9m+fXvNffrABz4g//qv/1pz+rkJ733ve9eEL5vFvec97/Fv3OeWsZz3N998s/zjP/5j1SKx87BRW9WExQQ33HCD4CC4eDvvCQfu2F3mTbCECOQIY2oJRdSUtaury9ffVErMmoCvf/3rlZIsOg4H3vCliCy6jGoZefbwQKV02Pbe/e53C7a9SumWEoejfRzuVyqDtSWPecxj5k2CPf45z3lOTTbv1XCQDl433XSTr3WZt9HFiKc85Smyd+/e4l2cAoFAIBCYjUAZXUZhdoq4CwQuegRmjYkyY+aiB+hCA4A1yM985jMrduvHP/6x8LuBzZfZCGW+xLwL8048X/xSwtva2uS3fuu3aiqCd+7nPe95slK/LWpqhCVCn/LqV79a+N1qtxX/HvnIRwobBlRMtIRIxvJb3/pWYe3zEoqZNytrBmv5XYkehd/78xa0wAj0fiv1WzltCth9+MMflmqbjaXp41wdAcbzm9/8Zv+WqVpq1q6+6lWv8nX61dKWiY+gZUAAuY58r1bUO97xjprkXbVyKsUjV6nn5MmTlZJ5HJu+7d69269r+YdsQkZVS/vJT35SKs2F1fJXi2e+pY5q6R772McKY6lauvni9+/fP1/UsoWjm/rbv/3bZStvtQriGfDuU64+9GUPfehDy0UtS1gt4433nPWgW1wWQKoUcqHqm/l2qpaNWtkIEX6tAtOSovkuBZtZpUIYF3zbWCnN+YqjbaHjPl/on996eYef04JZuo45cWvili/G1kRDohGBQCAQCKxPBKLVgUAgEAgEAoFAIBAIrBwCqslCddXZZ358orTG2QwKFDYS6e09IUeO3Cm33XZIDhw4IN3dB524Xg7q7qbMGaJMwg4cOCi3337IHeOcPHnKnXrgmAlnHjg1aWxsFJyXtLVtdOdUXV2bZfPmTlMyb3QnVSwQTh3k0C+UkBDXpchyj1Md+o3TEJRHOCbB0QiGZChtU3d3t/U9aev+/cmZdkIHD97mG03g7CRx2jMk4Dg+PjG9cFtVpxcupm2hfkik4M5aGhubrA9t1pfNgoIKZ1wdHe3utAWncaljIvpW2g+uVdXLqKvLSUNDveHQZPlapbNzk2zdusWpo6NDcHjUUNyUK5NR4aA94EBbIMIg1SSeMOLp0+DggBtoe3p6zOB+pxw6dMhw6ZZf/GKf7Nu3X1DWd/tzTfFKzwcsrrtI+y1tGp6cDx263R3H4PwK3uNDAjaG49lQv6pO45e2DV5g0Sj9AbtG44uEGhyDuro6SbGijJTIX0qq6s9pYmJSqDPh/9PulAv+5/nO9Clpb7fzQ9If+s096ejH4cN3uEMbDL+joyMyNZWfbruqTletOnM9HRgXC0BA7fkmJKKG85Tg+Gd0dNQdNLKQIOHTwy7DbrvtNjl48KDJspTScXzAwhZG3c7j5En54YCNgwNezsGDB2xc3G6y84ggT/r6Tnt7cEQ5Pj7uvCZxLAkBVXWHmA0m65qamt1xG5sPdpi8ZC5A7m3YsMHlgGrGP8hIxz/ntHJVFVX1W+Qg8oa5ZmhoWBi/PD/Gc8I7t/nz5dnv389zhw64TOs2ecBcAX8xX+K4CueaOIRLn3lar6oKcklVvW5VlTgCgfkQUFWf25uaGu29p9XndN55Ojs7/f2HRQ+tra3uXJY5T+xgvi4U8s73djvrr1AouKxM5vNB4/PcbAXGAAAQAElEQVQ+l1N8qHjI5nN4e9++X9gczTy9f5q/u13mJTzfbfxeSuRh7oeYD0spfTdgbByyeZ6xcfToMZtfT0gqG5HZY2NnhTmYcTjTYMaG+jghTFU5BQUCgUAgEAgEAoFAIBAIBAKBQCCwThGIZgcCgUAgEAisJAKJ6khdl6TKWaavxWxwOHtB94ueno1rkg2jjptd6ojZI7EhJPrfffv2Fe1dMzavffu6S/Rk6MigA24T6Ha9WaInTvVk3aY/w3aIXvn227EV3CnYvs6cGTAb1KjpwSZcR4euzprq7ZTiQdgMEaimT86arrvB7HsbBH1gh9n6sI8mdsNGqa/PSS6X2MMoT1b4oA5VtXap6S4zfhY7CqaTnJqadPsoGPf29pod8bDZZW4zOmj69YOGWYIdWHUbdukZvNAhghk6+WPHjpv+8JTbh8eKmwihO1RVqy+pU1UlPQqm9yQeIhjbITaCTZs2uc21w2wHCWYbpKmpyTCrdxuD6kwZlKWq3idsD2yKxOZn6F+5pkxVnda7UqeUHKrqbbOT2YEKMjk55Q5kRkZGpL+/3/Sw4HGH2atuczzoLxh0G7+kOKTX3KcEJkePHhXs5UNDQ2YHO2v8M+l8g044l8tZm7PFumf6M7d9EseqIGCsaDxiUscueAZQWjG8gW27oSHR92/a1CFdXV2ybdtW2bFju+zatdPP6P/hO/iQ9KrJc6UsiPJU1Z859ib4HlsUvMbYg1f4cPVwcXMVrgnDZkUaZOHk5KS1c+W+Q1BN2ixzDtpK/chi2oMs7uk5brLiiI8NbG3LSd0mZxJKZE+3jTfkzW23HfT6+HCpp6fH5E2fML6QN2A5NTW1ovjMgeWCvYU/GxoabP5qlQ6buzo7N0l7e7tg00VGp/IYPgeElL+5LiVV9Vv4B1sudiWeF7bcHuOfw4eP+Byzb99+t28hP7unn/0Bn8PTsENmCzty5IiUjgueO2WrqstWVfXxpZrcSxyBQBkEVNX5JJvN+DtFwusbjNfbZcuWLtmypctsuZuc31tams2W21B8X0veJeA5qJTvberwdwjWxSGLBgcHfW3WUbOtItNZh4AMg59n+H2/83i3ybfZlL6rdnt8asfdv5933IT2798/PWYo95DZco8cudPGR4+9u540O/Jpexcb8vfX8fEJe4edsvblxWa54lixy/gLBAKBQCAQCAQCgUAgEAgEAoFAIBAIBC5aBNZ1x8+Wth79WOl9XAcCgUAgsJoI3Oc+95HLL7+8YpVf+cpX5H/+53/kRz/60bzpnvrUp7odeN4E5ykCe25LS0vV2nvMXnXE7BdVEy4hwT/90z/JRz/60SWUsPxZsdewMQv2n+UsHd37e9/7Xvna175Wtdgbb7xRtm7dWjXdhZLgrne9q7z2ta+tuTvYMnCYzPqPmjOVJMQeWKuz9be85S0Cn5ZkX9ZLvjNmQzL6VK1gnOGyWVu1dGn83r175bd/+7fT23nPOHB/3eteJ9jr5020iAjG0J/+6Z/6mpxFZF9Qlm3btvk6h2qZPvWpTwnf5VZLt5B4+onMQHYsJN9C0/Ls4YFq+b74xS/WtMFbtXLKxcOvONpHnpWLT8Ouu+46wdl0el/ujOPXBz7wgeWiZoWB6+/+7u8K605mRSzjDRvigVu1Ilmj9Ru/8Rtuk6yWNuIDgZVHIGpYiwiU0WXM0nWsxTZHmwKBVUZg1pgoM2ZWuTlR3WogwEatvEfNV1dfX5/853/+p/zwhz8U1hLPl+7aa6+Vyy67bL7oJYc/7WlPk6uuuqqmcvr7++Xxj3+8fOxjH5Nq78Y1FbjARKwlZtOYD37wg1Vzgv0f/MEf+FrCqomXkOCWW26Rv/mbv1l2PPi9xSa9tWxYxe98fu/X0o22traqyVgnyTc3VRMuIQEbyrzpTW9aQgmRtRwCD3vYw+T/+//+v3JR54T9wz/8g6ArOCciAlYFgVp1HSdPnpQXv/jFK6obQP9Xi54aufp7v/d7C5KryCZkVDVQ6ecb3vAGQfZVS7vQeOarD3zgA1X1dO3t7cLGTeXKpx+qWi5qVhgbTlHfrMBlvEFH9LKXvazie8MyVresRfHOw7tPuULvfve7C2Pi3LjlCaHsC0m3uDyozF/KtgtY38x7rGrlscz3H5/4xCeW/d2uFPFvfOMb/s1cadjca+xk2Dnmhle6b2xsFHwkV0qzXHGh414uJNdXOWV0GbN0HWuxN5m12KhoUyAQCAQCgUAgEAgEAoHAHATiNhAIBC5aBFQTRY1qcgYIFpNOTIy7M43BwSF3rsFiWTZpwLFHd/cBSR0gcb0cRHnd7hjkgCmSE8LRB+E4+zh69Kg7GMGAxo9j2pjNZgVlDBtLYXzDmRrOqjZv3iwbN7YJTtHq6nKiyk/TpH8oj8nLGaK/EGEsYJ2YmPB+sxFUT89xd76XtONgsV04KaF9OGuaIdp58OBt7jjt9tsPS09Pj7UXh02D7nBuwvDEyEpdqjNtoQ3UzRlnJcRnsxlpamq0PmyUri425OoSNpbBOdHGjRuF/tJvHKupJmWRLyVVdYdruVydO5JjkxrygQ8KL5RXlIVzI5zBZLN1ooaRZXOF3Ex7xA/V2XXQj7GxUd9YiAWdPYYTi/0T3uguOmrZX3TmAkbgdcB5ptt4p9ufc7fF7y9Ju9/xBcdDhw7JnXce9U06MIwPDQ07hjwfHM+oJu1RnTnX1dVJLpdzfgA78GHTMhyZYVjJGRaZDHzgXZr1L8F+Joj7CeMD+Iy6aUPv9IZ0t1k76RN0wK4TwtFNKcEzt99+SO64I+EFnECxGAGHOaoqquoVqur0tQfEv0UhYDA6jjxjruHR8fFxM+TApwM+Fo8d65HDh+8Q+Os235DrNuPJg0bJM4T3up0/k/tar+fm4x5i00L4gPqOHLnTF47jTA6ncvAC7WOsLarDkWkaAVV1oymyrKmpSVpbN0hbcYNG5CZyjzDiVdUdQxUKeZN100U476iqJPyTpJmcnHBnlmwI2Nd32mQ6TgBxkHnI5TzPNuGRbpNlM0QYccwHyESePQ5WBwYGZXz8bLH+gnCoJuNfNTkTFhQIlENANeER5rrGxiZ/P+js7LR3g82+MRd8jpF948YN/v5AuoJNmMiYfL5g/J7wXFo2cVwjK5nreNfr62NDrl6BZw8dut35OtlEa5/P1ThzS+c5+Lzb5/JUXs6MgSRNMr/v20felPZ7mYwPykce827H+GCO5P1uZGTUxt24f1A0t90GAU0OWi4EopxAIBAIBAKBQCAQCAQCgUAgEAgEAoFAIBC48BG4KHuo1ms1na+d7A+dkir3CZnKzHVPySYww8LGWH19p1x/j17s9ttvF/S63WYr2Ldvv2/IlejI9ruOjM0KEv0XNiIo1Y9xLtWRkT65Rx9GmZSNnRV9GB+jjI6O+Uc76Ojy+TyttXarnZM/dHhQ8c5P2A/RdWMnxM4HYf/jvrGx0W2C6AZJpzpTlmdekX/qbVbNSKJfT+xw9Gdycspte/39ZwzfXrfPzNhmwAsCw1I64DYbMDt48JDlSWxs6C6Hhoa8POx3lK+qkvZTVYUDvFIijYgKeGEjQIeKTrUcZlmzN6uqqM4mwuvrG9zeDM5Qc3OT2yPpr9hBfXZyHSzXqjNliKiHT01Nmn1gwmxWI2Zz7zf753GzH95hvHab2Rtusz4fnLY3wnvwWLfrX2ewIQz8sJ9imwUPbA7gLHbw3NmQjXNp22iTRcffeUMA3XzB+YBnAaVNyWSyZtducLsW/MmGLdjxt2/fJjt37hTOnZ2bPB4+zJidW1U9O+VAqiqqamMh6+epqSnXsY+MjJgdf0D4QBBHSaxdgLiGf7BZkQZZmI4pWcFDNWlnWgVtp63YSmkHshgbKk64jhw5YmPj0Kwx0W0yeamU2G4ZUwes7ORM2MGDB70+bBY9PTMbciGjaR9jjPambY/z4hDIGL83NDQK61OQw5s2dUp7e4fZdNssrNXlLPIaGaaayM75cFdN4uFdnhM2LuxM8M8dd9xhz/eAzd/dbpNCdqa8wzXE/E4Yc/Mdd7AhV4+PFcYFNjPmj0xxvKkmvFt6vzgEIteFjoBqxmVxXV1WGhrqja83CLze1cWGXFt8Qy7WMOBstcHGQsrr8BvykHMpz3MNET4+PuEbBZ48eUqwrR4+fNjXvPC+lLyb7jd+h87le3g9IeIOWDrOCTEWfvGL/faOu88pLQvZyHsr8hi5yLsr6+ew5TLmxsfH/X16aor3VykeWjzHKRAIBM4bAlFxIBAIBAKBQCAQCAQCgUAgEAgEAotDYLA0G/ar0vu4DgQCgTWGwAXeHL51vf766yv28pvf/KZ8+MMfdh1luYSbNm2SRzziEeWiznsY9vxanFhjO/vCF76wYu3F6TCbrKCDXrFKFlkwTq3f9a53uW11kUWckw2nrq985SvPCZ8bsH37dnnWs541N/iCv6fPj370o2vuJ5tIvec971n0M6KuBzzgAVXrwz7yvOc9T+DXqokXmAAbIzyB4/JqWbER/s7v/I5/t1otbRqvqvKc5zzH7P3b06B5zzjkZVOi5RqPlAPP45B93kqXMaKzs1PYTLFakThxx5FotXS1xtNPZAUyo9Y8i02HTQ+Hz/X19VWLeNGLXrTsPEtf/+Iv/kJq4VecTPNtdaWGtrW1yf/+3/+7UpLpOJyz4miZMTMduEwXjG3wqqW4G264QaptNFZLOZEmEAgELlwEyugyZuk6LtyeR88uaASWt3OzxkSZMbO8tUVpawIB3p+uu+66im3513/9V/nqV79aMc2zn/1sqfaOWbGAKpHogl7zmteIqlZJmUTzbsrvrRtvvLHqRgJJjuX5j78hfqO+6lWvqqlANhqr5bdvTYVVScTvW34HVklWczS/QWr9vUUf+Z1fa+G1br72d3/3d/Pq/mqta750rIuEr9G/zZcmwheHgKrKH/3RHwmbz9RSwute9zpfB1tL2kizvAig62DTwFp0HSupG/j3f/93qVVP/eQnP1ke9KAHLRgIZBSyqlpGNolD9iEDq6VdSPy3v/1tuemmm6pmYcOm+cYO3xWxHr1aIV/72tdWbEwx/6Ij+rd/+7dqzVhz8TzTr3/96/O264EPfKCg45w3wRIjGG8Xkm5xiXBUzc6zuFD1zfTr8ssvr4oBMqMWXXDVgsok4NuQv/qrvyoTMzsIebtt27bZgVXucrmc8J2MVDh4/+rt7a2QoraoC07HXVu3L/pUZXQZs3QdaxGgzFpsVLQpEAgEAoFAIBAIBAKBQCAQCAQCgUBgBgHV2QZKFq2Oj08IzjRw6IVzjePHT/gmSYcO3SY44Eicdhyw64NGnGsj8pYjyiM8PXOd0EFX+CYOok4KjnBwDkUbs9msGXATxz0oSlg439W1WdiEpa1to8U1SS5XJ5mMmhFWBCUp+ThDIKCqnHyTFBydoAQeHR2V/v5+wWkPzkwOHkz6THtoX3d3tzsq4dzdnfQ73XyHtORhLfXU1wAAEABJREFU8x+c+OEACMc9lJs6JGExrldq/2hHwTeHyVv7aKO4oxYM021tbdaXzYIhGYUhCnKcvaF8YiF+XV3O+nbuz25V9TJypqhqaGgQnMORr7Nzk2zdusXL27Spwx14EV9Xl50uB3xSKhQKhps6SckBTvDGwMCA4LQLJywo3A4dOuS47PMNOPb7NfgklDi26jbsug0znB0lRDqI+G7nJZwf4VCut/eEPYcz7lwmwXDSMCp4S1TVz/xTVe8vxh5wAbvGxiZpaGgU+kd4XV2dpckIB/1KifuUVNX7ShzPizrhf3ih15R5OErk+XZbH/bvP+DOnLhOCQc1+/axsVi3O9A7dOh2OXz4DoF3cQKFUhAeUE3qUdW06jgvAQFV9eemmpwpCh4dHx83GTbiMiPlU54H/MVzxEHRwYMH/Dly3W18yRhfKCX5ur2cbuON7mI5lE25h2xcwDvHj/cKMgGncvAC7WOs0d6gxSOAPGV817tTzCZ3btVm8h95yVzQ2Ymsa3VZwFzA+J5Lae2q6pfwz8TEpDDXsECG8ZvMB7MdZB44MPPc9+/nGjpgcuxgUQYcEhy5nThxUgYHB6y8cZ9rqJ+KVHWad7kPCgTKIaA6wyfpe8/Gja3uuI13ns7OTnfo1tHRbvN6q7/7MCYoCxkDpTxHWHrNeXJy0p3YDg4Omnw6Lelch9zqNnn2i1/ggI05GuouzuvwOXTA5B5nwkuv9wtz4b7iuwDnpJx9nv/gQd7rbrexcYccPXrM6jwhjDHagGxk3DH+aDftnUuqOjco7gOBQCAQCATWMALRtEAgEAgEAoFAIBAIBAKBQCAQCATODwI6rXtVnbk2K5x/oIf9B11UaudC/3vkyJ3ChjUHzSbYbXr+fWbvSfVa+4q6LuxApbrgbtOhzRA6soRIk6bFToBdgrKxfbGpQX//GbNfjBY35Jpt+1JNNhpBf5dSimEmk5XGxkbXg7e3t7leEPtfS0uz6QUbpzfkIp2qptlW9KyqZmOEsnbOCEc+X5CpqUT3yIJn9I7YZ8AWPBKbKnpF9IsHXG/YbZijcz9w4IDr19l86vDhZEMuNurBXsdzw36Xz+ft+YrXl8kkdVIvBGbEQ6rqmLABTKfZSDdv3lyCWYthhi2xwZ0nzS1HVc2umDXbQr2ALzijl21qavYyVZPnJHZQJ2SX/qeq3jZVdZvA5OSUPetxGRkZNbtnv9mfe10/Cl8cNH1pggm8012ic+U6wQZ+6jZeY5MydKrYvIaGBs3mcNZwnjIs1PuQy9V7m1VVOErbxP1KUpQ9PwJmbjf7tkkfLjxZYuvOZjM+nltbW40vN0lXV5fZ8bcKzt527drpZ/gW/q2vT55txvhdVa28ghPFqeo0v2GHxv44MjLiGw4mm7ccM3v1YaejR3uEsMRWOeo8NGl2gvPBK4zRs2fHZXh4xGy5A2ajOCU9PccFWXzQ5DCyYDmp22RMQowt6IDJmoNGtwny5o47Dnv9bACIvQJ5A5bIsvOBj1xgR8LvDT5/dXR0CLzdYXYtZCs8zvqOlM/pOpinxP1cgn+YD1jXw/yQrGfqNdl6xO20+2wO37eve1qmps8eecr8zP2hQ7d7etZyYMvlnWBs7KyNLeYY9XHFmINU1WWtxBEIlEFAVY1f1OdgbLSsUWppaZH29nZhs0UInm9ra/N3isbGBmEtl6r6e8LU1JSfS3mea/g8leusO2P+5z2Ad8r0HQKe3jf9nto9/U5FeLe9O3S77GMszLxnEMc42OfjZJ8k77v7LS/U7WPokI2PI0eSDesYH4ktd8jfX5GNzB20j3aqqiRHek7u4n8gEAgEAoFAIBAIXJgIRK8CgUAgEAgEAoFA4IJD4ERpj7DnlN7HdSAQCAQCq4mAqsoTn/jEivp4nOZ+9KMfnbdZOIm79NJL540/3xHXXnttTU3AIR4bH9WUeAGJcDz5mMc8xm3WC8jm3/X29/cvJMui0+JImmeM/nnRhRQz4tQVh9nos4tB857YGKaWDdPmLWCdRmCn+9M//VNpbm6e1YNKN3/+53++6E2HOjs75Y//+I8rjvO0bnjuCU94gnz3u99Ng5Z8xibzjne8Q2rdyOnpT3+6PPKRj1xwvfDSc5/73Kr54M1f//Vfl09/+tNmo0zWEVTNVCEBTtgpj3IrJFu2KOxitTg1psI3velNi+Yb8qeEbEBGIivSsJU+M7fg+LlaPfDsM57xDPnRj35ULWlN8fQVefiWt7ylanqeA06mqya0BE95ylPkl37pl+yq+h9jBfmIXb566tpSdJsNk80AwataDtYQvPzlL/f1XdXSRnwgEAhcvAiU0WWcuHjRiJ4HAmURmDUmyoyZspkicH0jwHrMpz71qRU7wWbgbN4xXyI2AHnIQx4yX/SyhbN5FZtsLaRANk7ZtWuXb3KCL6CF5F1IWn5DgtG97nUv+chHPlJTVr5VePWrX+3r+mvKsMRE/P5D94HOZzFFlebhNwi/T2v5vaWq8tKXvlT4nV9aRqVrNuTid2SlNMTRhm9+85tcLiv97Gc/k//1v/6Xr5NcSMH8HmL95ELyXKxpGZdve9vbhHXX1TA4ePCgvOENbxDWgldLG/HLjwB6BDanq6VkdAPIheV8Vsgs9H79/f1Vm4DeEnnDuuuqieckQEax+dic4LK39BGdE7KwbIIFBiJzfuu3fktYc10pK7oPNmyaTz6yKc5d7nKXSkV4HH4N//Iv/3JZdIxeYPEf8+zv/M7v1KxPLWbzE23yi/P4j7X3P/jBD+ZtwaMe9aiadNXzFlBDxIWmW6yhy4tOwjhAPtVSwHrTN2/dulXYVLZa35CL6E5vv/32akkXFI8Mf+Mb3yg///nPq+ZDx82zqJpwEQn4TngR2c7JEjrucyC54APK6DJm6TrWIgCZtdioaNNFjUB0PhAIBAKBQCAQCAQCgUAgEAgEqiCAchjjIEpdjEPDw0OCwzQcNLGpDJtN9fT0CGcc1CTn9H6x52Nly6Oe3t4TgvOjgYHBaQcftI9uZLNZd1bFAmCc9uDMBAUUTqtQjLe3d0hr60ZfGFxf3+BOUMinmjgDoa8YGVOiXBRI9BvnPf39/V43fcdJHk75enqOS3ruMRx6enrlxIleOXnypKclD47QKAMMcUYyOYkTFSg/y5kK9atm3OFK4kSvRXA81NHRIWwmQ1/YkIvNxnDIxeZaOHDBUJDNZkQ16YfMOVRVMpmM97e+vl5Shy/gsnXrFunq2mzGzc2+oUd7e7s7P6L+XK7O86mql037wIZzStxPTk66ky4ceoHTwMCAb6iBIvrEiRPS29tbxKhHEoyOF8/JPfjBS1CvPV+wIy9O9cCP8oaHh32jkPHxCXeQmM9PlVX8q870NVeyCVlr6wZpa9vo1NKywfikyZ3kZY1nwEZVz3kWc/sIL+B4ibYwBuDDcv1jDCT97LG+n3A+GCjyKxuLiB04wuM5wKsJ1rlpjC06/paIgGrCsxQDj05MTBiPjrvM4FngiAs+653mzeMuc3huyLH0zLNcCCX5eqwsZFhK3Pc4z8PjJ0+eEvgaR0mjoyPWrrNFns7T3KAlIKCqLudyJruQdSwQanXnhe0m57pMjnYJ8hRHmRhaUwdX2WxGONIxn1yLyxjC4CHmA+TP6Oiof0CUyIDTJutPmcw/Yc+31yh5zikfcEZGICv6+88IsgM5opoxGdTocxHjn7ZifMiYnIZUlSZ4/X4R/wKBMghkMll7X6g3Xmryebutrc3m8Q7j9c3C3J6+L/AeAb/PvC9kvTR4G8rnC85r+XzeF6mwCRYbbcKvOJrst3cf5uST9l4DPyPHknn7+Cyeh99niLjjPveTHlkL4aSNck6aHGRTQhYcUT4OP6mLOql7fHy8KBeTuV5VRW3cqHKeIe9I/AsEAoFAIBAIBAKBQCAQCARmIxB3gUAgEAgEAoFAIBAIOAKmShLVRJeUMd2rFvVLHmn/0I2h901tXGNjY75J0tDQsKCrQgeM7qqv77TM6MdOut0HXRd6L/RkPWYn7HH74PFpfRl2hSSsx3RkvU7oxiiH8vpNX0wdbD6DPg7bEW1howX0dLQtJWuq/6mq1NXlpKGh0e186LnbzO6Fzhsb6KZNHWZTbHW9MzrnrNm/stmMZDLq+VfiH22k3PSsqq6jr6vLmu4y53Y49PCNjdjkGoQD3d/Q0JDbSdARonPsMQzBLLXP9BTxJO6k6SX7+vos/RnXzaOjpwzwAiuIciHaUUqZTMYwqxN0o9hU0ZViY+3q6vJNMcAOGwK2BDCrq6vz9quqpIdqcp01PCkHG2Ob6WLbzebMM8DWR37iyE+d5KVdpW0hjHvCec7YCuA5sIDX6CP8ccJszPBVgkdiX+IaTE6YzfWk61ZPO4+ePTtmut28Y93Y2Gi64oYiNTr22Epod1o39UPcB60+AskeXDjOgrBBJURL4Bv4Bz6EV7Efd3Rg29os27Ztle3btxnPbjF7fqe0t7e5TaCpqdGfvWrCo5SjqqKqXBpvFMz2PWW69im3RQ4PM+7OmE3rpMmk49PU23vcw5BLQyb/zp49a3kmfYM3+HU1eIZ6JicnrJ1jZksbkYEB2tpvNjja2mt215mxwHhYKjGeoJlysOn2mAxPcEFeY79ATjNOkTnMFYzd1cDDH+AF/E81Y7I5Z/Iqmc9Yv4NcZR5jTQxzGvfI11LZqqrO1zyDIk3fMyfwjHhWzBNDPs+cMR46Zfzda3P3cX++yTNPn3fCV8zp/WYLGx4eNh4ct3GTF1X18dVo81dTU5PLVMYoY1XKHLSnTHAEXaQIqKrzEPwC38BDvDMkPL5ZcLSRUJfJ9U32/rbR3+0aGuptbGSFfCl0yMdSgs+R0ymfD/jarP7pd9Xe3hPG773TMh5ZBx07xhhIeP7YsUTe9dj7F+8cvNP29jJOTtiYOVmkU77OCVnIe0pqy2VN2Iwtd8rGS8HHoap6uzP23gnZrcQRCAQCgUAgEAgEAoFAIBAIBAKBwDIhEMUEAoHA6iFwZ2lVy+3YqbTsuA4EAoFAoBYE7nOf+8jll19eMWkl/Twb0TSaDbViAecx8r73va9gu67WhJNmL3/xi1/s33JXS1tLPDaVd7/73fL4xz/ebPD9tWSZlQbbGbriWYErdIN+nI2MaC/tXkw18MjnP/95YXMa7EHVysAhNHWqarWkF2T8Ax/4QHnJS15Sc9/ghde85jW+lqPmTCUJf/mXf1lw6FgSNO8lY4GNgz72sY+5bWLehDVEYGd52cteJq961atqSC3S3t4uOOLN5XI1pS9NpKrCJkbwVml4uWt4Htm1FJ5nrOBw91d+5VfMjpMvV82KheG0lu8Xq1XAWOS5L2WzKmxkv//7v+/Yglu1OpcrHh6AF+CJamXecccdLntw2o8sqpZ+vnieKTyBbKrWV1X1je6wuc9XXmk4a1PYiI+1KqXh812///3vF8ZtT0/PfElqDr/lllvmOsCvmBeHzw9+8IMrponIQIlTO9QAABAASURBVCAQCATK6DJm6ToCoUAgEJBZY6LMmAmILlAEbrjhBmFTrfm6x1pZaL54flPv3bt3vuhlC+d9+/Wvf73c7W53W1CZ/MZ7xSteIXwfwEYtvIsvqIAKiVnvz4Zl97///QUcDxw4UCH17Cg2oa7lt+DsXEu74/cWmwijC1ns75D0Nwi/T6v9BqG1bKTzpCc9icua6YorrpC73/3uVdNTP7/9lktegckXv/hFYUMUNoGq2oA5CcgPv80Jjtt5EHjc4x4nv/mbvzlP7OxgNqFmc/HZobXfsW78kY98pK/dVdWK54Vu/Fd7K9ZnStY5I6+2b99eUwfe+c53yq/+6q/6GuOaMpybyEOQNR/+8IcXpKdGb4n+0gtYxL+nPOUprquplhXZgz4PnclSxzz6j8c85jFSi8xhY7RKuo+Ojg6pFF/ar/e85z2ylDFVWhbXhw4dcuw+8YlPcLtgYi36gjMtcwY2H9q3b1/ZUrHVYLMpG7mMgbzrXEi6xWWEpmxRF7K+mY22apG7+/fvl8c+9rHCxn5lQVpgIO+28CAbLFbLynssG5hWSzc3Htss38rMDZ97/8lPfnJZbJ+h456L7IV/X+a3wSxdx1pEILMWGxVtCgQCgUAgEAgEVh6BqCEQCAQCgUAgEFi/CGAQQlGMYw/o7Nlx39RmZGTYnX2xeBEaHByQgYHBZaCB6XIHBylvwMocsLABOw/aeUhYrMsC7omJ8XOcQeFYDEdV7e1tZjDdIiieduzYbgbiHbJr107hmgWFODxpaGiYdqxGP1HWQ/QXIgzi6aVnwhMczlo7RgXHPENDw37mOmnbWd/UYmpq0heukhcym40VVZBCIW/thqbsPOX3FiE4JkFxinOhjo522bp1q7V3h9F278e2bTjb6vJFvKRhUyecsUCqShFVCXyamhrdqQs4UOb27Qk2u3fvNpx2ChuZtbd3SHNzizupw3hCwVNTSXvTM1gUCgVrf4HoaYMUN4QTD1Y4PuJ5gc3Q0JCwQRmbEUHcgxsGiLGxszI+PmHYTRou+elyKQ+iTJGkLqvWgtLr5GwB/qeqhmXGCYzAqr293fihy/qGs7JNxY25mqf7p6r+rGgv7YaoD5LioZpgTBwYkJb2jrmTxhHr15Dx56Cfh5wnRmTM+kQZuVyd44nzKJTwGPNxoJZg3SY8E54jaedSsfo41YiAqnpK1eTM84KS5zUuiYOiER+zyJiEkC8DpqTlPGiyJj1zvRAiH5TmmbmmniHjf8YB/E474B/alThw82bHvyUioKo+9pF1M+O/w8d/Mua2+DWKe+QCci5X/CCCcZ0Sm/7lixsViR2qajLOLkT55/KJtMxDYy4Dhm38IwOgQbsetDlixGRa4riN8c2cgxK/w4ycbJYEdZis37ChpejILWttV7GqrI5EtiIP7KbKn3p8ks8v4995RWB1Kud5Z7MZd8wGDzc1NQk8vXXrFmE+37t3j7/3bN++zXh+s5Tymmoy5+XzeZv70rk973wtdli08aHaVfJHuoTfJ4oydNRlKPP3kM13zOcpDZmcg4gbGRm1eXDM86TyjrLO5euZeVxVvW7eiTKZjL2nQVnvJ/0lTFWThsX/QCAQCAQCgUAgEAgEAoFAIBAIBAKBQOC8IRAVBwKBwHpAQFVd54pOCVJN9EroqNDLcy6lVG+lqq6jEuEsfhCX6sjGx8dd74WuH3spujB0YhB6Ms7QyMiI21TPnh1zXTH2AOqjQFXKVi6N0AeL6eryZh+b8s1wSEt9edNTWwLTj9WZnanJdIBtZuvqEux7W82OiJ0JfTebPLC5VGNjo6VNdc0qqglRxkoQuEBi9jvVRJeHo5Yms0XSng7Th2MT6+rabG1v9w0niFdV7+vZs2fNroZ+fcD16uAHgR2694mJCU9HHZBq0h9Vne4O4TzPlCYnp1zXiX2zubnZbIJtsmlTp+tJt5r+dPv27W6DBTN09rQnmwWzjKjOlKuaXKuq6SmzvnlMa+sGK6tD0k1jKKOjo11aW1vd1kedYljkXfea92dK+7iX4qGqs+pJ4+nrmNkV4Sn4J7GnYm8YcIyIw3aRyajbFFpaNjimXcUNxrD7YofE5tBk+mJsJPA95adUbEKc1gQCiV4cmzfPhyapKicbw3XGT03Ouzxf7FuM+e2m79+xY4fx7xZ79tjymz2tapJPSg6C1MdkRuAZ5MlZk0VDptPv7z/jG64cPXpMbr/9sBw+fLtvesXGcIy/dLMV8qRtKyl62S7TsjkzficnJ2ViYtxsCmMuOxPZOmh22+WmAStzwGTOQPE8aNcpsZZhyOtnXcxEUQbRvkIh77Jl2QC4SAuCN7PZjPFu1je9arL5AtkFr+/cucNtW8jqDps/kNHMa9jBVNXxhy8h5GrBBhAkxUNVRTVJRzzpeIbIT+YV7PUDAwP+vIfMnpVujEkZyEzqa29vN5tah9OmTZuk3e4Jx86byWSKNc2cyDtzV3pFW9J79QtrmrWPy+Seq6ALGwF4pr4+ZzK92ddowVOsEYDX9+y5RC655BJfC8Z7BRuHNjU1+xyftfeSlIfhY66hUn5TVecnwpBRbPCavKOedRkGfw+ZzE9oyPkeGT9kvA8xJniXHRvDljtu8nfC3kGnpt9dyj0Z6lKlXrW5JWPvR1DWzjNEn1Uzoqpy4RzRk0AgEAgEAoFAIBAIBAKBQCAQCAQCgUDgokDgttJe4typ9P7Cv44eBgKBwFpDYKvZwnH4vJh2YVer1THlYspfjjw4l8aRcy1lfeMb35CnP/3pspQNUNDv3nrrre6wkw2+sJ/UUvfcNJSDvnpu+ErdU9f/+T//R572tKfJkSNHFlQNNiGcNuOIGp14tczot9/1rncJevxqaS/UeNXaN49KMWCzocU6YsUG+Pa3v71mZ+vwLU6TGQ+33Tbr1SVtTsUz/Ms4eMhDHiI864qJSyJxUHnve9+7JGRhl/DUW97yFoHHquVMef6Zz3zmgnmeMUI+xgzlVKtruePvcY97yMMf/vCaisVBPg6UcbyMLaymTJYIHsBRJ99N/vVf/7WFrP4fG0a++tWvrqliNpJD1v/BH/yBr02oKVNJooU+U8YHG2aVFFH18mEPe5jgYLpqwmIC5iQ2zOQ58DyKwTWfWAfyZ3/2Z+4AHz6oJSNzJs7BkzVZteSINIFAIHCxIlBGl1HmheFiRSf6HQg4ArPGRJkx44ni34WHAO/Ptb6rz+29qsqNN964amvB9uzZI/zGZN3m3LZUu2ct3J//+Z/7mrydO3cKm3T94Ac/ENbKVcubxvP7hPdw2sAGKqxfZbOpH/3oR2mSms7Pf/7zhd8BNSVe5kToQNCFoBNBN7KQ4uk7Ophaf1fyDctb3/pWaWpqWkg1Qj5+v9aSCVm1HBtRoEdAn8BvpoXiUtrOxfwOKs1/MV2j9/mTP/kT2b59e9Vuo7N51ateJWz6UzVxJFh2BO5617sKGzjVoruicjZ6uvTSS+Xv/u7v/FsvwhZCjEdkwHOf+1xfu1xL3uuvv17+6I/+aEnzEd8DvO1tb/NvA2qp83Wve5380i/9kvz0pz+tJfmsNMxJN910kzz0oQ+VWvQfd7nLXQR9UzXdx6/92q/5OvNZlZW5QTdI2o997GPC+CqTpKYg9DjIeTZR/O53v1tTnnKJ+E5oKe0oV+ZCw77zne8I7SiX7+qrr3Y/beXiljvsQtMtLjc+peUtXd9cWlr5a+Z19Jy8L6+mvvmyyy4TZGD5Vs0OZTO5e93rXoJMQbbMjq39Dtn7uMc9Tt75znfWlAl9LLaNmhKXJEKO4e+3JKjs5b/927/5+/p8fTp16pR/91g285zA0HHPAeQCv+X3wZwuztJ1zIlbE7eZNdGKaEQgEAgEAoFAIBAIBAKBQCBwoSIQ/QoEVggBlKwYDlEgJQ48xgTnHTjrGPBNuAZ8QeDg4IAslWbKG/QyuR/0jbkGvWycj42MjMrZs2dlfByHIJOunKeNKF5xTIKxrq2tXXBCt337NtlZdNyze/cuN9TgzKS1dYNvxkR61dlOeehrWh5lQkDLmXBwGHOHaCOGw7DTUNGRycjIiDvhGx8fNyXslCulyUf+lLjHYRpKWogycc6mqu50CIUSDtz4eACnWtvNuLTd+gHhiAjjcUtLsynIc74QV1VrNhjQX4y+ra0bzUjZKUkd2w2jnWZY3u0OjlCEtbe3TzvFI4+quuMV2pviQ7sh+kPfVJN2cA+RjvRggeILJfvQ0JA9R2jQztCQ4TfiDmGSZwpuk/5MKQOi7FJKwgqGraFWSJyVlcarquNCu3Fu09LS4sYQ+gXh5AZnNs3NLe48DyWeatI/2gyl/aIuSEoO7kmT9m1sbExwjpeOB/iVvhJGn0hfV5czPJulrW2jUH9X12bhAw/a09bWZu1o8jaTNiWJY9EIqOp0XvBMnxdj9+xZnteoDPmYHTI+HDJZM1ikATtDgxY+sGBCXiU0MF3OgDv14p4y4fdh5/cxkyETEwm/w2/GzdNtjovFI6CqPpbKjX/kHWOuq6tLcEzZ7nKu2eWu2MFzKKVC0bEeYkZVXc7ayWQP8qdgMnHKjbtjJgOYE1OeGnI5N2iybdjnKuQ9hueGhnrBEWZHRzI/MUd1dHSYbGix+ajeHVWRTkStDuMIq7hQJJnnoD1JlCan+H/RIKCqzut1dXXOw7z7wNNbtmwVnLex4GzXrl3FuaZLOozvmA9xLquqxr8Fo7wTTtoS3k/mVFUVVRWOlAeRoxMTE87TzOm87wwV5SjvZgkNmWwdct5P5sEReyca9Ty8CzBvUpdxN0UXKamTG9WkTlW1+jPeP8ZyXV22OD6yFk7cuUT+oEDgokMgOhwIBAKBQCAQCAQCgUAgEAgEAoFAIBAIBAIVEEh0SOhc0TFlsxnXLZnK1fSvM7qxRC+W6MnQhSUFkpf0yR3/iUNHho7rrNko0QujJyvVDWMnGirqhzmjIyMN6SfMHjA1NWl1560dlDibKD+fL5h9LO/2xampKdfdFWiwJc1m66S5uVna29EvbzF75za38W3ZskXQeWN7avVNoZoka2lV1epRy7lyf7QZyufz1i8xfZ5K1urm47nGxkbTh2+QpL2bzSa52a7bTB+OfbPe0ma8r2fNZjM8nNhpEvwGizpGdItjpoMft3RTVv6MHjGTyUz3La0fPTwEbhCw1Zltrrm5yW1znZ2bDKfNjtmOHduFDY7ADJ09OtNsNuttUlUpPVSTe+IbGhqtT62ma93kNgbyd5iOv92eycaNrf4xaZ3pa6kbTGgHZ4h2QmnZqkm5hEGkRYcKXyU8NWQ2KmjQ7E0JJmeN70hH/0vtDTx/+ID2YHPkQ7Gmpka3I9Nu6ixtA/URFrQ2EVBVgY+ampqMd9ucb7Eps05gu68Z2O583OE6/2azD9T5eFCd4Sl6pqrG01DW4+EdeIjx1t/fLydOnJCjR4/K7bffbnTYHfidOtXn4w8+hB+RdyvNL5QP0T7qGx9P7BDnwcqbAAAQAElEQVQjI6NmaxixcTBoNLCsNFCyvmXA7LgJUU9Cw8PDbss9a/JpwuwitI0xlDcZLXEsGQFVNd7MOJ8zX8Dr7e0bndd37tzp61W2bt0irJdpbd0gjTafkA7Zl7f5ZuZ5MPfMzA2q6ryuqjZniM+hpOUZ8iyRrazjSCmdp8+abIUHWVeC/ESmM76on7mDa8IbGhq83VJykK/ktsylWhgk1jYpHsl98SZOFzgC8C3vGbyPsEYLvmKNAOvA9kxvyLXN3ys2bmzzdz3Skw/+gofn43tVeAkqGL9P2fvjhIyPj5tddkwSGTpsMh0aMhmKfOM8ZGFDJl+HnUZK1rexodfk5JS9d82MLVXKTx4S7UmuxMcCbcxkspK1dyiIuYszYZmMpknjHAgEAoFAILAQBCJtIBAIBAKBQCAQCAQCgUAgcH4R+Flp9T/+8Y9Lb+M6EAgEAoHzggAOj1UXrm985CMf6d/UnJdGV6u0GI9O9Xd+53dc31oMqnhKN0D5m7/5G9fvVkxcEomd5Atf+IJce+21gsO+W265pSR24Zesf1jKxmALrzHJ8fnPf152794tv/mbvynMUejPk5jZ/9Fl47j3JS95ia9RWIgDRTaIedSjHjW7wIvwjrUHtW4elcLzxje+Ubq7u9PbBZ337Nkj73jHO2oeCxT+2c9+VnBSi/PIL3/5y4J9m/D5iPh//ud/nh4HC3GkzsaAv/d7v2e2voXLotL24PAbHisNq3RNH8GGDZZw+gtvl0tPOPGkIz35yqVbjTDsvi94wQtqxgr5hNNRnuX73/9+X79Af+a2lXQ/+clPBIfwrIl51rOeJdj456ZL73Gazzqa9H4lzjjWx8F+rWX/3//7f10mke9nP/uZ2eOm5s2KfEPOIe+Qe7U+Uzatev3rXy/Y1uctvEyEqgo8Dq+XiS4bBP48B+z7yAvkbrlnl2YmjjQvfelLhWeDk3VsoGl8pXMmk3EZAX9XShdxgUAgEAiAAPKTcwnN0nWUhMdlIHCxIjBrTJQZMxcrLivT7zVUKjoIfjOoLvx3zZVXXin3v//9V7U3D3zgAwX9x0LfbUsbyfpoNi1AH9La2upr3PC78qAHPUj43VJKYHPFFVcIv4fBivfwZz/72fLVr35Van1vlZKDTWPe/va3L/jdvKSIZblEJ8LGV+hIeB/nvbxcwXN/g6CDKZdubhjv6u973/vkqquumhtV0z2b8dC+WhKnG1Ggf2BzhlrykIa+/fu//7ugP+C3Z62/r8g7H5XZAGC+pBFuCLDR02tf+1q7qv538OBB4TcmeoDqqSPFciPARn7IxlrLRTfw67/+68L3Lcjb48ePV8zKc2VDpMWMR3QezAvohSpWUkMkmyF96EMfqlkXiT4dOXfDDTdILXpIcAAPvv9hY0j6Xa1ZyFPy7N27t1pSufe97y20pWpCS0DdzHFPecpTfFOx+eYBS3rOH5uIpXqcV77ylUJZ5yRaQMCdd965ILvGAoquKSn64W9961vzpmXjNL4XmTfBMkegI7xQdIvLDM2s4i5kfbOqyote9KKa36MYg8iUzs5O15NX0zGnQML7yK5U9mJrTOMqndEVP8VkR6U0leLYTK1SfBqHXQC97wtf+EJhY7TPfOYzwmae97znPV2f/rGPfSxNWvGsqqHjrojQhRVZRpcxS9dxXnpbpdJMlfiIDgQCgUAgEAgEAoFAIBAIBAKBQCAQWGMIoEzFSIihaXJy0h14sHgaR0Q4q0FBPuBOiwZlOc6DgwNezrnnpHwc46ROQSYmxoU20TbaCXQ4+Egc0rWZwbNLcGQCsbhv166ddr/dnZlgNG1oqHfDqaoK+SmH8ugvRBhlcoa4Jpw0OOahHeBQSmzChCJqosQ5E3kh8kNcp3Vxpkycs6mqGVXrhA0zOjo63JkWTuEgDBAo23HO0t7e7mkwINNfFOuqWtNiVdLitAjHcCjYtm7d6sYNsMEwvHPnLsNti3R0tE87e8FoTLtpJ+2FUiKM/hCvOtMGwogDK5y+gAk48fxmaLDo7GXEnVqNjZ2Vs2fHTQk/KWzYQRmUm5xxplTw55SE+X/+OSVpxDFQVTd8gA3OalpamgXMwA4jeGfnJndg1tLSIg0NDe7sSVXdGF7aL9ovxUO1Wt9Gik5skj4NDQ2bIWDE+nPWyi3Yc80Zni1eLw7xWDiKsz/aQ9uamhq9zfQDkjlHubA5SeJ2DgKq6iFgx3Od4cWzzm/wI84dBwcH/dmdOTMgKQ2487VBl0UDC5JvyK/ZRPmUMWiyjQ1rqBcZevbsmMnTCZNhU8YjU9O87Y2Of4tCQFVdBiDnZsZ/izDGGHNbt24zudolXV2bTene6eHIARysiRRM7uBgCsrbM4GQOUlTVJOykztLbUIbvkLWj01vyDXkMm2wyFM86/FxZEDex3d9fYNggOsw+c7Yh2gbYfX16XyU8T6k9dR6tuZZUjUSyy9xXAQIqKrzFbzO+0BTU5PxdJts27ZFLrlkt+zdu8edFvL+0NXVZXEdxn8tAq+pqskceDxvfM95ynkeeWmsbTykTmJHElawdFM2P0/4vIYMg7+hIXcwPGRyNOF/7iHiSDc6OuZ5GCvIYZziUqYVXfZPNalbVYv9y9i7Wp1R1ijjYSIqcQQCgUAgEAgEAoHA6iEQNQUCgUAgEAgEAoFAIBAIBALrEQFTL4mqGiU6pUwma9fqXcnnC64Py/vGHnm/RmeVkHg6VdJC4keSdmpaR4ZeGP1XaitEJwal+mGuiRsbG3XnP9jKEv1Y3stTVa9HRIUjqZu2oKOeNNvB5HS7iMdWl+oAsXdt27bV9N1bzKaX6LyxPWH7a2xsnLZ7qaqoKtlXjJJ2F6z8gtWVsbqzbhNrMrsXtlj04egnIfThiU6+3tKq6xzHzDY4ZDa1FDfsNkOmc0S/SNz4+MQsHFTV82YyGT+LHbQheT55L3PKNz7DNlcnTU3N07a5zZu7HLPt27EVbDVbKDrTDa4zzWazrntUTcqXkkNVTTeZlcbGBmlt3eD5Ojs7BczpH/1qbW21upqs73XCMVXcUI12pUQ7iVNVTtNEOOnRoY65vWF4lq1hwGxWw8NDpmcds/7lrd8ZbzNYUjf8gL2hs8T+CR/kcvXW7ozXQx0peUD8W0MIFGa1RVXtuWXNrpxsyAXfskYAvoVYN7B16xbh2bMmAtkgc45Uz884yWYzxjPJeDt79qzZr4elf3pDrmO+Gdfhw3fIsWPHpK+vz3X98CFjb3JyymwJs9s3p6pluYU3GSeTxbUoYyYXkK/Dw8PenoEF2Wprse8OlNiAk+tBs+MOFu17QyaTRkZGbcyddZlPuxLbRn5V8FgWUNdwIarq8jZrcjexbzUKGxExT+zatcNtW8g0Ni7ChprIs5zngU+Ql5zhm5SkeKhq8argc8eUzQepbGUdD894wGRq6VzDuGDM1Jutlvr4WLe9vcNk/SaT8512Zq5o8XUltLlYwTQv0IY0LD1PN6MYMHOftq8YEacLHoGMva/AW8hr3tN4d0CG79y5Q/bsucRot2zfvl02b95s7ysbXfaTnnyFQt7m/SkneB4qwKyGmqr6mFDF5iuWJm/yatLXnyQydExGRkZM5s/Yb+F/CBmHfIWQtWP27pGs05qwciZ97KT1yJyDcFX1eYU2QtlsxuetrI3phJJ5R1Xn5I7bQCAQCAQCgUAgEAgEAoG1gkC0IxAIBAKBQCAQmAeBW0vDf/jDH5bexnUgEAgEAucFAZxL4vh5oZXjPLScDW2h5ax0ejYOY8OVWuvBxvG85z3P7Cob5X/9r/8l733ve+Xmm292Ox+2PginwJ/73Ofkda97neB0GjsLG5vhOLRaPc94xjPkd3/3d6slE+qommiFEnz84x+Xa665xm3z8Aeb+eAoFsKpNt8JX3rppfKud73L9OYTNbcC55d/+Id/6PrvmjNdwAlxzrgQ3oT33vzmNy8I81L44NFPf/rTbvsoDa92nTqSbGpqMrveJoEH4IWU2GANuyPxT3nKU6SWcSAlB85+P/jBDwo2xJLgRV2qqsBj8FqtBWAb+tjHPiY4/YW3S3ke3ueecOJJR/rSsude3+9+95sbtOz38M4TnvCEBZV7+PBhlz07d+50HsAXxCWXXCIQ2GM7wwHnX/7lX/o34ZUKx/H9X/zFX7iMqJRuqXHYuXGwT321loXd+j3veY/gjJQ+wV84RU759cYbbxTkF3HIOeRdrWW3t7fLJz7xCbM97qk1y6x04PwP//APspD+UMCJEyfcQSrtZt7lTD/SPtE/NjaAT4n78z//86rPkHJLiY3s2NCuNCyuA4FAIBCYD4EyuoxZuo758kV4IHARITBrTJQZMxcRFBdfV9mA5PLLL19wx/ktxdq2BWdcYoanPe1pwuZJrLtbYlGend9LbAby/e9/X/idV0r8nvrFL34hvN964iX8e/jDH+7v5qxDXUIxy5aV3yHoSHgf51uH0t/N/K7kt8difoPQQN7VeU5cL4b4bcRmYbXmpS/ou+DHBzzgAcLmNWyaduTIkWnd2O233y5sTE8cOgH0AWyygv6gWj1sPIduo1q686kXm69taz38Wc96lrCxRy3tZNOlWjeFq6W8SFM7Avyuf/e73y0L0V1ROrKTTWL43gV5gr4K+ZLqBphH0PUQ97CHPUxqGY+Um9JSdR5pOaVnZBcyrDSs2vXXvvY139wPuYK+kX6lfaS/9Bv9CjiAB7r8amWm8bSFNqX3lc7U/+pXv1oWMj8yptAfsjHli1/8YmHDG2QZOt2UbjY7A+PvN37jN2Tr1q2ul6tFj0M7mGfod6V2s8EX69YrpVnJODbq/M///M+yVaiqXHfddWXjVirwQtMtrhROlHsh65uRJWyginykr7UQ336gJ+c9CrmNfOWdJ5VHnFOZxHcryAwwXIjsZRPTD3zgA0uyi/COWUt/SMM8Qn28L7BhK5tz/uQnPyFKDh065Oda/iGDQ8ddC1LrP00ZXcYsXcda7GFmLTYq2hQIBALrEoFodCAQCAQCgUAgEAgEAoFARQQKgh8OnGGkhIFwsTQ1NeWO33A2hJEKGh8fl7Gxs0Zjy0xpmXPPST04xKFu2kK76FPaRyDJZDKC0hFlEEoSDJWdnZ2m7N0iKJB27tzhDk1Q/uLUp7Nzk7S3t/tidByXoehlsTmL/Cinri7rzkMoVzVxGEKd1A8OOCZJ6Kw7ZRofn3CsaBvtEjtU1cvA+QiKLMrFaVtTU6MruDdsaLU2tPnCX4x/KMtQNNNWiLZu3twpHR3tgpGzubnJHa1Rnqr6Ym9VlVoO+kH99I++Ul5HR4eABQ68qI8z9W/dusXDUa6BEWlbWpp9QepsjOqEfpW2h75DpViNG8/w/BIaN7wmfKE1WCYbcOFETg2rjD3DOndqRD3glJybhDNKxFyuztJlfZGtqjoGUjxUk3tV9XY1NTXZ8211fLu6NlufoC47d0mCa0cR12avk/LpC1gVi7TxxJhKiD5BO1YeRgAAEABJREFUPOO5RLiIWtsy1oect7fVnfO1W32bjQ+3Cs8X53hdXV3Wpg7fXI06xY5y5RFGufNRijPnhKwgqdU5WpouOZM/n6efeeGcz3MuR1MWf254oZA3rCDKSGkh7UnSpvJLrB8Fu8lbmxLKl603b+2EhzjPJfBLCV5j3Jby4srIsURejY2Vns+arDwr1E0baAvtStoLVvS9Ohkcloj0pZR33JOy8mUxmg+fFF/OVrD9JbxgF4v6o32UVXBeKFhbSikv5doxg8PcthfIb32baUqBCmZuz7lSVVFNCLmErGtpaTEZsNHHW2fnZh+D27dvs7lgm4/Ljo5NHk865EVDQ73JjpyPY+RAJqPT9VA/lGJN2xOatL5NeXtJTD7kFOW1traa/O5weZPI+C6XBV0mj5CtyOJcLufyLK2LOkqJMlV1um+qXHvonDC1QMhONfxRR5qM61JK+zj3XPoMS6/TdJSRtzHLOaW0joWe0/wF56e88UJCeRvzpVS+HUnagvFMwfLnvU0mVZbG4t4FK9LaUnBKys37s8/PaVct97QtoaQ8a6HVUVsjVdX5JpvN2HtBzt8pcFrYae89zDXM5f8/e28CHWl2FfbfWyWpJJWkqlJVtbbW1mq1pB6Px2MbE3LIgg0Oi2PgGAIkLGYJ5pgsB8xyEofNLP8DhCUQziEEJyYYDASCwQHHMQazGIKx2Wy8ju1Zeraeradn6eluLf/7u6++qlJp75a6JfWt07e/r77lvft+7773Vd1bug9b5/MPz/YRC3xjgzz3h4aG/NmX2T2fS7B9Fqhj7OTz2TM2J7zWrNHYOnMXcxhzWSbpuX7ZnutX/LnOea7jehjYrW6nlNltz2/q4XnO+KD+gYEB16VUGhLGBPqRaLFUKtnxIQvSFa1tfdbGgo3NLm+zqqJWSBAIAkEgCASBIBAEgkAQCAJBIAgEgSAgIgEhCASBjQRUcx6nwQeF/4lFEIaGSoLPqVwuCcJ7jnMePxW+WmJw+K4KhYLFjHqsjB73SeHbUk0+qd35ylI84Epb3DD5ypLvL5fLCZLP58wX3WX1ID3uA6N+dEGvIfPj4TOrWjyT2BILcaVY3rj5mU+Y33vY24T+3Id/jzJVk65yQC8YrBcRVfU24V/s6Sm4X69SIT6GTzwtHoZ/MovN0T76h+tVVXjBCL9ip3A8q4/rEFVdV2fBfPuUBwu4VTz+WZPkJx1zXtRP3BM7GBgoWh8XvH9VU1mqStEbRFWtj7o97sd9Q2ZLlE95+F2Rqvlly+WK+TQHPfbX29tr/ZnsJ9fob1Vtlp21h7YhtBm/aiYc4xpVdR17e/us7AGLN5Qt3lDz+AZ+YOquW8yRutGtYLYL05zFNvDNspAQZSOUuZWsuR89+brX7MaWNFXecYd70kXYefJ5rzXLpeyNstG/T6yF69bc775muqy6fz+VmXzoqZaD/p+6Ux1rHg/gPbqs7hAL2NimVbt/tdkeykE626Ka7AN76ba4Ua/ZEH06ZPMAsSzmAHz+2DR9ji1zDpun3/Pm10fftQbzNWOHoC/9j+/+isXr+SMc/sjvsccek4ceekj4A7MHH3zI/yD54YcfkvPnH5EnnnhCnn76KYttPud+f+ySciiPOtDdird2wabVNq7Zq8AL/ZaX029SMj2JPayPtT7n+uznsUuXLjfKTFvqRK5evdL4zceqtXG10Xep5bv7P9krvJB2JrS3/f1O+2vWn2vA9rj57mrf7irKaknWNrbrZXs9s37nHvYRaqXdbLcXVfXnRT6f87m1WOyXsj2b05x6wudr5jcEW2e+zWydcdHT0+PzYi6X8+eAqvpW7LW+basev8W+MoG3XW7P3rzP0Tw3+CzAeKI+nrOMNZ5VxKqol2cyz1exV1a+7Tb/caz5prGjmnTK2VysmvZt42fZIv5mV/+tmR1yIdsktGMroa1bnUvHKWPVymRLn7Gl/N1Kdj3btcb4WLXttcma2fhqY55f2wdb9yJ8vKw127i6w7y93Xl0Wm3ol819bHdDS1Xd1pjTmaexpSH7DFG1z3U8v8fGxmV8PP1ugbmdY4yDZHsl+yw1YJ8p+v03WtyPHVIWz/m8zfmIqgov9KTvl5eXfd5mvk+/ZbviMVz2OYZcvXq1McfxzMUGpDEm8za2un1sMNbQt1gsuh785oHPT0i5XLbPIyxcV/bfWfCsYiyhI/q164VuIftLIEoLAkEgCASBIBAEgkAQCAJBIAgEgSBwQATe217uBz/4Qfcftx+L/RtHIGoKAkEgEcBfutfFQSYmJnwhKjkCL/yp3/u93yssyrIXdVfN5/0Hf/AH8s3f/M2eKDL9vdC4+ZvH5cyZM/LFX/zF8oY3vEHe+973uu9+N2V///d/v/zyL/+ykDh0p+s/8IEPuP99p+v2ep6Y0D/5J/9kV7fh5/6bv/kb+W//7b81E2mTVJvjuyqg7SIWImNhHfqj7fAtvQuL17/+9TI2NrZrDiQwf/vb377r6zsvJOksSV+J/3We28174tvYQHtS9Xe9613XnFCdcUmi3enp6d1Uv6tr4Iqtfe7nfu6urm+/CNtut3lsn/ccb79uq/1Xv/rV8u/+3b/b6vS+HSdexPxTLpevuUwSAZOkF9lLol76DBsilnXNle/hRuphESwS7u/hNr+Uefyuu+4Sxk1msyxKR4JRzvlFu/wPu6LdL3nJS3Z5x+aXXU97KBG90Z92ZG2ifSxssFs7pZx2+eEf/mH59m//9uZvAdrPxX4QCAJBoJMAv4HDl9FxfJ2vo+PcoXgbSgSBG0xg3ZhgzDB2brAOUd1NIsDv0vjetZfq+Z3mK17xir3csq/XfsEXfIG8+93vlsnJyX0t96AKg+9b3/pW4XeAB1VHZ7kssPKiF72o8/Cm7/l+1f69me+V+Hj4LL/pDdscfN3rXiff8i3fcl2f1VVVXvva18pefX+oRRJ+FrzBj4R9ZL6xmZkZeeUrXymcwyew2+8ifGfG1vhepapUsaXwXe7pp5/e8nyc2EiAvxni+91ufAXYI4sNsdDaxpLiyEETwMfA4kosinItdTHm8Fcxv2S+gd/6rd/yv1G5lvKID+CfY2xey/1b3aOqPoexyN9W12x3nMVjaFfWRtpLu5lnt7tvs3Pf9E3f5Lqobj/3tN8Lj2vRnb8ZYtE1FrwhjpDNnWxZkOobvuEbPEZw/vz59uq23F9cXBTmY+yFv8PY8kI7wWfOmzmut/vcOzU1JUtLS6bljf13Pb445kqeR/jeMjvEJ4dvjnN7aQnjfj98i3upcy/XHid/82bt/szP/Ez5sR/7Mf87js3O73QMXzqfeTI7YJvNScRMdrq/8zzP6re85S3CZ6rOc3t5v7CwsC+fiT/xiU/43/vttu7rGVfUwfhhHDGeYIkwzsLHDZ3DITxPmNM7tFnn6+g4dyje5g6FFqFEEAgCQSAIBIEgEASCQBAIAjeCQNRxEwmQYGRtbVUQvuSTdCPJsifVIAEHgiOb7XZy9Wp2T0qAtLy80kxaQwIvyt9PyRL7tLYr/uPvVh1r1q41O7ZmW2kT3qdEIarqgTuSfJCQhOAMjlt+BEwwbXp6SmZnZ2Vubk5OnZqT6elpOXlyQsbGRoUfb6fkJkNCYpHe3j4pFNYn9Mm6NnFO9a7Zm0yy86rqzq6urrwnEioUCkLCEhL6lMsszlITEvqcPDkuOGdPnUKnU6bTjDulpk1P/hCgXq95Mj0chDgxs+QqqirX+lJN96IbyQVxJtXrdf/x/eTkSat/2vmcPn1KZmdnjNGUBapP+nkSEcFzaGjIE6/QJoLpLb1yzt+QWP+0+Kw2k9QkrVXVrst5Ahr0oG0FY0159FmpNCTlctmk0kjmUrH9tCgZLKiTPkb4sbWqpoLb/uc41/X3F43hkFSrVeHHAietv2dmpmXGAqonT55s9j3JnEgkQ/noQ9mqqdzV1VW3fbYI/U1V1EHbqYf76F/KIVETNjUxMW7sJoW6Up+O+4JAMKSu3t5etxPGaJb8Jhub2XZ5ednHbvY+22bH0SeTNR/7aLY7WbOOQtL9Kza20hjPymbbWR/HlpdJ0nNVWnPEsunIvRmntWb/706T9qvSvatmM6vGnbkm1Ukd1Mu2Jet12Oz4iunG8RXvw9b8stpoL9uWZOdT3a3j+/N+zepcMzbMX8xZSHvbd9pf8/szXbAbJPHZyIbjiQ991X4+Y7Fi5SFrphOS9MImdtKk87yZkpeBbjBELwQdkEwP9jtlo40l/ShrzW0a3fbGSlV9funu7rJ5vGBzer8wvzPvMuemMTktU1OT9gw4afPbmD0Daj7PFIv9fg/3MsbFXkmXNeOVbGKNBttxzjNX8LxhPmVcVyopISY/mGGOYb5hLqUugpHMQ8xHzKPMG8whqsw1iBVq/7LybXfTf6pqcweSs21LVCkDkV2/qAuhjQj9hiz7M3+5MX6yLba03DH2s3PLPsYYs5SzamOYcpFdK9O4kHtWffyvWv0rJsubSrKr9edWVq6aHsttsrKh3xrV7GlDlydZa9o6bd3I6eqmui435vJsC2PGSmpnKpN2Z0q172fHttqqqmBH2bMIO6xWh+35NiYzM1P22WJ2nczYMxDb5DnF879SqcjQUMnGyYAndaOc7u5uH0Oq6+1prW1MovuaQbF/ploao6rqNsm4oAzGRsE+A2HrxWJR0K1UKtl4HPYxx3hoPSv5/MFnj1l7dp4UxmvVnt1cPzDQ7+Myn88JL9X1enEsJAgEgZtGICoOAkEgCASBIBAEgkAQCAJBIAgEgSBwqAjk83n3c+FXwv81NkasZkKI0xCPm7U4Ifv4yDKfLdcRuymXS+YrG/QYWNF8xb0Wx8G/hc8MHxxl53J5i3GpCw1PPrKWj4/3yXe2ar7J7DhXit+jmjPfW5fFD3vc59Xf329+swGLh5UbsawT7rOemjppcbrk25v1eN2M+bSnBH8af2BE+9Cv2/zg+XyX5HLJdyYH89q0VNqKcJJ2oQOsiuYLLJfLFhOrW1vG3Q8/bbHPWWM/Y/5J4pH40OsWB8U/id8QDtybt/5TTXwpG5btwjHq6TYfJn1DXbBgAZWxsTHzLU44pxmLA1If9VIXixoVrU8LFo/s6uqWrB50305U1djm3QdLncQCytY2fJtTFmOgHuIOtIm+4Th+zSGLpeIXbW8TumdtwUfMPsfEXrSpq6vLF8KABUyoh77GV4q9zpodINQ3MTEhtIvzpdKQ9FpcO5/PNf3XKyvL7qsmBpNJ5p/euF0xn3pL0AmxqJGXl/ZNyR3+cR1Cu1ZWVqx+JOlBnS2ffoo1pHhjdn69b537EcpabcQbdqh+30+ntqzZOF5dx2fZ4ifLDZ8/bNnPtrSp1c6sbSvN+1ct9kG5yNYKq6giOZsnum0+Ktr8UPE4N3PW+PiY0PcIdk98ure3ILxghqBTS1a8DdTNMRa14g+CL1y44EnI+AO7e++9V+666xPyyU9+Us6du98X5nryySfl2d/7aCQAABAASURBVGeflbRI1VW3BeogJoD+lJdkxfp62STbsn8tstLgxNx5sJLiMytNLqkdq95G2oYk+6fFSIqBsLe9rHkZq2azxJDoiyTLxueqy0b74Nx64R76im3SlfqR7WvvPEs7OmXVbDDptmq819dLnUnSGM10zbbpHPesrGO35rEjI2bGsWbSqcdW73P23GKOZK5kzmSe5vcozG/MrWm+m/TnHvMg8125XPIxUbDYE3MmZVB+atdqm16JF+e5rr0envfUwzOD344wl1MXz6eJiXF/dlUqZatnwObWXn9e0K7UH6ntvKfeTlFl7Ko9N3IuqjlRTcdUVUQQ2dULlIiRbbMr+o2xsmz2tF5a81Dn8db7FXs2JJtatTIROK3Z/s4qoQuyuT4rW+rTbj/ZfkvXFeszBF2Q3euzucapLfQPNrFiz6Iky834dqZDy56XN+jOuXTfSkO/NduuGSfECKDm5gpseRRbxG75PRT2xWcgbBD74/Pp6dNzHs/F9qftMxPP/TTP1+wZULbPikMWy+13m8Se8/Z5iTJVk03RN0nWGrquNvRda265VFWF+7i/2z5DUhZ6MQ4HBor2OXhIGGdpnNQt3jza/ByHXowTxgv76M9nHj6H8NmFcrrt85lq0kniFQSCQBAIAkeVQOgdBIJAEAgCQSAIBIEgcOsRIIPkn7c3+/d+7/fa38Z+EAgCQeCmECCJruru/Y0sjDJ5RBI1A3R6elpY0IWYMO9vsAhxF5L1kegW3y6JnImpbKcHic6IMW53zbWcw0f9kz/5k3ItixVdS33c85rXvMYXxCmVSrwNaSNw+vRp+e7v/u62I9vvEpP59//+31uMeXcJWztLU1X5mq/5GvnN3/xN//v7zvM38v2LX/xi+f3f/31hfO53vdjar//6rwuJave77K3KI6EuST2JB211zX4ev/POO+Xnf/7nPRa1n+VuVxaLcf3u7/7ugfTZdvUSxyPh/stf/vLtLjuwc8TmGDMk/t+PSrL27Fd516oTccyf/umfjsW4rhVg3BcEblECm/gw8HHg67hFiUSzg8CmBBgTjI3myU3GTvNc7BwrAt4YFtfay/eCz/iMz5Dbb7/d771Z/33ap32a/PVf/7WweMjN0mE39X7/93+//Mqv/IrnTtnN9ft1DX6dN73pTYI/Z7/K3KkcFlZC8CPtdO1O5/mOzCIgfKfb6dqDOE8bfuEXfkFYuKJYLMqpU6f8d/rb1cWCDLtdrGa7cm61cy94wQvkO77jO3bV7I985CPygz/4g/6b3l3dEBftKwHGAmOChff2teA9FoZ/7i/+4i+E7R5v3dXljP/v+q7vEuazXd1wABfBmAWy0GUvxauqL+L1L//lv9zLbft67atf/WpfjIuFrIhtsN2uAv4eibG93TUHeW67z7zYGH//d5D1b1V25os7Lr7Frdp5vcePs79ZVeWbv/mb5Ud+5EeuF9N1389Y/p//838Ki/5db2H8vSuL615vOXfffbfwd497KScbV+Hj3gu1o3PtJvM5Pg58HYe6Ebkbq13UFgSCQBAIAkEgCASBIBAEgkAQuPUIZMk1UnKRNeHHrAiJQpbbEkMtNxJEdW5JPNIu6fxKIxEP20xWvWwSteynoGuSFS9/436ql/YhImQ5QVJfq6qoqv9gkx/eERAmmQmJQsbGRmVy8qT/sHJ2dsYXnJqbOyUzM9OePGRsbMwT63BtqTQkBAn6+nqlp6cg3d1dXqZqKl/8tdZMWoIu7aKarkOHfL7L7u9uJNTrE5KnkVyF4CYOnImJCdNpyhPqoc9sIxEdjiUSatVqdRkaKnlSle7ubk/2Rrmq6lpc63+qKiRY6evrE5KpsIAUybsmJyedCbrM+aJls6bftLOD0cjICalWh6VUKnkCIu4nqQo/uKe8XE5FBGnxWV3N9q3HrLusakFoRz6f8zbRNsqhPPqMNsMpScWDz+VyuVFnv/VLj9+Xy+WsLOqTDa9cLmfXFawv+13farXqAVCYz85Oy8zMTLNd9XpdKpWK9w+J9NCH+1XV+3nVE1Ottz9VdYZcm+me+rcilJf1b8Z0enpKYAxDFgbKkqPl83kbYytC0iGEcZdt2Uc633MMYWwj6JfZoFGW3b/WvH1ra6ltlLW8yVxB/UmWTc+WLHfMJdyfdFn1ctFljYlplwpxKZLuW7V5IJtzlj1g2lkfOmXH2ucu9tNx7udetu2Slc12o1zLvEa7OyXjwfE1Y5wkY842A2MDI9vdZrtmcDKhzJQsjXYtmw0tGyMSubFNkji0jqX36Rx8Mv3W2nTbpvodT6019EO3xBDdVtxmqC8T9GjvO47znuMrngQMHbk39Q3l7lh5xwWq2jY+e2weKPoYHxkZFZJazdpzYHp62vcn7dnA/MZ8Wy6X/FoSFzK2mQfEXuhAu9rFDtuzQW0uyttc0+MJXpkDyuWK/2EScwBJ3KgrzTeTzYRxzEdDjWSczJ+qOTGVhRd1ZcL7dlFVu64l6JfL5a2tubbj7Xdsv5/Vk21XGknJlm0eWLG+WG6Mcfom2+/c0nccW7F7l/2+VbPHVZsDkN3ZdqeWZkp2/1rbHLBi9o1dtGQznViMa7mh84rpv2I6ZbLmdr7m5XbWt7v36d41U27Vnmur9lzI7DzVmXREL5ik7fIG+0/X0o4V44SsWjsRyrfZz8qnjt3plK5SVbOBvH3W6DE77PVnGTbGM2fa7HzOPu/wIyCSuc3654wZ++wz4Qk7a7WaPWMr9pwcsmds0T9v8Nmnq5GQNmfPUlUVXuiVBH1XneWqseAY50VUVFW4J2/Ptm77/NTT02NlFkyvPh9baYyUrM7h5rNyfHzCnseTgq7oiEza5xHGEMlE+czB5zKetZSrqsJLNW3ZDwkCQSAIBIEgEARuBQLRxiAQBIJAEAgCQSAIBIEgsDsC+JCIN5VKQ+6Dwk/Gogb4n/CP4X8iPjhpvuGJiXHzk434dVWLf5XLZYvL4Ssb8EQ/lINfCj/Xep9Zzn1haIR/LJNV8xsivF9139mq+f/wkyJcLeY/04Zfudt8Zz3uO8v8ZvjDTpwYsXjSuPvMZs2XnfSdFXSetljThMUWievRvj6LZXZ7/DBv5eaaOqWaDvZ/2ohQC666nMUIc7m8x0X7+4vmky9b7PWEtWXM/JEnG/6/GaFN9MfY2Ij70mE+ODjgHOCcN99iLpej2IYPEoYt4UTO6urq6jKfaMH7qVQqeVljFg+mbOIA8Dp1akZgxnFic+hFHd3mu6QeVaW4bUVVzf+aM+nytvVZbLVSKVnM8YT30YzFmqmDeumbkZERj6USB+Ra6kNX1Y0xR/zXq2YzYi/ajE5cz32Dg4NSLpetrJrZ6KgxnJAZi23CL9U34Ytk4ONN8YZes4G8MUusKJvFoVqyvI2/OvmsiTuhD0LfmrvaNNvbP+7jfmTF/PQtnzh1JMF/vv54K5bF8ZWGb58ykLWGf39vmlzf1WvW+EzQAVlptCfbJrapTejdkrSYUfae61esTZSRpBUP6NRSVX0cq6r1p7rNYbfEsbGtCZuzxsbGvO95n/U/85SqNuIOKx5TyTivmN4rjfrZPvfcZXn66afkiSee8AW5HnzwAbnnnnvlE5/4pMu5c+f8OAtyPfPMM74gF21Bd8NiNrZm89qqCdu1dXVy3XaCTu3SunalWc7KCvurVv6qHdtfoQ3Edlq2vmL1IGu2RVa9fVnfi79a87e/3ea/dj7U02rfsvdJet+yj3YWxJbS+XQtfYWg85qNgW2q3fWpNVMQQTfKRpYttpekpddyI9bW2rbG6ErDnlYaNrVmuq1ZueK/3dm1Kn4h8163PcP6+/s9tsU8jV0TX2VuZb7jdzPYfRYzKpfLHm/C5plbKYPC0AFWSda8HznOea7r6eF50deoZ9jn8PHxcZtbTwp1UNe0xdQ4duLECXuGVezaAX/OMDdTfqvNm9uEahq/PKOS5Hwcq+ZENZ2zjamlJrv5Rz2pLavNzxSrNi5WzJ6QZCutfmq9T/bU6jeuWWn0Xcv+15yTd99u1PE+Tves12fVdKJudEKoF+HY9pJ0WrXxh6ztUZ/1StNH7bJqz9fM1pfdzjNdNtcNZsiK2TaybOOALeUgWdnJ1umb9fXv9C6Xy7s9FYsD9nyv+GdP5nPsj1junP8+i9+wzbhN8rkCu683Fi/lcwXx0t7eXn82YNf5xmcmVWwKnTKGGc/VBlPOib3UbBG7zNnnmryX09PTbZ9HC/45jPL5/FEqle3zx3BTx8nJCdMpxXJn7HMP4wW9x+xzV3oOlTYdl1Zh/AsCQSAIBIEgEASCQBAIAtsQiFNBIAgEgSBwyAisW4Hrd37ndw6ZeqFOEAgCtyIBkrXulMyxnctXfMVXWBy+q/3Qod8nuR1J7soW/7iRypLMmiTCL33pS5vVEosmTtM8sMkOibD/7u/+bpMz13+ImD8JrL/kS77k+gvbpgRiU//pP/0n+Zmf+Rn3jW9z6S19ikWjPudzPmfXDLALFtEhnrLrm9ouVFVhEb6/+qu/EsZ+26kbtksy2Xe/+90ePzyoSonFkNiYhO0HVUdWLgll/8f/+B/+93vZsRuxfdWrXiW//du/7b/lSfUd3P+0kQXUWETu4GrZumRyUbAo17d927dtfdEBnFlcXPTEx/uR2LRdPdrDPExC6lwu137qhuwTd3znO98p/+pf/SuLaeoNqTMqCQJB4HgQ2MSHsc7HcTxaGa0IAvtCYN3Y2GTs7EslUcjhJMDiWiyytVvt+G5O3q/dXn9Q1/EZ9Vd/9VeFRXj5vdpB1XMt5bJgGN+Fs4XOr6WM670HX87/+T//58AWrcn04+8U3va2t/nCufxmMTt+vVt+s/tbv/VbvhjW9Za1l/sZCx/72Mfkq7/6q5vfPer1uuz03fKhhx6SP/uzP9tLVbfYtZs3V1XlG7/xG4Uxs/kV64/+3M/9nI/59Ufj3Y0igO/0R3/0R32hQcb+jao3q+df/+t/Le82/xzzW3bsILbMZd/+7d8uzG03sp3wZTFAGLN/LW3jvp/4iZ8Q/LfXcv+13gMneOHbxMdJOfyW/YUvfCG728pv/uZvCr/L3/aiAzjJ30ttN2/j/6YNB1D1rorkc85x8i3uqtHXcNFx9jerqnzrt36rMC8wtq8Bz3XfQjzmz//8z+WzP/uzr7ssCmBMfcu3fIv/jS/vr1X43PXII4/s+XbGVfi494ztSNywiQ9jnY/jsDbixkdaDiuJ0CsIBIHjRSBaEwSCQBAIAkEgCASBQ0WAJBrtCTZWhQQhCE5JhAQibPcmK81yKCvJaiMpyv5uSYhCMhPqYItkx9jnR7ktEelMDqOqHvDiB389PT1CkJcEeiQqmZwkQciUzM7OytzcKZfp6Sn/kezY2JgnE8Ghwg+4cfySyKRQ6JEuX5Qi5+VK40W9LT3WTI8kjdN+LTp0dXUJCUwoJ0ueRsKser0mo6MjMjFB4pIpDxCeOjXnus3MzHhyuImJcdPUOBRSAAAQAElEQVSpJqXSkP/AG6cZDn3KVdWsqmveUhY6lUolq6cuJBeanDwp1J/4oE/S5eTJST9P8iEY4SSHEfcXCgVP1JLL5SWXy3nbEx8xG0lcsr7LlFVVu1Y9yQuMaBvlsBgWfVayNpfLZU90BC+kbO9J/sI13d30S5ffn9UpHS+OF6z/0LNkbSSJIXaQEjjNGOtsobFRa39NSPBE+bQJfbhftZUcr90m6Xuq4xr07zFba08URf+OjY1a/44LTKenp4UAP31KkkQYUldvL8nxcsZpRRibmbSPT45l77P9bItOCHwR9MoE/XaS1E9rVj+SxjLlraxkyYg6t5slJ0rHuGdlZcXKSuXsRY+WnmuNsZRshzZR5vK6BEnLFmQhIViqd3mZ99vJZvMXx5Ke1HEQgt7ry10zNkkSG2m0lXm7RWCrvdRX6Z6sXObGFesrBA7Zln0SuLHdWmCwYjrBYb1eW+mw/fE1b09LtxXrJ2TZti1JeqW+y+x4o44r/sxJycBSuYnZ7lihp6r6/MBYLtgc1e/JPyvCvMtYnLF5dmZmysflyZMnZcyfATVhnikW+z0ZVrcn5My12rUKqyToY1XYfJfzepjnmZsGBwds3ip7UCDNN2lO5blDvePjE8IfKDEfMY8y3zCHqDKnI7LjS1WtXrU5NGeiVj/bvO3n/Lhcw4v2tPdduy2l/mHMtfoxHVv2eSvbZ7ticwCSymr13d5VWjPbXDM7WDVZadhQtl22ejfqsmJjIemwbPcs2z0rvl0xnZItrXpf7l2X9jvWvIy1tVXTD6GOJNS9XpKdrz+GXklWTN8V141yVq1cZPc23q6VqtpnFT5v9PjnBewQGxuz59DMzHTjM8asbZPwTEp2n55/PGOxx2KxKL29ffa5pcee6+kZq6ptVaX2r3rSvzVjsGZ6ZyJmf4i6LXZ15U2nbi8rjcE+T8Q2ODhon2tKzSRujEmejZP2GS3TdXZ2xp+dJOStVqt2/ZDfW7Bnej6ft3rUReIVBIJAEAgCQSAIBIEgEASCQBA4CAJRZhAIAkEgCBx5AviQ8L0SG0rxmjGPBU5bTPDUqcxHNuU+KBbrwkd14kTN4kTD5iMuCQseDAwUPTlMr8VxCuZjJi6VfMZd7v/K5dQ4Ibaxf2vmxEdW1/mRV9t8aHaR/VNVvx+/cHd3t/ui+30hkgHBP40/bGTkhMfk0qJSM+bXO2UxrRnBf0YbJiy2WKvVzW9Wcn8g5dBmYlaqLZ3kAF+0tV1EVFTV/dXEzIrmZ6c99Xrd2jJmrCcE3WctRjtj/vlJi0fiQ6/Vau5Tx28IB+6FDW0Re7XzzPapVzVn/sfkE011lTzWN2a+fnyf+OOnLTZHf8ONPiYOWDQfaOrPbtM1+Rplh5eqCvrg84Q1sYByuey+/qyPqI82jY+PS6qranY0tKF/0D1rR/tW7KWqrhMMsF/ipdQDI1hR/uzstNnCrMU2Ji0GOdGMbeDf7TVbzeezmEbLb711LCb5qjMfNv5qpKUX/mpEdvWibUnE7H7V/PMr7qen/BQbSvW19Ml86Nk2ned6ZGWdD33NfNFisnt9dqX0FhfRjuwU+6vmEyfOsGI+/eW2mGXWrqxN2Xa5EbtM5xMH7kVWbY5YsxjDms0ZWR2dW9U0nrBzbI75CD8+tsWchWATvK/Xa8L4wa5V1dkvu47Uu9yIp6z4cepcNt2ee+45efrpp+XChQu+8NYDDzwo9957r9x11yfkk5/8pLAg1/nzjwgLcj377LPC9dzH/dYLpi79gaxaP2eyYvvL1ufXIty7may63jDbLyG22l5W+/s17xfqXDNbs5aaua1ZP9k/a/Nu/3HvmutNf2eybH2S7KHFZ/37q5uy43703bse6/VN969Zu9ZcN8qk7GWzhxUba2yTPhvjgen4stlSpmOrrxgXqzY+KH99jbt7l8vlPI7EnIcd8xsKfo/Cc45nxazFi5hns7mV+ZBne7E44M/P7Hlhpm9tW7W2rZis+v6a96c05m+et8TQ+n1uzuphLPHbkWn7fDDrz6dpmZgYlxMn6v5sYuz19hZ8bqa8FZsDVn0Mr1kdZiCbNFNVRVW9XtqXJB0Tf7HvO7v+Dxtcs/+oGx0Q+mwryeai1HdZvy2bjWV9t9rGKWvL5u3ZTElTxdu/an2/ajywg2Wz8ZWGLS2bXaW6l81uqDfZVTqW9rkGWTGmCOWseZ/tXZ9OHddMQcpbdf1Sm6kLSTqgV4OL6crxzQS9kqxaezNBv84ad/eeZzRzNXZVqZTtc0u98Rlp0j/rnT49Z9tZe87P2GemafvsOiHM9dh9uVyxuX7I46V9fb0+brD/fCNummlA21uyav2Mvqumf+pfM82mfXIvZfC5A736+voE3fgcXC6X/HMx43HM4s2tz1ZTko3NaRs3Y/a5C/1KpaHm52bKVNVMpdgGgSAQBIJAEAgCQSAIBIEgEASCQBC4+QRCg90SeHv7hf/rf/0vuXTpUvuh2A8CQSAI3HAC+B9f9rKX7areaYsNv+hFL9rVtYftIpLc/emf/qmwwMpB60Yd73rXu4Rk1sRL2uuD9x133NF+aMM+/vRf+7Vf23B8vw6USiX55V/+ZTmoxWBI/PvBD35Q/s2/+Tce/9kvvY9jOfxegUWj+B3Hbtv3Iz/yI/Inf/Inu7180+vOnDkjjAdsgFj5phft80F+b9GZTHafq1hXHO0iYTvJhefm5tad2683LLr3jne8w+JNJ/eryD2Vw0JRJKYnyfmebtzDxSyC9Ud/9Ec3rY2ZqsTYsH3m1oPqz6wutiSmft/73id7WbCS+3Yr2Od3fMd3yAc+8IFdJ0vfbdnbXYfNdi4Uud31cS4IbEogDt6SBPBd4MPoaPzbO97H2yAQBBKBdWODscMYSqfi/+NOgO94LLK1m3biL9itP2Y35V3vNaoqn/d5nycf+chH5I1vfKP/7u56y7ye+/mbAfwqLPBx9uzZ6ylqX+7lt318v3zta1+7L+V1FvLFX/zFwmf1V7ziFf7bw87z1/ue7zbvec975EbYXL1ed7/TH//xH/vvINt15zfMd955Z/uhTffxW/G7+k1PxsEtCfA3Uj/4gz/ov63e8qLGidXVVfnO7/xO/3uGxqHY3GACqipf9mVfJvh2mANuRPX4banvp37qp/y30jeiTlUV5jbqvRHtpI34ptsXA7zWdvJ3cSyMhf/2WsvY7X38LQT+qPvuu895qa7/jfhLXvKSHZ8Pf/AHfyAf//jHd1vlztft8gr+NupDH/rQplfj937xi1+86bkbefC4+RYPit1x9jerqjAvMD8wTxwUw85y8QMThyEeQ1ym8/z1vL/tttvkZ3/2Z3f13N+qnosXL8pjjz221eltj9O28HFvi+jIncR3gQ+jQ/F1Po6Oc4fmbe7QaBKKBIEgEASCQBAIAkHgCBIIlYNAEAgCuyGgqv5jYBwCPT0FX1QBByqBn3K5LCQaI/jZ2g7bsb1KVQh0HIwMCwtIUHa2Zb9aHfY6K5WK0BYcmiQEoZ0kP8Nxq9py1qqqO2pzubwnIunr6/f7ysagWq1KlshuYmLCf3BJgJFEO2xJ5jM2NioksBoZGRESjBBUq9XqplutTaq2n4QyEXRuSc0CuZnUvRzKo2wS+6yv+6TpMeHJfUZHR/0++okfkdN/vb29Qlvz+bw7mVRV9uOVy+W8XMqnHhKrwLherwl6TEyMm06J0dTUSSHR24Qxm7DjtIFraFPGiPtqtdo6LvDI2LBF0jVcV7e2JiGpEeWMjIxKYjTuyWfa6+DeUiORS09Pj9s6bVDdnIeq+jWww16wG+5HJ/Smr2kH2wlrF1vq5hz6pPZkfYwNIi37pxyuqVvQNek+0tQdW2qVOWY2hy3VbbxVPaEirAcHBwR9ymaXcKfPN5Oq2X92PNtnyz384JsfP/T29jWSTu0tgSA21dXV7ffioE92MOQ6Un77XEGdVRs/VdMHSTpVrE3DwrWlUlnQhXLg3dXVZfy73GZlly/6M+mUN516PFEhZZbLJa+jUhn2+qgbHRD22/VM71vXrX9f9bmk6u042H3sI9WTdEmMhmwuGmgkIyrY/NRtjPI+X8kOLzNnvzazZziTEKlUKjmTqvXL8DBtSvXxHhkeTu/TttLgWBGYDgwMOuNCocfngjSf6q706VRXNWdldFm/FazMfrcF7Lxs9t3eP5lObKvWD+hVNd0R9stldCsL9/b3F708bAnbQGQPL1UV7sGmmDP6+9uTrNWF+YVxz9yGTNjcNjY25sdHRk74/JTmK7i2y7DbEefqNl/W180BYzZ3jfvcSXkTNrcg1FW19tKuvr5eY9UtiTfJMUnql5JgSccrS5jFYdXUN6psc422dVk5SWhnriMJLPdtJaraKCNvZXQ7axiluakkZes77Jb+Q/eq9RN91C5VaxPCNVxP+wYGBswG+rw87JU+kD2+crm83d/jY2WwsYAT5bf0oQ+GzfYrDWF/2PsFfaqma6VSFsYHOhWLA/aZqNe4d4lqTvb+UlG7D72wR+yJfkxz5qDXQ31wgE+1yWXY9NsoFfs8g26wgnmvPecpM2/PeVXq0j2pqKqSy+V8jkC/QqHg7KgDfXimYYPYO8+nqanJtmf6hNvsmH/2GbXn1Qn7zJKezXW3b57XSNWe7zVnnM1v2Zb2ss+YQOo2JhDqTdsTXi46IGM2ztCFscHYywS9EI4zBodtTivZcx/OMLpWe5Ij+AqVg0AQCAJBIAgEgSAQBIJAEAgCQSAIBIHjTyBaeHAE8vmc+RcL5qcuStn8nPiu8DcRE8IXxR9CIpOTk+Ynm7QY3UnBJzVhPmKuwYeFjFiccMR8xcSAMl8X/i4EPxjl4htrl85jvG8Jfraa+Z6TUCZlj46esPhSy7ecYpYTrtfkZNJtzPx3XI/PrGwxE+ID+MzwB+bMN4io6sFB3UPJ6IK/s9diV/hASx7HqLrfEb60b6LhO2eLr3DMfIYjxps2dvIdbsQ5Ms7wrJvvkmtHrH9SbHHM+xD/Z2I2bkxHrc4T7tNEB3yxPT3d7kdFR9Xd81LVpg8WP2WfxZ6J0aFT6sNR97NSPzJhtjQ6msUHs3hD1XXJ2pNtKSPZE3ZRN53r5k8dEZhQTpIJb9+EcYPXiLHinszXjE2UzJeKTkjZ7L5SKbt/umr+8qyuzIfdej9s11R8nHDfgMWN4FQo9Jo/vdvanBdVdZEdXjBFiH30ms8bGy1531NHS9AHaelQNR1a54kF0h70wTfc19cnBYtjUS7l76DGvpymnky6u7ssvlDwP+xDJ3SrmI8flrQjSWoD+612DVt/D1tcruwxBGIdRYtV0J6enoLFZbqMa062eqkm7nmLG/RYXJx+oQz6lnqwO2wEGR0dMbs5YT78qrPkfNKjsu59tRG7qJht0DcDjXhOd3e3q0ECvStXrgiL+SRhIZ1l4Q9bEWJWqjkbQ10W4+yxfum1WESfzbUDFtcbMjuqWHuTwCfpMOw67H6/atwOaHuWuwAAEABJREFUTpg/kIxFax89K9aGciOWm+wONl1decEeVNU5bfcf1zEvZ2MAm4E1zNsZVG1cItmxaqNveF8x+6pYH5VtHNPnLAKIDVD2dnVvdk5VRVVdf+5Ht4LHkFK/oVupVLZ+Kxv3YRPYD7f1WcWOpffoiH5l04vYG/aDXVIenChfNdUnu3ypqtlT3ucbyulrzK3UM2LzO/bNc4O5D+H5wXtsnvN1j0fVzPZrpie6I8PNfebJWq1u4wM50ZhbR2XC5ujJyQl7zk743D1mz1jKo40woV3tbRJ7ra6uCYszMQ4QO9T81/5eVb1NsMZ2GMOwyURVRSQT2falqqLKmMs3GaEbdkE/wGkzoR3VdTZWsT6umH2XzL6HbMwWPZbb05iL0FFVt9WFk6oquk6fHi8HWyjZMwidsF3mcepHt/Zt+z7nmCcYI9zfmhu7nZ+qUuWeRFUFzrDvsXmTxdR4jlAHulHfRh2Gm/aenas0xmDJnmGwLhb7fb7r7u7xuTufz4nqtemHTfS4br3eD9RRtfGfzenYJp8jJu0zKjHTSfscmNl9stMRt2M+A9Xts1CtVvPPlWxbwjhIkua4mo2RakNqfn3dx069bWycEMbV6OiojNlnMiTpMuGflfncjEyaXkmfcdcD3UvW99glY5hxk7fnlure+Ui8gsAxJxDNCwJBIAgEgSAQBIJAEAgCQSAIHAEC7zEdP2Hi//AVk1jS38R/QSAI7IpAXHQwBF75ylfuyif7WZ/1We7zPxgtDr5Ukg//5V/+pS9Eha91v2tkIa63vvWtQkK/l770pZsy7bUYL7x3qpuEZ5/61Kd2uuyaz9P+/U6UR/v/7//9v0Ky7P1OLHjNDT0CN5JM9Vu/9Vt3rSmfH17/+tfLk08+uet7NruQuBE28Oijjwpb3m923fUeI4ZEkt+HHnpo02Sy11v+Tvf/o3/0j3zRI3RAl52u3815yuEz3Fve8haPge3mnoO6ZmZmRkhyTqJ64kz7VQ9JSUmU/KM/+qMeq9yvcq+nHFUV5lYWsTqoBQI+53M+xxNhYy/FYvF61N3VvSws8Od//ufyh3/4hwe6MFfWLhZ7JIa8K+XioiAQBIJAGwGee3wGaTuEbwMfR9uh2A0C+0vgCJfG2GCMeBMYO4whfxP/3RIEWPBoN5+5Xv7yl8v8/PyhY8J3w6/7uq+T+++/X377t39bPvuzP/uG6sh3kf/9v/+3sLjHP/tn/8x/53hDFdimMr4j/Of//J/lXe96l8zNzW1z5e5P/b2/9/fkb/7mb+Q3fuM3hN8V7v7OvV9J+e94xzt8sSy+1+69hO3v4PeSfFe755575Cu+4iu27Dv8Yqrb//bx937v9+Sv/uqvtq8wzm5KgDHLoj6bnuw4yAJ8//E//kdp/312xyXx9gYQ4PfMzAHMBXx/P4gqX/CCF/jchd8WX8RB1LFTmVk7/9//+3/C3LfT9Xs9j18M/xht3E/fNH70//Af/oP7i3hG7VWvna7P5XLCYo/nzp0T/FFbzc/0IfGN7cp7/PHHBQbbXXMQ5973vvfJs88+u2nR2NupU6c2PXejD6oeP9/iQTCcmTne/mbmB+YJYnnEtA6CIWVmY5vPRQcZf3nVq14lfHbeau5Al+2Ev29Ex+2u2ekc4/x6fdw71cF5npHELMLHDY2DEXwX+DDaSse3gY+j7dDh3M0dTrVCqyAQBIJAEAgCQSAIBIEgEASCwPEhgLOD5B39/UUplUqeUINEGdPTU3L69JycObMgi4vIoiwttQQHDLK0tGDHF26iLJp+i1b/om2XGlv2kQVvAwk+SEZC+/r7+z3xSVdXt6hu/NppvkZpiXpQrLeXxCYDUqmUPdHI6OioJ9qZmZmWU6dmLbh4ymTOAsSnGzIvCwvIGdsiC7ZNArOMJ9uFhcXmuYWFM8Y7k3nbn/fyTp8+7eUTxJydnfHkJSQNGhkZ8cRAOJBoF05v+hNR3T5gJ/v0oi7sh0A0SZQqlYoxqgv6TU5OCfrCCGcy+s/Pn/Y2nTkz7+2jzUkyPmcELklSH7K/sJDOLzQYZdusHLbzFqCnjhlzhNLn6EBSmXK54gnPCoUe70+SuaC36s6MuLZQKPj95XLJeY96/58U2jY3d8ps7LS1ad7ac8Yk05Mt+iMLQhuQhbZ2YCPonfUvnKZt3DH+SHxTLpPYaMDrpn9hPDAw6Hynpiatrnk5exabRxbd9hmjycZaxxYXs/0lvwe7hQ2JdBgTBMrpQ5jsZBZcUzCO3MO96Im+6E07Fqx/FqyNtBVdlpayutEv7S8utmwefpOTJ4Xxmdkx5Xd1dQl17aSPas76tMsTuPX29gnJjQhsE7ias6B/pku7PtS/ZHNZ2i4Yt5sn6ICgT5IWI3Set/EyPT1t42nc+r0m5XLZ7GHA5rCC5HL5nfD4NfRtsdhv8/uQ2y9JF2dsjJw5c8bs56xJqpP60QVhPxP0gCO2io2SaIz+ov8pt9BIsKi683jqVDifz/uP2GnXyMiJtnn1lNnqGe8b9EGWzJYWG7ac7P6sjaslmz8Zd/M2DucE2ybpU7lckl6btzM7ylnATnXv+qmq2Ve+maysWCzac6Ai6Do5Odk2B8zZHHDadV5ojIGFxjiAX5JF05d5oV2S7vQzz1v4EhSlj5i7KvbM6evrFdWc4Ny9dOmSPPfcc75PAGBlZdUTGu70gwBVFRjAGyY8K7ALkojyPpfLi6rKTi9VdR7cw/1Fs6uKzfnrecw5h0Ub5/RZkkXvy6WlBduynwRGczaH0mbmkXq9ZnZa8kSM6Jhr9Jvq1rqpquvOtbSHOQB2zJE8d+bn2/VZtD5YNB2WGtu0j47YFDrP23OE+6Z93I35H5IUrd9JdCZ7fOVyKtwHK/pxYGDAyqvKqD1DKJ+2z9sYZywu2Zy0ZDa+5Fv0WhT0aX+/YLY1OztrnwFOug3y4zXa29fXZ/V0OQfVxGOPqvrlqrqufymX53q1Omw6jzQSDZ6UmZmp5mcf7BZJ7eA5OO9jEl2x+wUbBwj77ZJsYcHamMYD5xasfQg8kszbuJr3sU0dCH3DOIHDjM1j9DPjZdSY1ut1H5/ojO4Fe3Zjq3mbZ1RV4hUEgkAQCAL7RiAKCgJBIAgEgSAQBIJAEAgCQSAIHEsCqmq+4C4pmM+7aL5P/Ez4P4mD4H9KCwyclGmL48w04oPJX3XKY3j4rxB8kvPmZ8SnnuTMOp8ZvrCNsmh+y0XBJ5gk+c0WGv61BfOdJZ/ZGfO/zrsQk6G+OYuFzJmfFZ8ZvtaJiQkZGxttiykUpWBxHfxkiKq6L/FwdOKa/8EbPu61tVXfN/XMn63m8+z2+AGxo+HhqseRiG3RRnyEtB0GZ86cNh5nmowXjNlGvi2eieO8+R5Pe79R1qzHXk+635U+L5pPuGD+RfzUGbPr5aVKm/IWz+r2+MXgIP7iitU54j5fdECX06dPuW5nmnHUBbOLTDpt5Iy1m7adcQbcM28+Z7hgm9PTkx5fOnFixOJDw1IulwW7JubIwle8x6+KjxW7njX/87zZLjZ49uxZs8klk0UXjq33Vy+473bafOkTE+PeP5UKMayitxGfvapuaWuqav2cc8GPi0+3YvGGsbFx65dT1q4zzXanejNdsi16sb/kcS76fc7GAvZBe+qNeAPl5nJ5OeiXqjbbQkwAGxoeHjbf+qjNGdPOCrboueSxgJbu6f2iLHl8IPU1fYk94ANnPKeY7pCNiV7344u9VNX+3/qfqrpOefOR9/QUPIZKOYyjaZvH6G9sJem0aLwXXYesr1vbBT++1ND7ttvO+vvTp+e8bVn/Y0/YVU9Pj+uYy+W8/1XV3udsHipIipNU3F64j7l03mwWHdK4TTosOYtF1ynpgQ43T9ABadcLnZlP5m3MwHLC5l6eF8xZ2F2PMce2VVV2euXzXRb/LVoMadjm7zHBjimT/oELMSwEHZBMj7TFllLsHV3m7HnA/XWLmQwODvpzjfpVlc2uhf5D/x7rz76+fo/f1esnGrHcGR+ntD/pgw7IotkG/cR20cdm0rt9vpjw/q805gvmWepSVbeXXSvYdmHO4nHECOFOmys2l5w4ccLjWtgY8yH2Om+2xthasGdqkgWzsUwWG/vZ9ozPQ1yPcO+czTGUNW3zHuOoWq36nNpnsVzG2erqqly+fGVdLHd1dcWfbWtra02NVbW5nx2HAWXAA+Zsu7q6hWOco42qaoyat265o6re7ywsxXxPTB8ek5MnfS6i7dgV0m5D7fv064I9TxeM1dzcaRvrk5LNReVyye21YJ8t0G1LRRonVDfqU7c5mrkaO4dtsiX6YsntJtMFPZAln3+STXHtrD23uZ8xl/TptzkmzT1Uq6psdiW0gUWz+izeyhzFwmCjFndkHNH3SzYfJR0WZbHxWwWOIWfPLprNL9rx9Cyet/lgbm7Wn+vEz1nMa9Ce9yyQR59S166U2uYiVfXPSPQvz5pSacie8dXm54lps88Zi6HO2jN9zuaDzPbnzf7nTT/40a8L3r/oDfeW0C5sI0maW9K1aUwsmE1QBmwob97KpY45Gx9sGSM8v2atj9ADjhP2OWFkZETor0ql7M8jeGPrXY3fBcFGdff9tg2iOBUEgkAQCAJBIAjsnUDcEQSCQBAIAkEgCASB6yXwK+0F/Pf//t/b38Z+EAgCQeCmENhNMkdVlS/7si8z3/vR9k3ibyX5HYsQ/fAP/7DHh68Herlclte85jWekPNDH/qQfOEXfqHHK7Yrk6TbExYr2+4aEl+TVG67a/bjHInySD5IMulrSSiKv/rzP//z5T3veY8vREZCPOI1+6HbTS7jhlWvqkKi5Ntuu23XdbIA08///M/v+vrtLiRey1ggYStJKPcjIS52gZ2TvJ2xRvsYe9vpcZDnqBsdWBTsF37hFyyuuXBN1RHf4X7K2S65+DUVfh03MeZIVE/CepJvXmsf0m+MZxIjk0CT+eE61DqwW+lPFgh48MEHfe5BZ3S/1gopj0Xx7r33XmFRwRvdblWVf/gP/6HAnIUY0YVny7W2J7uP+DCL992sdmV6xDYIBIHjQWAT38U638bxaGW0IgjsK4F1Y2STMbSvlUVhh4vA/Py88H1oJ63wH/BbsJ2uu1nn+f3eP/2n/1Te+c53Cjl73v72t7tfqFKp7LtKL37xi4XvuHx/fO973ytf8AVfsKNvZR+V2FNRqiovfelL5cMf/rC85S1vEb4n7qkAuxi2r371q92X9Kd/+qfy/Oc//4b52/j+yPdZvtfy/XZh4dq+H1sz/B9twV+IX4jvaHxX4zuWn9ziP/xPL3nJS7Y4mw6TK4rFvcgRlY7E/7sloKrybd/2bbK4uLirW376p39aWABtVxfHRQdGQFV9LsAvwfd4vs/zvf56KsS38G//7b+Vj370o/KXf/mXPncxB1xPmdd7r6rKp3/6pwv+aNq5Hz6Qz/3cz3X/EH4x/GMH1Ub8Rfhu8Jtdry8Kjjz7fvEXf1EuXkifBdAAABAASURBVLwoP/MzPyNjY2Mc3lL4TfmXfumXbnk+O/FLv/RLct9992VvD3zLPM1nha0q+ozP+AzPa7bV+ZtxnOcUzyueWzy/rrc/KQ9bxqYZw9jKzWjXftbJOGI8Ma6Oo7+Z9vFZnJgeCzwR42PO3A+Gex3b+1Hn533e5/nnSj5fXkt5cLiW+9rvUQ0fdzuPo7q/ie9inW/jMLcrd5iVC90OE4HQJQgEgSAQBIJAEAgCQSAIBIFrJZDL5aWnpyDFYr+QrINETGNjo0JiDBJmLCyQWCMl4CD5xlIj2cnS0qKwoAJBi5stmR7o1NIlJQ8hUdHk5KSwQEepVBKSzhQKBSGYS+Ia2eKlqh7kYzGN3t5eTxBVqZSlXq+b03fUkw2RzIRkInONRCbURUCZ5CMkIWmxayUNyxKXrN8mvul6eM8LZVDWfCOBCX1BPSlpyaT/QH5k5IRUq8PebzgzCe7l83lPrqWqW7Rsfw/ncjkhQQ1cBwcH3WkM6zFzjJMkDH1n25K90A7aNG+Bd9qbcVpc7GSUmCz6YnDr97P7YJQJ5c0bq7m5OZmdnfYkNyRCQhf6bbMEYLKLF+3r6emx8VE0ziVPEjM6Ourl0zbqy9qELui2YEFaBN2zLfuZLPiYOmN9fMaT6iW9TwnJabAp9K7Xa15fsThgdfe73WKHg4MDrsPk5Em//+zZJTnriX6WbDwuCvbPOEiSjrXvwxu9x8bGvRx+ZE7f9dgckMvldySSs/7m2mKxKOUyPOpmi2Nt88WC6bAgqc7FxhY9kOz9gl8DB/ixeFbdxlWpNGTt7JNsfKpuZsPrVczl1MZy3uawHk9CN2g2SNCFMik7Yw4XpKXXguvGsZspzF0tnZaMy6LJggt8sK2ZmWlnDKNyuWxzUdEZ5fM52enFNYVCj3Htl6Eh+qtmZY3bGJnxH9sv+Xy+ZCyWrM5F2y40ZMnsasn2F+34gl17xmRe5myuO3lyom0+LQrJntJ8urM+nfoyv2J/tItEYPwBzvT0tNdD++mbJX/WLLouaR+9ltbpx9iDFfeOjIwI5TFe8jYfIrnc3nVDV1X1H7cwtxbsuYHdM59QB2OQuY1xS93zNqehB2Ms6b7g7Fo2yPvFtmNnfAxzz7zNXZRBecybzAEjNr9TF3N7zuycH1nw457Lly83F+Qiidvq6uYJ3MReJHFTVX+Wqaq1JWfjpcvm7G4fMz02t9F3+XzOrpEdX6rqzxd4cG973zHm0J920Cb66mzH/MQx5KzNWWftHGzgl7W53pj3KLerq9vryuVystOLaxB0Ghoa8uf0pD33SXjGcxl9ki1hO4tttpT20WVp6az1zZL1ybzPxVNT0/asH/Pkh/R7V1fXTmpsOK+qxrzLWHfbOOmVQZu/eWaPNT5jzdnz6vTpeRtbC6bTUsOm1+uY9F7089jWqVMz9vnjpLDwXEriNuhlo5+qWj+qXOtLVZ05ZdHH2N7g4JAxqHoSN37gAFfGGX2N/gj2m2Te+CW7XvDnYPtzfdH4Igu23Sjp+oXG/ZQzb8/HeTl9+rRtT9t2zucF+hSbmfUkbjzrJ4V5Y9Sey3V7jlQqFeM86HMe9kA78jYPqF47F4lXEAgCQSAIBIEgEASCwE0iENUGgSAQBIJAEAgCQeDGEsDHiG8Mn3d/f9H8TEMe88LvhP8p+ccmZGpqSoizzFrs69Sp2Ybf6pRt58yPhS/rtPu08Jnhm1xYmDe/17z5Ac+YLAh+0ST4yzolO8/xbD/dhw8NHyEyb/5oBP8ZPtk5892jD7rhwx91f1lNyuWSxZiK5qPscd8wbURuLNmNtakmfx3rk+DHXl1dldWmr1vNz5lzfVs+ymH3UU5MjBv/SYtxzDrrefOtzxsLOCOJ64KkbTvDdGzB4nMtfqetjFNe1sxM8ruOWHyhUikbswGPw+ynf1FVvU34LXsbcee0YNOItwkd8H3Omd943tpFe9A3Cfp3tid7f8bsK5N5sz3ktNnjKSt3ymNCxF+q1aqUy2Wz60H3n+L35j32TUwC28Ge541n8ksvbfBZp+OL7q9Grzmzu5mZKfNZT1j/nPDxQjwWbtgZokp/qmz24jz+WwQmFfPvogscFszHnPUjcYUk6/3nHEv+/SXr8zMN3z5tHmvGQHt7+8xPn9+s+n09pqpeD22nj/v7+53HqI3FaYt7MU7nrV8XzAaT3meNLyzXC4wR7JT+wCc/ZjF3Yp/EP7L2qG7OVNpequo+f/gWLFY4aDFU7IC5LOtv9EIn6kQvmK/ftuu3ZDojxFMWzcZOy4zFMCcmJjxuSP9hV9TFXEr/ImIvtsytabGbitsL92H3zGOL/juBRUEPZMnjl4tma0hm/4vN81xzIyXFcxdMnyVnsGSxy8XFBZvTz9j4m3fbY+5lPNFPLL6TcVDdua+Il8KOuA/9PT09ZWXO2ng+bW1esHoXt5Clpj7047yNX/qUxfj4jcSgxaW6LN6murMO1k3Nf6rq9txlsTFsmvYwX1Am8UD6nfFPffQD4/Csxf6WGv3GsSVjtGTvzzbigVzPfRM2j1MO5RWL/Raz7JFcLue2qqo2/6vs9YV9pXHX53McHJn3Jsw2qZO6WVQKfRFYLfgcc8b5oi/92douWN8uWN+ese0Z2857X8CWsugf+onxNGjjqlDodV6r9iy7cuWyXLr0nC/MdfXqVVlZWfUFubI2qa5vH89AztGGjDe/vYE77xm/iGpOVNffy32bSVZWwWPb/f6bE5hPTp60cXvK2rTgktq72LCtJdsii8ZkyWTBhbmIdjNn0GbmIn7TQd/BnLo206H9GNfQlkwfxghjhf6ZtXgfcwD10CdLDbtZMttZ8v1F0yuTJdtfMt3PyIw9tyfMlpI+2WedglCX6u44ZTpyT1rQrbdpP8Rh6ed5m7fhxByQti1dsO0l13PJWS3Y/M6zm2cYrNNnioqXyeeZ3fLK9Npqi77d3V1SMLujH4aGSoItojPz0LQ9c+DKM4S+gy/tmLf5Af3QM5NFn3sze6DPF70ttHXR5rhOye6jvygLoVzqoC7GBzJrn5GTTAvz0YSNRfTjt4iMfcYNz0mYYN8I7dqqzXE8CASBIBAEgkAQCAJBIAgEgeNCINoRBILAMSbwi+1tI9HXdonK2q+N/SAQBI43AeJC7373u91Pjj98KyFZ7n6TwH9M0rmt6uQ4fn2SW+533S960YvkmWee2bHdJIHez7qHhoaEhblY+IqEzywc9NrXvlbuuOMO/9uozerC9895rmOxLO5lEaOf/dmftRjU2V3HJvAJnzt3bsc2f+d3fudmauz7MfzOJJMm6TUJmUkE+qpXvcr/9qjTH03MgqSp3/7t3+6JTum73/md35G///f/vsd/9l25TQrc7Vi55557tuzLTYq9qYeI1X3wgx/c0SYYi5m87nWv21ede3t7fUE5EuLyN5noQzLYr/7qr7Z404L/7eFmFWITCxZL5Dqu577nnntO3vGOdwjjtru7e7PbbsoxYlDo+ZGPfESycf+N3/iN3r5isbhOJ2yfmA2JORnjLJT08Y9/XLifctZd3HhDe7P+2WzLeGHOa1y+7xvGMonr6UP+ppbPmN/yLd/i8xq/T+iskL5jPH/3d3+3LwaFfoxnjqluHUNkLmR8bdZGjlHOQbYzawftZe5BZ2wO28MGSRZLDLKzT7mPY5zjGvr1rrvukqeeekp+7Md+TCYnJ7nkJkiqUlWFuC66PPHEE26jv/u7vyvMty972ctcv83GE8fQnWu4lnuwb55RP/ADP+D3pRri/yAQBILAtRHgeYLvouPudb6NjnPxNggEAZF1Y4QxxFg6zGB2+ozH5zwEvwXfyQ5zW46Cbvze7LM+67OOgqquI98X8Qn9yq/8iuAH4TP0Bz7wAXnzm9/sC0zzvYnPpHyH4ruU39TxX/a5le8bLJjMYlYf+9jHPA/QX/zFX8jXf/3X++/6Om47tG9pz5d/+ZcL3xP5vsj3Cz6TM5Y6leYY5/juxfcWvjOR7J4FO1S3/u7VWc5+vud7Ld9v+X5MfzJH8X2C/tmqH/kOyfd/FjF505veJHyf4rsndsF3M76j7UbHUqkkLGjDnLKdsEgbv6XdTZnMS+/ehV+V7+27Ke96ruH7MH28Xdv4To1dXE89293Lb9dZNG47HbJzKysr8jmf8znbFefntmKMHfkFR/w//LAZk6221++X3x0k5lO+z/O9nu/3fM/fzfjczG/9kz/5k8JvmFVvzlyzXYtpJz4Qniu0FX87fnfawXzTeS/PF+anbD5lcSzmoLe//e03zDetqr6gWLsv6od/+Ifdp0p78Dt16s0xzvGs5NpMb559X/mVXymc77xnq/ff+73fu6P/mOcS9W1VRvvxrcZ15xjYbu58+OGH5X3ve197sev2P/uzP3vd+8P0hucWz6/2/jxMvsX96J/r5Q2j4+xvVlWP7fE5rtMfy5hlLG3mV4crxzM/8/WObcq7XuHZz+fLCxcuCPPpP//n/1zQj8+s7WXznnbRPvTmsylzS/s117OvejR93Hwu4/NZ5/zX/p7Pd3zOux4+h/levg/gu+jQcZ1vo+PcoXqbO1TahDJBIAgEgSAQBIJAEAgCQSAIBIFjSCCfz0mh0GMOzX5PxlKt1oRkV9PTU0LijIWFM/4jTIKgi4tLsrREEo7Ftu2C7d9cWVxM+qBbkgXhGAlCSPwxOXlS+CEvgSwSexQKBenu7tryh+Gq6udU1X88TYKowcEBT5xVr9eEZCGUOTMzbY6aWU9cQz3z83PmuD9tMm9yxqXFr6UTemX6pf2U5GRhgW26jwDAmTOnG8l9Tlsdc1bXKU8MNzk5aX00bm0a8SAsP5qnXd3d3a5vLpdr6i8H/KKulKCmleCoXj9h+o0Ji6zMzMyY3sgps6c5bw9JWc6cmTc+82ZbyBnbnrE+Q+DUkpTcJr3P+Cy4TZ6x+5H5ZpmUSz/MWJ3UPTY27j+OLpdJnlf0hIP5fL6ZiEdVd6RD+7AXHP7YD0li6H+cdrOzM94vjBPqps8y3bJ+3byfz3h7uR4O3I/eJMVh3DH++OMP6sOZTN30L0HggYFBbxM2QJ1LjSQ/S23jkv1MFhtjNr1fMmbzAh+SrWV1FIv9Pgfk87ld8mC+KNp8UfaEdnCenp52Fqn9qb+W2nRbMv2WGu8XbbwuNGydhDywJAkU7aWd8CaQrLpz/6hqI4Fhty9KMzSU+JBsCKYLZitZXyy5DmmuQAds62ZL0mPRbH9RMv04luk8P39aYDsxMW79XrM5KNkyjHI2znfqMK4hkRFcS6Uh66+qUNbMzKzZwhl3omf1woK6W++TTugCR2wVxzT9Va/XpVwmuRW2w3za7XPOTvp0ns/beMSuKQsbmJiYsPZOmS2d8jHSqUt6z3NoyXRP2wWzJXSjv6ftucX4ZMz39va6bVCHql6TfqrqcypzK8wZKwQQRkZOCGOQOYBxix3TV+ixYDaXZMH6tV0WrY/T+wXTOckZm7+kmsSgAAAQAElEQVTO2Nw4b3La5spZIaEZ45NnVrlcEfioqrAQ17PPXpLnnrssV65cleXlFU/ixh+B4ewWe6mq/Z/+Zcd4p6o+7+VyeWdCe3p6CvYc7LH33XYuvys+quo8GJ/w6O8vuk2OjIwYj5MCj7m5ObctbKmViGzRWCTJ+pBzC8Zqbu6UtxlHPnMSttDX12+6dZleOddLVWWrl6r6NTkbDz09PcIcgC3RP9grdsFcix2nult6oONSY17iBz68n5+ft3445XY4Pj5uz9hh+3xUNE5dW6mw5XFVtfvy/uzBHpm/q9Vhoa3YKvrN2xiHw5LNTzBZauiDLkt2LMmS2fuij4nZ2VljPeHJKimL9vb19Xq/qKqzUE1b2eNLVb0c+heWfX19zpN66GPG56R9npq2+T6ze/gi88btjH1mOWPPdhIM06aFhp3DPhPaQ9uy92l7xtu2YPaw4PeccRuiLMrlGTk3d9rmhTmTU9Y/sy7ogT4TNj+OjY3aHFk3e6w0E9tho9h63uYZVZV4BYEgEASCQBAIAkEgCASBIBAEgkAQ2JRAHAwCQSAINAioqvkluy1eUjCfYL/7xvAH1xtxQfxQ+Mfx4c5YHGrWYkT4yfDzzZlfFD8ZMm8+vyTz5udCzpj/a6EhaT/5xRbMb5rJou+v95+lY5nPbMH9Z/PmU0ZO2/a0+ZWTz4z60WfafOQT5mfP/GXlctnaUvQ24SdDVNX9iI1m3/CNqrbVubbuD2g4oaruG+62OO56HyWxx3H3J8Md1vgO5903CdczxvuMcT7jLBPjxJD9BfM94ivGf4nvkXvhRlmzs9Pmd510vyt9zqJS++1fVFX3vybfa68MDAwIi8bge520uC/9hy60a95sCF0R9Eb/9ZLaxbkzZ7CtM9Z27ALBLk67DxVbJd4wYjGNatuCXMQ6isWiYB91i/dwDdfOzp5yu8KHi898yf3V1LVo8Y1Mlhr+6gXz186ZL33a4k4TFrM+4f5ZymUxmZ1sTVXdDrkOnzR9DXt0mbO4wYLb+8K6epcaPvNFi30iSw392C5Y/3If8WHKoF2lUsljLNQhB/xSVbdb2oLtpPhJRUZHR2VmZtpYnfY+Qk90b48HoP+StW3R4qfE6hBsdNbjASctpjBq8b2azUlD1p5ejzvIDi/VxJfYCe3vsZjQ4OCglVP1GP60+fkpH1tDp1b9i5L0YJv48x45e3bR+p6FxNKCXNgq5UyYj56YVqVSdrvusVgN9SKqSQ90gMtg4/cWxHG4j/szHZKNLzb7nDpbeqHLzZNMF/TJBH3PnDljY2bexxvtIc6V4jZ9Pu9iD3DYobusT7tsru63OWG40T9TXiZsqGfJbX2pgw3vl6xP0nbBxgzXz9nziPFMnwxanzOX7lR/53lVbdoz/cn4ZDzxGxBi8DP2DKQe7HTJbPfs2aQD+y1WSTfmEo4x5077M2q8MV+Urc1Fi6F1+9yoqj4nyDW8YNzd3W3jo89jRJVKxeugT6bN1nlOY6/woc8QeC3YvIHAGB3TdsGeI8gZ256xcYvM2/P2tMkp6xdiiNONcVm1+oas3hSnI2ZLPPe5556zWO4Vi+UuC8eI2WayVfNoA/YCb4T2dNtzMJ/v8r7gvKra7Yhttvmnqs3PM/39/ULfYQ+TFuODw2JjESb6Kwn9t9iwr7S/uNhiwD3YFJ8teJZQHnM9Y5qxvY0qfkp1oz51+2xF/2TzELZEneiT7Cnpk/ol7Wfn6D9sMM31NW9fpg+cvNI9/Kea9MPOB22OSotljvrnDWyGORk9qB9ZtGcQ2yRLPmei+4KNQdoxZ88wPi/y7MUWBwYGzUb6vE9Ud+6/nVRXTfryGzbaXSoNWTy7as+bFK+fmZkS+GD36EL/Mf5oC+zQke3COvtf8HZkbaU9tI9tkjM2HrAJhP15GxvzPv9lZVPPnM0/1IvM2udk9MB26OuRkRF7BvF7l4qNm8QEW8fusSNVveY5YCdm687HmyAQBIJAEAgCQSAIBIEgEASCQBAIAkHgIAh81Ar9XybNfz/xEz/R3L/hO1FhEAgCQSAIuN+YpJIkW/zrv/5reeCBB9bF5bO4Bcc5z3Vf+qVfanGq8WPnq8U/TSLQX//1XxcWDSMpb9Z+tufPn/ekyT/yIz/iiU57e3vDgo4hgW6LJd52221CElySDZOgm77HBjqF45znOq7nPu4/7FiI4zHu/8t/+S+C/k8//fS6cY/tMwbe+ta3ymte8xqPJ6nqYW9WUz/GJglvf/zHf1yYt0huvFnfkQT9+77v++QlL3mJ/615s4AjtoPNYXvY4K/+6q/KJz7xCensU9rPMc5xDf1KvI7Y22FsLjb6eZ/3ecJ8+3u/93ty7733elyddrTLlStX/BzXcC33cO9hbFPoFASCwE0mcI3Vb+KzwKeBb+MaS4zbgsAtQYAxwlhpNnaTsdQ8FzvHiwCf21gYaLtWsZgIv1Hc7prDfG5gYECe97znyb/4F/9Cfuqnfkr43kS7+Q7Fd6n2z6vZfva5le8g3MNiVvPz8/47wcPc1p10U1X/vsj3Cz6T4zvK2pxtOcY5vnvxvYXvLzuVeyPP0598f+T7BP2zVT9m3//f+MY3ytd8zdfIYf4+dSP5RV1B4CAJ8P2e7/m7GZ/4f46i31pV3c+Ovx39aQfzTTaHZlueL8xP2Xx6s31ZzOXM6d/xHd/RfA7id8r0zbYc4xnJs5Jrb7be+22vExMTcvfdd6/zq2ZtZ/vKV75yv6s8kPKy/jw2vsUDoHQr+Jvb51zGLGN3M786ts3xzM98mMZ2qVQS5tNf+qVfch85n8HRNxPe0y7ah97MY9j/AZiMF9nOlPmbutEh0yfbcoxzXMMzj2cf93oh8d8NIbCJzwKfBr6NG1L/9VaSu94C4v4gEASCQBAIAkEgCASBIHAUCYTOQeBGElBV6erq9h8Ytifs4AfHExPjnoCM5FUkypienpIk043tlHD8ZkvSaapNp6QfepEUiOBtSnZStHYW1iX22Y61ofEEN11dXXZPj93bKyStGRwc9MQulImjo16ve1Kf0dFRGRsbM8f4mMCORCuTk5POkG3GMW0nm+w4Nzl50q47KdwzYc5ZEsiMjY3L6OiYJ4AjMRVJnEgAQ4I0kjmREI7EMCS7wRHEjyVV1X/8rqrbNW3fzqmqUC/1o0dvb68Ui/2eRAWHFsnkEqOaM8KuxsZGG4wmvL20GZnsYDU9PdlglBhOTZ10RpPGCkYTZp9wYgErymQhHvqa+iqVsvXRkCf+ghHJXNCTJDyq6oxkFy9VbbaPtmX9Tx9QD/1CvdSPLthb1hbsjzZMTk6Z3sikteekt3nC+njC9R8T7qec1L8VGRoqGUNstVcKhR63PfQvFApmf31C3SMjJ6zMkzIzM+0yPT1t9j9t5U+tk2kfs9N+jv1JY0x9LCxG/xSLRbfrLpsDVFV2esGPvu7r6zW2RdOl5H+ogT60nfJpN0J9mX5pO2V6TDX0S306YRxoe7lc9jbTRsqnr1R31kdVfYxyD/fSP+VyyWytbjY23qhryuuddkbZ/lTzHLreLJn2/pky/aZNWttMH2wp669yuWzMB5oJm+gL2eGlqv6jjV4fl0UbE/RXzeapUW//tDGhb9gmaenA+0yPqanUX4y1ep1ESWXvL8rFNnfbX53q0gaSRfGjhkqlIpQ9MjLi82e7LWV6oNO0MWvpPGXtmGyOqVGbg5kjmRszvahDdWdbynTDsU1yNIKXKyvLgiwvL8vy8lVPmkZ5hQL2P+A8qa9uzwD6aczm/wkb12ksnLQxOun6Jf0n/T3tmrQ5jL6dMPuHKfcyd2XjEv2xZ+qi/kuXLsnFixflyScv+I/nn3vukly9etV0W7Eg3qqJNOc01fVtVVUfI5TVZc+ybKz09fW5LcGJ46o52c0rK4d7Wn1XtjF3wuwqPfto37TZVkumGvadbaft/bSxmfK+HrH5jLaXy5ldFexzSZeo6jrp1E91/Xl0SnNA2Z6bdZ8DJiZOGveTXte02c606zXVeD/teqRjaf/kyUm/jz5hjh8aGvI5knZ31r/Te1VtPj/g3N/fZ/P7kCdUHGnYebKVSdNjymRakm2zP9Wm45Sfm7T5G3vB3rA7dKO92Mq1jkHpeKmq0FbKgydlYyvYJJ87SqWy6V/xeR89sFvG3Zg/18e9P2nTyZMnG9wnbTvpbUnjYMr2W+/T8zFdM+njYsLKQMa9HyiX8kdHT7iN1Wp1wVZof6VSlnK57EyZQ4r22QNd0Rk7pw20RVUlXkHgsBMI/YJAEAgCQSAIBIEgEASCQBAIAkEgCASBm09AVd03hl8M/xJ+pj6LheCDw/+EP464SrlcavrIqtWa+7XxlY2Yn3PE/H74s8bMV4wvb3wcX9eE+bAnZHJywnxlJ00mzUc2ZZK20+63TPvJh5btZ36ztMXvhk95wnzQ4+PjQj3Uh4+uVqu5zw5/Wak05DE69O612AC+yXZfmerh8ZetrYm/8MuLsDiXv/X/VHMW3+iS1A99FpMYMF9gyRd9or20e3R0xPyIyS+d+SQnzY+KENdIMuXMJ9v8j/AbGxsxnyP+xpr157DAjX7uM985/Y8dtHOT63ypquCvpEzKLlj8r6+v3/sq2dSw2xJ9iv3Qz/Q5MtlsE3aDYCPJLia9XSfdr4rNjZmvdsRssW6xHGK0tKtosUDahT0ULNZI+9ji9y2Xy+ZzrZlPfcRZwjHZ5LT7pafdpz4t2Gban/LjsEVH+qBuMRLqGhwccH96d3fy79Ne1a3tTbXFBDsdtPg7/l/6Z9LaTJ0I9c7MpHrZn/Yx03o/Y7FS9OG+ERuD+PZLpZLZTNHsp8f89LuLf8h1vmhv1r/ET/Cpows6wQq26Jn0nxb0nna+WVvYTjnrSetX+hM7p4xWewpuR7tRVVVFNUlXV95YFJwJZeFjp+wxm6uSXlMy3eSa7U93HON9S+9J66MJi3ONmc1hAxWL8zGGsDP6EzuHidiLLceww0Gzk3K54nbHPIaNwyX1NXVTT/t2yplw/mZJYrNer6TzSZtfTsqYcaxZ/IKxzHhjfHV3d5vt5b0PDMG2/3K5vI2dFEOiv7EZysz6JtnKlPXHtLNI+kxJOj5tx6f8+KTZzYQ9I0ZsDiiXy8JzIJ/Pb1v3ZidV1e2Me+lH2sN8UamUbZ6qC/3GeMv0m3Y7nnY9ptfZEcemTbdJm6PGbZ4Z9X5Ht4GBQWtzbzMemMvldsVK7MUzI4vlEi+9enXZY6arqzxU1pw7Y3BgYKDxzKj6fM98xbiC0YTZLrxaNjXperb3K7Y5YTzpC+5lQTLmKPoZtrBZXV2Ry5evCItwPfPMsxbPfdpjucR20QtdVdW0lg3t4xyiqs4bm+m153afffaAOWOmu7vLGeXzObtGrQzZ8aWqzoD7Ka/VdyesHybMZmnrlLV3yvqMMZ1sCXtCsj6EzaSP83Hru5HG54ySzyOUS/tVVXZ6qeo6fRgj5TK2VLOxM2qfAJNA5wAAEABJREFUkU42dJp0faab9jRt76cawn4SdBqzeYe+YD6jPPSBVc7sSPb44h7aAvO+xnOZOZI+b9l4pke2TbpkvDJW6IaNMb9WKsP+jCc+TNnUQV17VG/D5apqtpBzu+i2eYayqQN757NquVy2zzUVG2tVH68j9lxMY3bM+h+ZMOZJ0BdJdj/pNpH2p2w/ez/l/TNp8wuSxsWElTXunxvoC1iN2LzD737q9vmDvoFhxZ4L9NGgPd/Rj3FDXxXsMxC6521+gomqmm2rxCsIBIEgcJwIRFuCQBAIAkEgCASBIBAEgsAtSOBn2tv89re/Xd72tre1H4r9IBAEgsCxIxANCgJBIAgEgSAQBIJAEAgCQeBoEcBXgc+iQ+t1Po2Oc/E2CASBFoF1Y4WxxJhqnT6+e7d6y/7sz/5MHnrooS0x8Lu4L//yL4/ff21JKE4EgSBwVAjwW/BHH310g7r8lnjDwTgQBIJAEAgCQSAIBIEgcCgJ4KvAZ9Gh3DqfRse55tvDspM7LIqEHkEgCASBIBAEgkAQCAJBIAgEgeNKQFWlqysv3d09QmKaYpHkXwOSEnWQpKMmJM1oSb3tPfuHR0h0VK+jT01qtZrrOTxcFZJ8FItFKRR6rZ3d1t4uyeXy1xTUVVW/L5fLeTkkCikUCr6wCXWQTGRoqCTwq1TKnuxkeHhYqtVh06nakKQbOpKMpFqt2vmqXTvsSYHK5bLrTKKuLDEJuvf09Hid+XzO9M+5HnJ9r32/WzXxUU3bnHPqlvWMSJo35G2krSRpqxqfJC1GGZ9sWzVOsKxUKsap7IzpW5iTSKiVwKXg/Zw/gAQuquoJg/hhAP1BwhjqRYdyuWR6VawfK9af9HnV+rtmwrZqx6p2Dhm268qmf0kGB4caSYv6fOGtrq5uLx9uIiq82KctXV1dzpG2lkplLzcltal7Eql6vWY2j/13CseRut8DP/RFb8Y8Y585QDXVR51biaqafl3Gt8fmi15P5IWdls1m6ZukQ6qr3hiLaVtv6Ma5ltD3Q0OJATbCeKKdtFd1Z33EXp18+vuLQplVsynGV7KfVGetlulxmLZJt8SJ/br1U82FNsA22Um/M+/p6bZ5IC+qO/NRVeuvvNsWfBObQbO/ipdPMiiSh9XddmptfVRv7LOt+bXVxvgbsvmNcrD9rL/oA9Wd9ZGOF/dRBmVh10NmCxWfN4etzmqbDuiB1Jq2ju0jNZvr0a1q/V02O6QcysOOKF9Vd8UK1Uh6trKy4otdkTzt0qXn5JlnnpGnnnpKnnzySRfesyDWlStXheuxVdgy/6M/c1LF5ijGQ9WYZZJssWrzwLDNAxXrg7JwLWORe0mu1t3dY7qKsAAYwfqnn35aLlx4Uh577DF56KGH5eGHH5EnnnjCdbp69YovEJYll0N/VWXjgm4Ib1TV7aC7u8vnkJSUq+hzT6q3y54prXtli5eqmn5q1+bMBrvcrvr6+nyhuFJpyNpUsfbRxqr1Xauv6s25oGbH6ya1Zj/CqWz9Bof+/n638e7ubq9DVWW3L1X1NmZ9USqVnHPV7AIbqbuN173uzn3GAVI3PavWZ/QfOjG30b4ee/ZiS7LHl6p6O7AR2kQ5lDfoySbLpt+w86o3dMOe2c+2ddOn3jhXt33agW60LdlMn/dnZutiL9XdM7PL9/RPVY1xrtH33V43toQug4ODZs9D9lwrm1SsbRVrG+0b9rEM12wM1K1NtCVJspeq9RO2QPvKZg+0kfFEuYzpfpvX+xoJCGGZz3cJXFXVbVLiFQSCQBAIAkEgCOyGQFwTBIJAEAgCQSAIBIEgEASCwHUSUFX3+eEvxC+Hvx6fJL4rFnHAV0ZcD78WPq6yxY3wd1Uafm98YPjCquaHzPxjaYvvtOa+tPS+6vvVht+MWErF/M6UVTJfLOVTT3/Dp4rvEX26LN6LbnJkX2vud8e33S40R1XdJ4h/MDHHN120ONug+SRL7p9OfGEHSyT5H/FNwhKGJfMd43ssFgc8tksf4muEm2ryN6qq3IiXqpo9IXmLu3W5z7Wv4XNHR/obndE9tYG2Vd3PzWJwVbMj2sw12Br3YIP4bWEEK9qmqu5HVU1b2oq9cA02VDKbogzKwv7q5o/GT42wXzefbt2O1ZvbutlnWsgMHVO9Gc8e7yfqUE31qaps9lJV14tr0afPfMDYNvae6qp5W9N+vWM/e8+23qHPoMc/iIF2WdxVVTerfl+Pqar1Zc7bDnPGZF+jL2FUtbFctf6CL1yRujHNtvUG25rHMWvmX6+6TZfMXgctpkA/pfZ0OTPZ/rXhrKo29evyeHNPI8Y75P587CsJzOvGGmEfYR9hH2G/7nEe9E/xlZrrS1wFXbGtTvuj3haXFMut2NyYcalZvC9xqG1Rf6q3btxujmR61c3ekrTGYcVj0/0Wy2hvO7Ytu3jlcmoxt26fkwYt3sJ4ZhxUzW7qDduoe7szHWrOv27n6IO6naP/qmZjjONSqexjoKenYP2e34UGGy9RVbs35zZNXxJ7ZX5hvKd+GzYOzEf1pi7oUTedktStH2t+rmZ2jV7cx/3EffpsvPdY/I3xAidVddtWVdnpxfOBWOrly5eFha+I3RJTJZ578eJFXxCLOCsxX8qmHvSnf7DRssWhKvZMZcGkqjGuGrdOyfSlL7iHexmDsFBVIU5MnY8//oTwx9ePPPKob4npPvHEBYvlPmvXXPGmoAOiqt5GP2j/0Q7Edj32hu3023Mdzszj1NdjfcjYyVtcLCuD67cTVfW+4z70pe2UWbK5nnal/ql5/6T9uu1nwvG69S1Ss23N5oiqwAHbRD/Ko1zKV1XZ6aWqHfoUfP7h9w/0Q9X6APutNeeAutvNet1qjWN106namG+GvBz04Vm+W32k46Wqgh122fOiUOhpjMMBb3PVbKNu4yuTmtly2q+1Mavbfs30qjXm7mGBdbLzPn+2d9m8Sx2qO/OS63ypqtsTfQQbbAld6L+hoZK1q+z8sIWqsU/S+rxU836oentSv6RzXI/QZ2UbQyV7Pg0NDfnnMD5TYRt99twrFAr2mabbmaqm9qqm7XU2LW4PAkEgCASBIBAEgkAQ2EggjgSBIBAEgkAQOEwEft+U+R2T5r/v+77va+7HThAIAkEgCASBIBAEgsA1E4gbg0AQCAJBIAgEgX0isImvAl8GPo19qiGKCQLHmgBjhTHTbOQmY6p5LnaOBwF+p/mbv/mb2zbmRS96kdx+++3bXhMng0AQ2BWBuOgmE+B34XffffcGLfit7IaDcSAIBIEgEASCQBAIAkHgUBLYxFeBLwOfxqHUdzOlcpsdjGNBIAgcJwLRliAQBIJAEAgCQSAIBIGbTUBVPRkGSUoKhV5PWjIwMCgk0CD5RkqyUfMkIim5CAlF6lLzZCPZ8cOzrXmCkKQP+7SBtpBkhIQjJB7J57skn8+tS3gje3jlcjlPGpPP5z2ZCElFSC5CIpuUyGTI+ZGMhKQk6FCtpkQl6JSYVo1p1TjWTDg3LFxLcqVKpez3E5QZbCbZ6vVETCTTo17V3B40vvGXqqqoqsCqu7tL2hlhXyQuKpdLQlsrlYq3HUawIXkV28QqJa7hXOIDp4rfx/2lUivJS7HYL319vVZXj/cLnHI5dEi6qKpc70tVm21izJAIieQy9FOpVJJyudxoy7D3a9YO9Ge/Wk36l8uVRh8PekKsTO8sGQ96W1VNhrSFc3AsFotC2+FEkrMs0VYanzWzq06p27EkVbPDsukIf/Qu2JinHZSvujMfVZWurrzZYo8vnFM05oOeGKzsCYZoI/1W92Rbqc56W5KitF8zNkiy+5L1YdHalI1P2ondqO5OH65Ff+5LfPplaKjk/YAuSFZv3fWqGY/DIzWfS9tZJd1qNpfRXxWbD+ivjFFPT4/1QZfbhuzwUlWb6/I+HuBbtP4aGhoy+6l4H2xmP7WmPuhRt+uQqm2rxrRibIfcZrGd7u5uLx/+qirbvzaepe8oA/tnji6VBk23ktUzbPVRf6fUre/qnnArs/uaccLuhoerfu/AwIDbJvagqs5JNW03arD+CEnPSM7Gj4OuXLkiLLxFEjcSuF24wIJcFz2JGwt1ZQti0Qb6hPHEWCg15oGqjfWqjTcE/Riv7A8PD9v8hVSEcTxoc3zR7L+vr8/GVbfriw4kiiNgf+HCBXn00cfk4YcflvPnzwvvn376GU/itrq6ImtrqyZr6xti79bW0jFV9TmLPuryRGIFmyf7fRGtjBV9QDtkFy+uQyiP+5JdDfh8VmnM5fRJ3cY9fYSw3y4cQ7iOZx7MBm0eKZp9MqdSLnWo7q7fVNN16JTmgGJDn2Gbl5Cq2U3NJNlP0iW9R48kJ/w8fUUflW2eRCf6lYXS0GcXeDZcoqo+Rrq6uqx/e/wzFuXS97Qdm6BOdEp6bNSRc3Wbu7gOxoxh+g6bob2UjX6qKrxU05b9/RRVdVuiPpjQV+hQNPulTehFuyo2Z5HEcNjGJO1D6Ot2ydrDuUyGfWxUbFyUTUo+11DuZknceA7RZkRVfdxIvIJAEAgCQSAIBIEgEASCQBA4JARCjSAQBIJAEAgCx5eAqrqPDF8kgi8TH11vb5/7/pKvbMB8W4MmxAqHzB9cMqm4VN1vjM8SqbofHL/fet9ZOl5t+Jerdk/Ld1Zy3ye+uEH3LbfHxbrcF5n5zOQIvAxnQ0ttbNmwKBd+byT5uTmqqt6+jHnmmyR+UiqVnW/yuWZsq+YfrhljtlWLO1T9GnyY3JP5WPHv05eqeoP9jKk+1ZzQZ/hdsSV80vRtyWJn6NrZpmQr2EjV2jdsUrG2VaTc8GkTa4ENZcEqa5s0XqqpXo5zTdH88tgTfl1srWp2V3f//ol1sZi6+ajrdjxJzfzpNat72JiWhdhOqrfX/OApbqSa6mlUu2Gjms6rpi26ovegxQrwL6d2pnpSnZ2+c85lx2rWzzXnULIYDWXQrhTH6nK+GxQ4gAOq6nXBttWeAWc0bP7ybKzTnlY8oGYs66Z/3bbs12wfqfp969tTsPhgt9ch1/BSVR9D2Bp2DyPGwrD55lu8Mz3Y1k2Xepte7CdB/9SOE2YnxFdqpm+KIWLD2BYMYKGa+ph9jtPPRYsrUDd2m9VfdxurWX2pjrrZW81jlhy7+ZJ0QTd0qRubmknVxgF9RdsHLX7aL7SRtsOZsa2qstOL6+gTFs7BfkuNOY3xmOqttXFp7dMPCKzqxo/rq/bMKJdLpkvRdOmxPs/tVP2m51XVbY1+oz29vb1eZpovKj7eqj5f1MwG6i5167N2QTekbrrRz+jF/fQ/5RFronxVFVWV3byIf66urgqx3MuXr2y6IBdxXRbrIt6asc3sjkWg0IM5D52Gm2Oz6v3JOK0aw4rFPMuN33PQJ0WbK5PO3a4rcWLitU888YRki3ERz0XSglzPyNWrVz2Giw6IaquNtAOhLbSbuFeh0GOM+y2GW/TPFNTHMfhznjK4didRVev3vAv3FgusrP0AABAASURBVAoFK7cozCe0reax9ZrZFFK37WZSMx5I1fqaBabKvvBSNr6x19R3rTbJFi9VdV24Hn1oV7E5B1R8DFXNltCrbjZ04kStTSf2kaQj57iuYrHI1C9FIV65F32k46Wqrl93d5c9w3osjt5nfTBovMquW93sd6MkfdLxurFCqrbNeJWsjAEvC926G7+pUN2Zl1znS1W9PdRL39Nn8B7w3wAOSWb/FbPxYZv/E3t0r5n+NWNf8y1jAdacz4TPJNxXMf7YU8k+q9APfAagHvqWOtvbq3rwbZZ4BYEgEASCQBAIAkEgCASBIBAEgsABE4jig8CuCfx/7Ve+//3vlx/6oR9qPxT7QSAIBIEgEASCQBAIAkEgCASBIHBoCYRiQeB4E8BHga+io5XrfBkd5+JtEAgCGwmsGzOMKcbWxsviyHEh8PGPf1z+4A/+YNvmfOVXfqWUSqVtr4mTQSAIBIGjQOCRRx6Rhx56aIOqZ8+e3XAsDgSBo00gtA8CQSAIBIEgcDwJ4KPAV9HRunW+jI5zh/Jt7lBqFUoFgSAQBIJAEAgCR49AaBwEgkAQCAJbElBVT8hBUgySlZAog6QZJOKoVoc92UaWSKRer8tRk2q16gFckozQPtrZ1ZX3BEKqe0/+oaqeZIeEMQjlkVSklcSH5CxZIpOKkJSkahyrpkdKWtJKZkICE45xLsmwJ6sql8uuMwmJBgYGGgl3Cr6oDsmbqDct2KRyGF+q6oxUtWlb6xkNNBIRlry9lbZkL3CASWLTSvbC8SSJEfdknLDXLMkL/UBd9EvilGvqIvvwUlVvE/1AEhuSyhSL/Z6AiB8KoFfqc/oZoQ1sq56whzZwTaWRpAbdi8ViWzKeLi+fhEqqiSP7tIU20Taupy447XU8cg91p3r7PUER5VK+qspOL1V1/VjEK7W96G0vl0vWvuE9zBdwqdn4IIFTyZNA0bZMF9qsujt9uBb9uZcyEp8hLxs7qjeTJB21+atmTKtStvkg9Rd20uuJoGiv6u74cG3GJpvfKzbm4HLixG6YpL7KbLdUGvL+as2nXdc1n6JbZkvMebSXMYSt1nf1zEmcqjbPci9zJuUxRrENVfU5QHbxIvHZysqqXL26LFeuXBYW3nrmmWeFxG0XLlyQJ598UkiuxkJdWRI1+GZ2Rz+VSiWf17IEVlWb+xHawxahffQB13IPNsvcBQtV9SRyrQW5nmwsyHVeHn74vLQncUPX1dWUkFS11U7agdBkVfX+QU/KR1fqghP1Jlbdu2KkmuqgLITyUllFf2bRpqr1A23dbd/Bifkj44A+lEv5qqk+VZWtXqrququqz020j3bBFs5V478bfbKxwPXchy2hE+1jvsOWZI8vVW2yxx7RjfIol/JpO/WleWrnsch1MKZt9B9lUSa80E81sZADeqmqM6YtMKFudIA3bUIvBB1hWDVbqBp/hD5A/42SPRuHbc6u+NipNJ6PJZtrKJfne9Ges9RFnbQX+9i2zRKvIBAEgkAQCAJBIAgEgSAQBIJAEAgCQeDYE4gGBoEbTEA1+d/wS+Gfwk+GrwqfVV9fr8Xy+tx3ju8Ovxb+rZL5i/EFVswnj88s8wm2fGbVtrhKzWKwNX+f/GkbfWeURZksZEM9+PzxqRKvQhf0Qj9VvcF0rqc6NR9vuh+/9laiqu6fpJ2JeeINa3zMifGwx1USP1hmDNkOu/8x8RsS/I59fX3rYi6q6KJyI15WlbVbzYes1q6cYE+0q7UgT0nob9q13l6SzdBGjmNTXAMD7KLYiDlSFqywCdXUJlX1OlXV6swL13A9sRnKoCzKxb+f+czZ30zw9XI9OnL/tfBUTfpgs7Sf/qA/GSuUX/f43s6+87rFkrg+6VPyuCXtyuJYqioH/VJVZ0tbYA77rD0wqjb85fVdtqlqvnX6BHuFCWOd/uru7vJ69toeVTVby3m/w5qyKJO+S7yrPv/sVr+6McdGkJGRE3Zv3cfXel27vT7VxIZ6mavgQv9Qd8XiAbS17lxqXk7dyj4aUvP5Gv0rNsfTHtoF2+7G4jvYg6rKTi+u4x7YwJDxTJmUXXc2O48DxgDXMw6wm0wXyt6p/s7zqup2xr2ZPfOsocySxW4q1m/Uk80X9R37rGZz87DPae3zFLEmyldN9alqpyrr3vN84ABbFuRKsdxL8swzz3j8lnjuxYsXbf9pIc66urrqdg/bTH/qL9mzuWJ9hu3DbDPhXMXaybX0CW2nDMpChytXrnq9jz+eLcj1mMdzH3vssWYs98qVK1y6bhz4gcZ/tAPhbT7f5XMy45K6sAXqY8xQJ+fpD9XtGVGWqnq7GXPcSzmUSVtSv9VsrCE72VWtYeP0XZpb0Y/yKDfrO9nhparr9GGMoA9jpmL9AP9kSzXTayed6qZT1ecb+rJo8cO96iMdL1UV2kKb0A32g4MDZq/8/oW5sb4LvWqmF3Ze9XgnrPmcRlmUSdnUobpz/8l1vlS12R7YoEPRPhsMDg56PJ9nEtyx8Wrj2VS1Zw59wDyyXqrWrqqNX2TY2jbs7CmDNtKHlEv52AZ13ej2SrxuHQLR0iAQBIJAEAgCQSAIBIEgEASCQBA4CgTeY0r+nEnz3+tf/3p573vf23wfO0FgWwJxMggEgSAQBIJAEAgCQSAIBIEgEASCwAEQwDeBj6KjaHwY+DI6DsfbAycQFRxlAowZxk6zDYwtxljzQOwcKwLvete75PHHH9+yTfyO7B//43+85fk4EQSCQBA4SgT+8i//csOcx29kp6amjlIzQtcgEASCQBAIAoeHQGgSBG4gAXwT+Cg6qsSHgS+j4/Dhfps73OqFdkEgCASBIBAEgkAQCAJBIAgEgfUEjuI7VfUEKCQAyZKyFAo9kiXnIHFGJsViv7RLdvywbDPd2vUh6QcJt0hWQ/to526T1cgWL1VtJiGiLMokiQp1IIVCocGv1xdaQgcSqLXr1bnPNZnAHp0ph/Iou1N3Vd1Cu8NzWFWbnBKjLiGxEm2ibamdLUa0v5NL632fJzPkGiS7l3IQyuzklC1apqr7CkVVN4wZ6qfP+vp62/q833ReL319fX6+XX+YtPdvprc0Xqrq9WFrXJfq6vWyi8WijUmk37Y7CzypG2advFR35qSadKE/0YUyCtvOFxt1Q4dM4FGw8dLJQHVnXaTxUtUmH/RKOhWcc1ZPti3aHJbtH5YtOrVLu17w2f/+gk2n/RTdnqi7pUvRbYpjmaDP9faXtL1U1fsOW8KuKZv2Ug91tnTptG10Q/qbenMP91IO5TFeVNXnINnli6Rnq6srviDWlStXPVnb008/LU888YQ8+uijviDWww8/3NyeP3/ejj9m5y/IxYtPCYt3PfvsJbvvsrBgF8ngVlZWJMmqkPhteXnFy+f8lStX7Nrn5Nlnn/FFv1jwq7OuVMcjXs+FCxeaSeSWl5dlbW3VWrZm2zXbrv+nmtre1ZW3ebfHxgN93ue8io15A8Yw7+7u8n6QXbxUU7nwZbzBGuaU09eY/yi3aGOt2KinaPscQ9gvNo7zvs/mRPqtYPNId3e3Jx2lXFXdhTbrL0GnTB/KpGyEepCi6bFRsKNMkj1xD/cXbG5Cp2vVB+1U1W0Q3SiH8uBF+dSTfTZIerX0SO/7fQym/aL3HfegF2VQFmVStqpS3YGLqrqtUC+s0YH5u2D9VzBetAtBz0xgv730mX1m0uufnyiD8gpWbtZW6usye6burM2qN6bdEq8gEASCwBYE4nAQCAJBIAgEgSAQBIJAEAgCQSAI3FoEVNX9fara9JPhr8J3lfnK8GcVzFeG4OdC+hq+0z7zhyLb+8v63ReYrsn8ZmyT74xyEeqhTupGB3xmiKrKUX+tbXR5G3cx5ir5fM78yHnp7u5y3zcsOhkndu0c+xs+yBZD+GXsVNXKV9nqdVDHrVqvV1WtbTlrW97a1d3RLvq+r80m2tuVzvWZfcEAFrSru83XnsvlvA5pe6nquvq4j/v7zD5hl/mki+7L72/zU2f7RdeH67mP+6n3WniqquuHntxPWZSLHpkUN/XtZ7qw3ahPxoByVVVuxEtVm23J5/Nmp8lGYdTeptSeonHNhDb0O9OszWy5h9gzbPejPaq6Tj/K3A1vdEGS3v2mdyaZ/kXXvc/skPIol76EQcZfVZs2xznaxLWwyeIk1IF01sOxwyAtvYrOoF2nPhs7tCdrO+1GVFV281LV5vgvWFwELpSJUE9xm7GYneM6WHIP9xO7oQ9Ud6eDdLxU1e1FVb3vUr91+6JRlE891Fn08QkTpN9tofM477me+wr2fKT/KS/TT1VlL68Ub12Wy5evyKVLlzx2SgyVxbAefvi8PPTQw0J8FXnkkUfkscceF86zYNezzz7rsdnLl3eO5V6xWPGVRiyXRb+4/8KFJ/2PrVPc+GF58MEHrb6HhHpIPPHkkxctXvyM1XHZ4sEr3ixVdZb+xv5bs4ccYrv+L5/P+bwPJxaZYpGj9Ys5dbl95DaZz72ATf5TVe+3fNtcBHv6gXoySf3X7zad9tf3I9dxD31Hv2U2TrnXow/lJH16/flMPUi7Dmm/XTf2i25j6MP9lJPZ0l70kY6XqjZ5dTc+X1AHYwq9MtmoU9HZZefZwgvdEq+9951c50tVm22BTbd9JkCXgs0tBRt/tAtBT6SzjbRho2SfN9KW+xHKK1i5lE891JfZxvX0h8QrCASBIBAEgsBNJBBVB4EgEASCQBAIAkEgCFw3gX9vJTxi0vz32te+dtO/dWheEDtBIAgEgSAQBG4wgaguCASBIBAEgkAQCAJB4NYhwG908E10tBjfBT6MjsPxNggEgV0QYOwwhpqXMsYYa80DsXMsCJBj59d//de3bcvnfu7nyuLi4rbX3MyTUXcQCAJBYLcE+D36L/7iL264fGFhQWJBrg1Y4kAQCAJBIAgEgSAQBA4VAXwS+CY6lMJ3gQ+j4/Dhf5s7/CoeOg1DoSAQBIJAEAgCQSAIBIEgEASCQBAIAkHg+BOIFgaBILDPBHCsZkncWDCLoPnFixeFBG4PPviQ3HvvvfLJT35KPvaxj8uHPvRh+bu/+5B85CMfkY9+9KPy8Y9/XD7xiU/Ipz71Kbnnnnvkvvvuk/vvv9/kAXngAZKxPSiUQWI23j/wwAN27n4r8z65++57rNxPyl13fcLKuashlPdJOXfufjl//hFhsa4sSVxajGt9RlJ0z3Coqid2I+FVT0/BE5ORvK1UKgmJ3AYGin4sS+SYz3f59dn9sQ0CQSAIBIEgEASCQBAIAkHgUBEIZYJAEAgCQSAIBIEgEASCQBAIAkEgCASB408gWrgNAVX1s8REiZVeuXJZnn32krBQFrHcBywee7fFXIm3fvSjH5cPf/gjHsv90IeI52ax3E9aLPcei+Xea7Hccx6r5b4shpttOUac99y5c41Y7t0eByYeTJz4rrvustjup6ysu62c+yyWe95juZcuPSvEmFdWlmVtbdXjr6pJb5RS/yzPAAAQAElEQVRfW0vxXVX1cyxa1NXVLX19vTI4OCCVSkWGhysez2VRpJ6eHl/cj5gv11JGSBAIAkEgCASBIBAEgkAQCAJBIAgceQLRgCAQBILAcSbwmDXuW02a/97//vfL133d1zXfx04QCAJBIAgEgSAQBIJAELhFCEQzg0AQCAJB4BAQwCeBb6JDFXwX+DA6DsfbIBAEdkGAscMYal7KGGOsNQ/EzrEg8IEPfED+7M/+bMu2qKp8zdd8jf++ccuL4kQQCAJB4IgQ+JM/+RN55zvfuUHbl7/85f7b7g0n1h+Id0EgCASBIBAEgkAQCAI3kQA+CXwTHSrgu8CH0XH48L/NHX4VQ8MgEASCwK1KINodBIJAEAgCQSAIBIEgEASCQBAIAkHgeBFgQS6SpJEs7bnnnpMnn7wojz76mLCQFotsseAWydayJG5sP/rRj/kiXXfd9QlPvHbPPe1J3B7we7MEbpSD3H//g77YFmXefffdnrSNBb0o4+Mfv0uo45OfZEGuc/LII4+YHk/KM888I5cvXxaSzJGwTVXXwc+OqaoncevqykuhUJBisV8GBwelVBrybVqQq8+Tu/X0dAvXqaps/YozQSAIBIEgEASCQBAIAkEgCASBIBAEgsDxJxAtDAJBIAgEgSAQBIJAEAgCQSAIHF4CqirEQ4mVXr58RS5duiQXLxLLfdTjsffcc48Qa/3Yxz4mH/7wR31Brr/7u7Qg18c+9nH5xCc+KcRlW7HcB4TFtxDit0kesmMP+GJd587dL/fdd6/Hf7mX+C3lUAfvKevcuXPy8MPn5cKFC64PMeaVlRUh5gxJVfW4LfsI+rNVVWGRra6uLuntZUGuQalUyiYVj+dutiCXqkq8gsD+EIhSgkAQCAJBIAgEgSAQBIJAEAgCQSAIBIHjT+CmtfDNVvPPmTT/velNb5Lv+Z7vab6PnSAQBIJAEAgCQSAIBIEgEASCQBAIAkFgvwhEOVsRwBeBT6LjPD4LfBcdh+NtEAgCeyDAGGIsNW9hrDHmmgdi50gT4PeZb3zjG+XKlStbtuMlL3mJfMZnfMaW5+NEEAgCQeCoEOC359/8zd/c/N13pndPT4+84hWvyN7GNggEgSBwCAiECkEgCASBINBJAF8EPomO4/gs8F10HD4ab3NHQ83QMggEgSAQBIJAEAgCQeDACETBQSAIBIEgEASCQBAIAkHgBhAgARrJ0ZaXV4Rkae1J3EjEdu+99wqLZJFo7UMf+rB86EMfkg9/+CPCglwsosWCWizYRcD9vvvO+YJb99+fErllCdzYUtYDDzzg5ynz7rvv8QRwJG+76667hLI+9rG7/BhJ3M6fTwtyPfvss80FudAzQ4LeSPZeVT2xWz7fJYVCj5CwbWhoSEqlkgwNDcrAwIAv0kVyN34EwHWqmt0e2yAQBILAzSMQNQeBIBAEgkAQCAJBIAgEgSAQBIJAEAgCx59AtDAIBIEgEASCQBAIAtdIgJgosdwrVy77AlhPPfWUPProY/LAAw8KMde77vqEEMv9yEc+0rYg10c8/kqc9+677xbis8RyUxw3i+U+JA8+iDxoZT0gnCNOe++991m5d3vclgW5kLssnktZn/rU3UI558+nBbmeffaSxZivCAtyoSdNVG3FYLNj2XEW5Oru7pK+vj6L37IgV8UX5CKuS3yXOC8LduXzOY/9SryCQBAIAkEgCBw1AqFvEAgCQSAIBIEgEASCQBAIArcqgddYw//cpPnvDW94g/z4j/94833sBIEgcIwIRFOCQBAIAkEgCASBIBAEgkAQCAKHjAA+CHwRHWrhq8Bn0XE43gaBILArAusvYiwxpppHGXOMveaB2DmyBN7//vfLW97ylm31/8qv/ErPXbPtRXEyCASBIHDICfCb8i/5ki8RfhveqepXfdVXyad92qd1Ho73QSAIBIEgEASCQBA4/gSOSAvxQeCL6FAXXwU+i47DR+dt7uioGpoGgSAQBIJAEAgCQSAIBIEgEASCwFEmELoHgSAQBILArU1gbU1kdXXNZNUTpS0vL8tzzz0nzzzzjDz55JPy2GOPy/nzjwiLat1///2eYO2+++6zbSbnbD8txEWCtnPn7vdFt9L2AeGetJ+Ot95zTxKOPfDAA17H+fPn5YknnhASyaEHi4ShE0ncsp7qTNyWz+eFxGyFQsGTtw0OpuRttVpNqtWq/7CpWCwK57mO63M5jSRuGdDYBoEgEASCQBAIArcEgWhkEAgCQSAIBIEgEASCQBAIAkEgCASBIHD8CUQLg0AQOH4EUjx3VZaXV4TYKTFUYrkXLlzwhbnOn3/Y46zEXFlM695775V7710fy73vPmK15yyOi9zfjOFyD0I89/7707lz59gi91k5bM/JAw88KA8//LDV92hbLPeS6XTV48yrq6vSHsOlF3iPqKp0d3d7HHdgYECGhkpSLpekUinL8PCw7ZeF4319vX5dLpcTRFUjngvIkCAQBIJAEAgCQSAIBIEgsAmBOBQEgkAQCAJBIAgcSgJfY1o9YtL897rXvS4W5WrSiJ0gEASCQBAIAkFgrwTi+iAQBIJAEAgCQSAI7IYAyXjxQXRci48CX0XH4XgbBILAdRBgTDG2mkUw9hiDzQOxc+QI3HPPPcIiNM8+++yWuk9MTMgXfMEXbHk+TgSB6yUQ9weBgybA789/6Zd+Se644w553/vet6G6+fl5+a7v+i7P3bXhZBwIAkEgCASBIBAEgkAQuOkE8D3gg+hQBB8FvoqOw0frbSzIdbT6K7S9PgJxdxAIAkEgCASBIBAEgkAQCAJBIAgEgSBw/AlEC48IAZKikTBteXnZE7pdvnxZLl265At0Xbx4UUjs9vjjT8hjjz0mjzzyiCdee+ihh+SBB1h864FGErf7JC3ada+0kr3dZ+eQc3L//WnxrYceetjLYNEvFv9iES5+qPTcc5eF+tGjHRu6IRxji6iqJ2br6+sTFuIql8tSrdbkxIkTMjExJmNjo57IrVjs98C/qnJ7JG9zCvFfEAgCQSAIBIEgEASCQBAIAkFg3wlEgUEgCASBIBAEgkAQCAJBIAgEgSAQBILAvhJYs9LWfMEr4qPEUImlXr16RS5ffk6effaSPP3000Is98knL8jjjz/uC2edP/+IEI998MEslnu/xWvPNeK4KZ6bxXLTIlz3WxwXeVC45+GHz6+L5T799DMeN75y5QqxXFlZWXWdTDn/h27t4gftv3w+74txsQgXMVzitydOjEi9XvM4LvHdgYGi9PQUmgtx2W0RzwVCSBAIAkEgCASBIBAEgkAQCAJBIAgEgZtLIGoPAkFgbwQ+apd/uQkOPdukfyTE+Z7v+Z70Jv4PAkEgCASBIBAEgkAQCAJBIAgcPgKhURAIAkeYAD4HfA8dTcA3gY8CX0XHqXgbBILAdRBgTDG2GGPNYhiDjMXmgdg5MgT43SSLcX384x/fVuev/dqvlZmZmW2viZNBIAgEgcNM4P7775fv/u7v9t+ad+rJ77jf/OY3y/T0dOepeH/8CESLgkAQCAJBIAgEgSNIAJ8DvocO1fFN4KPAV9Fx6mi9jQW5jlZ/hbZBIAgEgSBwJAiEkkEgCASBIBAEgkAQCAJBIAgEgSCwEwGSpK2ursjy8kpjQa4rnljtmWeescD6U3LhwpPyxBMkcXvME7CRiI2EbA888KCcO3e/yTm57z7kPl+MiyRuSFqg65ydv98X7+Kehx9+WM6ff9STwl24cEGeeuppTxh3+fJlrxtdtpKsHaqtBbkGBgaEQH+tVpWRkREZHx+X0dFRqVQq0t9f9AW5uE81LcrFfshxJBBtCgJBIAgEgSAQBIJAEAgCQSAIBIEgEASOP4FoYRAIAkEgCASBIBAEgkAQuNUIrAmx02xBritXrspzzz1nsdxnhcWyWJCLmGtakItY7nkhHvvggw96fJZYborjnlsXx02x3HMe4+WaBx54YN2CXJT35JMXrY6nvb6rV69aLHlZ0CPrAfRin227cIwFufr7+zyOOzJyQliQi229XpdqtSqlUkmKxaIUCgXhWu5RVTYhQSAIBAERCQhBIAgEgSAQBIJAEAgCQSAIBIEgEASOFIHfN22/2GTdvze84Q1C0lZ8Z+tOxJsGgdgEgSAQBIJAEAgCQSAIBIEgEASCQBAIAnshgI8BXwM+h03uwzeBj2KTUzfzUNQdBI4FAcYWY2xdYxiLjEnG5roT8eaGE+B3lPfee6+srKxsWTe5c974xjfKbbfdJn/8x3+85XWcqNVq8uVf/uWiGr9phEdIEAgCR5MAiwp+3/d93wblmeN+4zd+Q17ykpdsOBcHgkAQCAJBIAhcO4G4MwgEgf0ggI8BXwM+h03KwzeBj2KTU0frUCzIdbT6K7QNAkEgCASBIBAEgkAQCAItArEXBIJAEAgCQSAIBIEjRWDNtEVsY/9wwK6srMrKyrIvinXlymW5dOmSkMTtqacuypNPPimPP/6EPPYYSdwelfPnz8tDDz0kJHK7//6NC3Ldd9+9ct999zXknJw7d07uv58kbg/afQ/7ol6PPfa4L/T11FNPybPPPissyLW8vD6Jm6nmCebQr11yuZx0d3dLX1+vZAtykbiNJG7ZglzDwxVP4tbV1RU/dJJ4BYEgEASCwL4RiIKCQBAIAkEgCASBIBAEgkAQCAJBIAgEgeNPIFoYBIJAEAgCQeAQEFizcG6SNV8Ii1jqlStXLK76nMdXn3nmabl48SmLuV7wWO6jjxLHfcQX5HroobQgVyuWm8Vu77UY7r2+OBfx3HPniPXe74t3Ef99+OHzFst91OLCj3uM+JlnnvG4MfVSPwtyEbdVVSfE/mbCIlt9ff1SLpflxIkTMjo6KsRy+SPuanXYjq9fkEs1leeFxn9BIAgEgSAQBIJAELhRBKKeIBAEgkAQCAJBIAgEgSCwfwR+y4r6IhPz6tn/jX9vetOb5NM+7dPkve99b+NIbIJAEAgCQeCGE4gKg0AQCAJBIAgEgSAQBILAMSCAbwEfA76Gjubgi/giO4ZvwjbxLwgEgQMiwBhjrDHmmlUwJhmbjNHmwdi54QQ+9alPyfOe9zwhtwz5Zr7oi75IvvEbv9Hly77sy2R6etrz0nzDN3yDXLx4cUf9vumbvknOnj2743VxQRAIAkHgsBN41ateJa94xSuaar7sZS+Tv/qrv5KXvvSlzWOxEwSCQBAIAkEgCASBIHA4COBbwMeAr6FDI3wRX2TH8E3Y5uj/y11PE+LeIBAEgkAQCAJBIAgEgSAQBIJAEAgCQeD4E4gWBoEgEAT2hwAJzZD1pWXJ0kik1lqga1lIsMaCWSzSxeJZTz/9tCD82IjFui5ceFIuXLggTzyBPOEJ31jAK3t/wc5z3cWLT/l9WeI2yqRskretrKx4Ijk0UlVfREtVhcW3SNjGAly9vb3S39/vP3YieVu1WpPR0REXErmRwG14eFhKpSyBW4/fL/EKAkEgCASBIBAEgkAQx78dZAAAEABJREFUCAJHjECoGwSCQBAIAkEgCASBIBAEgsDhIcBiKCL8ZhlBrzXJ/Om8a5fs+Pqt3W2FpGPpavbtaHoT/weBIHDLEoiGB4HdEFDVxmU8f1Y9pkpslRjr1atX5fLlK/Lcc8/5wllZLJe47MWLF31RrQsex33CYrlPtMVxn7D3FzzGSxz3yScvysUtYrnURfyYZxeimvQhjpsJiSx6LZZbLBZlaGhIKpWy1GpVX4RrfHxMxsbGpF6v+/GBgQHp6+uTQqEgXV15jws3GhibIBAEgkAQCAJBIAgEgSAQBILAsSQQjQoCQSAIBIFbhgCJbz7bWvuISfPf+9//fvn0T/90+aEf+qHmsdgJAkEgCASBIBAEgkAQOH4EokVBIAgEgSAQBA6KAD4FfAv4GDrqwAeBLwKfRMepeBsEgsABEGCsMeYYe83iGZuMUcZq82Ds3FAC5JqpVCpe54MPPii/9Vu/Jf/1v/5Xl1/7tV+Te++918/t5r/FxUV5zWteE79r3A2suCYI3KIEjlKz+b32G97wBvkH/+AfyFvf+lZ5xzveISdPnjxKTQhdg0AQCAJBIAgEgSBwSxDAp4BvAR9DR4PxQeCLwCfRcerovo0FuY5u34XmQeBWIhBtDQJBIAgEgSAQBIJAEAgCQSAIBIEgEASOOAFypLVERTUnJEtj4SuSnnV1dQlJ0/L5rsY2L5zjGlX11pNsjcRrJGAj2RtCwrfNhHNcx/WrqySK8yL8v6xMVXUdVFVU0z7nqLenp0dI3sZCWyy6NTY2KhMTEzI9PSWzs7MyMzMjHBserviCXYVCj+udy+W9LIlXEAgCQSAIBIEgEASCQBAIAkEgCASBILAZgTgWBIJAEAgCQSAI7JLA2pr4Ilz4uFuSFkVZXV2/zfzn6fiaL5yytsY1a1bGqokV1qh3jYIb+7EJAkEgCASBINBOwEKmFj9tj50Ss+2yuG0Ww2Wb97hoPp+3a3N+O88WhOcQMVpitQhx3GzLfiYc4zqu5z4vpPFfLpfzclXV466qactx6iSmTCyXP9gul0ty4kRdTp6c8DjutMVyJycnBWFRruHhYWExru7u7nVlNqqKzcESiNKDQBAIAkEgCASBIBAEgkAQCAJBIAgEgeNPIFp4OAj8vqnxD0z+3GTdv9e//vXy4he/WN72tretOx5vgkAQCAJBIAgEgSAQBIJAEAgCQSAI7IFAXHoLEcCHgC8Bn8Imzcb3gA8CX8Qmp+NQEAgCB0SAMcfYYwyuq4Kxyphl7K47EW8OnAC/S5yamrruevhd5A/8wA9ILFZz3SijgCAQBA4RgTvvvFP+6I/+SL7wC79Q+O33IVItVAkCQWB7AnE2CASBIBAEbgEC+BDwJeBT2KS5+B7wQeCL2OT00T2U/gLy6OofmgeBIBAEgkAQCAJBYB8JRFFBIAgEgSAQBIJAEAgCQSAIHDyBLGGaetIzAuf5xiJc7QtzkUiNHw8h0niRjI2kbCsrq7K8vCJXry7bdtm2V9fJ8jLHloUkbly7trZqJaRko6pZ/RsTuVEX+lA3SdxYkIskbizINTo6KidPjgs/ijp1igW5pn1Brkql4gt3cX1XV7fk8zlPDGcVxr8gEAQOLYFQLAgEgSAQBIJAEAgCQSAIBIEgEASCQBA4/gSihUHg6BJI62Xh014T9tfsvySr9n7VF9vCV54J57L99Vvu53q2mSQu3JP24v8gEASCQBAIAomAaoqjqqrHcXO5nMU+8y5dXSzEhfCeBbrY5v06VRVePFt4DhGjXd4hlrts8VyE6xHuV1WPs6qmLfVnkp0nFsviWsRm+/v7pVQqy4kTJyyOe1Kmp6c9lks8lwW5xsbGpFqt+oJcXK+aylVNW8oMCQJBIAgEgeNAINoQBIJAEAgCQSAIBIEgEASCQBAIAkbgoyZ/z+TnTNb9e//73y+vfOUr5fM///Plne9857pz8SYIHB0CoWkQCAJBIAgEgSAQBIJAEAgCQSAIHCQBfAb4DvAh4EvYpC58Dvge8EFscjoOBYH9IBBlbEOAsccYZCyuu4wxy9hlDDOW152MNwdGgN8xDg0NXXf5X//1X+/+2+suKAoIAkEgCASBIBAEgkAQCAJBIAgcGQKh6M0ggM8A3wE+BHwJm+iAzwHfAz6ITU4f7UO5o61+aB8EgkAQCAJBIAgEgSAQBIJAEDiCBELlIBAEgkAQCAK3LIGU3Ew1bVMCtbwnccvn89JK5LZzEreVleVNF+O6ejUtzkUCt5WVlUZiUhKNJuiq6onhqFtVm0ndeI+gB0JStmIxJXGr12vCglwTExMyPT0lp06dkpmZaV+Qa3h4WLiO67u7k96qKvEKAkEgCASBIBAEgoAEgiAQBIJAEAgCQSAIBIEgEASCQBAIAtdIYG1NhIVN2mV1dc183giLbG0l2fnWNpWx6uVZqdeoUdy2JYE4EQSCQBA4VgR0Q/y0qyu/Lo7Le+KpxFZV1VvPs2Z1ddWeU6uysrLqcVzitVnsNttyLJMslsu9Xoj9p6pef1a2anqvqo0Yb9516e7ulv7+PimXS3LiRF0mJ1Mcd2pqUpDJyZMyPj4u1eqwL8jF9e1lSryCQBAIAkEgCASBIBAEgsBeCcT1QSAIBIEgEASCQBA4GgReY2p+lckjJuv+vf3tb5eXv/zl8pmf+Znyxje+US5durTufLwJAkEgCASBIBAERCQgBIEgEASCQBAIAkHgFiKAbwAfAb4CfAb4DjZpPj4GfA34HDY5HYeCQBC4wQQYi4xJxua6qhnDjGXGNGObMb7ugnizrwR6e3tlbGzsusp82cteJj/6oz8q/L7xugqKm/dOIO4IAkEgCASBIBAEgkAQCAJBIAjcAgTwDeAjwFeAzwDfwSbNxseArwGfwyanj8eh3PFoRrRirwTi+iAQBIJAEAgCQSAIBIEgEASCQBAIAkHg+BOIFgaBw0RAVSWfzwkJ2vhBED8wYiGroaFBqVQqngytUhn2/XK5LKVSSQYHB6VYLEp/f7/09fVJoVBw6enptnKQLtt2Wbl5T8CWz+d9P21zvs8iX9THPdxPvX19vVZmnwwMFK2OAUEH6kOPWq3qSdtGR0f8B1Dj42PCQlwTE+OetI2FuUZGTpi+VbuvZOX0S3d3j9eVy+U8QZzEKwgEgSAQBIJAEAgCQSAIBIEgcAMJRFVBIAgEgSAQBIJAEAgCx4uAudPd16yqvs3ltOEDx++N5N0nnXzhnfvZebZJku86Z2XlRESFl2rash8SBIJAEAgCR4PAQWupqhZ7zUtPT48QUyVOS7yWOOrwcEWGh1Mst1QqC8c4NzAw4PHSvkYsl3uJyxKfJU6bz7diuTyPMuEZRtyYa7iW+1qx3D4rs68Ryx20mOyQlC1+nGK5tUYsd9RjucRwJyYm5OTJkx7TJZZbq9VcV2LA/f1Fa09BqE9VRVUlXkEgCASBIBAEgkAQCAJBIAgEgSAQBA4zgdAtCASBILAPBN5sZSyZ/JzJhn/vec975Bu+4RsEn9tXfMVXyJvf/GZ56KGHNlwXB4JAEAgCQSAIBIEgEASCQBA4OAJRchAIAkHgZhHAB4AvAJ8AvgF8BPgKttAH3wI+BnwNW1wSh4NAELgJBBiTjE3G6IbqGdOMbcY4Y50xz9jfcGEcuG4C8/Pz11zGZ33WZ8mv/dqv+W8xr7mQuDEIBIEgEAQOPYFQMAgEgSAQBIJAEAgCN5oAPgB8AfgE8A3gI8BXsIUe+BbwMeBr2OKS43E4dzyaEa0IAkEgCASBQ0og1AoCQSAIBIEgEASCQBAIAkEgCASBIOAEVEng1uULapGQjQRt1WrVE6VNT0/JzMysyZRMTU3K5ORJT5g2NjYqJ06cEBbJIslbpZKSuw0NDQkJ1AYHB5oLdvX390uSPl+8K+3323mkKCSDGxzMErZVPAlbvV6XkZFRX2iLOmdnZ+T06dOyuLgoS0tLcubMGZmfPy1zc6cEHVmkCz1IPkdCOJLDZcnbvJG37n/R8iAQBIJAEAgCQSAIBIEgEASCQBAIAkHg+BOIFgaBIBAEgsANJKCqvnhItlAJ/uhssRL801sJC6j09hbcF8813JMWRmFBlJwv7KUai5FIvIJAEAgCQWADARbL4rlBnJUFt4jlEh9lsauZmRk5dWrWY6bEVcfHx4RzxFuJ5VYqFU/gy33Ecgctjkt8dmCg6PFayuzvTwttsU+8mG2x2O9xXK4dtFgu95fLZY/l1mp1r4MFt4jVUv/p03OysLAgZ88uWTx30WO7xHjRcWRkRNCDOnlu5nJ5e+5pLMK1oafjQBDYkUBcEASCQBAIAkEgCASBIBAEgkAQCAJBIAgcfQKPWRNeY/KZJr9j0vlPrly5Ir/yK78iX/VVX+V/03H77bfL137t18qP//iPy9ve9jb527/9W1+o69KlS7K2trbh/jgQBIJAEAgCQSAIBIEgEASCQBAIAkEgCBw+AnyH57s8iXf/9m//1r/j812f7/x89x8bG3NfAD4BfANbtABfAj4FfAv4GLa4LA4HgSBwEwkwNhmjjFXG7AZVGOOM9fD/bUCzbwfmr3FBrle/+tU+Pw8PD++bLlFQEAgCQSAIBIEgEASCwC1NIBofBILALUQg/H/X1tm5a7st7goCQSAIBIEgEASCQBAIAoeJQOgSBIJAEAgCQSAIBIEgcNgJqKqQOJQEoCRbIxEbydnGxkZlampKSJQ2PT3t+ydPTsrExLiMjrIgV11I9kbyNJKvkYSNe0nIRmI2pFgsNhbj6pe+vn7b72sI+/2e5I3ruIf7KYcfJ2VJ3MbHx2VyctJ0mPUFuBYXFzyB28JCa0EudEQf9KA+2kEit3w+H0ncDrvxhX5BIAgcIwLRlCAQBIJAEAgCQSAIBIEgEASCQBAIAkHg+BOIFqqq5HI5l66uvPvWWVSLRVJ6egrCglst6fXFt9L7tI//OkmPnesRfNldXd1WTt7LVFX3a6umrcQrCASBIBAEgoAR4NnT09NjcdailEpDFqMdFha5OnlyQmZmZjyWOjU1LbwfGxvzcydOtMdyS37f0NCgEJcdHCwKi2MRWyU+nC3CxT6LcSUpWiyX6waEGHCpVJJKpewLctXrNY8XEzeesngyC3LNz58WYrjZgly8nzHdTp486foMD1esvAHhuUl7VHOiqtY6xDbxLwgEgSAQBIJAEDhEBEKVIBAEgkAQCAJBIAgEgSAQBG4AgfdYHa8weZnJ/zLZ8t8HP/hBedOb3iSve93r5JWvfKXccccdgh8QP17ytan72lRjqxoMVIOBajBQ3Q2DuEb1cDF48YtfLM8+++yWzwNO3HvvvcLf2qkeLt1VQx/VYKAaDFSDgWowUA0GqsFANRioBgPV9Qz4Ds93eb7T892e7/h81+c7P9/9+by3jeA7wIeALwGfwjaXxqkgEAQOCQHGKmOWscsY3lIt5gDmAuYE5gbmCOYK5gzmDtX184nqXt7fmte+6lWv2pL3difoBwA5YuMAABAASURBVPLfqN6a3FSPVrsZL9v1J+f+8A//0H83q3q02qYa+qoGA9VgoBoMVIOBajBQDQaqwUA1GKgGA9VgoHp4GfAdnu/yfKfnuz3fWfiuz3dNvvvzHWUbwXeADwFfAj6FbS7d7NTRPZY7uqqH5kEgCASBIBAEgkAQCAJBIAgEgSAQBG4wgaguCASBIBAErpkADtyuri5JSdz6hURsLLSFQ3d6esqTuE03FuSanDwpExMTnmCtPYkbydfK5SFP5JaSuA0ICdyS9AsO4kz6+vrtHFK0bdGTvWVJ3MrlVhI3ksjxR0JTU5PComCnT5+WxcXFtgW55uXUqVMybTqOjo5ISuJWFJKZksQ0FuS6ZpOIG4NAEAgCQSAIBIEgcHgJhGZBIAgEgSAQBIJAEAgCQSAIBIGbTCCXU8H/jF+9u7vLF9XCv14osMhWwX3UhUKvFAoFX6Cr0LafFufqMX98wYRtj1BOPt8llKuafgwu8QoCtzqBaH8QCALrCBDP5blSLPZbLHdIiOUSH2WxK+Kos7OzHjPl/fj4mMVyR6ReTwtyEUMlBsuCWsRkiQWTMKJYLHoMt2hlEsftXJSraOdZtItrif+WSkNSLlcsJjsstVrd62ABMGK11E8st7Ug15LMz8/L7OyMEF9G10ql4nFhnpn5fK7tubeuqfEmCASBIBAEgkAQCAJBIAgEgVuJQLQ1CASBIBAEgkAQgMDv239kh1207Q+afMIk/gWBIBAEgkAQCAJB4PgQiJYEgSAQBIJAEAgC10oAHwG+AnwG+A7wIVxrWXFfEAgCN48AY5cxzFhmTDO2b542UXMQCAJB4KAIRLlBIAgEgSAQBIJAEAgCQSAI7JUAPgJ8BfgM8B3gQ9hrGUf++liQ68h3YTTgViMQ7Q0CQSAIBIEgEASCQBAIAkEgCASBIBAEjj+B49rCXC7nST+7u7ult7dXBgYGpVIpe6I2EqSRuG1iYlxI4oaQOC1tJzyJGvuZtM6dbFw/6ddsPH7Sj6f7JuzaCXuPbDxOMrdMWKQLner1mlSrw1Iul4UkcCSJ6+nptnbkpZXETeIVBIJAEAgCQSAIBIEgEASCQBAIAkFgzwTihiAQBIJAEAgCQSAIbEYgl8v7QlosXMKiJpXKsPnRa4LPut2HnvzZJ83vfdL83pkkX/nExITgcx8bG5MTJ+rui2fBExZaSYtz5SVnPnuJVxAIAkEgCASBBgFVtfhn3p9BxEQHBgY8Rlqr8QwalQmP4040nzvEX4nNIux3Cscz4VznfnaMbbtwHe8nJ1Nd7LdkwvSYaDzjRv35ODw8LKVSyWLPA4LeaTGuvKhqQ+Smv0KBIBAEgkAQCAJBIAgEgSAQBIJAEAgCQeD4E4gWBoEjQuCjpud/MDlt8pkmJNz5c9vGvyAQBIJAEAgCQSAIBIEgEASCQBDYBYG4JAgcEwL4AvAJ4BvAR4CvAJ/BMWleNCMI3NIEGMuMacY2Y5yxzpi/paFE44NAEAgCQSAIBIEgsFcCcX0QCAJBIAgEgSNOAF8APgF8A/gI8BXgMzjizbp29XPXfmvcGQSCQBAIAkEgCBxjAtG0IBAEgkAQCAJBIAgEgSAQBILAvhJQzRKepW0+n9+QzK1arcrIyIiQRHR6ekpmZ2dkbm5O5ufnZWHhjCwuLsrZs2flttvOyvOed5vcfvvt8vzn3y533PF8ecELnt/Y3mH7STh+xx23+zW33/48u+82u3/JyzlzZt7Lpg7qmpiY8LpJ2EaC02Kxv5mwjeSkJCZVTbpLvILA8SEQLQkCQSAIBIEgEASCQBAIAkEgCASBIBAEjj+BaGEQCAJHgICqupaqKl1deSkWi4K/enR0VPBhz82dFnzkz38+/vAXyJ13InfKC1/4AhO2d8qLXvRClxe+8E73k+M/x58+P39GJicnpVar+2IlLMrV3d3ti66opnq98vgvCASBIBAEbmkCquqLNRLHRXhW9PX1y9DQoD2TKlKv12XUnkspljstp07NeryVuOvi4oLFYRctHrtkcdyzFse9zSTFaYnZvuAFKX6bbe+44w6P7fKsut1ivrfffpvde1aWlpYsLrwglEmceGZmRniGTUyMWyz3hOkxbPoM+XOS5xmLb2WxXLGXajzXDEP8CwJB4NYlEC0PAkEgCASBIBAEgkAQCAJBIAgEgSCwFwLvsYtJuPP3bDto8jKTbzH5OZN3mnzI5BGT50zWTOLf4SAQWgSBIBAEgkAQCAJBIAgEgSAQBIJAENiOAN/h+S7Pd3q+2/Mdn+/6fOfnuz8+AHwB+ATwDWxXVpy7eQSi5iCwHwQY44x1xjxjnzmAuYA5gbmBOYK5gjmDuWM/6owygkAQCAJBIAgEgSAQBIJAEAgCQWD3BOLKIHAtBPgOz3d5vtPz3Z7v+HzX5zs/3/3xAeALwCeAb+Ba6jh29+SOXYuiQUEgCASBIBAEgkAQCAJBIAgcIQKhahAIAkEgCASBIHCrEVBVUVVP9NnT0+2LXg0MFKVUKkmtVpXR0ZG2Bblm5fTpU40FuRZkaWnRZEluu+02ed7znie33/48X2yLRbfu8EW57pA77kjJ3Frb5/s1XPu8552Vs2eXhIRwJCCdmzvli35NTU3JhC/IdUJYFKxUSkncent7fdEwEs6pquutmrYSryAQBIJAEAgCQWAPBOLSIBAEgkAQCAJBIAgEgSAQBIJAEAgCQWAnAqrql7CwSH9/UYaHKzI2NibT09PmK59z/zgLl6TFuF7QWJSL7Z2NRbnSglx33nmn+8pvv/1296ezqAmLmdTrteaCXNSR+b690n35LwoJAkEgCASBo05AVZuLcrHYVX9/nwwODkql0rkg15ScOnXKn0/z8/Mef11aWrJY7Fl/9rRiucRqn+/PJeK3SPuiXDzXnv/853nsN8VyF62sM3LmzBkve3Z2RqamJmV8nAW5RiyWO2xx5SHp7++XzWK5Yi/V9Dy13fgXBIJAEAgCQSAIBIEgcCAEotAgEASCQBAIAkEgCASBY0jgaWvT75v8pMlrTF5ucpvJCZM+k5wJjrcQkWAQDMIGwgZuERuI+U7kWDOQjlfYtRzr/o7+jf4NGwgbCBu4tWyA7/B8l+c7Pd/t+Y7Pd32+8/PdHx+AxCsIBIFbjgBjnzmAuYA5gbmBOYK5gjmDuSOeF3Irfi+INosEA5FgIBIMRIKByLFg8Kisf9XtbTzj5Vj0bfRj9GPYQNhA2EDYQGYDfIfnuzzf6fluz3d8vuvznZ/v/vgAJF7rCQBt/ZFb7V20NwgEgSAQBIJAEAgCQSAIBIEgEASCQBA4/gSihUEgCBwKAqoqqklI9EkSt76+Pk8AWi6XpFqtCQtysTjW9PSUL5Y1NzcnJAtdWDgji4uLwoJat912Vp73vNt8QS4Sit5xRyuJW5bAjS3Hn//85zcX5OI+EsGxIBdlnj4953WkBbnG5cQJFuQalqGhkhSLRV8sDB3RNZfLNXU/FDBDiSAQBIJAEAgCQSAIBIEgEAQ2EogjQSAIBIEgEASCQBAIAkHgiBNQVWGxLHzUlcqw+cxHBR/26dOnZWlp0fzdz5c773yByZ0mafvCF97pC3K96EV3yote9ELbf6HgI8d/jl8cfziLmdRqrQW5uru7Bd+3qh5xYqF+EAgCtySBaPSBEFBVj4cSF+UZwbOCWG5rQa6ajI2NSorlTsupU7O+aBbPmYWFBX9OrY/l3m7PrduFmO0dd9whPJsQ9pEXvIA47vMbMd/bhGfW0tKSxYQXPD6cxXInJ1mQa0xGRojlVqVUSrHcQqEg6MhzE51Vk/4HAicKDQJBIAgEgSAQBIJAEAgCQSAIBIEbTyBqDAJBIAgEgSAQBIJAEAgCQSAIBIEgEASOP4FoYRAIAkEgCASBIBAEgkAQCAJBIAgEgSBw/AlEC4NAEAgCQSAIBIEgEASCwE0kkLuJdUfVQSAIBIFbikA0NggEgSAQBIJAEAgCQSAIBIEgEASCQBBIBFRTMjQSuZEgjUWvent7pb+/zxfnGhoalHK5LJVKRYaHh6VarUq9XjepyYkTdZMTMjIyIizeNTo6attRT/5GArgkY/6ec7xny/UI91NWrVb1sqmjXC4JieQGBgZ8Ea7e3oKgE7qh414SuKUWxv9BIAgEgSAQBIJAEAgCQSAIBIEgEASCwHEmEG0LAkEgCASBIHCQBPBJ9/R0u88c33XZ/OX4yvFv4+8eG8MHPibj4+MmbBH2M0nn8aHjF2chrvbFS/B7I6rJVy/xCgJBIAgEgSDQIKCang08i3hWsOAVC1+xMBeLRRJPHRoaEp5NxFl5PvGcqdeJ455oxnF5/vAc4rmFjI2NWvw2PZ/S/qjHeLNruP7ECe6vW0y4Llksl3pKpSGP5VI/eqAPenXGchtNiE0Q2FcCUVgQCAJBIAgEgSAQBIJAEAgCQSAIBIEgcPwJRAuDQBAIAkEgCASBIBAEgkAQCAJBIAgEgeNPIFoYBIJAEAgCQSAIBIEgEASCQBAIAkEgCBx/AtHCIBAEgkAQCAKbEYgFuTajEseCQBAIAkEgCASBIHB0CYTm/z9758LQxq38bWkNCQmk6T1N29Nb2nPe7/9V/g0Bc7+DMbYxxhhjzDvPyMKGkpYkkCbOz2Gy6/WuLo9G0ox2VxIBERABERABERABERCBj5ZAjNHTHuNwG2MMTPgWY94W/r0o0vdSie+lwTH2h1IqXT0eY7omxuE2xmFcwT4xpu+2qz8REAEREIEPmYDSJgIiIAIiIAIiIAIiIAIiIAIiIAIiMP4EPtEcxhhDjEnyWHhRjI59F6FUylKy/b9KYeeXBmPkMaawYoxONMarWz+o/0RABERABETglgRiHPYjMcbLPivG6PdsY0xb+iIk90fsX5ebfosxXR/j1bCDPiIgAiIgAiIgAuNLQDkTAREQAREQAREQAREQAREQAREQAREYfwLKoQiIgAiIgAiIgAiIgAiIgAiIgAiIwPgTUA5FQAREQAREQAREQAREQAREQAREQATGn8BHlsPiI0uvkisCIiACIiACIiACIiACIiACIiACHwQBJUIEREAEROB+CMQYPeAY4w2TtxU+iVsxWIwrT9hWKhWvnXC0KIrBNWkbY/TvMV4NP9gnxmj/608EREAEREAEREAEREAEhgS0JwIiIAIiIAIiIAIiIAIiIAL/FoEYo4+TF9fGxIui5OPcRZHGvW/algaLcY3+FmMKj/zEGNlIREAEBgS0EQERuB2BGFP/EWP0PirGtM39TYzxxj6KfukmydflbYzp+hhTuDHGoI8IiIAIiIAIiIAIiIAIiIAI3BUBhSMCIiACIiACIiACIiACIiACIiACIjD+BJRDERABERABERABERABERABERABERCB8SegHIqACIiACIiACIiACIiACIjAbQkUtz1R54mACHxwBJQgERABERABERABERABERABERABERCB8SfwSeYwxnhlArcY0/fCJx2NN07ilidpu80lIJ9QAAAQAElEQVQ2xhRejFe3QR8REAEREAEREAEREAEREAEREAER+HcIKFYREAEREAEREAERuEIgxqvj12l8vAilUpaS7b9eiqK4MpYe49XwrkSmLyIgAiIgAiLwBgRivNqnxDj8fr3/eZvvMQ7DizHtv0HyPvRTlT4REAEREAEREAEREAEREAEREAEREIHxJ6AcioAIiIAIiIAIiIAIiIAIiIAIiIAIjD8B5VAEREAEREAEREAEREAEREAEREAERGD8CSiHIiACIiACIiACY0CgGIM8KAsiIAIiIAIiIAL3SkCBi4AIiIAIiIAIiIAIiIAIiMC/RyDGNMlajPez/fdypphF4EMjoPSIgAiIgAiIgAiIgAiIgAiIgAiIgAiMPwHlUARE4GMjEOPdjo1/bPlXekVABERABD5sAjHebT8V49XwPuzcK3UiIAIi8CETUNpEQAREQAREQAREQAREQAREQAREQATGn4ByKAIiIAIiIAIiIAIiIAIiIAIiIAIiMP4ElEMREAEREAEREAEREAEREAEREAEREIHxJ6AcioAI3CcBLch1n3QVtgiIgAiIgAiIgAiIgAiIwO0J6EwREAEREAEREAEREAEREAEREAEREIHxJ6AcioAIiIAIiIAIiIAIiIAIiIAIiIAIjD8B5VAEREAEREAEREAEREAEREAEREAERGD8CSiHIiACIiACIiACIiACIiACIiACIiAC409AORQBERABERABERABERABERABERABERh/AsqhCIiACIiACIiACIiACIiACIiACIwpAS3INVKw2hUBERABERABERABERABERABERABERh/AsqhCIiACIiACIiACIiACIiACIiACIjA+BNQDkVABERABERABERABERABERABERABMafgHIoAiIgAiIgAiIgAiIgAiIgAiIgAiIw/gSUQxEQAREQAREQAREQAREQAREQAREQgfEnoByKgAiIgAiIgAiIgAiIgAiIgAiIgAiMPwHlUAREQAREQAREQAREQATeNwEtyPW+iSs+ERABEQhBDERABERABERABERABERABERABERABMafgHIoAiIgAiIgAiIgAiIgAiIgAiIgAiIw/gSUQxEQAREQAREQAREQAREQAREQAREQgfEnoByKgAiIgAiIgAiIgAiIgAiIgAiIgAiMPwHlUAREQAREQAREQAREQAREQAREQAREYPwJKIciIAIiIAIiIAIiIAIiIAIiIAIiIALjT0A5FAEREAEREIFLAlqQ6xKFdkRABERABERABD52AhcXF6Hf74fz8/NwdnYWut1uOD09DZ1OJ5ycnIR2+8S37P+dcD7Ctd3uWej1eh4u4SMfD6e7Syn5HmULGxghf8fy6m8dLwuu7VrZUEajbO8utQpJBERABERABD5tAqP9Nn0tfS7979v0253OqdtUhEFY2FnYBMTxaVNW7kVABERABETgQyKgtIjA/RLA9sMGxBbEJuzaeNmb25dpXK5j43Rci31JeISLEMf95kKhi4AIiIAIiIAIiIAIiIAIiMDHTuD9px9fLQu+Gz4h/lzX7vfj2+HjnZx0bvUcBudxPtdxPeH0eueXz2K8/9wpRhEQgb8jMKz7F+H8vO/PTnVHxoSoz9Trq88FpfGfm45xPvU/1f2ehXmu+v93BaDfROCOCFCX6cMZi+31enbv/8yke+WZypvq7F+PdUae+3u35yn/mqaUnr/G+fo25V3OpS3qmi2j9igpGeWBJD15XXt/P2WRynFUt7r+3C/6SppSCvW/CIwvAfScuoeg97RLtE/YTal+3LbuXa1HtPeER7jEMb4ExzlnypsIiIAIiIAIiIAIiIAIiIAIiIAIiMD4E1AORUAEREAEREAEREAEREAEREAEREAExp+AcigCIiACIiACIiACIiACIiACIiACIjD+BJTDj4GAFuT6GEpJaRQBERABERABEbgVAV4c5kViJk3gZeTj4+PQbB6FRqMRarVaODg4GEjNv9dqddsiw+/1ej0kaYTDw8NAGJ3OqU8sk19OJp5bJWgMTiKvWXhBG7btdjscHR0Z10Nj1TCpG8easU1SM9ZXpW6/1/08mFImR0etQDiER5kRxxjgUhZE4NMloJyLgAh8MAToU+mz6V/zJC3YM6nvzv123ftm+uuDg9plH84+x2pmI43aQ6P9NpO/EHa2iz6YjCshIiACIiACIiACIiAC90Ig25fYgaen3cBEy39nX9b+Mi6Ux93Stl5v+LhSHhciXOxX2Zf3Unx3H6hCFAEREAEREAEREAEREAER+GQI4A8i+Gv4bfhv3N/Hn+OeA/f+Gw2eGajbPYea3WvgeQy2yf+r2b2GJOk79x24hmtbrWPzL098MRDCJQ7iQj4ZwMqoCHzABC4uLgL1kbqZ63+n0/FnqJrN5rXnhereBtR8TIh9JNX7/JxWzdqDXP8ZV+KZLu5jEjbxfMAolDQR+OgJUMe4v0+do+5RB+mLqZP0zdTPJKne1rwuX93nvCSNd36ekvRQ9+n/sStymnJ6UrsxGj9tyrtKzeyUJOSDuGCATUPbBpte79zbPdL30Rf6G2SA/CKvb+/TMyZwQzeGz5RQRnVr/99UuK42KI8Du77mz5Q2Gg3XLcoFnaBM0BPSluUNsqVTReCjIIBuj9a93CZSDxqXflbd6glSs+1NUvc6RB3lGq6lnaceER5tba5LHwUUJVIEREAEROD9E1CMIiACIiACIiACIiACIiACIiACIiAC409AORQBERABERABERABERABERABERABERh/AsqhCIiACIiACIiACIiACIiACIjA3xLQglx/i0c/fiwElE4REAEREAERgAAvKPd6vcAL+bxQzCROR0dpIpg0IUCaAIr9Wq0+8oIy+0ht5OXkemASGV5OPj3tBF5M5uVnhHgQ4vwUhLwivJjNxMtMRtFsHoXDw0ZoNOrOrOaTcaRJEoYTL9SNMVKzbc3PazQOnWurNVyQK7P9FFgqjyIgAiIgAiJw3wTos7FX6F+xiZhACnvm6HIxzbr3yanvrnsfnfZrvn9wUPff02Qt2EOHodU6Cu32yeXEmNgECHHdd36uh6/vIiACIiACIiACIiAC75cANh+2Xx5z63ROBpMvH9m4UJp4Hdsx2ZT1gD1Z83G3utmXV4XfOBfbtN1uX7EvsWGJ6/3mTrGJgAiIgAh8qASULhEQAREQAREQgQ+DAH4a/lr2C09PT/1+wdFRKxweNk0a5hvi+9XMH6yZH5ilfmU/+4MNf17gyPxKnhc4cb8Qf5M4iItc5y37EhEQgX+PAHWRukn9575jp3NqdffY6v2R1fvG5f3EWq1m9b9udR4ZtgEHB2mfxXU4h/pP28F9y06n4892Uf+J59/LpWIWgfEnQB2jHtOH8zwldZDx2cNDxnYbVndTXa1djunm7zWr2+zX7Zz6ZZ2n/yeM07d8njKnh/rP8wykiecIm82mx5Hbjpq1LTVLU71es+O3l5pfV7M0D2U0zHq9bu3YYUjtUTt0rG3rds/C+Xkv0OahEaSR7aci5Je8n5+f+zOyHWujKeNmk/Y+6QncMturPGtvWD71y7IhHISwG2YjoluUCzrR7XatTM4/yUXSPhW9Uz6D63eue7lN5N4Z9eDwsGF1q+6S6l7d22TqTJZ0vGZ1Kp3XaDQC9Zb6Sz3iWW9sOOo29VzMRUAEREAEREAEREAERODfJKC4RUAEREAEREAEREAEREAEREAEREAExp+AcigCIiACIiACIiACIiACIiACIiACIjD+BJRDERABERABERABEfhYCWhBro+15JRuERABERCBf4OA4vzACfByMi8mn56eBl4oTpM1MDFAY/AyMgtGIbyEXBt5WbkWeDmZl/trPpEDLzM3Ai/583IykwwQbn4x+VN5OZl8ZoEt+e92T0N66bsZGo1DY9gwdnWTmjOuXU5qUfdjo9/hyzXNZjNQNu3Bwh6wJZ4PXL2UPBEQAREQARH4KAjQp9Jn078ySRF2TLvd9klXGo1hv10zm4dJWtjWBv13+o5dVLc+HmmYPXTo/fbJSdsno2KyFsLGNiCujwKKEikCIiACb05AV4iACIiACAwIYPOdn/fD2VkvMC50ctLxyZeZtLVxo31ZuzZGhH05PMY1zeaRjy8xhodtiWBfDqLURgREQAREQAREQAREQATeFwHFIwIi8A8E8Anx1xB8N/w47jlwv79p9/0b/sxA/dIPzAvvpPsOdX9mYPTew+Hhod+vaLWO/ZkOwsPfJHySQnxsJSIgAv8ugYuLEPr9i8CYEPcduT/IPUeeoUp1v2H3EhtWx6nnSM32k/BsUGoDat420AbU6zW759gIjCfRhhAW9zFpV1Tv/92yVuzjT4A6Rl2jzp2cnNi47LHXRZ6LrNfrVpfrl/U31d30nbqbvlO3635evd6wutz08WHqMeHSRhAHchuanMc1tCspTZ2AXUB6arX6IC0H3n7U/DkGjt1eyFPNw8nXpPTXLKxkp7AgV9PibBkLnoHo2Nh3N5AX0oaQj7xlf5yFfPb7fWvvz10oF8p2tL1vDO4DJJ3Iz97CN7Nl/7ZSG5RtDqfmukUc2ImtVsttRHSDdJG+ceavvL1XAh9kZOg5bSJtEL5Ru31i7dORP5td87asZu1ifVBv6rZfuyK0eVmoR0dHTWuj21aPOoHw8LUIX3Xpgyx+JUoEREAEREAEREAEREAEREAERODuCShEERABERABERABERABERABERABERCB8SegHIqACIiACIiACIiACIiACIiACIiACIw/AeVQBERABO6cgBbkunOkClAEREAEREAERODfIsDLyaenXX+huNE4DEyisLe3F7a2tsL6+npYW1sLq6trvk3f1/143l9bWw8bGxsum5tbYXd318M4Omr5y8m8mIwQz6fygjL5JL8IEx20Wsc+CcLeXiVsb28HOMEMdvBNsu6M0zH2k2xsbPo1lMn+/r6H02oltoT/b+nNhxmvUiUCIiACIiACb0eAvns4UUs7MCkeEyNVKpWBTbRh9g+ybtv1yz57dXW4j21Ev725Sd+9EyqV3G8fBSZ/YdIW4iCut0ulrhKB8SRAncCupX4wWRn2MxOWpcnt2uanHL+ztNtMnnQSCJe6SDzER7zEn+T98CUu/CPiJ6+kh3TdRX5b5ncw0dswv6eBOIiLOIn7/eRSsYjAVQLoHkKdQx/Ry1G9R2fR3fcjtCtt65uvCnUwScfbik7n1Mc0SGtuM6hH5IG8XM2hvr1/Ah9+jOhKr3fm+nR83Hb7slarBcZ3GHNjXGh9fcNty3Uff8t25rrZmkPJv23amFvFbNNarR5o7zudTkA30Uvp5IevD0qhCIiACIjA+yNAv4jQF9NP0l9i09F3Yu9heyLvx/Y8Hvizf2+DkjYE/5C0kmbsZtJPPsjP+yOomO6CAGWGsBgHZUmZUraUMUJ5o49Iu33yF/+kbeMYN8tJ4JqhZP+F7emlD0NcxMkEIDEUAgAAEABJREFU0sSfdSnrE2m7i3wqDBEQgZsJUMeob9Q96mLHxhjw4xqNut03qISdnR2/78D9BHy+1dXVK35gfl6A39jHf9ze3rFr90K1ehAajYb1Ly33N3u980BcxJnl5lR9rEeVbhH42AhceJ08P+/5uE3Hxm/yPUeepdraGj4vlOs49Tzvp+2atQlrYdXaBr6n+l8J3LckLGwE+nrq/sdGR+kVgY+JwPn5udvXjO2y6BXPUzI+Sz++ublp9ZTx3A0f36UeD5/9W7ff1kz4fT3Q33M+19GP5+cpe72eL+REXaYP/yc2nMc1tCv4s83mobULVX9OE1uBNmN1dd3TQ9vxpkIeRq/he8rTmueFOGiP8rOLR0dH5sec+H1IWJF+FiVke5cCGyTnn/YPn+rkpOO+UfvSn0r3gfkd+wtWpIvruP4u05TDImziIb5O58TuARz5gj+099v+fOimlf+Gl8nq4NlbmI5yftP9VSvjFNa6hb3pNiW6Vansu43YNl+S9JA28p0lp/lT2ua8wwJdgEvSnROzpdsmacwGO506BTt8bepY0qNURwnnU+L2MeSVMsllSnlRfg3zkagHN99/W/N2LLVr65f763aPLrVt23bvDlvrILDAHeERLjqD/nwMTJRGERgPAsqFCIiACIiACIiACIiACIiACIiACIjA+BNQDkVABERABERABERABERABERABERABMafgHIoAiIgAiIgAiIgAiIgAiIgAiIgAiIwTgRuXpBrnHKovIiACIiACIiACHwyBHg5mZfJ80vJm5tbYWVlJSwsLITZ2dnwf//3f+HPP1+Gly+RWT/28uWsfUfysVdhbm4uzM/Ph6WlJV9AqlarBV5U58VkJh/4lF5O5qVv8gvbTufUJzzY2dnzCXPK5QXn9OrVnHOFLZL5Zrawn519GTiPslheXgm8AM6kDbVaPTDhB1w/GUVVRkVABETgQyKgtIwdAfptJtXBdmEyOybDYpKklZVV67fL1h+/umID/fnnrPfj9N+5H5+dfWXnzZlNNB8WF5cCk7fs7u4F+u1W68gnhMIuIq6xA6gMicBbEMBmRqgT1A0mwKIOMoEbEx3VzJ9gUrdKpRIqlf03lr29ik+cxLXVajUwWWW93gjUcSZRIj4mpmZy7H7/IpCW+5gobhQNcfT7fZ+IEx+MCb6YxI90MZFfyu/+G+e1YoxSfvf82mr1INTrdZ8wqtVqqf0ZLQTtv3cC6H0WfNhOpxPQy0ajYfXyIFStfibdrwzq7NvV+cpr2gnCfr1ULf4DTwd1kHaHutNoHHr9oT2ivWi3hxM5kgd8ffL03mEqwo+KAO396WnXx8bo19B17MvV1dVQLpfNtnzlkseBRu3Km47Nzc3buNJawL5sWP1hXIj6RB9KXB8VHCVWBD4mAkqrCIjAR0UAG41+EXsNu42xHnwv7Dr6T/xC7D7sQ+xH/KiK+VOV19iS73qceP4q123QuvtvpA+bgbRig5Lu5Lee+STt5O2jKoxPNLGUUxb0EFuNcsSnaLWOA+VLOTMOULN7fVknsRX396vhZn25qjNcU7Mxk5pdj/9CWI2BD8OYB3EQV9ajjt2npC6QFtKE5DR+osWkbIvAvROgjtEf0RdR99rttrf1+HPr6+thaWnZ/MIFv5/A/YUkfwb8QvxBnhFgm+Sln7ewsBhWVtZ80QX6L+p+u31s44xdX/yHOO89Y4pABETgHwlQF8/Pe6HbPfOFfFo2Po/9yUJcPPMzP1+2+47zXq9zHU/bWWsDsry0e5B/uszOzvqzWyzgsrOzbbZC1e9xdGyM9fz8/B/ToxPegIBOFYFrBLh/yKJP2O/Y6dRjFnPhOYC5uTkb2811li31dtbq7Uuryy8vt7P+/MArf36A/n97e8vvRzC2i42ArYDNcC3qG79yHr4Fdn7D7H/SxDOePKdJPP/3f6ndwK74a7sya+n6e5m19uam69JzEX96u0Vc2DK7u7ueD/wPGPV6536fNYSLG9P+tgdpUxHy3uv1vF0l/5QJvlDN/CLaWPwptg0bN8cfwvaCFYxpKwnjbdPwuusIk7CJgzY5t/fcA1hZ4R7Agpf7rOkAZZLlJsa3PZbD+PPPP608X3qZlMsLg2dT1v0eG/edu91kH8KNdL4uD+N8nHwjlFHSnW7IuoOuUH8Y88Gu3tvbc3b45OhUw+oXesS4DOULx3Fm9THmjTKhXKl7tKeUGeVI+4TfRL1Drtatl942/+nPwadn4DmHZ7OpR9Rb2nl0o2FtCXWae3zE9TEyUppFQAREQAREQAT+hoB+EgEREAEREAEREAEREAEREAEREAERGH8CyqEIiIAIiIAIiIAIiIAIiIAIiIAIiMD4E1AORUAEREAEREAEREAEREAE3gsBLcj1XjArEhEQgdcR0HEREAERuEsCvHh+ctL2yaYrlUrY2toMTA7MIlCzs7PhT3+J/0/bvvSX+fOLyky4wD7nzM6+Cq9ezfvEMWkCie3AC+rt9kngxXTi4OVkXnS/y7R/iGGRR/JKnnnx+/S0Y2wbgckoeHEbrixcBjP4pQkxXjrfxPSlcZ69lFevXgVeFGeRtPX1DQ+HSSXa7bZPwvghMlCaREAEREAEROBjI8CEWkymwmQtTFLEJDzb2ztuE5UHCya8fPnK++c/fYKWl4O+O22ZKHPW7Cb67bm5+bC4uBjW19e938YmyhP25MmPPjY+Su+/R2BcY8ZmJm9ssZ3xGTqdU1+0hPrSaBwGJphm4qu9vf2An5Jlf78Skuzb9q+Sz2O7t1fxa6vVA/dPmKi22TwK1HXiw14n/ouL/r1MFEces1wMVvsivpTfjqWj5ZNnNhp1Tx/5TXmrWN6uy1/zur+/7/kjn0wyhZDvlN+G+SGH4eiIBbk67pflNOQ0aSsC900AncuC7vd656HT6fiCXNRH6jn6mnR5qM/oMcLxd5XKtcUVhuFVQ7WahH6ftNQGE9o3Gg2rP02rn0eW1uPAmMnp6WmgH6f+khfydd/8FP7HTQA96XZPra0/Nn06tHa9amNu24GxISZfxm7EfkSwL5GXL2fNxpw1m/OlSxonmrVjL33yTsbrGF9qmI4yeWTH+k4Wl+z373ai04+bvFIvAiIgAiLwqRPATsv3Z7DfuJeS/MyG+11V8w/xvSp2PwzBn2KLDG3Ffeu7310qA1t0GG6yP6tuh7IwbM3TxD2fhvnBzWbTfTj6+ZOTE59sHPuT/JCvT71sP5b8U1YI5Ub5YbOhh0zmjC4yeXzDxgEo99rlBPIHl/4J+pl0Bn1BD9kiBzZWgtRsW/fFfQgD36ph9iHhNm3MgziIiziTHnUudanX611ZuId0fixclU4R+JgIULdoA6hzqS869jq7u7sXWMiDxSzK5QXz8+bM95sNo88LcK8B3xBJfuLLgP/I8wL4hCy8Qd9F3WeMk3am3+/72CbxfkyclFYRGEcC1EPqP3Xz9LRjY4st67drYXt7O7AgV6r7816vqeepzr/0toAxIr5T9//8809rG/7PF/xZXFywtmPNwthxe4H7mCyAQzzjyFB5EoEPhQB1DHsaOxv7nHpMP764uGR1eN7rbarHs4P9lzaOO2vCNgn1+tWrOevz5wP9P4u9cC+CRTWxEbAViIe245/yTX+fnmdgvLlh9wf3w+bmpoW7bOl5ZfH+aZLivZqu2UH6/nlLetO1LwfXsH3p4c7Ovgrkfd2fXdzztg3fo2P3fFIegtkjQ/mn/PzT7zBByDcCK+LCX6YdxBeq2T0d7u/s7+MnHYSG+dWkqd2+f386p4lyJF3cjyUtlDHPeJbLZS93uA3b9sQyMf7n8rjpvNQ//Gnl89LLnXsNlAu6WbFxjqaNK5za/SzSBz/kn1iP6+8wQDcR7tW0222779d03aVOw4t769jo2NeM1aBT1HnKk/rf7Z6ZD637Lx+ajqDX2Fodu0dGe9qwMRHKknpQNj+Ldnd2dtbtqD//TPUu3W976XUn7b+y319ZPZoLXLO6uub38NANwqOtoS7xLNmHln+lRwREQAREQAREQAREQARE4OMgoFSKgAiIgAiIgAiIgAiIgAiIgAiIgAiMPwHlUAREQAREQAREQAREQAREQAREQAREYPwJKIciIAIiIAIi8KkT0IJcn7oGKP8iIAIiIAIiMEYEeOm83T4JvEi8v18JW1tbvvjEwsJCmJ19Gf788/9M/vSXka++6M9vs3Z8NjAJ1NxcmkBieXnZwtj2SQTb7bZP/M6kCLzkzsvQY4TutVkhn+QXtp1Ox9ge+oIcvLjNZFlzc2mCneEL37B8aSwRmOYtbOcCi3gxYfPGxkbY2dn1Cbt4mRyur02EfhABERABERABEbg1AfrtbrfriwExSVG1euAT262uroX5+QWziWYvJU+YlLepP+f3V2YTJXtoYWEp5MmomLQnT9jDpDDYCbdOmE4UgTEmkOsC9Y/FRE5PO4FJZKkvTHRF3dkfLDjFhFhI+r7vk8zxPUn+Prqt2DlZ9n2SylqtZnZ5PTBJGxMoYadjT/f75z6RVk7PfSDPYbMlv93uWWDCzFbr2Cf+YgJdJuCrVkfzcH1/mJ/KYFL3q9tKYLKwSqUSmPCNiejIK3EwYRjtD3HfR/4U5lgQuNdMoPvI+XnvckEuxiDQ1YODatjfr47U2X/S9X07982F9mMoVY+TeOnzkYODAx/HoD6SNtohJm5stVpmH5x4urtmK9BunJ+fB/Jzr9AU+EdPgDZ3OEHqofdFTNqKfcnkfrOzr8y+fGVjQbOXgl2ZbMxZG4ubteMvbfvStrNmk87beN2ajy/Rxg/7sjPTx/5Hz0sZEAEREAEREIG7IICNRh+MvYbddnp6ar7XiS9yhY2HX4jdh12I73RV3tzGrNzom10NB5uT89gi1cvFuNKE4aRpaIM2Q6t1ZPZn29NN+vHlyA95uwtGCuP+CFBGWdBDhPI7tfGOk5O2jXkc2xjAkY9LUOaUfa2W9CDpRfZT9gf+StpWbZwSQXcZO+CadG3d7hc2bKwDObRwDy38pus7tiJjLCcnJ5e+DGmhXpCunE5osM9W8skQUEbfEwHqGnWOsQSemcCP29vb9fsGS0vLoVwu+/2E5AP+OfD9kv+Xnslg/6UdnzXfcS4sLi66T7i5uWXjIhWr/3VvV6jbxIWoPr+nwlU0IvA3BKiH2G7UzU7n1Gy7YxsTOvBnqK4u0DJndXvW63haFGLWx39y/f/zT9qFtCDXwsLiyIJcB97fdzongXj+Jin6SQRE4B0JUMewp7lXgA/JQktra2uBhbXm5lIdnp2dvazHqS7TdyehPs/aGDDPVM7Pz/l1PJOJPY9tQDuBrXDbPpzzWFQIW7/RODSfYf9yQS7iSQt8/mltycuBzNr2zYVnRUk7NgqS2qOXZre88jykZyB27X5Kao9gRD5o/0Jg4aIs71gAdjlhIuSdOGhXyT9lgm2FX4SfVDU/m22j0TB/6Mj86fblosSUI2FYcHf6R5iETTEzfWwAABAASURBVDme2tgDvjxp4B5Aau8XfEyf8kc3KB94JrZvXi5c9+flwkJ/ut6hh+XygtmJS2Zjrvt9Yu4NY3/CDCGdyJ1m/iMIjDyTfwTdgQk+Mnyog9Rpxmoqdl99b2/P7Wv0CJ1qmB5Rnuj22VlX918+wPKmXEefL6HMeE6C9ok6QZuIUG+SvLQ6g8z6lro4a+039XN2ds58swXztVYD9Zexu4a1sbQ11G2eJfkAEdw2STpPBERABERABERABERABERABERABERg/AkohyIgAiIgAiIgAiIgAiIgAiIgAiIgAuNPQDkUAREQAREQAREQAREQAREQAREQAREYfwLKoQh8sAS0INcHWzRKmAiIgAiIgAiIwJsS6PcvAi+e8wIxEz6MToBfrR4EXjJGqtWqTxQz3B7Y93SMCeCQWq3uE78xYXWn07Fwz3wSmH6/H3jR/bZp41yE65i8gJfiecm91Tr2iROYFPu20mq1Ai/Ucz15JCzyS9jEcds03fY8whwV4oIFL2kfHjZCrVYLsKo6WybT2w+Vyv4lZ1gn4di+M+aaRqPhE+sQDuGdnZ35wgG3TZfOE4EPm4BSJwIiIAL/LgH6bmwO+lcWTmi3TwI2BP0vEyfRN1fNFmJiHvavblOfzfGq9e+czwRQzeahh8GkeEyOxYQwxEFc/25uFbsIfDgEqA/UC+x0bHYWxMP2rVQqPuERkyYxud3a2npIsjbY5u9sOTaU9XWOrYfVVWTNz19f3wgbG5thc3PbFzKhrhJXu82EbF33W5hMifTcFx3CRmhniBffgLZkZ2fH87q5uWlp3TAhzaOybsdGZfQ39vltzfKLrPq5hLW7u2s+xr5Pzkt71umcmm+mBVvuq3wV7usJoPcIPjj+OHWdfpKJ0ZjYbGNjyycKpK6vrq6aDq+ZrF8e4/i7yLq1CUhqQ6gvKWyOseh1ks1BG7EZmBCTiTVJ2/b2jrUZeyFNxrdv/vmB+fRp3IM2hLqVxxrw/c/P++an999o/OP15PTLx04g6f25L1SPfYmuoDOHh4fWNjM2dGDjQ0mqZmciBwdV1zO2SNVtS45VTfdqgckiGRei36Q/oQ9F74jr4+GllIqACIiACIjA/RGgT8TuxDbrds98IaJm88j70Wx/4i9hA2Ifrt6D/Tlqu2JzEg/boWyY7Zll0/zULZdsg+7s7LoNWrH7RlWzEbifhP2MDcF9MfzJjt1/wxYgn9gD5Jm83x9ZhXwTAZhji1EO3W7X9Q1/h3KivBjfODg4MN+8aj5Fxcp1N+QxAPyOzc0t0wUk6UPSkQ3zhZB12yIbdk6S9XX8FvbRmyxbAx9my8YWdlySDu1anHt2/7Fi8ePLYFMeeF0Y6lPLF38btS2lSzeVtI6JwJsToH2gPiG009wboK7RRjSbTX+egrpIG181vy/dW6i6P1i1tj/JweV3Fg3gfNoW2hj6AsKjLyCON0+hrhCB90Hg04wj1f8LGyM8t/H4cxsXwkbI9xwPrS+um9RMhnX8wMeDaAMQjlet/05StTYi1f+m33NkfIlxJuwP4vo0KSvXIvB+CFxc9O3+Yc8XdmoPnh1gfLZeb1gdrl3201frMPV4KAfmD9DfI41GY1CPO9Y2nHkbQT9+ccECVv+cJ85LdsXZZZp4xpNwieeqPXFwOfbMbzdJ9dLmGKaX+5bDcFI7xHeOV609qtXqIT8DcXLSsXR0nRFpIwe3zAqn3koIF0bkG5+r3T42O+rQ2FfNv9pz/wdfetPusbLlXg6ssbcYR+/YvdH7bC9JH2kjjq6NQbTtvjO22nUdgR+Cn88Wqd7APx/7p/KiTDiXvNbrNWOSniklfp5LIU2kDbkV6DE8ibzDoTvw1bk3U6/X3U/mvmQeu1ldXbN77Kvmf6+ZPm377/BvXC7I1LW6qvvrH5qK0NbQNvR6596e4htR56n7lDNlmIW6UrX2q3pZ5w6sDRlKrVazNr3u999oU6lHp6ed0LU6jQ6hSx9a/pWej5sAOpX0t2d61rXxxNOAjY8O04egx00bz2b/9dJym4K2jes6Nlbctfau1+uZH9L3ZxWI5+MmpdR/XASUWhEQAREQAREQAREQAREQAREQAREQgfEnoByKgAiIgAiIgAiIgAiIgAiIgAiIgAiMPwHlUAREQAREQAREQAREQAREQAREQAT+SkALcv2Vycd9RKkXAREQAREQgU+YQIwhxBgHUoSiQEqhVErbomAfmbBjpTAxMWHCFkn7pRK/8z1tCwsjxjgIM23DLT+8CIrwQjMviJ6engZedq7V6v7SOxNi3062/UV5Jp5jIoNarRaYpCq/gMoEVcRzy2S982mG45JHUSQmmRPfkRjz8bylDNK+/WRpiCb5L1p4eV9bERABERABERCBWxH4m5NSXxu8f2U/CX1xkhjpe9mPbi/FyPe0T59OX47EWIQY028xpm0IbIM+IiACRgAbPEueaIaF646OmgGbfXd3L2xsbIaVlZVQLi+EV6/mXObm5kOW+fn58DoZnjNn58/ZeXO25fyyhVcOy8vLPlk1PkKz2QwnJ+2Az4HvQbosiXf6R5jkM/s3TIaDX8Jk8EzMvrS0HBYWFi1tC5bWeU9rzkPevi6v6Tj5G0q5PG95XApMJMYE35VKJTBp2MnJSSANd5o5BSYCtyAwWgeYLJbJGiuVfavnGwH9X1xM+j83N+d1nTrP/pzV+aTj81433m6/fKVOXQ9jGEfZ6iCy4NuFhQWvl6QtyZKldcnq1vJgYr4Nb0dor5jw8OjoyNqSjk/6Rj2jzpPvW+DRKWNPABswSbIXSz62Vioxnoak73msLR3nGGNw+fe85Ti2aBFiTGHaxvbHHqIyKAIiIAJvR0BXfZIEsMF6l5PxdkKrdRyYiJdJudfXN8yeWwmLi0tm8y2YnTg3sD/nfX9oG86/g/159dphmOVBmGwRzitbOoZysw2a7E98RxYRYzEnfNnG5cTQp5c2KHn/JAv9X8x0v3/h/JmIHl2jXJjgmXJC31ZWVk3nls2XWHa9w/dHGOtIkst/wfQDvUDQjXnTSSR9T3rEftl0ZsGELZL32SYh/EXzsRZNz4eS4mc8ZNUXoVs3f2wz7Oxsh6xPacJp6dO/qE6KegwJxBg9VzFG99tijAG/sFTCryuFUqnkz1ykLX4ffiDH0v7EBPsIx5F0DecXRWFhRpegjwiIwAdHwKq7pSnV0RjZFlbnk1C3qcclHxsqWTtA/c71nv1SKNlvQ+F7ydsP6n6S6OHbf/oTARGAwD2KVWHvb4siWj0shVR/2Y7W25v3GfPN5+f9XIdjjB5ujDG82SdeXpfSRNtCekrWnrBN7UiOL8f/d9uUpsLDHd2PMfqxGIdb4owxnUu67SfbRJO7/8PH7ff7fm+z1+v5vVzu6+Jzcf+T+6DcS15aWvL7OWzxm6/et2n7YieEc/cp/GuIMcYQY5YiZF5pG+17YgfnGDmPc5L8XRnxG2V6XThe8j6jFNjP4YYQw6f+ocx5Npj7461Wy8eGdnd37f75uvnUC4PxoFfmeyNzfgx92tzc8ueTeWaBe3+np53Q759/6jg/uPxb9QlDibZ/tR7lulKy+sE+9YNtkpK3l9hkfE+/UYeKUCoVg3paWJjR5YPLvBL00ROgf6N94rkh3mXg2SEWkKtUKoH3Iujjtre3AgtN8n1nZ8ePs5+FYwjtGmN7jH/T1p2envpCmXpe4aNXE2VABERABETgdQR0XAREQAREQAREQAREQAREQAREQAREYPwJKIciIAIiIAIiIAIiIAIiIAIiIAIiIALjT0A5FAEREAEREAEREAER+KgIFB9VapVYERABERCBD4aAEiICHyqB9IJyeqG4KPK2FEqlLNcnbMiTSfD76D7fkRRGjPGtssxL8bwUivCSKC+L8tIokybyIml6sTQtuLW9Pdzu7Az3t7fTi6jDBbnq4fCw6RMw8jIrL7USz1sl8I0uioOXs9M2xiLEGENRpO/wjnF47OpxzuE3hP0QYmQbgz4iIAIiIAIiIAJ3R8C6Vw8sxtTHxhgv+9wY8z72Td6PgT479eP5WOqvOR5jPhbD1c/171d/1TcR+FQIMMlMFiZRYzKsZvMoMNEMNv/m5mZg4upyuRzm5oaLTc0NFuhh+/fCNfODa+cDi/AQVrm84BNhE36lsm/+wWFot09Cp8Ok071wl/7BaFmSV8LO/s3hYcMn81pfX7f0LIXFxUVLI3md9wnARvNG2ke/37xPfpFXFs68h8lEdJubW6FSqVg+G5bPdjg/740mS/sicO8E0H0k63+3e2r62HS9XPcFEZYv9f/VK/T/ldfbV6/QZ2Tevt+NpLpEPRsKx+bny6FsbQ1bpGztBDK6IAITOS4uLoXl5ZWwuroWmNSR+kV7xaR8tF+dTscn46dNI7/k+94BK4IPnoCZhFdsylKpsLE2pGRbZDimxsR/eQLAtC2F68dKNk5XFIWFiUTL/6jYV/2JgAiIgAiIwCdOABsMv6fbPfPJuo+PW6FWq4ddX/h5w/zM0QW55gf+15xtsTnv1v7Ed0v2JmEjZffX0jH2k2TbM2/TgkpL7texgC2+cVqQa9MnX93fr5pN3QjHx8eeR+51nZ+fB/L+iRf/e8/+xUXffYBO58TuPba8XKrV/cB9Sfyd1dVV17nl5SX3exbN96d8k6+x4H5IecQXwR+5KvOmM+WBzNv5fEc4tmDf8WXYLvgE9ISd42CLHzOUZfNnli09q2HdxiLwaXZ2dgKT2TNGcXzc9onqpU/vXY0U4SdCIMZofly0ewqFScn8wcKE5y+yT8h+yX1A/L4k+TeOcw1S2PVICivG6OEGfURABD44AlY9PU0xRqu3SGH1nnpcsrqepOSLROT9/BvtQZaSXTthUgqpXSjZfvR6H2MMISBBHxEQgXsjQB2LIcYiRBPGZZFcH/N2OJZb8vpd8ro9Efg9je+mfb4XRSlECyvG+Fap5rIYYyhsjDhLycaMSxYnktKS4stxj27TuaWQt4TBPtssMcYQ41DycbYxDo/HGEMIMfgm3M/n4uLC793i83IPptls+qLCLFbCfVD8ZfxmfCy263bfaW9v18YBaqFp953b7eTncM/mflIYLP8wQIJ92I5KMfi98DKLMV5uY+RY+g5bhLK4Lrn88vH8fbSs+Y3rEcK1aAKfGCObT1L6/Qvzcc8CC2gfHbVMJxgb2vUFudAX7kNmmZt7ZT512fzllbC1ten38BlL4nnlTufU7q8PF+T6JGF+0JmOIcYYigKhThWDdrjk7VyqJyU7hm/FluO0kXxH8rGShYEUFh4SbRsGnzjYaiMCd0Og3+/7eCLtE+3M4eFhODioWdvDglzbgWcQ0mJc2zbGuO3jwYzhbQ/ek2A/ya79vuvPXfBuBWHxrgXPKtBv0ofeTYoVigiIgAiIgAiIgAiIgAh8egSUYxEQAREQAREQAREQAREQAREQAREQgfEnoByKgAiIgAiIgAiIgAiIgAiIgAjFC4cwAAAQAElEQVSIgAiMPwHlUAREQARE4G4IFHcTjEIRAREQAREQAREQgQ+FQAyjLybzgn5RlOwYMuHbkk/eULp8QblUurqff+c418YYQwgxxBjDm3x4EZSXThFeDuUlUV4WrdWGL52ml0t3/GXT7cHCW3nLy6bbg5dPeTF1d3cnVCr7geubzaZPUsjLrEwqRxxvkrZ3OTfGaCx48TttY2S/CDHGkNnHyG98T8djTN9jvLoN//zRGSIgAiIgAiIgAm9MIPoVMUbvn2Mc3dJvp+9FkfdTf52+p/0Y8zZaWDHEOJQQYtBHBERgSAC7H8Hmxz7HVmeimTRR+mZg4Zv5+QWfGP3Vq/kbF+VJE5nPh+tbJj6f84W85u26Ofu97MJE18vLyz6Jzf7+fiBOJmPD5+j1zu5lAnPyiN+BMPFNp9MJjcZh2NvbC0wWt7i4FJg0u1xesDSSXmTO0j0/8n3+8vv1vPJ9bo7fXxmrV6FcnveJ2wl7a2vLfKGKxdcILHpG/MMS0J4IvB8C6H4W6hr1bm9v3yeBX1paGeh/2XR8znQ4CTqNbt+lECZyNcyy1bMk5XLZ6s+CC5PxUS+TLAXq6dLSsrVLy15vmdQxjTfsBRYSPDo6CtRtxhl6vfNwft639uT98A0hKKIPlgC2XwwxxpDtRbaMmyFp4sySjbMhEyEfy1t+z/tsSzYux/VJoodrQds2uAR9REAEREAEREAEzAa7MFvs3Cc17XROQ6t1HOr1mvtf2HDLyyvuL5XN/5ozn/HVK/wo/K85swvn71zm3Fe7Hm7Z4imb/Vv27bwvELtgdjGyaLZnliW3P5lgPC/Ixf0vFlDCp2QBJexrbFB8PXxPqcD7JYCfA3/GNI6PW+Z7HwYWTNu2+5YbG+uBsks6t+x6l/wLynnB/Q70kPK/Kklf0B18l7wdPYfryu6/DH2Ysul09mMWFxdNj5Ifs2hjDnlRLtKyurrqPs3GxobfY0WfmPj35KTtC7z1ej2vQ9Kn96tLim18CcQYPXMxxoFfGEOpVJiULoVJ4kuD5y7yFn/w+vFSqTS4pvCwYozmC8agjwiIwIdGgHqZJMbo9bTw+4rFoA5frf+pvrMgRBLagaGk8SK+F0VpUPcLDzNGwv7Q8q70iMB4EbBq5vWtGCz0Uirlelxcjuler8Ppe8nq+011uuT1mPBCoA7H8OafGGJMUhQ5PaXL9JRsDLk0YlewPyqkb/Q7+4STJcbo4fM9xujpjTEdi/Gmbbi3Dz4JPhf+Ln4K/m+zeeSLCnN/Bj95ZSX5+Pha+D34Odxn5hnRo6NmaLdPfFEmwrm3hF4GDJ/g/GIsQox8jyGzjHF0v/Dj/JakdPmdMskyWl7sI/yWtsM+gmNICiuGEJDwSX8uLvo2NtS1e3cnNjbUsrGhetjZSffm8Z9fvZqzcZmhlM3HRp82NzdtDKnizxkfDe79vR/9+aSL6y0zH0OMSPAt+k89QKgjV6Vk7SR1hraZ/VLgvOtCGIW3+dHDjJFt0EcE7pQAbQrjiWmB/+PAuBz9VqVS8bE6nvHZ2tqy/bQY1/bgXQjGhbdtzHHbvrOP7O7uhkpl39q4hrd19JWETd9JPBcXF3eadgUmAiIgAiIgAiIgAiIgAiIgAiIgAiJwpwQUmAiIgAiIgAiIgAiIgAiIgAiIgAiIwPgTUA5FQAREQAREQAREQAREQAREQAREQATGn8DY57AY+xwqgyIgAiIgAiIgAp8UgRhTdtnGGEOMRYhxuOVl4xhjYDsqMY4eS/sx5mu5Pvgnxujb2/7Hi6C8FMqECkxkx0unTJi/ubkVmFAhyZrt/1VWVzm2HtJ2LTDJIi+f8uIpL642m83AxHLdbjfw0ult0/S25/GSNi9v85L35ORkePDgQXj4MMtD279J+D0d5/wHDybD5OQDk8mQJ9+iHEJ4M65BHxEQARG4cwIKUATGhwDmCv0rcrXvfuj99YMHeZv76dHtcP+B9fUI/T7hFEUpFAWTKsUQYxwfYMqJCLwjAWx+BJscux/7vNPphHb72CeLaTYPQ71e9wmvsOOvS/qN369LbXBd/XLLgjlMMo1PweTYtdpBaDQaviDX8fFxIF4mpiEtdz0nDXnEtxnmrx2YwKteb4Rq9cAn665Wq76oDwuSpXzWB/lOW/KK1Gp8vy41P3d4bc3yduh5a7VaxrN9Oal2v68Jd95RbXX5WxKgHvT7fZ/Y/fS06z750VHLJ5hqNA4HdbVm9SDpc63Gtm66fXuhDvxVDixMpGZbwkzb4Xn8lqRq9bFqdRGhnahUKgHZ29sNjCkwuRWTPDIusbm5GZjYke3ODhNdVbw+N6xdod4xgRaL/FH3yTf5f0t0umwsCCT7L8botmCM2IVFiLYdSgzJXky/3byfzokxhhCQYJ+8tV39icC9E1AEIiACIvBxEMD26vfP3fbEz+t0TgN+H34Y95qw2bJ/hV2YbE9sxfqt7U+uu43ksPFJk9TMLj1w2zF9T/vYn/ir2J+7uxWzP/fC9vZOwP7c2toM2J3c69rY2PRjabLViodFnshfnnAV/1o26P3oKrqFjZ/9e7jDnzGGvT3KbcfKbdvKaMv8hU0vt62tLTu2Y2W6G/b29tzHqFT2bSxg3/SganJg5Vg1YYugI8iB/Za37A8l6UvVwqjaOSmspD/7FkfFZXd3L+zu7lq8WY+2BunZtvRtW5q2/feq+UGHh02vI+gQeSOP5PV+KCpUEfj0CMQ49NtijCHGOPD/0jbGv/MD8R3TefiJMabrY0zb4J/o/+s/ERCBD5UAdTSGGJNQl0clxnQ8xrS9+httQJb0e4xpe7+5VegiIAKZgFU52031Lsa0pZ5G679jTN9jTFuODyWG4X7q669eEy4/McbL/X/aSafGEON1SXHkOGOMf4k//1Yqlfw3tvlZRp5r4PmG9DxjeiZiaiptHz7M2wf+zOPk5ETgOq4vipKlpTCJ4aYPfgX+KYKfgeCzZuE7v3He667nN87p9c79fieLbHEfhuc/8WUado+pYfdmGrblvhN+WsfuN+Pb9Hq9wPgAYfxT+MRBehCuQ9jnONcjN4URY/T8F0XhC/zAZnLwfChMERhOTU35MyfsIxxHOHdywJRrS4PyIbzXSYzRyzD9zn5KQ4wx8GETY9rn+6cklBNC2XW7Z3Y/suPPHSRdafj9SMZj8IUZs2F8CL+eMaN2e/Seet90px8I666fHfiUyuM+8zpU8eh1MMa8TW1SjPl7vFZfipHvo/vD80NI+0EfEbgHAvQr3W43tNsn/kwPbVGlUvGxuvX1dX/vYXV1zbdra2uBY7wvsWrH+M4+sr6+YeOPG3bdjo0PVgPtHO9aMB5OH0Y8tGH3kAUFKQIiMFYElBkREAEREAEREAEREAEREAEREAEREIHxJ6AcioAIiIAIiIAIiIAIiIAIiIAIiIAIjD8B5VAEREAEREAEREAEREAEREAE7o9AcX9BK2QREIE3IqCTRUAEREAExo4AL4HyUjwvhfLiKYtn8fI7k1yvrq6GhYXFsLiILPn+8Puif+e3fGxhYSEsLy/7S6lMoM0kdUzA0GodByYB56XTuwYYY3ohO8a0ZfIDJkxgMoVHjx6Fx48fh+np6TAzM+Py5MmT8OTJ9f0n/ls+h/O5Nk/OMDk56ZM4xBjvOvkKTwREQAREQAQ+SQIxRp90hQmO6LdZDJO++/HjR9YnPzaZvtJf00c/uezDc7897efNzExbX/840HcTBmERZlGULI4YYoxBn7cgoEvGjkCMqS7EGL1eFEWe8Kjktm6pNBEmBxOQDbeTPsnbpNnD1KubhN9GhXNijD5pFv4Fk7AxuQ0TsjWbR4HJ2U5OTkK3e+YTtuOPZLkL6PgcTHrD5Df4IcTHtt1uB+Jlwute79wn9CqVSpa/q3kkL+Th9ZLO53euL4qJkLaJY1GUjG9hEk3uIkcKQwTejkCM0S6M3hcWVt9Lru+lMDGBoMeTgzqftxP22z8L4dwkxIGk3wqrF4XF/VeJMYb8oe4zHkGd7Xa7XkdTW9H0Sfqq1apPWr+5uRWY8IoxiiRrNu6wFphsn4nwGXdot08C4VC/aQcIO8ejrQiIgAiIgAiIgAiIwN8QuJOfovk/SLL/kk1Y+ot9mf2tvMWv+jvJ4dy0xfb8J4kx+2YxxBjNDwwmffdFz8565pd2zQZth1brKBweNgKLfrHQ0/b2ttmb62HV7pEhKyurYWVlxWzS9cGkqwd2fjO0zc9MPmbPwr24E5IKZEgAux6++AjY/Nk/YKG05eWVsLS0bOWy6mW1ubnpZVOp7Acm1m02m77oFWMD+Bo9nxi+7+XE5N4xJp2IMW2TLqV9O2SJuBic27fxjXMXfBfC6fXOzPfomv6chjTm0fa4mjbm0WgcevzcHyUt6BMLg+3u7vniYKTt8PDQz+faro2N9GyMot+X/hh0/YmACIiACIiACIiACIjAWBAYvT8RY7T7JSX3j/GFeZ6BZyJe9zzjkycz4cmT9DwE50xNPRoszDVpYZQsrML922AfC9r+T3/E2e/3B/7umfkr3YA/heB7sD07O/PfOTdddfP/MUaLIwT8pFIJP79k8ZY8/lEfvmT3nZDC7kHFWIQYowWYxXZH/ogTwa9CuJ+DkC7Sh3TtPlHPfDd+59wsOZgYo8dBfNzrYoGtzJNnPXlu5MkIP54xGcq0P0M6NVioi2vJS6mU0h1jzNFoe0sCuXyy3lF+3IvHh0coW8ZeOA/OExOT4eHDqfDo0eOQyuuJ6/pnn33mW/SdcikKlcUti0CniYAI3IIAbVSnc2rjv63QaDQCY3bb2zs2nrjh7zosLi4M3o9YDAsLvCOxNPjOPu9NLNoY5JKfy3jk+vp6YJyvXm/42HDXxvZo63LfdYsk6RQREAEREAEREAERuH8CikEEREAEREAEREAEREAEREAEREAERGD8CSiHIiACIiACIiACIiACIiACIiACIiAC409AORQBERABERABEfgkCRSfZK6VaREQAREQARH4hAko6++PAC+989IpExow0UG7feITX+cFuRYX0wumC5cLc/HiaRJ+y8fZIkyAt76+EYYLcjUCE+Dzkj3x3F/O4mDShVJgAgte0GdhDl7gTzIT0qQLM2Fmhhf62SJP7DvbGf99ZmYmPH6cJmHgeiZuILxSqeTh31/6FbIIiIAIiIAIfFoEYixCqVSEiYkJ77uZ/Ii+l36b/hih776+5ViW6emZgDx+/Dg8ejQVRvvtkvXdRaEhpaCPCIwQiDH6txhjiDEG6kipRF0sWV1EqI8Ttj/h9TLXT7ZZsI1HJR/H/kb4HmMM2P74F6ennZAn3zo6OjLf4Mi/d7vdcH7eH0xwfTcTT2ffhng7nROLqxWI8/i4FY6P24N4TwO+T7BPUaQ8T0wwid0wzxPWLiGj+cz7HC+VWIRrVEqhZG1OksK5xhgtBsQ2+vtbAvrx/gjEGK2uF66fTE6I/l6VpPsTI3Ug63reTgzqw+g2GMo7wgAAEABJREFU6XrJdb2wvha5+RhxD4XzYiRN0TNNnWVyKuokbUKn07G6ehyYyJ5JrNKE+3u+8Nba2rpPtr+6uuYLIfB9c3MrMMn94WHT6zd1//y8d9m2eCT6TwREQAREQAREQARE4J4JRLM5kxRFvLQRsT+TjYivhSTbEzsz25bsj0o+PrpNYZTcpsWezDJ6PO/n34Zb0lVcpi/Yp9+/MHvx3P3C09Nu4J4YCzk3Gofh4ODA7MtK2N7eDhsbG2HVbM/VVRbjSoINyr0z7NRms2nXtn2Cc+zQfr9voevvLgmcn5873+Pj43B42Ahw594j9yBZII37kZQP5YJvQNmwYG+9XnefgnEAxgYo517v3Mq9b2MQw3KKEf1A0JEkIcTAh0W78FcoV4S09Ho91xvKGyHc62MepLNWq3ta8VUqlUpgUS4m6q1U9k3HapaXpvk9bfNhOr6w17n5MBcXw3QR/7iK8iUCIiACIiACIiACIiAC407gAmdikMkY44iPPOELa/E8w6NHj8L0dF6UaNqfV3zy5Ilts8z4s4zXn4HAV8bftWADEkY+xIvvgt+Cv8I9F3yWTufUFxJmy/Fz87M4d+TSy90Ykz/EgRijxVFY+kvuj5cG90ZJA/4+gi9OerLEyDXBrgs3fkgfQhpIZ0pjTl/HFxEjjZxDGpEcUIyEHS09pKkIxM14As+YsMAZPHmuBHkyWJTrySXTaeM9HTgP9lNTD60sJv1+eFGUPMygzxsRoGxGpWc+N+XJotg8J4wf37F7fj3zowm4KAp/9iDpP7o/M9D3z8LTpyzINRMomwcPJlUeYTw+yoUIfCgEeCap2z31Z4caviDXftjZYex3PayspHcjFhcXw+LgPYlF219YuH58KTAOiTAOubu76+9YMPZI20dbRzwjJsCHkn2lQwREQAREQAREQAREQAREQATulYACFwEREAEREAEREAEREAEREAEREAERGH8CyqEIiIAIiIAIiIAIiIAIiIAIiIAIiMD4E1AORUAEPiwCxYeVHKVGBERABERABERABMaHAC/HM5FBnuzg5KTtL4vu7OyElZXVMPqC6cJCXogrvYDK9/R7Os53XjpdX18P29s7oVrdD41GI/CS/enpqU92dz/k0qQLMUZ/KX9iYtIX5OBFfSanmJ6eDjMzyIxtZ8KTJzO2ZRKLGd/nOzIz88SOT4fp6cc+CQOTNjARABM4lEqlEGMM+owdAWVIBERABETgXyAQY7Q+O/pESRMTE2Fy8oH33UyCNG39duqXZ6xfnvG+mj46HXty+X1mZsZ+p3+ftn77cRjttwmzVCq8745R/XfQRwRGCMQYvW4URWH1sPB6WDJbl3qTBfs3749ubzrOsVHh/BiHC3J1Oqc+STmTb7E4FhOdn5yc+KRq+CD4I0xMk2UkqW+0SzhcgG/T7Z75xNbHxy1fkIu42+22HTsJTD7X650Hzi+VCp9sjTRPmA8x4e3RpLVJSfj+OikNJp4rGbuimAhpWxjTkknhjA1D0EcE/g0CMUaPlk0xWBQBHS2Z3madnpycCOxPTk5e2XJsVPLvHEthlALboigut+xfl3zO6PEYo9cNT5z9R32lHWCCxW6365NCHh+zIFfTxyWq1YOwt8eCXNu+CBeT7SNra2v+fWtrKzDh/uHhodXvTiCcXq8X+v1Uxy0K/YnAKAHti4AIiIAIiIAI3AMBM/HMxgsDie4PYQsi2JCjMmpbju7nc0aP5evZItiVecv+bSXG19ug3LfCV2y1WgGbslarmf1ZCVtb24H7XKura3afDFmx7YrboNw7w05NC3LhY576Ik34mEGfOyWAv4APj4/QaBya7X8QWHSLxdKWl1fC8vKylcuql9Xm5qb9tmPn7IdarR4oH65jMnB8jeQn9M1XuPA0xpj0IsYixBhDYX5TjOlYCDGEcOHjBpQr6cBvQQgHIUwm8+10Oj7mQVyMeZDOmulRtVq1tFRMn/ZcmKiXhblY9A1d43yu7dr4BeESj0WqPxEQAREQgbshoFBEQAREQARE4F8hkO16tkiMMcQYzd9I91NYbIjFoHiekWciEJ55eHK5cBTPQiThN555nJp65M9RcC2+M35xjDHc9Mm+C/dKunbPBZ8Fvxe/iG33Fv5HjNHTHGO0dCMp7RMTJbuXlIX7okjp8j5RjPHyunDDBx4IacSnQrqWRtLFfePkH3Xdv+YchPOzEGSMKQ4YwAIm8IQTvJAhz5nBcyUzgWM8N8p5jx5NDXg+sPykPMSYwiUOye0J5LKhrM7Pe37vn7JstY4Di9RQtpQz51FmjPk8fDjlz/ZMT6dyQfc/++ypldUTX5CL54YY77l9KnSmCIiACPw9AZ4b6HROrV06DvV6w99pYHyXsV/GFnn/YShLYXGwMBfvQiz64lyLYWlpyWXZxiPTglx7HhbjyvRltHXEw3ji36dGv94DAQUpAiIgAiIgAiIgAiIgAiIgAiIgAiIw/gSUQxEQAREQAREQAREQAREQAREQAREQgfEnoByKgAiIgAiIgAiIgAiIgAiIgAiIgAgMCBSD7RhulCUREAEREAEREAER+PcJ8OJ7ejn+3Cc24AVUXhZlwjomjzs8bPjCWoeHh75tNPK2Yd9H9xs+aSGTzjGZXLudJiNkoofz83OfvO4+chtjmhghxsInS3j06FH47LPPwpdffhm++eab8O2334Znz56F7777Ljx//tyE7Xf+nWNDeebncc2XX34Vvvjii/DkyWc+EcCDBw8CE/IFfURABERABETgrQjoolECMcZQKk0EJtSZmpoK09OPL/vub7/9xvvj7757FnIf/fx56reH29Rn07/Tz3/zzdeDfvuJ99sPHz60sCdDyeKIMQZ9REAErhJI1SKGGJNg58ZYBCa4YkIsttfldcc5L//GFokxuu2Pj4EvgH+Bf9BsHvmk2EzExeRvo5PTXFz0LZFpYmzbeaO/C1bzGlxxft4PTPBFfA33Ww59Ua52u23H80Ru5342eSa9pVIRkpScQVEUt9pyPVL4xN3pmhgTU49A/4nAv04g6WOM0XQ6S9LVori9vpdKJasjJfe3mTCPSQ7pa5Ep68dvEn5D8KWZGDGHURRF4EO9zUJbgTBucHaWJu2jfWDiPuoyYwyMR9Rq9VAdLNLFRFlMxs+CXPV63ep5MzDBH+0Nk14RNvFIREAEREAEROD9E1CMIvApEoiW6RhiHJVsd/51i22IXXiT5N/YIsn+fBCwLZGbbM/RY9ifCNdlO5R4LGnup2In9vsXod/vB+xPbEf8VuzPzsjiSvivjUYjsIASNie2Jzbo7u6eL7RUrVZDrVYzO/QoYLcSBmEixGFA9PeGBOAGv1wuybdv+QS3lMHeXlrcKm8rlYqVT83uUzZsrOHI/IHj0Lb7kpQj5UmZUL6ER7iET5JijOYfFQP/ZiLg3zx48HCgY+gawvcHPr54XZfC4EOYhI8QH+klbsY7SAf+SZI0GXnbxiX4nXNJG+lCCGcQpDYiIAIiIAIiIAIiIAIfFQElVgT+SiD7HfwSY/R7K/gU+LOPH09fPhPx9ddfD55nHD7TmJ+NSNtngXO++OJzu4ZnIKbNZ5lyHyX5uMn/DoMPvgU+CT7I4WHT/Ki6+UsHdk+laj7sfkj+04Ef5/dWq+X+E9fg0+CX5LTHGN1nIp43kxhCQIL736QJ3wc/CH+Iez0N87Pxpff3SVfV0rXv6avavR9+I13Zx87pCvaJMXqaGCfA1x/yfOrPh/KMCc+N8PwI/J4/fx7SNj1zwm9fffVV+PzzxHN6ejpM2f0tyoY8BvvEmNJuu55+tpLXE0BfKGOEckaXKGfKEMnleHHRDzFG98EfPHhg3B8F6gKLcrEgV5KZ8OjRUL9fH6t+EQEREIE3I3BxceFjwMN26iS0Wsc+pttoHHq/2LC+KcmhjTNeFZ5RaNh5bBH6Mtq609OOv2vB80n0oX0bbyauN0udzhYBERABEfh4CCilIiACIiACIiACIiACIiACIiACIiAC409AORQBERABERABERABERABERABERABERh/AsqhCIiACIiACIiACIiACHz4BIoPP4lKoQiIgAh84ATGNnmDl6DjYDu2+VTGROB+CcQY/cX3GNkWoVRCSv4i/OTkhG0nfUIHJjSYnJy07xP+nf2/yoRdn6XkkyEUPkF9tDjuIx+EGz2eUqkUmHDhs8+ehK+//ir88MP34Zdffgq//vpLePHit/DHH7+7/P777+H331/cIL+H3377Lfz888/hxx9/CEzMwOQWLO7FS/+EH/QRAREQAREQARF4ZwJFUfhkt/SvMzMzgYmPmCTp+++/t374F++3X7x4caWvph+nD89bfv/tt1+9n//pp//4gpv0/0+ffhaYQOnhwymzVybM/ojvnF4FIAIfFYF/KbExXq1rMUavf0w6c3bWDUxKwwQ1jUYjHB01faJsJqkenYiac982+VyLnJ/3fDL0ZrPpE80dHFQD+0z6xcRtnHNxwURwozHF0S/aFwERMALUE9v4X4zR6zM+MZPVT009CjMz04FJ8vC/8Znpf9nyneNPnsx4f0xfj5/O2AHXF4PxgVQXL3xSwxhT+NgHCOdl4TsSY/RFE5i4kTpdrTJRY2UwUWPV6nst0MawgNfp6alPrOWJ138iIAIiIAIiIAIiIAIfHQHsP4R7UkzW/OjRI7ctsTGfPHkSsDuxP58+fer7fOc4Y0zI48ePfSLnhw8f+NgQYSUI5gwGJLh9G2P0e0v8nu1PtnxHsFnxWbExG43DUK0eBCYxZ1Gu7e3tsLu763bo0dFRwAY9OztzO7Tf77udG+77M2bhw/v8/Dx0u2cBu5/Jcev1htn81bC9vWOybfz3Q61Wt3GFIxtnOLFzu+4nUF6U3ahwLMbolAgbiTFamZdMLyZtbPJBmJqaMl15ZPr1+NLHQZeGMuPHGWt8/PhRePjwoV+HbhIXcQT7EDZiu5d/MUaLq3ApldK2KIpL3Ysx+n4IMegjAiIgAiIgAiIgAiIgAiIwPgSyb4D9Pzk54X4EPkV6JuJbf57xp59+Cr/88nP49ddfrz0b8bs/28jzi+kZiOeBZxc///yp+yYPzc8tlUp/gcU9UBbjqtdr7qtubGyGtbX1sLy8EhYXF02WwsrKih/b3NwMLDp9cHBg91CP3P86O+uZP9v3cEl3UZTcl4kxhhijHx/9j0MxRj+nMD8HibEIMXJuup+Dn4w/zb0b/Gl8aNI1TNNiWFpaukzb1taW+38sGMZ9ZfxC/Gx87BhjKFm+JyeTL4ffn3h+4894/vwzLH9xljwTOnym5Hc79sI5/+c/PFNynedDC7cIN31yOd7023s/9oFFCBvKBR+eMjo97fr9ecqbe3iMk3Bvvtvtul7FGI1zyfzpSfPDH7ofThlSL54M7ifin09afYkxBn1EQARE4O4IRO+bovVR9FX0JUhRlAJSsr4FYayPNmhUJiYmL9+VYJ/fJiZ4N4JrixBjCo9A5PoAABAASURBVJu02i4biQiIgAiIgAiIgAiIgAi8GwFdLQIiIAIiIAIiIAIiIAIiIAIiIAIiMP4ElEMREAEREAEREAEREAEREAEREAEREIHxJ6AcioAIiIAIiMA7ECje4VpdKgIiIAIiMFYE4jA3l7sxxOFR7YmACLwDgRhjKAqk5C/BT05O+qR0k5MTg23+PjnyoumE7/OiKTIxeAl1YiKFURRFiBG5n5pqSQ6Fp7nwNDPxxJMnT3wyChbVyhMuMFFFWsTjD5+4gokXECZhSJImYGBhj59//in8+OOP4fnzNAkDkzlOTT3y8IM+IiACIiACIiAC70wgxui2Bf0rC3p88cUX4ZtvvvHJp5h46sWL38Lvv//mkyPRf2dJfffv9tsLk998IU0mqWLCqmG//dQn0Z2aemg2yqTZCcU7p1cBiIAI3I5AjMnmj3G4ZUIuJtti4jQmXGs0Dn1yNybk6nROBpOWM8nb+TtPWE5cTDjHBF9M9sXkbgj7HDs/7w3iyBOwhzBIatBHBERgSCAtxnVh9YVj0esJfnepVFj//SA8ejRlfe1MwPdGWIQLv/np0898QQSOzcw8sXOm7dxHPrnepI0vlEolC6sIfKivTNbHPhIj8UTvt4uicP+b8xG+I5zPBIzN5lGoVqthb6/ikzNWqwehVquFRqPhi/0xySPnEkfQRwREQAREQAREQARE4KMgkG23GJNdiB04MTERuOczNTXltiU2ZrI9n5jd+dTks5BtUOxR7FAmc2ZS5ym7p/Pw4UOzXyfMthzaoAlG9gnjFfuT+IgXwf4M9mFiaSY1x9Y8OKia/bnvE5dvbeUFuYYTmOOPnp+f+wJROT8WhP5uSQBmvd65L7KF3c+4Adz39/d9Ma7tbRbkqoR6ve7jCicn7XB2dnVy71x2lB8SY/TYCRs/J0Z8jcLGDCcCi72hI+gLejMzMxMQ9Ag9Yzvjfs2M69+jR4/Nt5ny67KuEEcI0X0nwkeCf4g3hhiRInDeaNpiLEKM/Ib4BfpPBD5oAkqcCIiACIiACIiACIjA3xNIPseF+QZJOLtUKsz3mHS/dnr6cWBRrfRMxA/h55//Y/KzLxT14gXPPiC/hz/+SFuec0wLSH3nz0A+ffrU/ZKHD6fMxy25PxEGH+Lu9Xqh3T62eyX1wYJcG2F1dS2srCz7glcsfMVCWKur64FFsfKCXGnhpE7o9c4GvmwIxeAeDVvEXJdBfNFiHEqM0Y8XRcmvKYr03Q57WNwfxq/j/nDV7ukQ58bGxmCRsLQQV14sbHV1NeBnV6v75u8dXt7rIV/kL8bo+eZeU/bjPv/88/Dtt9+GH374MfzsC3L96s+PDJ8tgWWSX3/9JfznPz+G58/h+Y2VxecDng8t7X/lGfT5WwKUCffheubDn52duR9/cnLi5YZOIe32ifvsnEdgpVJhYzQPwkPTYRa8HvXFp6en3d+mfIuiCPqIgAj8ewTGLWbrPgZ9VbT2vrhBJqx/ScJ438TEpLVVWSZ8f8LGqCcnJ7xPn7jyXgT9XvDw7f8QQgz6iIAIiIAIiIAIiIAIiIAIiIAIiMDHQEBpFAEREAEREAEREAEREAEREAEREAERGH8CyqEIiIAIiIAIiIAIiIAIiIAIiIAIiMD4E1AOx5OA3qwaz3JVrkRABETgHQgMX1rjZTkCStvhcY5JREAEbk8gxhhiRNJLp7w4youkyOTkZMhb9rO87hjHS6VSKJVSWMVgwoUQYriPT4zRX5QlvgcPHgYmyfvmm6/DDz98fznhwgtf2ONFGC7k8Xv4/fcXA0mLcfGdCS2YpIHFvJiEgXCePv0sMOF4yfIU9BEBEfhQCCgdIiACHzGBoih80oopn1B5xic8YrKk77//IbAg12+/vRgsxpX66mH//eKyL3/xgnOYVOmX8NNP/xlMnvSVT8T8+HGesGcixBiDPiIgAu+PQIypzsUYvf5dXPR9Eq484RqTabOYzvFxKzAxV7d7Gpio6/y875PUvWlKLy7SxHZ5y8RfLPTVbDbDwcGBy+Fh0+Pit3RejiXaTrR02iZE/pOIwCdPwKqUMaBe2cb+rCqHGKNJYT5+KTx4MBmmph4FFtR88mTG/O/PfCEEFkBAnjx5YseQGT/n0aNHgckRJyeZpKrkvrsF5/U91ceriyHgd48KNgMSY/QJHJmYn/rN5I2VCgty7Vs9r5rUQqORJ2nsBtqUYB/isI3+REAEPm4CSr0IiIAIiMCYExi12WKMbjNiA2IXPnjwwO/PTE8/NjtzxuSJ25/ct0GwQbNgi2KnPn782K95YPeLJiYmPbxgH+JBbNf/Yoxm50a3c4krC3EjnJsnEK/XG6FaPQjYoLu7u75AFJOJ43cy0TR2aq/XMzv03O3WoM8bE4D3+XnPxgi6AZ6tVsts/IYvgra9vWPMd3y/VqsHmDO5d7d75rwpr1x+bPkeY7Q0RPM9ggl+x8VleU/afc8HpltTNjaJzzI9PW26NTMi+DlDv2ba9I8Jw6emHppP9MDvmeY4PJqAD5XEIvW/GKPHx3l/lfSbnWLnRhP9iYAIiIAIiIAIhBAEQQREQAQ+egL4NXkBoqIohUm7N8I9EnyKL774PHz7bXqe8aeffvLnIn799dfwYvBMI88tspgUz0ZwLD0D8dwX5GLxqWnzWwirdMPzi/ijx8fHoV6vB3xVFt1aW1sLy8urviDX4uJSWFlZCRzjN845OKgF7rfgf52d9dy3ogBIN3GwjTG6X8Nx22VzKTFG97eLIt0/irEIMcbA5/z8PJyenvoCTdy7wXcmzvX1DUvTiqVp0SQvyrVkaVv1Bbn296uB+7rtdtuvJ19DnoX7Yvhy+P0w+fbbbwLPePKs56+//jJYkOvF5TMlMIXlb7/96gtyfffdd4FnQbl2ZmbG7nc99DGBcO1DOXIob9mXXCVAuZy7D9/zsjo56YRW69h06sh89vwcQPLZY4zOedJ8cfzq5Ic/9kXRKAd0G/+c39GnoI8IiIAI3CGBGKP1T/RVSCkUxVUpWb86MTHhfcyk9dsTNp48ae3VqKRj6RzOR4rBexEWvIUfXII+IiACtyWg80RABERABERABERABERABERABERABMafgHIoAiIgAiIgAiIgAiIgAiIgAiIgAiIw/gSUQxEQAREQAREQAREQAREQAREQgTsmUNxxeApOBO6AgIIQARF4PwSiRTOUGGOIoQgxsjVhG4N9DyHkbdBHBETgTQjEGEOMQ+El0aIoQpb04mjhL8XnY2w5jrA/Kjcdi5Hwg8UT7vwTI2FHSy9S+EQWjx5NBSZe/OKLL3wSBSZfePbs28CkCkN5Fp49Q77z7XffPbPf+f6tT2Tx5ZdfBiZfePJkJjx69NjCfWBxFEEfERABERABERCBdycQY3TbgsmSpqamAhMmMXnyl19+YX33N9Y3f2vyzCX13c9C6qu/s23qu59Z384iXt9886333fT7T5488bAePnxgffekxxFjDO/20dUiIAJvSiDGaLZ/Ehb3YRI3JuE6OmoFJnZj4mwm5Do+bgeOd7vdwIRqbzupWZrw6zywsFea3K0diKPRaITG5QI9p4FJwVIcF5YlxDb6EwERuEbgIlBv00HqCXWZMYHCJ56nz2bhg6+++sr66W+tX0aehefPvxvIc9/Sfz9zn/tZoL/GL+eazz9/6v464Tx8+PDG/jrG6G1IHmuIMX0nTbQVo/W82TzyyRkPDxvevjDhJL9zHm0DdR7hWokIiIAIiMC7E4jvHoRCEIEPmICS9iEQiDH6vZiJiVLAXmRS5qdPn9rYz1duVz6z8aA8RvT8ObYn8p3ZpaPyzGzVZ3b+N34d402E8cTv9zxyu5Z7WTFGtztjvLrNdmiwz/l5/9LXZEJw7M+G+ZoszlWtVn2y82az6ZNOn5ycBPzb8/Nzs6mxpS0A/d2aAPY7fj3jBIwZwLVhPj0TytdqB4GFuDhGOXS7+PjnlxPGEwnlFmMqS/YpY8YeWUiLCb4/++xp+OKLzwN+yddff236wfhj8meyTuHHPB/4NuyPyrNr/s0333xj+vW1h8c9RcLG3/nss7SQ1/T0Y7u/+Mj0+MGl31MUJdc50isRAREQAREQAREQAREQARH4twjcT7zci0By6DFGf15hYmLC/IIpX3wI3/TLL7/yZyK4d/Ls2U3PRnzn/gp+y+eff355T2Vqasp8iwn3mWOMIX+IEz/09LQb8JfyPVIW3KpUKmFnZydsb2+HzU1kM2xsbNj+pi+Atbu7FziHBbPwuQ4PD/0eK/dw00JdZ3Z/te8+LvHkONniw3EvBj+Oc09O2uYbc8/m0H3lavUg7O1VPP6trS2Lb8vjJX4WBSNNLNKV4yfuVqsVCIswCZt8EW+M0fNdGiyaksYLHgf8vC+//NJ4fu3Mno2MGYz6c7D+6quv3SfEZ5ueng7wnJiY9HCDPm9EgDJhvKTXO/dxEO7LndiYCPrXah2ZHgzLET2JMVpdmLDxmEnn/ujRI/eX8dcRvuO/U74xxqCPCIiACNwdgehjcYUvnlXYfuHtflGk/Rj5PR2jDUqSvnNOllIpHWOLFBZeUXCM66MlF7GN/kTgbQlwOwF52+t1nQiIgAiIwGsI6LAIiIAIiIAIiIAIiIAIiIAIiIAIiMD4E1AORUAEREAEREAEREAEREAEREAEREAExp+AcigCIiACIiACIiACnw6B4tPJqnIqAiIgAiIwJBBD+lfYNkspxIgUgxfi7IzCpBRCjNH+C+P3UY5E4D0QiDF6nSqVSrZFotcpOxze5sN1MeYw0jaEGO77E2O09BdhYoIX+B/4i/uPHj32hTmYSAGZmZkOyPT0jG2R/H3aJ754/Hjazn/k1zJ5w4MHD30yi1KpCDHefx6CPiIgAiIgAiLwCRCIMXqfTf+a+u3J8PDhA+t/p6wffux9cu632V7vt5lENx2ftnMf23WP7PqH4cGDB9ZvT7otUBSF990xqv8O+ojAeyYQY/T6Rz0k6l6vF05PO+H4uBWazSOfyI3J4JDj42OfWK3XO7sykTbX3UaYxCuFfxrSRF/HFs+xxdEyOfIJvzje7Q4njMvhWjItnfnbBzCzSU6KtiLwrxO4CBcXTLAYvI5Ql0ulCe9rmSySxbV+/PHH8Msvv4Rff/01/Pbbb+HFixcuv//+W/j99xcuf/zxexjKH/77zz//HJ4/f+6TIzJZ/ePHj73vDvZhYkXq9MVwRTA7mv5ijLaThJ8Rzu12u173WfAvtSltb1POzrqB8BDOuylMC1B/IiACIiACtyGQml/vE4Lte5Ns1+Wt7epPBERABN6aQLbT2MYYfbyIsaLJyQc+3jNqf/7880+XNuiLF8nufHFphyYb9Pffsw36h9uiL+y8X8xu5drvv/8+fP31V35vaHJyMsQYXcJrPjGm32NMW9J4dnY2sD/TJOOHh01fCJqJw/F32+0Tn4waG/Q1werwawjA7PT01H36RqPhE7izhWurdezcu+bb9/tJ/Tx5AAAQAElEQVTnFkJ0XYkxBj4xDrcxRi9Xypj7gUzOjg/y00//CegC/st///tHQP74I+nJH+a7JD/md/NlkKE+DXXqd9OpP8L//of8z7b/vRIG4f5s/s4PP/wQnj37LjDZO/rLuOZDX4x4IjAWGmMMwRKNPiEhaDzCcOhPBERABERABERABERABMaGQLLzg/sl6f5KyZ9fePDgQZiaeuTPNwyfdZix79Mu+C8cz1sWKZqamrJ7M/kZiNIVPyjYh7iSmGdhN07wq5B877Tdbtv90pb7V/v7+744FgtirayshpWV5bC0tBQWF5Osrq6E9XUW69oKe3t7fg2+WNfuw7D4Ur9/YfeOkv9yYfeQ8I9ZPKvVaplf3AiVSjVsb+94GIS/vLxi4RPHcmB/bW09bG5uWRp2w/5+WuCaezv5Pu7ZWc/v6xD2heXFsnflL8Z4hSk+H74WnLjXhMAPHwyGo8LxvPDTw4dTg+dK8NFKHmaM8TKuHHfeXv6gnUsCsME3RwfQD/SAckTfWMytbWMj+PfoIedSDxjrefDgodWBKR/vodySfqfy4PdSqeTlcRnROOwoDyIgAv86AZr4GKP1oUliHLb54Rafq6dHb6do15L8tW++RZA6RQREQAREQAREQAREQAREYNwIKD8iIAIiIAIiIAIiIAIiIAIiIAIiIALjT0A5FAEREAEREAEREAEREAEREAEREAERGH8CyqEIiIAIfAAEig8gDUqCCIiACIjAeyUQA/8C/0fbi7xoixShiEgpRLZFDMVAovUWdmpAgj4iIAJvRCBG6lkM6QXRwuoREsPbfmKMFkYcCS99D/f4iTHFQR6YcOGBT2IxFZhM4fHj0YkrZnyyRSZdYLKFLHxHpqcf2zWPw6NHUz4BAOF8Ki/832PxKGgREAEREAER+AuBGIvAhDoTEyVfiIPJkphwh754enraJ51iS/+chcmTEL7zG/L4ceq7uZYwcr+NTYD8JWIdEAEReC8EYowhxuhxsSBOp3Pqk2qzYE4WJmhrtY4Hi+ecXU7i5hfd8j8m8er1zn3C85OTjsXRDoTZarV88a/WZfjdwYJfF6+Nh7CQW0at00Rg7Aig/6MSwoXXY/pT+mv62s8++yx888034ccffwi//PJz+PXXX8Jvv/0aWOiACexfXFkQ4XefzP4Pn+T+D9t/EX766aeQFkL4Ojx9+rn192lBLuLt9/teT9lHMuAYo6fDNrbNRy98YkYm+mNiv5bVedqWdrvtbUq3exZ6vd5lePkqbRMB/S8CIiACb0ogDi643OadwXFtREAEROCuCCTbc8LHiri/wyKuLAjLIkfX7c8XL35zGxM7NMsff7wIf/zxe/jvf5MtyiJJ2Kw///yT26FfffWV3yPiPlKM0ezL6EnH/kT8i/0XY/TfYkxb7kczHzg2Jr4nk4aPLsbFglzYoycnbfNPz9wOtWD09wYE8AdOT7vm17d8Mvd6vR7g2mw23c8/OTkxtl3zA/peNugKEmO8EkuM0X+njGdmZsJXX33piwKzIBe6gN4kHRkuqMWiW0nyQsMvTLfQoReuT/z2h/k1//WFvP7ri3H973//NT1D/vBzCRc9Q1e/++6ZL/6G/jKOmcYsJ0NRlDxt6Br5ZYteXcmAvoiACIjAHRJQUCIgAiIgAiIgAv8egRjxTQrzA4rLBbl4HnF6+rH5pdMu7E9fezaC5yE4hk88NfUwPHjw0H3kUmkilF6zYFHyLS7MF+XeSd/uj5wHFkTingm+Kv5VXpCLRbdWV1d9kaylpWVfkIuFuVhEa319PWxtsSDXbqjVauafHZsfdmbh9u3+aj9w38j+s/2LwGJM+Gkp/EYgfBbkYuEtFuBaXk4LcRHH8vJKWFtb87B3d3f83Hq9Yb7eUcDH7na7luYz9/f6vvCXxWTOkv0RnftRMUZnWRSFc8Dnw9d69OiR32uaNq7TxhIfLDFksbMsjwfPgz4aeR500sK5+RlZeAZ9XksAPtz/7/XOTD+6dl/u1MrxJKBvx8fHvkX/GEMhEMqM53gePHgQKK+k21NeFknHHwx0vORlzTUSERABEbgLAtZ1WDD0x0jhbUw+Zj+84R9hhEEYhfchtG8xpnDtl/BvfhT3R0zgYiTto/sjh7UrAiIgAiIgAiIgAiIgAiIgAiIgAhCQiIAIiIAIiIAIiIAIiIAIiIAIiIAIjD8B5VAEREAEREAEREAEREAEREAEREAERGD8CfxdDou/+1G/iYAIiIAIjCsBXlyLlrkixJCkYBtLIcYi+EtshW1LIcTCxE6NJkEfERCBNyIQYwwxxkCdGpUYYwgBCW/1iTGGGIfyVoHc8qIYh/GQB17gzxMusEjH9GDChenLSReGi3xw7Lrw0j8v//PC/8OHeuH/lsWg00RABETgtgR0ngi4jVAUMTBhFP326GRJqe++ua9m8iTket+d+u2pwAQ+hEW4SIzJRgj6iIAIvDcCMaZ6h12OEDGTbTHpVqt1HJiULUnL95mUq9PphLOztHAO57+JpAm/eoFJu5n07fi47ZPDtXxxnlZgmyZyOxtMFnc1dEuutUlXjxHm1SP6JgKfFgEmOMwTHsYYrb8uTCbCw4cPw9Onnw0W5Pox/PLLL+HXX3+9XJDrxYsXPhF9WgxhOHn9H74gwh++aBcT1D9//tzDYHL6x4+nfZK9YB8m76P+IfbV/2JMbUqMaesH7T/SeH7e94n+qPu5XRm2Kd1A20OY/T4TRWrmIsOmPxEQARF4JwLWFLvdxPaWAek0ERABEbgVgVH7Dz9yYqJkYzyTPknz06dPzXb8Nvz44w9mf/5s9ucvl/Znsjt/Mxv0xUCwQZE/wh9/IL+7Dfrrr78E7NDvv3/uizMxtsT4EXGFv/nEGK3dG0oIF+a7nvkk09ifjcahLxjFolEszsWxdvvEbVRs0L8JWj/dQAD7Po8dNBqNUKulBbngim+f2XJejNHva8aYyieMfGJMxyhjyvrLL78M33//XWBBrl9++dl1Av343//+CCyw9Yf5KwiLbmV58eL3EZ16Yfr0u8kffj7XsBhXkqRnf5i+vXjxm+nZz66rwwW5Pg+MY+JLMQZaKhWuU+h8EhIuXwUKEhEQAREQAREQgY+agBIvAiIwQgBbn6/mmpjfEu3+SskX5Hr48IEvQMR9kZmZGfcV0sJR04P9tMWPwY/Iz0BwHf4NvnJRFO5ThMGHuLLgh2bh/gj+Vbvd9vuxLH6VF8xi0a3V1dWwsrISWCxrcXHRt3lBrs3NzbC7uxdYxAtfjMWy0r2Wi8C9mRijbfGPe+Yfd/xeLD7caPiERfjLy8sW9pIv/sVCXZubW2FnZ3ewIFfd0tayMJIfzb3iFE+6p0Nc+OGDrHq+Y4zGlHtWJb+39NDuW8Hp8ePHf2EIxyzw5JypqUd+r4vnSpKPVvJwgz5vRACdwzenzNAz7vVzPx594z4dW473eueuK+gtvB8O6gBlhkxNTV0pD857o4ToZBEQARG4BQHrOrytjzHaNvWjtnuLK0dP4Vq+s43WFyEl6+ML3yc8JOgjAiIgAuNPQDkUAREQAREQAREQAREQAREQAREQAREYfwLKoQiIgAiIgAiIgAiIgAiIgAiIgAiIwPgTUA5FQAREQAREQAREQAREQAQ+UALFB5ouJUsEROCjJKBEfxwE+qEfzkLv4tTkOHT7R+G0fxg6541w0quF9mktNNsHodGshoNaNVSrSXipOwnfD0KtVvMXw5kEjUm5ecmXl7YvLng5/MIn4+73+z5BLy+OM4EvLwQzsReTpzUGk30dHNTCwcHBFclh87I653INcfByMWH1er2Q47oN89E0cR1hEBYvJ/Nie7PZDI3GoeeHuF+Xplqtbuc0AnlOaTr2l9aZnJw0kV/iuk2abnsO4RE2aYZhq3Xs8fNSPmVTqez7S/TDsqmOlNlwv1pNjLmu2TwK5J0wCRsmb5p20oVw3dnZmXHoBNLWdJYN04+6pePAZDQNaX9/v3olzZR/zfWpEbgePUGfSBvhEw9yW2bv8zzSBT8YkOZ2+8QnM0BvyVPV6k/OX830h+Mpf12vIzelNcZ4eTjGGGIcChMhEB9lx4v2hAWzhtUn9Jb43kRqxp3rCYf0kw/Cz9xJCHlEOMZv3e5ZoP5wzdFRy8rsyHWSekH+0rbpxwh7VI6Oms6n1Wq5DhJOt5sm8iZ84vsnyWnhfHSEdLcHE1w0BvU4s8j1Ap3LXNhPx/ddP2HQMH6kkzyRJjgQPnEh7CPER3qpi5x7dHRk+W9a+9GwtqFuel+ztgxB95NQ/qSHeKh/MGpaHcwMSD/xwZa4svwTh9v8Tlikm7Bz2tuuo0eeZtJE2qrWPgy5UD9TXa2a/g6Pw+vA89m0ek7+YQUPwiYuJMdHnmgbR1mRd1jDIcV9YLwOrByQqu/zGzo0yofwCfc2eb7pHOuWfAIKwiCsrukw3HPaiIs8/TV9qSwpw6oxysL3LOSjZnWbdJM3wiAsdANGxEFc8CBuyoJ0wOqmtP6bx0gTaSOdpJd0p3ambe07db1p9frQdYf8ku+atSHoUOZx05ZzEK6BUcPqaeYE+8wp6xNxj3IiXffFhbAR8k2cxJ3yfXK52AjlSXob1k6Qh5qV9/U8/1U3at4ecD7XcT3hkN+2tVejekG8pOG+8vh34RIv8qb5r3m5H3idzXnP26s6kDjUjBkssOsyD+o5TKgrcEEP2tY+oQeUQXfQN8CH9JFO5O/y8ya/ERbhEj7lTnzE3bbyIT2kizQ2TF9JN+mveb5vbhfI/zDvOd81bzO5tmH607Cwsi4QPvGkfLfNjjqxvvXUJxQmPdRD0kYaSeub5I1zuYZrCYfwyB96R3zE3WweWv+FNG1L3f6rUD5JjrwNgA2MCItw3yR9pIfzuY7rSUtrYNPWTD9gB8PqZb9TNVuxav3DUFJ/xPF9172G8WyZPTGaJvJMXAj7Kb6zgE61Tb9aFid5ohwaViaUTc3LNekz6cjC8ZqljXMaFhfc4EfaCQ+u5Im4YP6+hXjJI5Ly2TUd6ljb1XZbi3ySbtJf8zwm3a0O+jPyyXGEc2DSvME+IXziytLvX7gfBoPj42PXH+oI4RBmdaQM2UdGyy75LlUrw5r3J02zKVqDcoRp3/zH983yY4wvxujJjjFt4QY/6hd1oj1oy+CL7vKdMkNXOLdv5UiZeiD/8F/fyoRw0X3Cov1gO1of+J36wLmvC26QVP85xpRu//Iv/Uf+EdJM2mEzypD8wo18oqPkGZ7UFepWY9CGUH9q1lbURupZqgsH1oYNhWNZODdJ3fqJhtWFQ7OxmlZ3j660t5QZaSJtpJP03hcuwkZgQXmSd/LbsHySVtKe6nIef6ha/m6Sg4EN1LA8HXqeYEk+yAPpJx72EfJGfMnmPPbzc7yJbc3bC+KvjrRf2GKki3Mok+ZI+0UdID7yQhzEhxD3hyD4Jvj1KS1MDB/N5y98MqkHDybDo0ePw2effeYLGXzzzdfhm2++t1E9lgAAEABJREFUMfk2fPvtt+HZsyzPbP9Z+O677wKLb33//fPwww/fh++//96Pcd63334TmBj/yZMnPgElE0nGGFO0r/2f35F0AtzgmMvo5KRtfWrH5NQXSqD8+D1zTlfd3/+kh7iIlzKmjpycnHjfRz1tWp+CPjRMb9GN2rW6mXUob9GrUV2iP+N6wqHOU/8Jn3iI733m9TYUR3lQRp3OqY+zZBajHMhnyu+B1amh1KztghXnkm+ubZvNlPMMa5gTF+ozlKwneXubFN/tOaSJ9KW8d1wPKDfyQl6rZpOMSmrDsCUR2rKqtWOJBRy4juvb1ofelP83TT3c0JtOp2Nt+7HbTMRBWZCWZBORDoS0DIXfSTv5QHL6KB/CI9+EDwPkTdN22/MJu282Q99sgV7v3HyVM7M3T03PqHfH1ma3PF/UG/KGLtUu611iS/qrV9pvjte8r+BcrqHuNczexv+iDMgn9wFy/aOMe4N7AaSFdN02D297HnFQ54mX+OFOemgXSCP15Wq+U57IL/LXPB8M8lyzvr9ufX/D+8mmjSuS3/Zx29h2jHHX76WkfPY9+V7vQgwxRv+u/0RABETgbQnQttGUFEUMTMBcKpUCE2QzYfbTp8n+/PrrbH9+4/YnNmiSb/07diYLIT1//p3boc+fP3cbFFv0hx9+sP3nZrt+E7744ovApNxTU1MeB3HFmCYUD4NPjKldYxNj9DQF+9D+0vbmdrdlYzktGzeg/W3ZPm0yfWxqK9MYBd/pv7mmZefSRtfMzkntcdX6/KqPM9HHZqkObIX8nS39NNfS3hMe4ZKeHJcl753/KIf+Zf/as/b/1OyYY+9T6RNJd+pLhmnOaWWb720lW6Lq/UvD7N+m+USke5TP9cReXPTdjucczm218EGPvW/nGNzp+zgvhOhlEmMqpzD4lEqFT3SP7jx6NOW+y9dff+X6gA4k+f7SP0FH8FuS4MMg35o/g7CPfBf4/flAr1IYP4Qff/zRhYW+svznPz8GhN84j+vQS/ymL7/8wtMzPf3YJxyfnJwwP6vk+Qhv8bkw5w0e6ELWrab5HJRTLiPKBEF/bhJ+q5otxPnYPegxYd2kW8SHvlEOlAd2KfpMnA2zlbi+doOtRdhJalfsDOKinPG3CZO8EH7fbDviegsk/3gJ4WYhHuIjr8QPR/JF/kkXeSON5I96Rx4bpsvwHc1rzeoydTPl8cDq81XJx9lybs0YcT1hES7hEw9xEjdpID3vkwcsiK9jPhvpIF2kk3yhH0l3kl+Q9lO7VR20U2xT/rAjD729IJyO+RrwJXy4s4U5cXGc30f1iHjhW3OmmWPV2sd941odaU+a3i5xPeEQ7l8Ln7YB4Ze8Zf/fEfJPvilbdB4+lD35hR1c4fg64ffr7SvXoUtwQ4fa5isTPoyJL8u/k2PFKgIi8LYEqLvUYxY4oU7T1rVtLKhldiZ1nbGJhve7DWsX6yY1G0tDDmx7YO3lVaGtoD2nba1d6YOa1l5ja7XM1hr6/LSrxE/bSlreNh/3dR1pIm2kMberMKIPpW2FEe0rbWPD++26MUJqzifxOPD96sAGSsdqdh5Sv7RXGsaZsAizZTY85UA82Azd7pmPj5AO0kO63ibPXMf1hEN+4N/tdn18m7iIk3wRP+kgPSlvhz52Qz+AULY16z8Ryjvl6eA1+nBg+SevyDC/hEv4xEWcxN8x24D0kDbSSXqRt8nrp3TNVUYxxJgk+bol8wEmAr7A5OSkbSfNJx1u8WOGko6ziFHJ/OOS+TpFUXh4ozxjjP61MF+aMPGD8He59zIq+CHc44kxuv6iX7QpBwfVsLu7G7a2tsL29pZtt227bcf2XFea5st1BnYduoC+og9sqQ/oC/pzcHAQKpVK2NnZCRsbm2Fzc9PC2Q17exXXRc5Br7iuZPl5+PBhwN9nYbLPP38anj59Gp48mbF7UGnBLPIyMVFyfynGlEcyGmN0BrAgHM6ZnJxwlpPGlDwOGT4wvkPhd3hOWLhcSxgxEh4hS25LAB1HB3q9MxsvPvVniU7s/tyJ3Q9DVzrWdpyddf2ZjRAuvAzhTrlM2TgM5Y6wz7GJiUmrF6msc5ncNi0fy3mZGfpPPepaPwKnttnw1KGrbXzD+yLadIS6NSq36b+o24RJm942O4Kyob4SL/GTDsqQdH0sDEfTSbrJw9nZmY1bddyWIb8N6/thlfynqvmSVWt/bpbhOfvW1h34/RDKAk7vwoi0wZa0ERb8KQfKhD6b9FVHfGn2R9OS/D7SfOC2CdfQfhIG5Ui45J04iGuUy5vscy1COIRHuKQXfzWnGabEDVd8V9KSdLLmzFJeDoxxEr4Ppebp53yuQwgHIcymjV8RPvmCO3GSP9LQNVuI9FAOpI90Zsl5zN8vbCyR9HMN1xMeYRMPccO3ajYf6acMiKvTObG262zQRgXvU2KM4aZPjOm4DcH5s90XtkN8pJP7hDybRN5qZmfXzBarXivb0e+5nDkGp5pdQ7pIL/knD+T3pnS86THSiRAe6YUnaYYR6U6cjlzvYTWaB9KWpWrskPydbc3yyflc17i0l1s+TkP4xEN8xEsa3jTtb3o+caAr8OuYvUIZwxS2pD3XKfhXB+XDfpI01lW1fOa8Nawd4Z0T8kKYhE1eYElcCMf4jfgou8SzeWmfwwibnHCrgzjzlt9IX9v6TDj1++fhwsZC6S/Ju6tcUju+SkRABERABETgEyeg7IuACIiACIiACIiACIiACIiACIiACIw/AeVQBERABERABERABERABERABERABERg/AkohyIgAiIgAiIgAm9KoHjTC3S+CIiACIjAx0Rg8ObQYEPK++E8nF20w2m/Ho7P98JRbyMcdtdC7XQpVE/KYfdoLmxW5sLKxlwoL8yFV69ehdnZJC9fvvLv8/PlsLCwGJaXl8PGxkbgpSpe4OMFpovBS3i8JMUkFrwAxgtUtVrdXwLf2toO6+sbYWVlNSwtLVk4C6FcTkK47BP20tKynbPi5/IyOXHwohnx8DIWcfESFnn6O7m4uPCFj0hPr9fziRV4KYwXuwhzZ2c3bG5uhbW1NUvPsqVn0SSnZz6QpoWFBTu2aL8vhdXVFc/z9vZOqFT2A/nKaSJ84svyd+m67W+kOzE88peBK5U9S++GpWXZymIuvHz50mTWy2hubs6PvXp1dTs3N2/5QMp+HS/5V6sHgRfVCBuWxEO6b5MuzsvCtfCkbPb2SNuWMVqzeJYszvKN6RnVKfZhvLiY2G5ubro+8WIoL9TBlLRR1sR5mb5/ZWekIg3iJ128/MeLf7zIx4uDu7s7pk/rrjPkDUl6vWBsVq0e7AXO5cV5gokxhRtj9BdQOXZdYky/9fsXodM5DehcrXYQmLSBiRZWVlasHr2O91V9QD/QCQTu1GF0GebULXQC7vDO0u/3/SVZfuM8ynptbd3LmfoxPz9vZf3K9ZAyReZu0EdYUO+pb5tW7wiHugg/yvl6vq9/Jz05LegeLynzMi8vcNK2EC5tB2kin7RdpCVJ5pDSyW+kcXFx0cplzerVlpcNuoxO037luOBBfIl9a1AX9wPtAPxWV9eMxbKXOXFT3jBB2OfYoun48vKK6wZ1cHd3z1+Yhif5J3wYECf5RK7n/02/E0bPJ03u+gQN6A06SrsHK9JE2kgnLGZn57wcYTcUeM152XIeeaDsKpWKc8jtCGlP8fW8nUWXiI82knMpH9r+UVawQScIF+E7ugxT2v1qtRooX8Ii/DfNP+eTpiyEgQ5TvnCv1Wre3hAXeUKnV1dXvW/LbEhTSmPZ2rR5r2f5O7+l/mrJyn/F+qxV77MIC8bkmzio75QxcedyJk2k70MS0oTek07SS/lRH3Jfid5SNqum7+gBdXnICT5/FfggnEfdpHzRPcIhvMRp3ycSoC0gTsqbdrVnfTZl1rd2j7TdNSvCJGziIC4WkOOleHSOl7Yr1seTPnQX3cBuyfkmT5T//PyC6QX5Tn3svNlHHKdeLSygF8uuF1yPXuzu7rrOwbXZPPJJK8graSA9ZrLcdTZfG16K78LbduInHZQ7dYN2omJ1nLpBOZH+1+W/XM75hwHC97LVlYWwuIjAYcnqFXVkxdtbwss6QDu6a+1hxXgTb2LTvDKRAOXTt34op/m1mXqDHwiLcNF3dA7dS5MFVK1v3Qvke3Nzw9rsNSvDFavjS5afJWvnFyxvZSv3+Rsk5TuV/6Jds+yC3sAP3acdpN8mfPSLCZLow2pmJ8OeNpX0kK7R9oL0IrfNIrxSmZ64zYBOEx/sF8yGp82dM/swtfWvBm1/2tI/cpzf0WnyQx42zUYjvZRRTidpJK5/ShfncC55wy8gDGwA9IC2hHhymubcfiAtc5auUeHYq0F/VPayQXcIi3a90+n4pMJwQoiPY/wGW/SLOEfrNO0SPMojvgjpKJtec5y0kff19XXTiW2zEyrWXtXcjqO+wJi8/VP+7/p38ke81F3yib5QJrBIbfaO2TWbzijnkXIsWz4T66yri67X5BHdQC9hWjU/AWbkkfCJZ1SIr9lsenuGPtO2Ly4uW91YCHOXejV3WX5zgzJFt2ZnZ/04fKkXXJ/1iviI5655jWt4McbLrKET9CFse2b7UUZJ95tmSx2630f9o6+jr4czOsT5l4G8Zuf8vD/if9RG6sBJoA7cPqzovk6M8TUxvb/D5BuBAeknH7m9oD9A/6lPVbNFK94f7nobgL5SV2jP0V/qDnWMtmLB+v1hPVuw+lC+1k/wvWzHF6wvSXWPa6k/hEd7SPtEHaRfIH7SQr2gPHtmF5Hm+6BEuFmo88RL3mkTyCfppO3Ap2JMaNbGh9inr7gutKGL5l+RL9pO+p6a2dzoY85D5s538pbbr4rZAtgFcF41e5N4F6zPcq7efqW+l7aMY4s3+ldV13nio1wpXyTn7z74vXmYF4H6OjrpD9UixhiKohQmJyd88vhHjx75ZImPH7N95JMkcgxJxx4HJnhkMkUW8Hr69HNf+OCrr770RRBYOIFJ6b/44qkvhsDkixMTEx5HjCyGYCmwhCQ2wT922OppMIl2XrRtGIyn9ayP7VqdZ/K/M59MkvKDLeVJGOE9fIgHHUVvKGP6IupK6vuop1s+Xof+pPq55PUNfZm/tNvLI3WzbL8veF9IPUZvqePYPOgi/RP62zS7fdiGnrn9TFreQ5b/NgrSAI/cftF2Va0Ppx3J9SjVYTgsWL7J+1CoS9SjlO81tx2wlbCZ8Ilg3LHxJ+IgrpSYmDb2f4zRdcR23/sf6UH/si40Gg23S2hHKX/ydr19yvYI7Vca+5gzJvODdnnJbP5Vb+tpg8n/u7a/pI8w8DEYy6VMKA/0kTQMx3PnzH4a2k0p3a/cXqJNpR2knNBNyqfROLR+ueN6SBywQO66EAiT+k0c2A6ZNXqGjlSsf2T8k76C9n7Vx1KS30SaKQNk3nxk8pGkPOC9YHVv0XylpUs/kb6QukcZosPUa+of8QVrJuAAABAASURBVKGLqQ6eevtDukgfctf5zuERB7pPvPRTpIN80y7QPlCelAllSn9FGeV85zyXy/OmY2UXWPA75y7b/RR40fdvb22Z/2njBNV9G2NrmO/WCidW77pnZ5bXvrXBw4UbY6TOxZAqnm0DEvQRAREQgbcgEEOMRSiKwidknpycvGJ/Jnvz8RX7Mx175Pbn48fTtp02G3MmMKE3i8Bid+bFlJ49e2b26Nfhq6++8t+np6c9fOIjsbn9ztsYSc9QaIOxNbHn6X+YxLU9mEC53W5bP5j6A67nXM6jvcaPoe/YtfHXdbsHTdtM/zPn4xTz3rfSBycZ9r1zNmYxN0ff+8r6pwUf36efo+0nXNJAeoiP9L+LEAZpzv1rur916Pea6Rewy0g3/cacp/vVDXbCnN8TxpYgL/Qvq+Y/0SdXzKfCViDdxHE9rcTP8cSsY/eMOn4vh+/09/xG+jjPiuX65QOdmfAJ19GJJ0+ehM8//zywkBsLY6EDLAxM2TPhO34K5+CzTE8/Hvg3o9tHfmzadCRNaD/jC2pxHdezsBthoV/Pnn3ri379+OMP4aeffgq//vpL+O23X8OLF7/ZFvk1/Pzzz4FFikkPuomuDv2gN38sDh4dG29EtxhbxRbDXqGcyuVFK5v5gV5ley7pEeWCzLluYQ8gZbN9lu2e4nZAT9FlbA10KzNni75h+1COVRuTIE7sI2ylZbu/iN9CmaMjyeZItsa8+TvYmdga2CfUAa5DJ/CZsGfQC8qaOCnjvxTwOx4gTIR8wI78kR/iJU9NG0skLdhU2HrkLd9/QP/JI7q8Yve7c16pD+SXvF3NM0yzJAb8zrkwyhyw1zbtXjT2G/ERN3Wb9JAueJBW0v2O2f/L5YSJZB6wIG7SQbpIJ/minUJfhmMtN9f7ebOruQZO1Hfs0ob5QW1rH3Me2Gbu5JH40CM4J/t1zfyebLMvmJ2adDjFPWe+cbpfnnWnYb4HnAj3Lxm0A6mdiLb37/+RRhij6+hZxfwVOK2urlg+y5d1Nflbczd8f2X3HeasfWXL+PUr810W3V+hvBjfQn9oD4iH+Chbyhj59wkoBSIgArclQN3tds/MDjoxH/zIffGqjafRPtP+5T6J/p7+hL6F9pp+hraYdvuqlN2G5Dzaafow2g3CoR3CNq1an874EG0I7SrtyH31x7fl8LrzaNNIW7fbdUat1rGPt9MG0vfQp9C3kkdsDhiRb/I/ZFT2tjePi3AchpzDuTDiWvo0OG1vb9v91z0f26MNZ1yOfqxj4yP0a6SHciNtr0v3Tcc5H6HNJhy402+2Wi3PE3FVrewrZkNTTpT/pt0Lx44ibaRxeXnVbTjSfbNdku2RvC1b/7FwRSfQJWwcwt00u4Q+BVsI+5K+Oud1NJ+k+6Y86djNBOw2h//AFnYXF30bU0tyYQcRP+Ed/osx2r2bSfeDv/zyK/M7npv/8ZP5Ir+GP/74I/y///e/8N///jf88ssv9tv37iPhC03a/R7KlvqPH8DYM+3N9vaOjQnuhKq1D4eHDX82pmO+B3WP85Pe9rweYkejL+gq9RB93R7Um0aj7s8ccT73f4gT/4kFjX///YWl7YWl64/wv//9z/Z/D//5z398ceTkLz12X33SxgRifHebDs5Z+pfPeDG2+Q7gP7FLMz+2lGnX+6uO60fL2uPUh3Rt3LhnOg7baH56yXXz4cMHgQW48NXxsR8/HpZvUcTAJ8a0ZX/cZJQZdYm29fDwMKT+a8988fz8zLr5RLltX7b2etHb7dTHl2/df/EsWa6HtOk1f96r6WXVuey/zq2c+nZPmLL6uIj3+30fL8ocaavI76rdB6Jfx4dlLI1xj7/zsTgPf5Nr6Adpx2gP0eWu2Rrn5+e35kMZZ6GdJAxshqr15fSt2BTYGMR1c5rw9ZKQrvLlM2HLPha4u7tndmHdyxCbAduBekicb1p6XINwPdL1unwysD3rZvNU3fbB9iDdqzauh72AXbW4uGh6uTCil9nGYFse6OiCn8O5XINwPbYLNgysN82mocxgUzH/GE7YPtSLltlC2ESj+aTMSfOocCyl/9SfN6rVatZ37dm9+E2vR9h2sMY2Jg3kBY41qw/EQb5pdkqlkrVVRYjxahsU4+j3C9cFnk0iXZQt/eXq6rqNVSx5fqmncz5eOneDT5+PMaYy7/yw3xgT2DT7q2r9LbpHuY7m8U3LlvPz9bBBuqbLbRuzpr8m77QJuzY+jS9AWQzLl3wsetrK/uxL2cqTckWSDclxuMKTMl1fX3Pe3I8l3JqVAWVI3YQT8ef0sCV9dy3EQVyUKT5NxWxn8kb6KHvqOHUqSS4HttS3ORs/nfN8kq/FxSV/bhifgvaZMDtm/1AuxEMe2I7GR77RY8px1eoKbAgH/yLrBHoxZ+Ow6OOi1aFNu/dK+Mft49A9s36z3wt9sw8DKofe2ZaNf79rYApPBERABERABERABERABETgrwR0RAREQAREQAREQAREQAREQAREQAREYPwJKIciIAIiIAIiIAIiIAIiIAIiIAIiIALjT0A5FIExIlCMUV6UFREQAREQgREC/sIQ3yP/DaV/0Qu9wYJc7fO90DrfDIdnq6F+uhwOOuWwx4Jc+3NheX0uzC/M+eQzvCzFi1MILy2VL19IXAm8SMdLT0yuz4tR/f5F6Pf7/vIvCw51OqeXLxPyktzW1rZfwwuAi4vpJbP8chQvSCGLi4uBF+I4Z3193V+KJY5Go+Ev9/FCJXFdXNzuhVXO40UtXsZML2sdB8LiRXde7trc3AxMGMFLmYuepoVAHkkLL42VywthcSRN5JnrKpWKT5zFy3qdTsfyfO4vBhLfkPi77cGSsHn5rFarX77UCB/KgknXcrnwPb9YNro/NzcfEPLDC2m8EMcLZ4QJD1jC5zbp5pwspI1recGPFzYp38RyzcuPCTZIRxbSkPfRqZcvmdBozlgv+PmU9+bmlk8+x0uV5Jsyu23a3o30m10dY6pYMMgvVZJmuG5v75o+rYWFhcUA87LVl7Rd8JdRmSABnWGCuxxrjCm8/J1tjOlYjMMt8VFmXM+EC5k5E4GUTU9hfF2GzOf8ZdT8O7qNXjMJF/WLl0J5OZTw4U45kw62xEs5dKw+81IneaDOLA7qC/kjHnQRYf+6EC/noYOrq2uDyZ4rgRc1qdOET3x/Jzktvd55QPeYjJH0kH70mpeKqceZBWlBrqcF/Zv1BSHmrW7zoufqlfTAgfaL+EgXQnynpx1rg448zdR/XlyGX4p32cJatHJf8HInrwhpQRcWrQ0hbbRppHVvbzccHFR9spd2+9jy0/UJlWFNvH/H4ba/Ec75eS+gox1ro5LeHFibuu0vt9KOkD7SmRi9GuhI2qZj6M0r6wteWb7mTYdXnBX5p97ndiSnu9fr+Uv5MCQ+zqlU9j3O9fUNi3fVJzCDCXGXB/Vjbq7s7NDl3MZWqwe+6EnWD/Jz27xzHl1Ekgvrly68jT49PfWX56mvtVrN25v00u5mWLf+hnaIcqK8SCP9U9nqFu0ZnKg3bMuWbn7jnEWrB8uDCZWpF7Rj29s7gXpCPSUuFnoibvTo/A0mFCAf70soQ/SedJLeZvPIdL3uEwHQ55GvdStD9J2XqqnL5B8O8/MLrh+Jz7zvw6hs7DgHXYMRfLmecKgH6YXxitWFA+uXD81eaIV2+8R1tmf1PLHq3xuCi4u+1zvi6nazbqRJOSrWx4/mm3ZreXnF6vmS6yp5K5sezM+XLb/IvPdnZcszsjio86urq65b5Bddw/ag3Ts6anpeWRzl/Lxv9gPZvBhs2b9/ocyRntVb2gn682azaeVB3agE0pvKff2y7lKWlCl5LHv+593GyG08OsDxsnHgPDigKwjlv2rtPzpAPSdsGDMRAe34wcGB6VzD6z1tC3WfdKEHpBO5sEqNvCsdwiDf8EfnsGMbZmdWq1WztXZ9Mn7SSFqzvpOXob5T5kly3svGo+z5XjA9WTRZsvZu2dvNVdMDwlq3dmbT7E7sYfKOnhEn7RH9GekgPdRD2gvSmPNNnkk3238Srun6pB5t43lk9uqB54v4yQdt7tzcnJUdbXyW1NbTR9L+z5n9iH6Tp2Vr4+jvWEwA/c3lQxpvkybO4VzKtNU68nLe29uzurHhnIiH+Ig3CxO45P28nZ1NaSRN8ER3hunpWF96Zu1934X4Oma3oNe0w7THxLlptiYc0Ef0Ej0lPNJQtjJkO29tGsfRd8qfuCgzyiuV1ZHV37a3VbD+p/K469/hSbzUjdRuY5+0rB1tWJu9b3V3x/rqLbdHKTvKPOlu0lnyWXZdXXT+5BEmtFMwRSfRR3QRjrRRSc69zUQ/m9ZHVKx/Ry+WrW2EFWHmcpwz/crlxpaye/nyVXjp9v8rb0eJl3q2ZzZRw+pfu9328O+a18ccXowxxHhVXp+fC9P9C2PY8wnKk+4fml4cXutfe3bOuZ9rTerrgxv80u+fm23XsTCOrC2puTStr6C8ut2u2Vc9C6tv/VfyzWOMgytHN+lYjPEyP6O/vs996g9CHUJoZ8lHx2xl8nR0dOT2OXWduoA9R73Y3k7jGOtmC61aX7Zq7XpuRxbNFly0fp92g3pQ9rZk3trYJPNuK8ybnVA2WXD9X7RrqDfUH+xH6tJoHaRtIy2kiTpHXSS9d80KFlkIv2t9B/Fir9BekkfSWrY2I9XlWfcL2EfmrK9gm4W8Liwsed9HvnZ2tl1n0Mee2XbERTy0X+SJvNH3JZ+hYj7Djo0Xbb62/SJ80rJgvvaiMV+2/mnd+lbY0ZZgS9B+ER9h98zGIT7krtm9W3gXVmdGQ0h1g0UKmPyQifOYNI8J8xD2s/A9C5PqPXmSJq2/OmH91yEtyPW1T5DPBPgPHjwMTMhYKhVeD4md8kjtQKq/HIuRtAQ/J0YW7rrwNoPy6lqdZ4vAFqEs4UtY4Z4/xEOcub42rS+q2TgZduTOzo73fetWR+m36WOoY4tW19CZstfLstnt8yZsqY/lQX1ctDEpbLZV0711D4fwKuYPED51on3po/Scx/vI7z/hhAdlAY9W69jbLuoAbdam2ZvUwWXro2GAHQCDLNQljsGIc1atXdvY2DJ7cc98gQOzHw/Nb257+8/YFXHl9MSIjiQJgW14r5/MHt2jnrdaQxuItnrV2mfydr19yu1UsnVfWRuN0DYvmD3ExPOr1gZtB9r+5qCfI3wYj+b/tpklfehNw2yc3d2K6dWmtY2rpnOLNu7yym0i7KOUnjlLz9AmnzM7as7aV8qpbO3vorV36PXu7p6Vc8P6ecagU//7Nmm7TR5oG/o2xk8+qHewoG2ljU12dcVszl3L15bVmw3L25rJitUl/OVFy+eC17XyoO6xTbLgv5En9A97nL6G/GEXUob4odRr6h92fMv0Gz+CNoi09O2+Q9aDvL1Nnm57Ts47Zc9CKS3XMcYJsp+8Y/neNF8m+8nLpkNLlq+U75TPsucf/zgQKCteAAAQAElEQVSVY9l/X7Q2iTq3YnWO9gofY2d312z4aqibrhAXdZp6B3vyZ7UsxML/tyyw9Y3VPtvqTwREQATegkCM1paYFEVx44Jc2JrZ9szbvCAsv2GDYl9ihz59+ln48ssvwjfffBu+++65L5j0zBfk+sYX5MJG5fwHDx4E4ntdcmOMl7/T9tEG0g7T/9Autm28gH6ILcdyf0CfwHkcx2ajj9q1dnXdfATaXNpgZM771tzXjva7V49hQ9Af4QfSBxFujo90hXf85D6G/JEH8kbfit25sbFp44gr3peWrf8nzcl+eWW2wzDN2A9IGl+Z8/5l1foVfCLCIby22a7EcT25fevbibdrfh9xI+Sva3Y+x7mmP9LPxph0JcbkF8QY3ad4+PBhQCfQgy+++NzK/2sr/2de/vghX331pfshn332JDx5gsz4Im7TNyzKxbHp6Wn7fSbMzDwJXINePX36+WDB4a98MvtnVxbk+o8vyJUW4/o1/Pbbby6//MKCXM/9fBb1Ql+npvCDJkOM8TqOf/wODxjhsybd2jN/dcvHydGVObPXkFROQ126/p1z0MNl81/p+wmrbTqN7hIHgn6xpTzQ9cPDRqja/bFds/8oW2yl5OMse5mjI4RZNlurbPpSti1+MrbVqtnD1AHsKnSi0ajbmE7LbUjKmniI7x8BvMUJhIsOEQc6RX6w47BxsLEbZu/gs2Dr7dnYMH7Xpo/VbphNmWwrbEPygVCPyVfZ87jgYyrYVzBFYIDwO2XCuVwDa8KBw6b5Rjs2NkG9Ju7Dw0O7z3t8yYN0ku63yO4/XkK4mUfHxqmJm3Tgq5FO0kz60RnqNcL+dZmzNox8wwRd2DRmqWwPw8lJ+9JHhTt6BfekR4emR9WB3b7pjNEj4oYZcRP2rN0vZ7tg4zmr1p7k8A9ND9uX7Ql1aCgxsv+PCN7bCXAm39RXxpjgTD7QA/JK/jJX9ues/ubvw+0rG/OaHfhqtK8L3i6v2zjDjo05oD+En+sRcVLG7y2TiujOCSjAT49AtsVoK09OTrx/bAz6JtoN+k5sMtpp2g/GLWgzF2wsmraEdvO6lK0PLls/xXm001xHW4pNSR++a7YpY+0N64/pD4mXduQ++593KVnaNfoT7p/nMZFD6ztpA7lHvL29MxgTYSxo1drJ5WtjIvTX5cGYSNrCB4aZ0bKNV64O7BV4E+au2TxwYiwIm4F+7PS04/d9SQ9C2m6bt3wubTWsu27/nnq/SVuOrU9/kfJV8THRbb8HtGX23qhdsmJ5xEZfvswn+SlbuV/Xhfyd3+jjF208Dx3i+adV61/XzUdBJ+hTKnZ/tVar2Tjf0C4hnX2z1xHSj9w2v5/uedzXSAKvLDBM0rf7l9yL4Zw3pxRjdD8ixrTl3s3MzLT5ul+67/Pzzz+ZH/KrL3TFglz/+99/3U/54Yfv3UfCF+KeDGWL3uEHZDsYfUtjoFW/j4vOd+w+Zdd8M9oodJ5nAGgzmn4fpGbjh/sh29DbVhd3rX1Bj9vmW3A+6SPOb7/9Jvz0008Bf+n3338PpIv0sc9CXfhsyVd/HB4+nHIf7+/89duQg306D9aJOWVAu8tvbNPv+v+fCCReF27jow/oQMvGx1s2Rs0+z7WhG33z3U01bVyn8DJ8YPcAp6am3FefNt8bSf7whI+3xBjDOH/g1rP70DCjLlGn6L9qtQOvN9vWxuMf0BbTVy+bf75oY/X0T7TZtN0Iftfr2/MVHw8gDPov/Pvdy/6rZvfVmnZf7XhwX+3MyrBn0rf7wdSLj4s++gXLzJE+Goar1n/Dac581KEfNefjVvn73IivNTvyfNe6+VX7+xXnRBkRfs/u41N2t6XDuQjXUR+azcOBz7vj/Tf+LuU3mgbSNTeSXtLEMcqa8kcX1q2Ppn3l+QzyjB2U22Liu236Rs+DIUL7fHbW9efLGLuk3a5W9y9tj3Xjgp9P2rEbFswvzzqZ8zJnTNknzfAvm+25YPbpgp2LHpOH5YF9tTqwOdD3pKM7Vgd4LrcaiBsbiD7pxMYSTk9P/Vkf0khaR/PKPsf4DR60QTW7J79rfQ/6v2q6sGi2zpyxRZatTm3a+Mve3q4/G9Kydot8hxCtnSp5O0RfE+PNbRH9BPEh6Ab1F/scNsRDnmEwZyyuC+WJ5GcM+R2G8KS+ky50uGXt6NnZmddJ8hfe4UM6EXSR9NIX5/4aO29nZ8+fO6V8YbVs5YOvsODltuC2cnnEnsz7pJtzctrJP+lP9iPlONrWnFobc34n+XkdCjjxrCC60rIyRYfI36aNS5EnyoQ6hVAGWXJZ5HvgnFc2vV20dpc8kR/sopaVCWHDEJY3xUfZDfVuzW1zwiE86gTljbx6Ne/32hdML7G5sfMpl7PeWeidn4e8IFcsQnA19P+CPiIgAiIgAiIgAiIgAiIgAiIgAiIgAmNEQFkRAREQAREQAREQAREQAREQAREQAREYfwLKoQiIgAiIgAiIgAiIgAiIgAiIgAjcBYHiLgJRGPdGQAGLgAiIwFsSGL64NtwLgdc7L8J5OOu3Q6ffCO3+XjjqbYbDs7VQP10K1ZOyL8i1sT8XVjbmwnw5vTDJC1NJZsPsrB2fL4fFxcWwvLwceMFuf38/8MJgemGt7y968TIek0fywhQvTvFCHi/J8bJTftGMF8d4iYyXo5D84tXCwlLgBTReNORcXsAiDl7oIp6Tk5NbT4DPS1q8/EZ6eGmL9Bwft0KjwWRW+4GXtXhBjBe9yA/5WlhYHEzqVLZtOZBGji0uLvnkoqRpe3snVEYm52UyCsInLuLM8pYFeHkZ6SbNvAhZr9c8TibvgM+rV3Phzz/zxECvQnqBLb1Yxm98nxu89AhbhOsog2q1GigXwqbciIc0X0b8Dzuci3Dt8fGxv7C5t7cXYLm6umb6sewvDpKOlIZ5S9/cQF6ZHiXh93IZfVoytqt2/aZPIsALs53OaYApactc/yFZ9/ZzjNFfxIsxXomDdPFCYFq8pukTF7PADJO0LFodmZubNw4LpkcLrkerq6sBTs1m0/MW4zC8GKPFMRQiijGyuTxOfKenHatvLX95dXcX5pvGbsXjgOd1IQ1zpgccZzuUeSunJa/D6DIv3LbbJ+F08LItcVHGbCkD5NTizi+8rq+vWz1dsngXLY/zl2WL3g1lzl90nDMOxE9ZU++pb+ghLKiL7cEEEZ7Zf/gvpacXaF+od7BEn3mJeNV0j3pMnSW+lI6kd3MDBhxL7RmTL89ZuSz6C/PoLump1+uB8kT3UlznXlboeqfTGbCve12kHaANJF7qFu1EubxgTBaMSdmlbPrN8UVvP5Z9wjPyTtlVqwc+yQr5R4/6/fNAnHD/Bwy3+plwyAdhw4p2hJdNd3Z2Lc/U0yXLP2ml/HKdfOVlOeQ1d1lfWcBleZkFubYs//tW7xuX7QjpRojv1HSobbpEe12r1ezcyuAl43XTVV6MXTbdy+0s8cNq3rnR7tPGkcaqtVO0BaQd/SPT5Int7ST1elxzcdH3cuxYu8ICaOgNL/bSt+zu7nrbg06vWh1dtr6N8kKPyl6epG8oZSvTsh9f8Hyg01zDS9zr6xuW161Av1UZTKRDXG3TcbigR+TlgjfJb5eJ93YWaaL8EqOT0PSJXeohTQSw6/kif6tez1a8/i9aO4d+l40JfcyolI0RDDln0fSfOgIj6v/Gxroxh9Ou6ce+tZ0175fpl+jjeZmftJyf9++0TozCJL/oLHEQF3FSTk1rn9GNivXx6OHm5qZPtE3al03/Ke+U5wXX2fK1vJdH8r1surRqvOgTCAdd40Vx2pmm8SU+6ifpwEpLaoHejqb0fvbJP4I+IqSD9NAXMClJyv+Ol9O6tfcp/9TdJWs3Fk3If9nbufyCO9usA5Q9nFLZL5nNuGL1f9XanlVvB9cHdYV2dNf6MuKjfWo06qZ7TWuHjwO6QLooH9JIepG7IAJzwqVeEg+6R9y0O7vWJtBO075TdrRL6C95IU/lyzKft/wjcGC74Fw4h3PRFa5bNr2BX9L9Det3UztBPNjGVesLarU6/YG3qSeDiS/IO/kmreT5TfLONWc+qceJ80Sn0ed1K0vSRlnNWd+MXO8v6SPpK/mN8iybTpOHzc0ts2EqVlfrns6O9YlnZ2deR0nf3wnp6XbPvEzpi8jvrpX7xsaGtyXEk9NE3ClNc4P+aN5tieGxV1b3yq5Hu1ZW1KdW6zh0OidmG6T09PsXtt+zYx3XJfQa/aKfp2wp19VBe095kUckpaPs4aPDufw4HzuD8iLtTWsnjo9Pbu2P/B2bt/2t3++bz9W77NtarZb3y/RrlDX6u2rtD3lIeVy0fC2YzpZdyG/KY6qf6AZsYAormNEm5DJGF7PQXvI77dnm5obV7RXrD5c8fPRmtAzT91SWs7OzPqEpZblo/Qf1YtPaWLhSjm2zHaiXb8tk3K6LMfkB1/MV41+P0z5koZxo246P29auNE0Ovc7StnS7XdOZM9Od80Hd/ec+h/A6Zj/lulsz2y7VgbbXAX5HH4k/pzXGYRpT3xbcnwkjnxiH54wcfi+7pBUh7egcXE5sjKFt9hr5xN+pWbtM+0z/RJ2ifqCv1BXac/SXtnHZ+nra+0Wzdahr1KvySD9BHaB9y+0Lv3Me53Mt4RAe7SHtzK61jVWzgakTTbcVTi79M9J8X4AIGzmzvgMGpIE8r66m+k36GQt6+fLVpW9AXUbI49zA1yKvi16/V9x+gl3NdIYxg/Pznk8IhL6cn5+bLvY8b7n9qpjtjF0Ai6vt14K3L6QBgW9mSB+d2ugtH9sh3ZQf8VGuxIOQN+S++L1duMP6F2P0OsJiWUzQmCe4ZwL5R48eh7R9FIYLIjwOTKY3PT3tE9wz2fzTp08HE9Z/6RPQM2H9N9984xPhcx5hEnZRlCwubgldWHmQ8mE6+IbEmNLD/oX7UefWr56ZdE3YIr3LtuQiV3QuuEchnjOzPVIbd2y+edP6vrqPIe2aTYDOrpuNif4sm/21aPVy0fQRfZmfH/aB8zamia4mXVrwPoz+En1aN1uJPhRdrJg/gP42rd+njWCiQ8Yh8B9Iyz1m9VZBU5fggb+MzqP7VbMrd60d2djYMrt7zW1w2qiy2XPI/IBD2dqpsh1bNEawoh2ijePabAcQJu1/r3dmunJVT0xFPI1pG33/ffyXubOlHNCFltmBjcah6wE6QLtK3q63T3xHaMtmZ1+5nTlvukC7DIeVlTXzebfN/62a/Xzodivh008Q35vmr9c7tzDapqMN83n3zK/adJsJfSQNL18yxo6ktLwaTBT2ysZ6EdrV0fStml2HLUteO2aH07YhpA150/T98/kXbisQBzoAi2xboCMVa7MZ94A59WbVbesVs+2XzSda9HabciAP1DekbHq3sFC23xdMFr3uoX8rK6umr+vmJ216GexafSZ86h96fWzj+OSZdr3X63m6SP995Ds3Z9Sv7sB/QcdIR8p3xRduRFSMKwAAEABJREFU29jYdH+EtC8trXheFhYWPN/DPJfd7uZ72eobv1Mfl5aWw6rlmf4OfrtWZ7Gr6+YLH5lNT16p27C/ML/GGu1QxMI2iNU3r3hsoSD5iAko6SLwrxGgGSmKGIqi8AlRmbQbWxFb87rdybFR4XdsSyYhZ6Jv7NAvv/wyYHc+f/5d+P775yHboRxnUSXOJ3ziy2133gb7xBitjRsKv9EGds1/pf/B1jmxsbJjuw+Jz3Zq96hoJzkvtddd63NPrP9uXt4zWzebkDaXNnjOx7/mrO+nz0XyPltkeIy2et3swYrZgbT9bRunOLV7HaP9jyX5Hf6u9q8n5ocSD/HRt2CPYpfQb5BubAJkzvytuZF8zF6Or7yyPmh4f6ti/XPD7n0TLgyvJxRmHD8zv69jfj5syd+Z2dhIzifnXb+W7zFGn+j74cMH7pugA59//rn7H5Q/wuTvX331lfsh6AfnzMzMmP/ColvIY/dvWNAr6xM6knRqxv0bfBsmiP/iiy8CYaFfz549C4T/ww8/BCa+//VXFuJCfvNJ8Jls/ueffzYd/N7TQxiEzwTzk5NpAnLy8CaCfsGpab454+X02djM9P+pjOZ8zHLOyodyuiroFfcg580eQMpmJ624HYGN07bxh+vMiY8xN3S9YfZt1cYGds0uIk78Xuwm9HrRfJyy2VXI/KV9v+D2Fb+TPs7HzmCckPGFltkY6AX1inJ+XRm/CZ+bziVc8pH07Mx9fuIl/qb5VQ3TT/JPunbNBsLvIp3YRfgkq2bzUg9SXpdNv5dMFj1vZbOn5s1+TzJv7Ocv2XKsXMa+RJacNeHAAX7EU7F6jT1HnTu+Zl+S7pvy8y7HCDOzgMeptV3EzTgo7QxlRZqxk5PuJJ1J46rsz1kek/B72cp8eXnJ7OY18y22BuP0jdC2dorwiY8tenVq7VbbdKzhenTg9ytpY+CBfiyaH0h7l+OeHfhHi6Zba2urZpNvmQ9TsfsAyS8i3Hdh8T6uxT+kvqJr6DzljW6RX9glrpnnvPUJ7M87Y/gicEDw1Ti/bDq3bON+lBc6hP5w35t6ChPKF+7vI3+KQwRE4N0JXPX3u95+UqdZeKFq42mMuWxvb9vYxMaIv09fRD+04P5+2dpi2s6rksY5aEMXrX1dtjHJtbU1Gxvf8PZ01/ryqvXpDesDGXenX/z/7L2JQhtJsradUQXGbi+9unuWr2fmzHb++7+UbznTbWMMQgghCSGE0L787xNZKQmMbezpfVLd4SpV5RLxRmREZBZZwk8Tj/Ej/75kP2wL+DV4I2eA12vl4D3FE54zE8NYC6rreTG+ER/7qloT2VcMIa5FjF4oRkfi+wv5U+IOZfYrjA4V88GJ+MRzEfAHJ/IE/j6Iv+cZa/2LuAY/YAVv95E2leMI4bNnyn8nisVDxU1iBTGZeEGfLeXQPMdA/3U9s6xpLgFvr7VWiD5faR1nfx9beOU5CWt7yPTiDnvg2guXd99zGOrGnORQNlHzGI5N0CeY8qwVjCeK3XOtJSY54fs+suYytxFY+Tr2Ss80wBLifCUHAN0ufd/vZubz552d3cDc5ssvv/B5Bz969de//tf6B7n++c9/hr/85S9+76uvvgrPnj3V/GlXz1TmepZx5fNV1gCbVR6M3WGDl5c9/3sGbB5bmGl+Fu127nPdq6u+/z0VdsNYacqvYK+cY8dD5X1zrZnu7OxoPvXE5+d//vO3/oNc//jH38M///mP8N///d/O57fffutz9jRfSj/YZGbhYz8JW8Es/IMo6SEeP7bd/7R64JgI2yW/xRdjF9eav1zLH+OXsRH0vZKdg1GhZ367u7shztP3fL7NHJv5MPrlXqH1H8r+lmklA1zoOfRM/j5idu1/I4GvJX4xZqKPr2lO9Xr97Gzf49dLj/PMKxO9kI9/seXP9z1+aV1fz0GIEcxhG41TzcvO/NnUxUXX+0NPY623zDSO0dNyufAx8WvDfqHn+Nga8lxeXuq5WVt5TUPYHQmrF5pPxTkr8ybmUhBrI99p7Sqdc4zE33e9VI5V0zyzrfW7K/87LuwbjNDd+/ChzDZRj/FAHGWehj8lpyBuozf6hZfv1us1/1r/fcP/aE2N++h6X/o/qOZ8+NZu90L+eOhrGfF58MfpL/HKWIZXZIXfvtaXLi54rt1x2yEHwpYOlReRL5A3wBMyQPAIfSdcY/75wnOsl9VzNsqytkA96r/Wcyfss6a1TfBoKLcFm5bWQzrKd+kbfZILDZUToWNsFX3DK3xHXeC/l3oWt/C/BYB/6nS7Xec7/o3YoedF8AaBI7I0FeMody2/NdUzNsJLWZYeR802scYsnpuZrwvTN8SYgS90S5wDm32Nv5h/vdAc/nvZ33c3iP7RaaLvpHfwox6Y1JW7dpSPk4sjL/1EOT/uX+pD4AZNtYYNnn2teyF7XPNqasycuN0jw4HmCOgqyrGvcfRSuoRe6BgJnqF92WXSKes4deWn5OAt5aysT6LDoWI/ONE/vHycJO+uldpFJ/g1bKCnOU1L9lQXptgc9vmmH0j6ieOO+9jvSz1DRbZD+VHkASvaHCvnB0NkwQ5v90fuhB3T56HGCtjsu00k/OLaDnqH9l++Us5dD+fd83A9vFYeNpMdz0P8Qa5VMD0X0UPXdwuf72YEfkAEclMZgYxARiAjkBHICGQEMgIZgYxARiAjkBHICPz2EcgSZgQyAhmBjEBGICOQEcgIZAQyAhmBjEBGICPw20cgS5gRyAhkBDICGYGMQEYgI5ARyAj8thAoflviZGkyAhmBHwiB3MxvBAGz24KswjIs9N84zFZXYbK8CKNFJ1zPz8LVrBH603roDo9Du1cLp+1aqJ/UwlHtyF84weauw8OjUNN3Ns+xIZCNUWywYnNUeikCL+dkcxkb+NjIxsa4ZrMZTk8bgTpsjKrX64FNf7XasdpLVFuf0z734/E4UJ6X5rBJkLbYtEb7bC67vuYF/JJnNgtsyGIjGMf5fOGbqcbjSaAMZdlk22q1Q7N5Jn6aFT91b5/+bvIDX7d5Ona+4QdCntPTU28PntKGt7RRDB7gBZ6g29q4z3fqs+FsNBqGfn8Qut0L35zaaJwKr5p0cyg6qqhWXeP6hqJcNfF+7C/7YpMaOhqNRv4S9fl87tjdhx/KIAsEb3PhzEvb2LAIb+AAvo1GQ7wci2riDTry81qN80iHh4e6dyS+6q4LsEQ/vV7PdTabTUPaaEd/9P1LIzCYyfYmk7HzzGZQ7Ay7r9dPJNuxU102X9d3sMF22RS5WMxdHLM3BqpfT/+YmW885Ts4TKezMHJ76Mseum4PYMd4Ad9tYtyy0ZYj1zlCnEOMq1arFRLmk8nExw16pa/UJ+dJVsYTMiAjY6Au2Wq1unRZ843Xh4c1P0/9cIQH+qtpzGMb4ICt0E4cLxPXNf29iyIfK5Vd+gvcp9Op497rXYbkb2i/LqxrsrVD+Sz6jjzU3AbTOfcoQ3n4oT42jK9gfMAXhE653umcC+uWj/dT+bN6veG+oy75wX6baHdDx7IB+uZYr+qcyOZPfDyyYZTN/4xLbAdfCsZRF3PJuvDxiezvwuaue9ThJQ1sEgcr7A7Z2Ix+dtYUD8hwIv6OK50dVceaH5Eh4nfkukXGU/m8pDva6vev5JsSYZMX0sV5QCZka8hXJTtJWNVkB5FqrpOadIVeuE/7LflpeEQXxBRefI793SXj9rUo78JtGHlH8nH4pp58CvqD75bs/fT0TNifihprDOqyGeLAho7F24bgDz7fpFgm1avLHiIlHZ8q3kBNxwQ9d7tdjblLf+kKOkHXi8VGz8ixLdcPdU674Ehfc/l9XhpH/1dXV/6ScDCHPzDihwXRRUO+POqvIds9qeh2DN/o8U180r1jtzNsaBsrfFCkhsZWU2Os7X6Nccf4Q4f4WPiG/38HC9pgLIB3lHvgeohyt6WfM+mqKbs4FTXusI1jl6Em+0WOmuwWuts2jt1+KAdtbKKhtk+8bfA9OztzmTudjuS+0FjqB3iDR3SEruD735Ud3GiD9sAT3YNt0j16hxd8IXydnJw6j3WNi7psGp2lI+fIXRMONynpmiPyc4Q4P3bswIL6tBXpxG0q2cDJSUP4nDo1lTvCF3Gi34+4jMdjH98fgglyQ8i+8QtXle67/nKUpueFsV94gJ+6ZE+8coy8H7tea5Xua8Jgo3/uIS+Uzo+35Oa8ru/1LZlPhHMkxtrpadPHAbpA9p5iG+MAe0BvyHBf2ZE52vvYbaovX43vwTcjX81lOHZfjwwQcTH6/Jpfr0k+ZK/LBhry5fhQXkyHX8V+4As7pS9s7F20XK48bt+0vQvZf0sYNITL8RpbeEl81MRnOk/XD5VnwFdTNhLj5pXnAmCFTUPED+QFx+Zavw1hD0U9oNOay0jfNfUPbc4392N5cIj20XA9tdstf/lVTzEmYTJVjrZcLt8FxUfdA2P0D95T5T7gj7w92Uinyk+wmzh+o4zwCyFHIuStOaZJ1mPJfQz+ImyzLn2ciBruD4kHYAjO9IWc+CjyFPIV5j7YFLbbULygv6inWmVD8RivHenakecT8FDXGGtKhy3FfHSFPBPl0z8Gfh8F+s9QCT1DdG1moSjMX46+s1MGXqK2odKvm9l6jhCChfQBQ+wk6enysuc5BzkVtsM4xKfwIpPUX6qbjlynHewOX0I9xhY+GcIW+BG8+Xy2zlOpY2bBLBIv9+LlOhu+dwIv/eI7181iudTnT3WET8bSRPMe5ML2Li8vFYe7ygXI9Ztu/9g0/jIRNovvuUnHPoZq8iU1ja1I8drR0bFsnvOajjWVg47XR8ZlTfU40ibt1+VvY38NxcKG+Dh1f8M4Yax3tRYAr+g2xUR0hK6Q62MxpC5EO2DDOKcfxv/2+GYt6Ojo0OU5OqpVstRufT+WDzlx3vEPHeU4xI6+Yjl803ZfMYlrHfkvyjQrP42PBQMITCI2x+oH2vQXceM71+vy7ccijsl/nbou2+22/PR5iHnldfXyrJnHI2RF5o/F7Ieqd5OHOCbS2CnLHR/7u7vpuOtjaHd3c3zw4EGA9vb2wsOHD/2l+J988thfCsmL7yFevMePKOztPfD20vhDBvpfrXhBYiSuQWaRF87j/ZWPdeaW+I6I39KvxTbUCIV/AKI92se28WWMU3xOT/GWvL0jm4p209Q4ORU1ZHMN2cBJRXWPae+yn5qP12PZLjYE1VTnWBTr1hWjIGyyoRyI+NpUzKJf+u/1Ljxvx6bTWIRneId+ABjeaIJ26WOqXANMNr7rQvPvjvsKeG14PAYLZEGmYx9D4BHlrvn3OIaPJTNE2brwqwtLqCFcTzWOzrxt/H7fx/BQ42js+Ti2EG0jsmqGzQTFgA2FH/mT8CAegUevyoua8inoD3mRE4rnR9L5NtUcC/wNvrcpHWNjtEPMTLrFFsH/Q8VhrIy1Jj0YXCnGXCjvbbueTk7q6vdIOdGh6GjNU+SxpiIOFq0AABAASURBVO/QkcrUXD/1KjaQ63W1loCs2AF8gcHH8LYtC/Uh2iI/GGvOhW2jc2wdTIhD9H9znQA7S2OvLl6hY/F9rPNjPyJToqMqLnKsrePfsZfFPpETXdQ1/k5OTmSDDdGpY7YZe5ee98Pntvzwvy3Tfc6pg8y0Q65DXoDer676Wh9hXJ37XLHla0in4qWh8REJHuvSCwTP8A8hV6Sa9Hgsqm3hcFydH0vmejhWfaiOvJDG7qn8DXbY1DoBMeyi1w39wWUYjQdhOhuF+WIiv8ta8lJjrfK7FoL+f4NC/mQEMgIZgQoB/N02hRCqO/FgZpp7Fk6b/HPX80bmbtB2/sn5gwe7noOSh6YclB9T4seXnj37NPBib4gfVOIF5PzwEnWY44a3fMwsmJnfhd/ko5lzzvSckHksvhrCbxNnKUcFyjKPgSZaV7jytW5ib8vnJcQV/PWR5jCH73hexH3KMQdiLkQORFtDf0HtVM9plv4S5dQvfX8oURfe4ZV4Tl6X5l7kccQTqKZ8FX6OjsgVah5T4vnmO2Xgt6ncp6O5Fe2QJxDLZ3pmudRa3Jv8xbx+rue6lIk0D3M9K1hqPQv+IsWaZlEn8Vv8Fz0WRek2gj1gA5988kl4/PiJz0M4Z/7B9T3NU/Y0D8FWIMrfRdgH96E9r7NXzW8eBuzn8WPafxyY30Tb+izwEnxecv/8+VeBHwH7+uuv/cXz/IjXs2fPVO8Tb4P+yrJc21eU4n7/gslU63DDIc/nrzxHIEYzP6grlkcdbfSDTu7SU63KfU71XBHbQlfkHbSLzmLe1VPO2FX+3fY8/FTP4bAJ5iR15QrYBURbiY6UX9VkKzW1X/NjLeYZx3XP7amH/TeUY9De2VlL7Z9rXbzn60T0P9HaCPpH7/dD5e2lwAubwgZjPhkx61RzOMYWvCBTpBPlVycVr5FnZMSu4/FY8hxXOVRNxw0l2dOxtsbg2OvE+rFNcIDAgn7hATwYO+iTHLun+WYc70PNeSZvjIm3S/3uO+AKJWzABd9Cbg0vddnR+5+vR7nBhTrUjXwnXfY9R6ZtbIt13JjDNisf2BDGEWfaiNgcC0+oJv9ypHnJob7XXB8JF9ZtsE9sBP7vltTuvvwTXAVXbJcxGm1uoPWfnmy843OIhvLrejV2sI8jxYANHbncjNdDPWvgyD2wwU4aGjNgiG30tYaVxgrxh/nDarWJBytNjKGfQOTcRUYgI3BPBBiT+C3GK3EJP0bc7WttCx9MXGrpuRT+lNhETMC/Mv7xG5GO1/EEHxIp+uNaFXM3x2P50Ej4kUjbMajhawr4Fvpqav2ppbWGjvI3+MF3DwbX/sMU8Avf8I8c9xT5g4vRNn3QF33iR+EBXvB98AaPEaPTdTwBp4hPXfhAxzpGqm3F4nSOb4Vqjtmx4xTxOa7qJZw4EqtOHCtyFnImYhF6ww/j7+EZ3qG3Cc09CNmgpH+eEaQYiVzo4aT6ewh0DyXZ6orP2zEz8VxzGY8lB7ZwrFhSq85vHzdlqBPrgxcy1j0un5w0FHcbLi+8wFNLdsk63KWe6aEP/g4TuYl3yIJcb5P7P/W6wrDmaPHZxuZ8VV1Lx38PHbNNvlOWRWC+8vjx48B896uvvtRc5Ovw+9//Pnz77f8Kf/rTtzp+G/7X//qj0+9+9zvNUb7yso81p2FuAjeMO350jnVj7BtdY6tcT/rG3tE7NsB9cr3BYOB/98H39Dd0Ozu7mot9Er744nPx8ly8/M775sfC/vznPzs/f/zjH8Mf//iH8M033/g8ivkSczbmXzs7O6H8yPlSeOPDeiW4x6M0oxJ81yH/fy8EGOfoHmI9BLvARnhGluYr2AS2QdmiKDQ3L32NZm/voebAj3wuzA/HPZadcm1XzxjNLPwWPsgMNsjPeLkZvy40FzivnsOceewi7kZ/eyKfe6LYU98ifDX0pg8ndkH48FoVwza+PLZR11yjrnhR15EYQpxveXzv+NoB8Yv8Ax3CL3zDP/Rr0AV8JozxP5eXl/7MndyJGAk+aR4VMap5XOQa3zf3jzTfPFLsO9ZaR8vXI7Bp7Bh/l3D5EEzgjWeUrBUm3shfwB89oKvIw5HzFM9rOuf7kfMDn5RDf9Qh9+h2L3ytBB+L7B/CX+Rp4WsJyEYb+Oye1hqI7S3F+KbW75rKAxuaq2KX9F2XDR0fY5vHlW0eK7dIVNP5XXQsWVKZeESWY60FbY51YQ6duO1jo5FOlXuc+py5JXslN4LH6F9GAd6jTuTBFViXWltcar0Qf8QaJuW6ek7ZkjzYAm2ia/pt+Dy67fZPOcqDYQjmcQZ/ZfZuXwSOS/XJ3Bvdkiujm4hXHHvoMxF9RzoSJkfSbc2PXAPbhrDGD7CGgg2PRkPpaKE8gdi0ofCez9IxmPt60Wg0CuiW9sCCtsnj0C19NYQDuEB1+YebejmWno8rvaZj7c7vYBrrokfoRLqDTt2/0V9LOqR/+CDXBbOxnktjv9t+5z3ivfc28tMmshOPerJrcnVsAD4P1+vtR8K/tqbDW+stddk7+DQ1FjpaK0S/fa25gCc2A6a0jTzcB1fKJyz5ITj6g6INHDt26BviGkfKw19f878x656LeVgsF2Gp/2SOAXJTfLc5hvzJCGQEMgIZgYzArwyBzG5GICOQEcgIZAQyAhmBjEBGICOQEcgIZAQyAr99BLKEGYGMQEYgI5ARyAhkBDICGYGMQEYgI5ARyAj89hHIEmYEMgIZgYxARiAj8BMhUPxE/eRuMgIZgYxARuAnRyDtGErHioHVMixXs7BYTcJsdR2mq36YLC7DeNELo3k3XE/Pw9XoPPT65+H8ohPOO53ABqd2px2P7U5goyAbn3gBwm06P+8ENluxuWl/fz+8ePEy7O+/CgcHr8PtzYxsrmLTHJvDWq22v+iy3W4FNlM1m01vhw11tdpxeP360NuhrdevaasWuEf9Xq8XhsNRYCMZG/PYlMeGVq6xsYoNVpSl3r54evXqIEC0ycYvNq+xEYs+6Zs2W9WGtZb4aumca83mWWCTV71+EhJPyEW7EOdcpzyb3CaTsfOU+IK3Sgv3PlBnPl+EyWQa2NTGxjlk6vUuAi/BRzedSjecIyvH7Wt8Pz8/d72xkY0NbMPh0DdRwhubVNk4R1/3ZqwqyMvj2HDHC3CvrwcBudEH9kGfG346lX7bN46dTkd8dcLFRVfUq15qPAxsDpy/8RI4Nu1XHf8sh1tjSTyAGRiCwWQykY6Gvjm317uUXF0fM+AAHt3uReD69fW16xPc1YT/b/Zm235j6x8z8w2h9McGWDbv0hb2wDikn3Z7G9+O+ud75w3Mk1663a50dhkG/pIX+YTZzDeeRnvYdI6cXEMn4/FY5dH1pXR2ITvsSta7+qJfrkeCN3jsOg499dv3l4RhO+C3XN5Pv/Cywo8tl2Ez1je4X1xciJ9zydxZ0/Z4QHZ4gTqdc/F/4bywYXQwQK6+9NRTG135opbG/In7rlevXoWXL/flO165Pzs8PHQ/gP/AL+D38BNQS36D9qFW5T9arbO1T6PO4eGR+7WDgwP3bbTNOb6qI7/b71/JnkZuK+C+Wt0Pn43W0ubopfzQXFjNfMwz9vEBPdnohcYdOukIh4763GDTke3cphgDsLV+vy8buBYNHCvqNuWzo2+sSa7XjhP+9kC+/1BYsRmW+41qszPl8bfgA0703REf2AcbbNEHvDKukP8+9rF0m5g5bshIW/RTq9Vcd9999334/vsXOn8pzPe39FjzjeiJt6jLswBvieAxnrd1HWr5ERkg6rCxmlhSr9fD8XHN7eZA+kW39AslTIiHSdfwipyMbWRA19C2Ln+Ic9qcK55E/zFyXwXm8EEMg09i9osXLxynF4rfKVaCIXIhX6Nx6pvzkRtM3rR58IFaPoa4T1l0AUYN2QB9Mg7IFQ59LLyW3TCmah7bKQtv2NpQ8X2ueAD/ie6LRyrPcS7ZiaPEKdqGl+PjY7cDbONf//punbOAx6H4OpYekRueKQ9fyAIhOxRtoy1/03ab4FqUueVjviG8kJd2kJfc4+DglWzwlWxxX/TS+8VWwJexgE3AK7qCb/i/r8xvK4dt4Wtpl/a78v/YLbb48uXL8N13L5wPfF2Sv6b8C74b0llDciA/hIwbinInHFryf63K70UczmQHZ24zYAiBB7JiA8fSQU1jFLzpd185I/xwhDfK0Q4vgsAe4H9+T3sANyjJjo/H58FD7PNQvupgrQP6RD9HR8caw3XZ4omo4XpsKgeE8OUtlxG5Wzf03lrLfSaZW6Km1wVn+mwIx23Za8IXGenzQL4S7OM43JddHqjvE/fFfcUDYu+H2ANy41OIk7yQaTQaus/Gv4IlY6Ajv58I/XGO/XHOke8Q5S8UWxk718r1iNuRl7niy8Jzk7fZXbqe+OFFHdSlDfRBm13lBR35/84NfjrCFmo7BpGftl8jpqPHnvL/q6u+5gDXLhvxiXIN2Sp2FbF9LR2/0njbF6bMH47WuqVcU7Erjud2NX7b6qPt59gd95PusNdDxbMD+fXkG+kDPVKmqzF1rRwv2WeS/Yc4JhseVS/3QFb4Y3zCD3aD/XKOPR0d1So5Gxp7Z7LFllNb86x2lStirxDyY6OMtShjjOO0RZu0zTl9UbYrfaE3qKdcApvq+byk67kTuom6bAvLlEtw3pYuoZYfmcdQr1/lFOS1+Chk/SEw+zW2wTiB4J0X0vASNF5KzcvdHj7cC7zM+tGjh2Fv76H/KM/2C9I0TQhm5i9RD/qAJfaCnrAXjldXV557c51x+DZbhQf0EH3ITLnoWONs6HlDT+OuJ70zfsfjic8bKA+pW/8f3uFtt/rRIF7otrf3IOztIcOeH3d3d/zFO1TYrsv3H5uQi7wLGXqSJ/kNxjK2jt3jjw/klxlPr18feU6HX2GcNOTLIcY9Y6dZxQfGZCLGVntrvLU17loeO1o+FhlLqR5t0B5tMwYZvzEeHnhcJn9kHMIT1ylDP/COLtH1XDkOOvshsAQf7IP8i/FJP135N8Y2WCELhC/myDXO47jvyA+c+/wq2l1P86xLny/0hDWxpN3uKDaeOqb7Wpsh39xX7D+Qb8XH1pQTHB+faA6W4m9LPhlqy6dEalXxlpjclB8nth4f171NMHr1Kvn+V55fgi084q+GWgdB//Mql/ix7e3D2l8ppm7mcOg0EbqF3tee3IDGVhHwH7sag/gQxmA6cm1np1z7CvUWbpK+6v/bfdGumbmfMYvHENJRZ7oWfoAP/WKD2DV6Iq5if4y3Q+Xm2ArjgVzxxYt95XD7ivMH4VDxuaa8CjvAHk5Pk/2cacydVTbUqmwoHbGnlu5HwpZOq5feE/MY84fq85XWD+mT+QLjEVtlnNJPS+MaW+elevC81JoGMkA/ABzeBG0loo+IyYXie9NjPbkIPIHNvsYUY6CmcVTXumVDORFy4XPwG/DLuG1pDKVjUz4MuZEH/A4Pa8qZDoQAWe6eAAAQAElEQVTtS6fY3rHG5Knj11MM2MhLHriU3aa1ChPP26SvP+L/K60LLRZzrXPMtIYYY1VfeXNP/ib5LMY+/in6qo5kSNT2c+6R62Jn1KN+8hPgPf83/Cv2QBtjraFdK4fuK+ehD/o619p54g0eoMRjOo/fz+VXu/KrXfelA1+7GysHnzvuK60TQR8LM3WhZbWWcq1cFh6xEWwCWyf+YP+358vY3rHmy9gNZbEjYlq0tzTu2hp/kdqKi7QLYY+Uw/6a8uPUayi+4q+PNT+k30ONawgbxMYPNR4py5hDR9NpXL9kbVUwfDAEyD1XLEjr7X3ZDtgzdujv5cs4PyZO4QP2FavgBT7gkXJJbvhqaiwhF/K15Bugtsf/lmOQ7kW5m4Ef3zqpN/yHuY40Zg8lb+x3X/H/+/Dy1YtwdPw6nLaOw3mvGfrX52E46YfpYhRWYRFwu5E05jgJOjp9MBS5QkYgI/AfjwA5aKJlICZAHwKLmXl+yVyQPJS5Hz+ixI8nPX36xH80dnf3QTArwvYHX7z9nXMz/JkyVDl37i+VXy0Vp3gOuVgsFAMX4hGCZ2qEQL/MQctyR+elYmTwZyGsMwz8ec+lx9Lol1NcavvaRIy3HeUFbdHmSEzoaK2qqzUQ5tLMvVjTghf4gmLvH/Yv9ZCDHIF8l5jGfP1cz2+JJcREjq0qX+tUa2XwDq8Q17qao0HMcZCRfIM24Q+iH6H4BnOCVfiA3UbXlE10s469UZ8LqY3Yz3Y7S2+bMj8moW/sDHrw4IHWGB66jfFDYFBcN9nzF5JT5ub858M4W8r+yBdYWx3qGQVYoy/yEXSGLrYJPfEdPUGcd2RHlI0554XPkck7rpUfYlvcI486VK7D3GObDrQuEXOuutaJG4FyTeVO5BPRRmKe0fY8q62co+XzBMqRp5CzpHZfav0fIp8hf6Md+oYXxgp2+WHovFmaNrBF2qTts7Om801ud6A5P3klR3g4VO6DbMxd4KeuvIh8sKE5DPzDX6Sz9Zwt5lNtydnWeN1Qy3MvsGhVZc9u4FD353XHmjceaY3gta8TM7d78eJ7nb/ya/AIZh2NOfhnfM41F0Cmzfh4U+b7XKH+Un5srtwTfKIdXX7Q8/WO7Ajqyidhf9gh459zroF3S36DfBpsyV/Rd8pha5ov132OeOJzu6bnrilnbzmezE+68i09zaewzWvNDcZa+0u+Bfe8obv9w33w+KHKoBv0BJ5pvamp8QEG6PNQY6ou3eNXwaYj3SJjGpscW5XtYFvcj7IPfH45l/7NTL5kN/BjBvyoAf4FvxPjTaGYUwQzcwr5kxHICPxiEMDvzuVz8RHkcH2tx7Q1P8c/EItevHjha174Sfxl8pX4DmIS5WI8aiqenHlsacnHRmq7z6S9RPF6S+Uoe6Y6TfnahsdA/FBNc/4DxXT6oW9iEP3CC9dr8tHEdnz6UGvX0+lUz13mnvciyw8NLG2muISPB6OefD88wAs8wRs8wuuLFy+34uWR1iOPQ91jCrkJGDUr2VuK0dvUdqxaW76WPpqKQfhmMG5oLaguX02/h8oN6Jf+D+XD0QX3W8IebIhL8AvvyADdhQ3XiRGUHfua3LVibtf1UpMuyEPoI+Zcr3wd9PXrQ3+2UJMu6pKNnIC+yUngtan4AsF/pJZkTrK2JXfbZcUmWpW8LfFNfDk7ayqHa8omTkUNx45+Dg9fq+9XwnZf9rivtaCXohda637lf4N2dnYmvi/8+Tc6Qh5kv0vmfO3HR8DMvBMz8/jPcxZyAp7bkid8+umzwA8DP3/+PPzhD78P/BjWX//61/CPf/w9/O1vfwucQ99++63/QBd5BXMV5lboFcJuE/E9EdfwadgA50VR+vPip0+fhS+//NL7+8tf/hL++c9/hP/+7/8Of//738N//ddfnIc//OEPgR8u/uKLL/zHjZkvwTP8039R5Fwm/II+0R5W8v9LxYGFr2skP0YsI0fHHxAnsA8ze8Me0TE2yVoMR/JX9I2uw6/8k/x7Gg9gQXzgWTF+9aCacxLfiV8QsQy/fzPGN+SXT0Xb8astX45fj8dtfx59OfH9THVO5cuhhvx53WPioWLWwcGh5pWHPuckfpFLNJutyo9f6xnWVHpdaD1r6esmyPJLVwc84nOmeg4T7XAY+nqG0lPOwPyT+RTEPAq82u2O1tkibX/fnHd9PYR4To6GT5trzoUt09d98UhlV3o+SBs83xlqvYa/MWaezNww8tfe4of1vm3e2orbfD/39ULqML9mbsnfsc1m6GsufW109j7+kGM2m1V/rzxw3TeV82Cb5BzkU9jjvp7j8v1AuSFrIsleNjnHmXKMs7U9gl9LuUU6ct5SjhEplj1TrtFUrpLaaGhdhVyGnIZ1IXg4lJ2S75BrwQOUxgblmuK117vwvwmaK49GXnzSSv8sfW1sEW5jTXnWuphnYwfg2FfeDY6sM2E72BBtmZnPm83ikWuQmXFwoq9E8ICdYC/opqu1kK7WKzq+NoI+0WFbOo4EPthjPHKto3vna/3C11B5NjKwxuwd3vMfeEIOxgF+GD7OlKehO/SIr/nXv773PG5fzxEP5IvAu6a8s648F12gm6Z01BTO1I36w+dAbekb4hyK55SlXsPz5RPPD1+/PlL+eKD88ZXyRyjmkNgUfSE/suIfwQ8c4f+eot4otl0v2sDcfRk4oJerq77beUdrLQn7dL45tqux1pE+utLHhZ51Qz0de+4Tkn7BBKzw1wcaHwfCEbmw2QN9T+OlIfsmPwdHiHqtaoxEPs7VTzf0xR86n/l41liWz9DD1RAwOSjkT0YgI5ARyAhkBDICGYGMQEYgI/BxCORaGYGMQEYgI5ARyAhkBDICGYGMQEYgI5ARyAj89hHIEmYEMgIZgYxARiAjkBHICGQEMgIZgYxARiAj8NtHIEuYEcgIFBmCjEBGICOQEfgtI/Dm7qFVWOq/eZivxvEHuZZXYbLs+w9yDasf5OoPz0PvqhO63U7o8JLQ83botDuBTVtsmGLjIpvL2Nja6/V8gxSb6qBO59w3oLI5io2EL1688E1gcRPfkW9GZeMpG8a2N0WxMSoRm1njprJmoCwb1Ki/v7+vtvZ9EyvXuEdZ+GAD1bzaqDmfzwKbyrjGJjP4rtdPApuz9vdf+UsMOKfNuFnrODQaDfHdDLTX8o2L7dBqRZnPztq6fubEhi76rdV4edOheHnt7ab2arWayrV8wxg8sCFvuRTmoo+xtNVqFebzuW9oY7McmxbZ0NbrXYRzdLP+Ma526HQ6Tmwu45wjxHlHeoHQUb9/FYbDzQ/9LJcL3/B7X/7gKREvPp1Op76hdDC4Dv1+3+0B+6A/Nl3CA9QRfxzRxzZ1xBvlkYn6bNoDO+RO2NHfffn7octt7f30ps024wq+0PF0Olvb3NXVVYXBufRxLj1B3XBx0XW74OXFyIds3mD1j5kFszepuu0H+gMXNohGewBz+rvwviK+HY1VqF0dOYfS942tnJ93XWcRc/mE2cztDZtIL9+jT3jlONcYg3fK93qX8hH8+ML5Vt/0AUVbvK3/ja4vvd/BYCDbGavPmWxw6TK+6x8NB5WTF1tCS683Hk/8xwX6suue/FG3eyHMu+KpI/nhBeI8UuKp1Yo4UJ7NnYPBVWCDdr9/KV1dqI1z+YCWfFDDX8CC78CnpY2eh4dHul7zTfZsCG028R9nXqfdbq37pp+WfMrZWctf9EJZNjzjI/FB+I7Y9kv3Jfgq9Ig8cYPyVHJ+2BjdxnC1WvrG/rn8CLpj7G9stCs5u8LqXPx21tRZj9V0ra174HXu2MAbNoD+wJzyyB99Y01+8dB9NXK9fn0gnI58Y3C9Xq987amwOHNfCTYt6aLdbjsfF9WPvqCL4XAY0C8/KIMc23LddY6dTit/hIzdblf9NNV/zfn5/vvvfQM0L2DYVzxh4+7h4WHF24nrGh+PLLwcAZ21pLtIEYOWeG35tbbzT5lm88z7oS6x5Pg4boQ+lI0k/X6vvqF9xSCuoX/KduT/4BXd4EuQYYWh3yXgv3mNdhf+wvKpcB3L3q+EecflhifsG2xevIgv/OEcez+8hVGj2tyM3DGOt90+Wo5NPEef8XtLOIFPJOoyBuqKyXXZAzGT9g8ODmQ3r10X2BFtE+N4YQK+LtrAysf/h8KA3BCy01ZfcaojG0dfNcVy7ODNDfKv/WUZ3IfPhucIp54nwBt6b7kdtNZjvuXyx+8t3QMbypLvUL8umWvKEV6/PlQecuA2mTAH64OD164LeOvLn43HY4/98A3/Hyr37fLYFuNjqPiPzZ2fX7jdwhP9Y58ck40eyn65B9/oDDmalZ/byN+W7lsijvgLjpEiBq1K/03HDszBAuIlm3XZwPFxzcfooewMDLA5cIGPQ/FQF25g2e2eu82CC/4MTKDbcqbv3NummeIbPutcca8hG0a2qItX8gvY/EvXC9e4VxdvdfXdqHR/t+ztSvZ4bG3ZADw3b/iGU/k/6ERx40T5cL2S+8ht/0BjAJkh9PDq1WsvRzxAXyke3NcekH2xWPiLejY5A/nCpcfujnxPR+OA9qHNObJ03Ddw7fz8XHHiXHUuPG7j++GFNtEDdkVfCfe3H1f+whLGMnVpY6C8kfh7ofyIfjpbPMVYHXnZ5q9T8Ux58n/GCjxBxCN8D7Z6XP0wS8SV+cMrxznl/dh0Q3bQdJtu+Thuady2Fb83+X/L7Re7pfyx/zjAkWL1gWwltoeNcp0+iTnwAS7gcD9cKPl+oi1sOOI2UJ554TwjJ7ayX8W0A/mRQ42lZMMN2e9NGdtrm0VexnJTdppkrMknghHjgLYYj7R9IPtETspfKE6TK6E7CNzRRdfzr3O3HXQGoa9taivWQ1zrKkZTl7aurwcel5BxqRzv/Yj89kqgY6SKx5W/QIuXocUXuu2F9INcDx8+8nN+XIeXSlMHMmMOUXg90giwHCqPAt+ecva+Yt9Aefe1v0x3pPgyUX4517hcUv0GwcNSc1dsmXbIUWgLX0Rb6D22M163QR0aMYMPC2VZ+g8CwT8vY4c2MuxVPyhW+Nwn6JPq6/RH/x/ZkGkgH4TtYpOMYez/QGMIm3/16kBj/bUTY4q8jfFGXCBPach/QNRruh85c3/BS78YW5HieMOntDw+tDVuE7W8/Jm/IOlU8aHhPr+u2JPGIOMv5WT7+zFGwR98np2dyQ9cah41cj+/UH7HvPxjcaReooViB34anfeVj4BRdz2+22sfAm5xnLercX+ue/iAc8WNruYMPeexJ/vraY5GOxDjH+zA9OXLVx6DwRzZwBr5wAG/u8E2+enYf8SzJQxbnstQlnqHyht46dmBfBY6fPly33WIztADeSVyoX9sG1v40Q3u3h2kHzRaeb4b9bFcn9+3GTNzP4B/4CV7jMFt4hrjsygshMAPfoe3fuCBm2pSBwtmkUKIR7PNMfxAH/rEBtEPesLXdBUvGGuHim/7mkvtK+ah/moo0gAAEABJREFUW8YHR3R9KN3XlGdH2znRmGK+2ZSNnFXUkn22NAahto7b1PIyza14WFcOWKtiIvZEP+TKL7S+SX+M02hXLdl5z9cj4HmlufdKTjjRDwTL2g7Io8CEWEzsrlc+48B91yvNL165zTO+uMdYoxyytZTntNwXtYRFu8KgpTF05nl6QzkDdZDtQGOIfBS5D9Q2OQA6YNwznofDa/meqceQ5TpuJ3v4oaR+ezvgy12Oc61RMcchRwKbGKt68kPnoaO8EZ8TfVVHcnfkr9o6QnxveznySuYI+Cjqb/zEXGspd8dK+n8frWQP2AXzF2JOX7G45/6wKz4iL+S88JgIXqH0PfJ2rly8K1u79JfwMjbmWt9ZKlav/g17267LObwiOzhgK9g49rCvcff999+F7777Tj77hfLgfbezOO6OPX5hP9hIUzGxqbFEzthym2u5rWE7Lbe/tr63NOYSnbn9UZc26hp72Bs2TPubnPTA5060jf0PNaeF34Xi3/b65ft0sn0fmeduPxOPp1dXfbcN5Gacv9C6SBwHLwNHcGA8gAk5AeXgGd6bkpvYTB4QZW97WxuZ22u5m8KHcdlQLkEbdc1bakc1rT8chlcae8T87198H17u84NcB6HJD3Jdnob+sOM/yDWbj8MqzIMVK1GQR4Y0/jizoI//o2P+PyOQEcgI3I2AQodyCz35WUHknvG4VExfKrZA+Ejo7hbevGpmwcw8D93d3QnM/3gJNC+A5kXjjx498h80+ZgXQMMHPDHfmSv+Rd+/lAwSQB7RjL6L9RyUXJc65E28RHegeTDzgK7mNMTYluITcSlSx2My14m9b14717zm4s71SPqAwgd+qLPQnIs4Rkwfat7OHJtchFgS48qZx43bfCX+NvnBhT9vREbyDfABK/qA7mYNna+Ux0FLHSOl8sk+BKt0Glsws3hS/UvZlfKclQovZTcc30ZVlR/sYGZuZ+h513+A+IGvkWBjjx9/EiDOWX9g3WRX9khZbM/sphzhHp+V5ARX5sij0dBzMXI68iX0gN1A6ApK5/HYVj7QcRvraM2TtW3ymJ7myFd6hsxzYo7cIy8gx2AdgDwkEbkHORH5UUP5OjkEuUTMN97Ms7jO/UaVZ5CzUJ/2Ym6zr/XRQ+VvdeVgZ+Lt3Nd7sR/s8h6QvLPIUj6Etq6UV4EPvJDvkNsdeJ7zSrlkXG8hz+M686665jWUY27PGIjU9LkK4wJi7CZiLLQ8t+xorLTXdFb9LQf9QuDVEG515Zj0A8YHmt/sa07J8yCIc65xj7Lo40r6Geu580K5Jr4Hud4p+DturnycLN1nzZV7Mu6Zt2AHXc11wYk+sR/kipTsJh3PpauOz12iDfWkt0uN/77mCBc+V6CNMz2DBkNkYS6HzrEpsK6t58v8LQzz5bN1Tt7WejjU0fzpQuv0l5c9tX+lee7wPeu1Hz6m3gHVB99CL+A5uLG+15R9n2jucCSq6RxbP3UbAWNkZA7Gebtap24pLkB8Z2wPFDfGejY3V8wxM8WvB+5bnjx57D/+t7f3QGuepfsiM5OvtA/mPVf4ERDITWYEthDA9zKGid9DrR+QCzLG64o3B4pH+Efm+fhK4kD0la/lN4707PZYvuPEn9cTj5rVfB8f2/LYs4k76Tttcx9qVnN+6hLbiMXEO3zxvq+vvAzEn9g363gH3iexrte78L/hI0+Ef/wcsmyJ9oOc0uZC+ShEX2CE/4OHmtZDDzxWvtJayL6vA8EvvHP90NdgwagujE6UT8SYgtysiSRMOIJLPLaqmHPmsb0pTKGI0anjXVOcAiNyFuhQ68DkP8Q12uhpPY3cCX7hf5tug8I98KMscYK429VcoCnd1Cr5DmQH9JPo9evX0n/NdYGd1JU7kBc0lFPBJzlFs+K7VcWNeGwr34vUWttHS3GndUNm6tMO8tRlh7UtecE22uNL4f291nf3nY+m+L3Q81j+Zop1T+RBttvy5u8/HQJm5nGf+QXPb3c1H3n48KHyhMfh2bPND3L9/vfxB7n+9re/+o9j/f3vfwuc//Wv/xX+9Cd+kOt5YK5MG5qNe57I+iZjEmLsp2M6TzbNdfqn32fPnvoPctHfn//85/CPf/wz/H//X/pBrtjXH//ID3I9D1988bn6fBo++eSR5usPPb+hHeZJkFmU7adDM/d0NwIr2cNS8/SFP5eYTmeej+P/+npeCw21hjCdTnV/4U2gR2xpb2/Pc1XWYh4/fhxYi4GwFWwVPXuFX/E/+EDGBOMBDMCC+IC/JGbgy/GpL17sK9Z+L3ohn0qsxccfuW+ty7/ji/HL1IOI31Dy42/Gr5biF8QctemxjzZoq6a4wvyLvg8UP4n58MJ94mJXcz7mF8Qjxi/8I8evQQ3wCc+z2VR2OFGOMvT1MTBnHgtOzK/ScTPP6vj8dfs7ZahDTjbQ/A080CPtg8nH4EE92phMxs7bQPO4y8tLreP1fO4ceesoTsNPWzy1db4h+IMnqKs8gbq0MRqNAvY11/yd9QBwuA9/lJvNZv6sib8/J4aTW2EP0S5feG718iXrIq+0NvNaz4SiXZIzppyjqXyDetEmY04BfttzWL63lI9QhrJN5Qynp2eyzaY/H29oHQSqK+dIueihcjhslNzn5ct98fLKn/Nhv5ShHfJBxhV6QWZkirR0nwMu4ANO4EV51roibx1hf+HrFORezKnBg/hGW/ggM+P0DTLbXI/9rby/yWSidbih2rz0tlk7RV/bugWLSOg66relnAyeKEsddMHfTOFLkQHbeYOJt1yAH26BCTKxXkSb4AW+jH1yZZ6ffv/9S/mcfeF6IN0ernNL/EHDc0p8yJnniC3pLxI8t2SbLeWP7YpaXqYpWzg9bbpO6/Jd+JtD6fHVq9fq55VoX7kj+eNLX2ujDHL39SwaPSHrXOsaSQbk+FhaaX10oTUy2qRtdNxXXMIGOlrz3OigU421pI/NEX105ROp09PaaKJoSxcue0O2i00mWz2ocnaOXMdWKdMUNk3ZPWOg5fpuC0P66qj/TjjXmL4Sf/CKHS6Wi7CUDCs9S3AMsDmZHYego1/L/2QEMgIZgYxARiAjkBHICGQEMgIZgYxARiAj8MtCIHOTEcgIZAQyAhmBjEBGICOQEcgIZAQyAhmBjMBvH4EsYUYgI5ARyAhkBDICGYGMQEYgI5ARyAhkBH5GBIqfse//qK6zsBmBjEBG4JeCABuLlqtZWNz4Qa5L/0GuUfWDXFf8IFf/PJxfdHyTUqfDsR3a1Y8/xQ1SF77Zrdfr6dgLPR0h7vEygVrtKMQNhWz6ipv42BTGRkM2gDUapyFtjGJzVNtf+NP2zVV8bzabgXbYlMaGMl7AQHsQm9m4xobEVqvlfY9Gw8DGr+Vy5S8GZ1PecP2CjY6/EOLg4HVgU+Erf8H2QaDNtFmLfuiTDXO0CbXbbeeH88jTmfME/7VazTfP0Sb8QJzXaseq0/LNgGzEY2PbcrkMq5WQF32oHSwlz2Kx8M2etLe9oQ2s2SAaqbOlq7TBrF1dO/cj5btsOLvq+2bU6XQmrBbCbRmWFY/35S/Jw8bJ2WwaeAkEGy77/UvXB/2cn9/kg01/2BJHsE10fn4eKM+Gu36/H5BxPJ6It/maL/q7L28/fLm488434d1qHL7Qz2w2q36QaxR4KQabBdmAibydDvJBbDy9dPmm06nLdqu5O7+aWTCLlPqj/mg08rbADOzAMWIacY84d6T7dthc53xzn42x8BoxHwfkQJ5kD/SXiGuLxTyMx+OAri8ve9JbNyQ5Y3/b7cfzZJ/cP5dNsNG1J38B34PBtbdHv7R/JwA3Lq40lpaO3ULjgvEVx/pQuF/5uKP9c9kU/SW5O+7DwCLJHnlrt8/lv6Je0NvAN2j3/Rpt4A/wDWya52U8+I/9/YPAWD88PAw1+YHj45PQaDRu+LNWqy0/0K5wZ9NsK9BW3Ch7Eo6P6wHfgw/CH6W2aZf+OrKZK41TdMzLgpBzKV9wA4p7fEF3S41tsAJj2hrJVyInOmDcYQPI2hFGCS+OfI/UlhwRt3PXXy+gO2wmtUM5/Cc+uSYfiD/EV+/v71dYHUnmY/fDyAcOZ2dNx+TsrF1h1ZEtnQv7nuvx6upK9j3ycYX8yPI+kSmDnCONDfTZ7Xall6briRfZfP/9974ZOerxlXg78DhQkx7x6+ix4bEp8sYLEs7O0B88xmNbsSrql+8tyQCdqZ8z2cGpZGyEum9qP3YdHxwceNz5/vsX/sIH+gYf9A8WYNfvX7mc6AlCZ8jyPnk/9D5tgmX0H2MfMx3ZWkP2iy2CES+hevEi8soR++QeGGG3jcaJ4iD2HjGK+IBFW3bSdl1GfDhvVfhwPFO9phP9YSu0d3R0rFh6JF28XusCXLAneLu8vFS8GlXxgPG/oQ+RP8mObdDmuXwEdliTvaIj9MMG+RcvXip32Xd+jo4O3XbQJ/ySkzSbp5KpKTnPRO1bBA4bOjs7k11sZKadmmztUL4DXBkfEDZBv1yjH+TG/omr6Aqdwf+HyHtX2aV8yFRxHwzS+ACDo6OaxsV++O67OD42Pu5I8h+7PaMz5Kd8s4nsUJK17bpvr3OmtnDhHkcwSAQWp+txgqwRk2P1U9N4OZQNHITkDzkeHR1pTJ0I8zP5h658z5XyjZHyloViwcYW3oYP16Gl/OBUcRefhe4bGuc16R7bBnfwh/b3X4mH1+KlVvmshvOb5Ean0ebbkrklOdtOG9m51hK/rQBOGzrdsv2GZKo7rjXZAzLCB3YIL/vym7wkhu9glOyBlwgjA/aAPHfpePtalHvhcZ04mfQe7b+r3KAjGc79SJxut/ne1rV0bOse98+F/bl884Xwv1T8v/a4DS+83BifRV/bfd91ThleWEId6sIP+ugr7+sqNz1XfIG2+egoLiUCY87T8VxjuKdcgrHCizNoi+/UR7/MN7Bt/O2+9LovXDkHb3wP2EabPpO+sGdkb9/QJ/pGh5TD99Hm4WH0V+gHvdFHTbZEGfIhYiM6Ql5wSEfO/x1C58Q37GCg3Im8D1tEFnh5+fKVfNcrjZ/XlQ0fyYbrsrWG/BDyQdhnlDH5aWSE8G34XtoDI2Sj3WSTB5pDMV4pS57Fy3Kwpd76RRk92UjX80L0hE3FY0d2lKit80jn520vjxy0hUzYxFQ+arV68wei/h3sfk11V5orRgqBH8uJL9B6EHiJ1t7ew/DoES/Tehj2dM7Ls3jJlpmtRaQOxAvcsJfhcKicqu9zM+Zoabxs4kv0pesGqhN4YGxjy7SDD2GcUb+ncdeT3tEZ1ylDeYjqZibei/XL0OGTHwNKMvDiL865XhRl4JPqpiPXfkxiPMH79fXAscGvMIYZ49g68QfbP1AOh984VNyuyV/XNNbr9RMfVw3lTtQhPkBNrV00FR8Zly2tT7SquQBH2t8Q47AlvwOd+fikfkNxCb/EGKypL/qFjxfKyV4oN3n5cl/j+5WPb/ikn7ncx9oAABAASURBVJ50MdR6BzpCD8zL/x0MqQvhq6fTifLwofx+tJ+Li67HAsY1sjDG8bfxe8djB+cQ/rmrHPzi4kL2d7km+OUaZcAO/4lvRr59+WnwPpSPRf66cumGY3zmWLUqTOk7UsLxzONr8l+HhzXH6EA+izYhzuvSGzwTc8AM/YMZ8v6YtvYxbcsNrHMcbBWCT+g+7ZlZNQZ3/IfvGH+8iJ4j447znZ3Sy6howF+8v23TekQQcdym8IN/4AX/g12jp+vra9leV3o+1Zzh0MfBS8W8lxoT2A7zlwMfq4eeT9ZlO4ylhsYUY+v2uIz205bNRmpprDKeiG+UxTYbsj3aYaxhkweyJ/ohV2Y+ydjEfrG7lmwT2x7K35LjLJVvIwN6/CHAiW2t3CZoG1zAhDEGv/gMeMRn7CvXgYjhcRydCLeGqKlxdKYcpyW5Wzq2ncAiyR7lPvXcgfZevXqt+cFLn8fSNliAC3WQl5hAzMZfrBS3V5XAZiaxIR1+5P/pc6kcf6E1qqnyfNap0MOV1lHgkbwMf7PxVW3JD0Wf1ZLu073kt6h3pXUI2hlrTRK85x/40r1tseGPNoi714o5+KDL9TpaZ50X4Z/gdZsSb1yL/F14zLrWmBhrTQ6+wADa7vNDz6kPJV5pHxxasm3yX/JCbB7b/676Qa59+WzsjHs1j431KjaeVvbWlI1Fm6OdSG1dg7DBSGncNRVDow021E5ddnis8XzkYx77Ywy+0jo+/VGW/JG8EWzn87mvDyLDh8q+1HilflwnGynmXUknHc3TTrQecFCNgTgO8Dn7GmMH8jeMkSj3ifhtSOZTj+fIw5iK8iJju5K5LduL3ynTVL7QrGTGjzCOae/w9aH3+3L/ZeAHufb9B7leh1N+kKvXDP3r8zCa9MNsMQorfpDLVvLLwan6J5j+C/nzsyCQO80I/DoRWDnb+NBIy7VPjd9jDuKF3vGPmbyPqCiK9TyQOR8vgX7y5GngReOPHj303JQyNEX7HKHtczPjkuc+XI8U+VroWRA0r2LzUnlAlYIot7V134XmmdSbz2daQxz7Otal1pfJn8hlNr6aWLwhYu+G2h4TiMNdrVmRHxB75ltxhz7CR3yohxzEMfJd8g5yBOJ9UzGCHPbMn5u0FD+IITF3gXcInjpazyfX6Wre1dP8nPhNfhDz0cWWHu9mEB4gMIQ4T3S7hlnUyeY6drNyHVE3UarPcVP2hz8zM+k72lqc38Q1k0ePHgVsDuIcG0xzoLJM85/bsoT3fpAHvaMrbIC1EPTV611onnLudoLddKo1zHS+0RU2du5lo84ufI5MGwM9i+zruRC6JxcixyDn2aaYc9WUH9W38o5mld9jH23lGy1RW/bCsaW8pOn5CXmG5xha0yCfY72ZnOZQ34/1TLOpfIS++1qbZb0Ru3wvIO8pQBvYYt/l6jqfdc3HyeNeaY6xrzzylfI6cjz4OPQ1gONKvhOtwzecGAfwF+nM24ljt+2ytjyXb0vmRC2dt3SvpbLQ2Q0c6ponHuuZ7KHWDA58fvdKud4Lf14HT/DDHI85D7rsCxN0Ppe/Ya1lqbwRW3iP+G/cpk6ipXzWQnMX8EH3l+t5QXdtR9gNNhSprettydXRMVK0oa7PCy7l16Ce1oZYa0GXPM9kPnwoHaPrF1pTAm++Ix8YYBfgm/xMS3k/1NZzT2RPfuVK86rkW+byfSvN+zYCxrGk4bi59DOcgSl6Ak/GJPw35UfBAHmxu7rsj/GFjNyP2HaEK9i2ZTORsC/ugSftoSf0ZWb+gxXpRw3wL/iWbb9iFvH4GSDIXWYEMgJvQQD/gO/CRxC/8ettPcPGJ+AX8Y8vfM39pda++LuAV76mjN+IvvJkHY/O9Kw/Uowz+BPa2qaW4lJL/jSWO/MY1NDaJP6orhhU8/X+Q3+G90K+mb9JeKH+ic/EpZrWVqgb1zuG/neB8L9Q/rtKCe9bZP2Yy7SZMCInHY2GHlvwhawBwhM4EUu+//6lYiYY7WvNgufnR1qzOfa1k4bWUPGxTeUU8E99cIDAh2PLsYm+tuUYtYTPmecqDWHUUBt1+eqaMDpU/DrQugt9HypHQBfcpx7+eTi89mfe8I4M0F3ycx3skA0bwK8T3+CTfoj7B8oHDryvV1pvjn8vFPUfZUN39J3ko26U8SykI3y1FT9bWzK2ZWfpO3hATcWmpjBqrOWt+98hHFby7mu9CaxfVLaxr3yptmUTAz0THo1Ga9nvkjlf++kQMLP13JOcgGee5AmbH+T6KvzhD/wg17fhr3+NP8j1t7/9LUD/9V9/Dd9++7/C8+df+Y8l8QyYIb5SnoVdY7eJ+L7STY5cwydg03wvNPem36dP4w9y0d9f/vLn8M9//iP893//M/zjH38P//Vf/CDXn8QLP8j1dfj88/SDXJ+Ehw/3fH6e85nwi/tI5ZrPrwLPXeaai6Bz8lLycvLzq+rZBc9DsAUz8/kxc2PmwNgFP7qGTbIew5FrOzu7wezXn7OmMTHX/ARshnpG3tN8qKX4gt88kG/Hh/I87/vvXyh+vVDs3a9ifJxX1xWXG4o9DflkfPO2T2+5Pyfet9fzhJbahijXlD9nLkVdqO7x61jPMWqKkYfq51D+/Wg9v6UOc7WB5v7ojLEMoTtkCb/wz1Lz4LnscDqdhbGel/FcsK+5PvlKR+tSHa2DEPfikTlWR3PXtiieM7/ifiLmrMxhaYf4zBrWh+KRcOO41BwbO6CtoZ7RgjN/dwTmHfFH/x3xyPM3zu+ijsqRI1AH3gYec8cecxeav8f1gKWvgb1PXfADVsRs/h6TNrEB8hlyvhfK/bBNbDT9TSbzVnIv5unYFPaFnZE/YHeR2m/MX+P11tb6x5nyK9aCoFPlsae+hpRstKY8izyHHAheIh+MjUPldTXldXW1dRbgeahxtVAOmuSNWK/klxaeoyLfQDbd17oJ5Vmn6DjOHa/P9YHjOPLy+DMzcx9kFo+p7bcd6RMe0C3+D712tT7b1ToodkR/ya6iXttrjNJ19N65od9+IJec6nkyunpb39vX4YPvHOFnrGez+GH4QE/oFr+Dv/nXv753n0NOx7VD5XngXnefc+K5L3+Td6Y1X9Zukg7jsV35HPxPJGyAPrCJhnxWfe1vjuRvDuTbDjSP2Xd6oRwSvdbVF/KjA/QEfnP5y/vKi6x3EfJDc/cHU/mDcUAv9NPT+ig40++G8AHtyhe0pRt8w7mvjXalR3zIpdbELn1dq+frpNgSWDAWoq0eSM7XnqcjW8T0yG0VPJrKraEzzdWo13L/TV9Qx/9uEf6GWzn0Sj5tpaerq+rZ6l2y5msZgYxARuA2Avl7RiAjkBHICGQEMgIZgYxARiAjkBHICGQEMgK/fQSyhBmBjEBGICOQEcgIZAQyAhmBjEBGICOQEcgI/PYRyBJmBDICGYGMQEYgI5ARyAhkBO5CoLjrYr6WEcgIZAQyAr9aBO7BOFuLlmEZFmG5muvfWVispmG+mkRaTMJ0Pg6TqWgyDmNoHI+T8SSwuYyXibJxa7je0NgLbLBjMxgbwXgxwckJm/tOQtwEdeabq7rdbuj1LgMbntigdn09CLQRaRRGo2H1/do3bg0Gg3B11Vednm+UYuMWG6k2fTR8wxqbquifjVq03etR/kI8dXzDWqxzGnhxwslJQ3Wafp0NYWzy6lU80d/1dex7NIKfSJG/4Zqn1Ad9bvOErBA4sAGwJz5ok7bYBLpi9/Q9NHSzyCqwMY4NivP5PLAhlc2BbJrb6GIs7BKNXEfpXjxurlFvOp1VP26yCKvVsqKbvd7n20ryQPC2WMzF2yzQ9nQ69R+XoW8o2Us8h5eR+I3EtUSRt+maN+SGD/rg+EsgM3uDDfiD18Vi4bzPZjflR65xNXbAZjab+UZV6r3R2D0u0BdEf7RFm7GPcaV7ME7nY2Edz7HDMWPZKZWZSGdT8R15ol3obbxxj36xxbv6Rde8vC3S2Pnh2s2+x97n1O1w5lhgQzKne0gfi8AfdBc/k8kGf/qGl9R//A5fE+cNPIbDkfsdxv7V1VXAJ+AbmuvN9A35DujE/Rn+hA29jH/K4neox1injaH8IkSfQ297JN8xdKJMv3/lm0m73YtAP61Wy30SvgkfhQ9pNpvh7KwtH3Yuf3np/M1kV2CPzMgekXj/v5RdsqlUAC+XC+l6LvxnGqNTYQAO0HhtJ+AFLok2mMUyQ8kX5ejLN1+Kx6770+j3G45Ro3HqMjWFYcIKf9jv9+XTrwL12WRPWyP5/VHlb1Of6HCmccKLM98lM7Jxn7LUBX/0Aa5NYQgf4Fqvn/imXI6NRsM3ooN7p9Px2JL02Jduoi5jHEg8Rj5HwmgkXYzWR66zYXswuHaZBoMr6avv+qXNrmIefbCZOvFD//ABoW+uR17OhWfP20EWxthyuZR/Xjm9X9NvlgAf2qCtqfwyOKeN/8Qu+o56i/iwWRyeGtIf987OWord0Q7Z/Ay2bHTf4DSQXV87RSwiNvQDDd3+h8Js6GXACXypTzs9xd6LGz/wkPRx4RhSlnbgHTniDwa8KeftK8gNYRvUpY2B8gn6Iza3Wm3Z6anG9YkTuqjX6zpvuN1yH72lMU69/g3bReYo11Djgfa3aSi5sUWIfpGjL9uina7GPTyAP/iCf0M2Sf8Q+HOt6WOn7f5oIPvCJrBzZAIL5Lst913fKUd56oEFPPWUm9B/U2OEvhgj9MuRay35JOTvyn57vQvZ5aXbNbYzEI60wdiAtuXePgeDobChTCx/7bZN/YhH33Xccxvo+TjsdLqyt477k6bkT762K8ywPerSx1SxA3mQ7S6Z0zXuY/vEx6F0Av+0hezIXZdfAHuI77G/tvvli4soN/32pXv6hpBnKLkijdwXwNM2DdXXsCqD7NSj7yj3leTuC9O+65Z+sDPwbrWQvSX/BDUVA1rC5cJ9Ju0jN/KgzyTju45y+cofV6Klx1nqkkPiX8EEm0qEn38bpTLUSTzM5wtvF17A+V18pHvwQ9mV8k70B+Hjp/JNE59rTITnWHEpEjJv0zYfnHMPfNFPTzYNjsSbpuwanWLPELrlGnbNfWwg6RWdXGsusq1X2oVu67DvYzjaKjbE+G3KTmm/IZ/J3AQ9wgv6Bk+wjljxsuKExP2OKwEGvuDE2B8rjxzIF/Q0Zugn9t+Uzzp134Ws8ANvYEEMQk5kHPi4fdNnbcsIz33Zek9YgtH5OfbYVvtNb7++9pGnstGmxmpb9tl133CtudNQdg9u0NjzzKhHzsHiJjF24n1+9AcbQEZkRWZkvx9Kv51SyLxNSGZWBF6qtrOz4y9+5QVpvPSVl2c9fvxJ4JyXa+3u7gbKbL84jfrgCbboBB0NZD8D2QK5Ckd0MlNumTCnf+pBnM8175xMJh7DKR8JX37t19DtTLlaqk89MwtmJn5K5xkenzx5HCBeis1Lv3hBHS8Gu81v+Ak/8AzvY40rsOlrfDNmOp1zxaCW+99kyduHAAAQAElEQVTkM7jGmGJcMD4YV32NFcYWBC60AZETDiv/zxHst2mocRJp6HkRdahPO7RJ2/RBX/TbUr7CWE9+pq64xUuZ6hqPvLCH+12P1ZfeHvpC7+gv0YfCmuoxN8MGpoq5+DKwGmtsb8sT5wyjtd/mPoRtUW4oLPCvyAi++OCm++jotxrKf/BdHGMM7mheca4Y2fNYCS7UBSfaGVVzhmGFI9cgyoBfT/6LuBqxa7mvivnNifuypnx2SznO+fm5t09dZENOcMMukP9DMfuxysOLQsFHzgPiWMSHmHFe+NjcfOfa/TlXE+6PGLeJaGubzOz+DW6VRE6wRwfoAjseyF/1PN6dS49nrj/spO5joK64dKJcPs7pGCPYFnrFzqjHPAObGLjPG/j4GMoe30XYQypPXcYj9sQY46Vd2A6xHpuF4KWuscg59ovd9WSD2O1QNjpVfoNMyAdtifxBp9Qlf2NsMRbgDZ/Ukn9oKP/AxvER8AYfXO9ojgvv6YcYkYu6yAhvI829h1t4cI8yffnCJDdttDRemhqztB37akgXp/KTmxwAvzeWL0V38IpwZub2xvlPQUutdSw1bwZvsJqu/VbMNcbyXduEj4r+K96P38daH5lonWSidc2paO75M+2ulLsyD/0YWRjDtLHw9dK52p96P9g5/b5JI+XD2zSWj514HWSYyq6IXwutPcLXig7EWDrq9L3/UxaKfC28bWyAcdPVvAvdY0sN+ei6xhyEnXHkWrPypZSjPLaG3fSr2IgtDTSGsTcIe7tNQ42RoWyQ+/Q9qMZq322w7/Mk2sbWO4rNjHHskWNPvoE6G/+91LxkJV/5XtFVZqWyS18TA0fsgLwIGciht22dtZF6NcYZY02NBcrAT9djb0+x5NJzYfJoZIAvZEK2oWTclpvvw7XMA58b4y/AriffAQ/ISx/gf3raCI1mI5x1TkL7ohG6g0a4HDXDYNIOo/lFmC6vwjwM9TxnrOc7Mwm/DMHC1ocv0NalfJoRyAhkBN6KQFyzID5s01uL33HDzIJZJHJEfgCWeSo/Bru7+0BzxB3PJ1XkjtpvvxT5USRWzOOc+MURirVW3i856s7ObmCODD148MBfML67uxPKsvAYQL5CDMb/E4PTcdtfE2/x1/h1YuOF1gchYhTlpsoziMPQhofIyX3+pQ4ykLPAS+yLefYmNhAfBoql3IOfRPQ/HI48V6Au8tAW/RZF4Rjv7T3QXHxP57uSuxQ24R2fld8TtH68zz9mJiyD4unKc6VtOfrKBcCqq3yCvJzvA8V44iO8w/NUuQx8gx+8g8c23YcHypiZ2xNyl2UpeXecdnd3Xe87WkeBuEcZyMzCx3zgD17TczVyCOQgFxkrD462RM7Gs7M4P96+Nt7KRcEBvaJjcoAU+5vKrxrK7ck96sq/GsrDyAfa7ZbWqTu+/nZ52fM1YvIOMIVoC6LdkebLQ+UfQ+UbA9kP5dDB5eWl5tldreN1NLdqej7fUF8N9UGOR/7T8flDT/nJtexr7DkrekL2D8UMrKYaJyPNOZCzp9wNu+gopyOfi/O3tvPDta7yKu7DJ0QdiBxtUNkPsm5yrKGvSdH+Ng1d9pHfY44yEAYD1aetiEPf1xroryN54aWp/O709FTzy4aeHZ6I6qIT4XTmuGPH1KftqWwX2SImcex8KDaUpw3sH3xpk3GxsZGR4x+/32VLE80NKDPyOe5AMiIb+LXbbfHd1Dz5VNSQTKd+RL9g3hH+lANj6mAfNzEdCbuR+o/9whf8sXYPv/D9Nl8Rh9bHjS8weRvRrtnNdsEffhiH4IRt4KtZD2hqHKFPxg767UjP6LunXBt5Rxoj1BnJNhPxnbVp5GSM0x1+hPVMflTjs88+C5999mn49NNPA9+fPn3iP/xHjCnLHflYc3qbDPl6RiAj8NMhkPxD8q/EYnw4vi/6SNYX8fknIa2vxzh46s8CKNORr+wqj8Fv4C+pH+PRtfzuUH4yEj6E2HCT4r2hx+GBYurA1wvwUT3FQtrFV9FP9Ff47IbHnbT+0FB8jj6sXcX+vvcZ/fH2OtWHxyHwwZfjQxNG8IqcyI3fbCouNpQfwA+UcpKNb217fCR/6cm3Uhf5Ik4DYQRO185zxGjocSWej/w6sQffDRHHqEtcoi3ibqfT9XVHcIKvrucJPa2/9L198i9kQB7obRbGPeRFVmIGcY0+6Yd2W1pXbWnds+VH8pK28qVz4X7ha1KUg6++1qngERoor4BoBwK/SKO1nEnWeBxWMkdcaAPqK2fuySawTbBkraslXiL+p24Tda1HoYuEPXj0hDnxjNiFTMiGjMj6Nhzy9R8HAbMY/5ljMN9g3kH+QH6wt7enOelDJ56HJorXH+j6A5+vkEdQP3K48jkWutwm7m1/R9+JuGdmPidKPNA/z5FTn+m4twc/ez5PjPPzXZ87UQ8ezKI8IX9+IQhgD0ufb8/nc5+bEdPwO/gA/BDfp5pzYQ8wjS6xQezs0aOH/vcDPJPnbwk4cn1XayPom/K/JmIMICe+H7831bwMLPDT0Z+3qnkQMbWuGF/XXOjE50INxdWm5ggt+fqOzw2Sj+8rRl95rAZPKPrz6LejD4++fVjNM2/Gr4HPzfHn8IF/7nbPPUbi04n3MX5dKH5dVvFr7M8kkAWZoF+HHlbyTyutAS1lk3OXYTabyi6Zm95eAxlpvso1KJ4TsyBsFhprDQUdMv/i7xBWeva20kRT/38UHNQF0419zMTb1J95jau1GPQZ+47rNlyP17Z5nHgd8ozZbOZywt9Szx7p4138cX9ZPZ9EtqFyQfIjbKDl8f1M9njq8X2Te55pTSTlHl3PPbAn8gTsEcLOoaFsMPG7feR6pKFsDLpe2zTtQNgnFG30QrlOV/12PNdinSDmnS2/Br895SfYOnkT8t9WylJ4JKzBCXkhyieMOeca45WyS2EDRrRldr94Q/lEtIG90CZtQ1GHt/UZ7W4bI3iaTMZbup1Wul24XcPT24j+4R056Q9doCNyt5Z8Cv4Ffda1hpeooTyaNZiW9E7uFn3BhdaiLuUL+u53oh+/rnQ2vJFDbvOOHugTQpd95aToMuaP564z+sHH0W/koS5ba4hO3S+2xCflsaexxh6yoBfkQr63yf6269ShLhT1Mr8x3sAbGldjj+Pt71yLNHIMkAu7Ayv4RZ5TPRuN8pxoDbMhWc7cZvHjyAMOYIJc4DTUmBveGCfRFuhnqlg5n83DorLDFT/GtT2gZZNvkzdfzwhkBDICGYGMQEYgI/ATI5C7ywhkBDICGYGMQEYgI5ARyAhkBDICGYGMQEbgt49AljAjkBHICGQEMgIZgYxARiAjkBHICGQEMgIZgd8+AlnCjEBGICOQEfiVIVD8yvjN7GYEMgIZgYzAD4CAhfRfoTOoDEUQWaSy2Als2i3LnbAD7eyGXeiBjru7gY26bLRigxUbmNhM2Gq1fHNrrXbsm7v4zoa9fr8f2CBGOTZ3UYe6iGFmagsqdITKUJZFMIPEo+6zD4o61GXzI5up2FzFRtZG49T7ZJMbL8JtNNhYduIbGXmZBrzU68eBe2zaYsMbm7PYmMVGNt94NV+E1WoZ+JhZKAr42FBZluKpDGaRn6BP2lwWeZqEweA69Hq90OmcB+Rm0yL9pY123BsOh76xT9U/8P/Yr5m9wVvktdT10nnc2SkDG/7hmSN0+5zvZVmoTuEyhWAhiNR8+NCPWaxbFObt0W6kUnyU4kn2U738bJuX0m3q5j3uQ0VReltmFsws8DGLR85/mWTOq5k572VlM9v64FqUbxv78FEfs7f1t41pKR3wPR05T7R9rQzwVhQbvsxMfEE63PrfzFxWypdlrItcGyqrflNfmyP9lJXu4zl9lt6emel4q7N3fFVxladOpG1+Ytul+IBu9h/5jH6Ml1Kgo5WcDL5gOBz5Jlg2ejJ+4wbPemAc4zvYWIuvGwwGvpGc8Y8voL6aWPMDL3eRmXkZyrN5Gb82nU4D/eKT8E30k/qu1Y7k3479RUA9+ZfRaBhms/tvEN7AF/tV996/WRHKEiorjLb1yLUNZuC1K5+fqJRtLxZz3xTc613K57FZO77k4OTktPL9bX9hDb5/KL+38f1L+dr4kiAzC4X8Bu0VBf0Xzkup9qGiKPy+mQX9L7IQAqR/uRDiB/wnk4nHGOJCp9NxfeH/Dw5eh4ODg0Ac4EcLOvLPPeHY7195efgipsxubKiHx9i2mYkH+CiEFzxuCP4Sn2ZFMIu8YQfLahM6ONE2fbDJmDh4ddUPUc/wearYdOL8HR0dhcPDQ53XXN/IMh5PFDMWYeEv216tsQsf8MHW4GE8HrvMyE+MOj4+cWxevTpQv0ceM5vNpvR57vz1t+I2L6SjDfiAltVGZdgwM5cdPO4iMIK4Z0ZZagWXhTHAZm9e3Mk4GEvesfiMNPFN8VM2R8/njsFSuIKvaqt+bOeuf5EZWopP+B4oPpOLIB+5wvFx3XFOeDeUR3RkN2DDi7V4YSMvZJ1qbFIfHqPc6IAeTf9YQCYoyccxEdcTBX0SP7RDe1PJFe1ipPxhoPzh0l9+gG5OThrh6Kjm+nn9+lA20pBeOr45fzQaOS60QZtq+p3/U4Y+kWMqeRiPyMnLFRgjjA3kx+9gl9gneNEP5ak3V44ElrQF9nQoVb6h9yT79jFhwNHMvA7tJKLdhfzJXDqmL2yN8Uz/8DqUT+Y82QQ8UZaXI9IGvLyNuL/Q2KG9gXx2r3fhOLZabd+wj9zYBLkkmFCGvigPL/RDfXikLcgsyoA823LePuc+ZBbLm8UjvNIObdI2fdAXctEvcsLDUH6TXJcj17AVylKHuksfC9GX0ubbSN0K8yAy2SuEL4PKyqfh6znnCJXyw9vHm+fIiVyRzNs1sxACFD7gY8EsUmwr8kD7xJz7EDHJrNB4mPrYQK+np6eKQQ0nxjrfo233Ai+2AFtsjBd2YEMbhi0UikeJl6Io9b10jIqiCGaR16Q7dIa+0A8/dIF/aWkO1Gyeuf9uycbwKYwpfMpkMg43+wv3+tAfep8oxsE745O+mGPU63X57WPJeup9dhTfLi977k8oC4/YC23QmZlJpuJOMovymZl860q8LhV75o5tlLGvmN71l3o0FSfq9RP3UfhS8CVeYMOrai4FZqXneruVPd22I+aYGyqEd6nYXzjWEe8QLORPCFKJ68ysCKUwffBgz1/6+vTpU38J7JMnvAT2sa49CvFlWnGOHvRZKgZiAxB2NFP+iG0MFBPJZdEbeQn2xX3KrxRkIVV3O+Ae5fGRvAwRG6QOfgmdU4/2Ux0zC+gRfe7uPvAXfj19+iR89tnn4fPPPw9PnjzVtYeB8Us5yOzn0TU8IzMyzJQHIg/yEv+Hij0QuRs0Vn7CfcrNt2IibQR9ECFS4fIjV1GUoZRdQ8w1OEYq/Hohe4fMLJiZWlGEFf7wBKb0Q3/4rLFyI3BHDx3lK4xDcoV6vSE/gC+oK/c9/BsZzQAAEABJREFU9TwCXwevtEFb8Ah5B/f8x8zEU5AsJoJfqNR4RibG8/upLIvAh1xvJtsjpuET8V/kHuS9jcaJ/NeZ/Mu5/Pil56nIOldOAP+ryqeYmfiACh3fJDMTvxb4rIQh9WfSKTrsK+enX3A7O2vKZzY0t4qYkQtxb6AcgX6nys1iv++Pr/T1U5CZSbYgsvDhn5V8+tLHMraAbBviOvc3rZrd7AMsE1HKrHDb3d3dDQ+qHzfY0frgjtZ6Stl6IZs2s2BmFP8gop+5xtZUuSpjDr2hM+z8QPM55ivYzLHmL2le3u1eyG76a7th/KL3eWU/yEy7kJk5X/AIr3cR98xiOepQHwIz2iUXw4cyT4C/uF7QdHsib8euya2JkYzRbrfrMZm6tEOb0AcBo8LUQSb6xneTt9I+OU5Da58x32l6jO5pnpvseaZxR72l54xB8kMWkDMROKRzMwshQNjFyvOApA/aZKy0lOvQX61W9/kJPJydnSm/Ppcurnx9ZKnYY0Y7wT9mFsxsfe4nP8I/Zub9FFU+h2xQss/tI+fRL++4X+M8XiM3Kd3Oi6IUVuZkZiEEKHzUh+pmprYKp9LHC+2X6764BiU+bh+5B3GdY1EUwQyeoPBBH2wKQlfYN2Pn6upKeuy4j6zVap7nYdfQsebO2BxjEhvEHoaaq0S/OdX61MzthbaWlb1Fhsx5hNdE8J4oXeNoFstSD95oC/udyZfD30S5NPGZcQBNlBtzj3KUhxRFVf39/puy1IX/GFsvtYbfVjw98fn3q1evJP+RbPxE11uKreeaq/fcxofKD6hHbKYNeFzK5mkTEgOVzLbWdZJ3c8QObspLG8hCe4w7+hgK48HVteYwl6E/OA+Xw2boDeuhN66Fy+lJuJo1wvX8LIwWnTBZ9cNsNQqL1cz9vkZx8I/xrwX+C/o35E9GICOQEfgJEVgpL0+En4skDyVXrVvOiZn5kX/MNud8v0npXjyapWMqZe53iZN7ew8053ykuedjzZmf+g+oMBf97LPPwlPNoz/55JHnsjvKY3d3yQWgUjkBxw0Rn1ivxh/3lGORCxEv+b4dh5ALOcM9PpRLhN/H54/0rIfYCo205ss12qQ5M/NcgRiyU+XcnMMbx729PZcVufihGAg5oU8/fRZ48TZ5e1GU4a6PmQWzIhSeP3Ge6K7S8ZqZ+QlyLBZzf+kqcQtsOlqXIn9nLTvFU/KITf7e1XO3OO9D1rtwpN1E3tEv5h8LZhB4RSqV0yVCPxDfOW6IdbFEpbCGCn/OwRyZZ43k9OBEnt3QM4qm1hb5MWDsDlyZH2EX5AnMr8HHDF5M7W14KQrOS9kMR8gCH8ovtD5O7oKusOHb8xnyP/qnb9b5or0PtC44cV5p50OIPlkHhWd4n3guN/bniUPlUyPZPXKNq7WWqebijLe55oRL5ZMQfgKSqI594XaKXIVkRM7bFK9HHMzrUDfxDU/gMNd8EZpq7jlRTjnSuGMdBZlbWs/FhpnTQZw3NOdiztPTcwXmguBIW4lS+x9yNIv8wSs2A21sJvmh8g2/lMoURal5/ko5+ExzsJHyxSvlrF0972j6My/02ZAtdbR+dHl5qXnptZdDZjAAX/gVG45TURRrWyrUduHfy+pa4WXMjCo/KZnRJxSch1B9lsq/0R25PPJ15HvQEfqq1Y59jh7Xe3p67j6Un5rJjuPf/xSSr9wau4VkBVd+rOKJ1lg/0/rl8+fPwx/+8Pvw5z//Ofz9738Lf/vb38Kf/vRt+N3vvglffPGFYsmz9TosbZmZ82cWjxWb+ZARyAj8DAjgH/DT+HZyq558d/TtJ4H8hDXGo6NjzfcbWpNuaR3kXPP9S/nRgfsLfAu+kjaiv1y6vyUeIY6ZyTdCxVtiUan7xdonpFgBX7R3M/6M5Z8H3j9rjMmP1fXc7+ioFg7970WO3bd3tQaKPGM9I0i80Xb4wA914IM2kJU26ZuYcXj4OrD+enh45H60UcU/7veUC1N2qHUKeAAjZIFoj3a3WTGL/hAfi58sivIWXsUap1SPNmgL3mZa04Q/+tom1mZjvjCXXpZa/2BuESm1c/tIu+APwS+8j5V/YCND5SQQ5xB9cn+mtSh4gahHG7RrtpGrUPyAyq2Yctc5ZSAzowkn2qNdCJ7oj37H0i+xrd/v+9/pxDXgM7dX4hu2Qa6GTlifo+xYslCfNr3x/M/PhgA6WCqPxW7QK2uHQ40Z9MkY7igvg9Arfol5APewPepQP65t2tqHmJnLY2bra9gTZGbKbxbKcyaeY/O3CIxV+sBO8Cn0RY67sZexr+MulUvF/rz5/M8vEAH0w9xvoTk3Yxz/NJaPGMpv4Y8Z/xPNsebzuBZsZu5nd3d3/W8FHj586GsF6Ye5+M7aAH7KzMKv7RPxWLj9TjSHAwN8YUNznteviV+vqrhZ1/ON0601/UuPtUONRfDD14LZQvNj5qvbY8HMfJwxvhKVZSFcIeIYx+LO+EU7cdzPfA49kW7G8s9j6WwifmP8mmn+trgRv35NehA8jo9ZxKAowKRcz1nLckfnXOO4oVJxkvlWvJ+ul4H6hcdSEwwWYvs6/aj/qQ9F3sqyCJFK8RSf+cHDNpUVX/Ea5SJxPVIhHgvxZU4hcAx3fm7bJ/bGPBUbZT0MO8Uvt/R8lWv45X7/ap17MsaxH+wIoj06MqNPcz4KYRX5KiXbTeJeIrNYJ1Qf2oOwefqgL+wRu2RNBl6H8isQ30ejsdvwTLkYdRIvVXN+MKOPiE9RlM5fKTyhna39KmUZy5hR3rxu+ueudtO9dDTb1DGzqp9COi2FQbKl+x3Lij+ORVF6W4XWmMJbPvCXaKa8cCgfwt9JoUPWHcjJyNfxP4fKnRvKm1taT0q6xUcT38Ga+mAPnuiCdunWzIKZVbwUkqm8QUVR+D0zC+lDXdqgLdrFp9EPPpFY3+125f/a8oMNXxs6ODjQHOi155LkBNglsqB/cmraS23f/2jOt1k8wmdZ4Zv0z7gq3SdE/ezuctz1vw/jXlGU3gZzLLCBJ7BjHQcs+dsDxg4Erl2fC11pXWvscQD5wQGezUw4QUUoS+gmjmVR6n4RTPoWx+HOj55V3Hk9X8wIZAQyAhmBjEBGICOQEcgIZAQyAr9ZBLJgGYGMQEYgI5ARyAhkBDICGYGMQEYgI5ARyAj89hHIEmYEMgIZgYxARiAjkBHICGQEMgIZgYxARiAj8NtHIEv4QyFQ/FAN5XYyAhmBjEBG4NeCgIlRCxaKYCbyH+LS0UpdEdlOKHReFjsh/hjXTmCD1O7ubniw+yDEDVKFv+iAzVFszGPjFhuh2HhWq9V8gxff2RjFxq/r64FvjqL8ZnPUKpiJD2NT1IaKtCFK94I+bAJjwzEbwtgYxmasXu8y8HIoNmPRZ71+EnhpFJvfIL7X6/VQ8xfwHDs/bDxnE/rFRTf0+33f4DirNhKyWYt+QoAfC0VROJWl8KjO07WgD2WRYzabuVzIB0+0j9z01Ww2/UUZfOceG+Goo+of9b8ZvEW+Ii/wFgk+y3InlCL0A3GNY6LN91iHNsxoE/oolrySmtCRNuCtDPSTiL4553ibyopXjpTZpshbEcxMbf/y/4dNM3ObgXcoyoNOSh8zyB+vletyZhY+9GNmjouZrdvZ9Feu+6K/nWrD6+a4c+N+xH5H7cBTqXYLkVUU3vIxlS8qKqv2OEK32y8DMkdeNve4lgjeITMLH/aJ5c1MvJh4jjyldjcylxWPm/53d3fk0+KGz1J2yHhmLONb8A3dbjcwhvEpvBCPDZ+tVitwHV83GFz7uE/+bOUvjF+FEEy8FMEsHpELfjgmMuMHL4Jvtp/PF4FNsrHfq60XrDTdn8UXjx+HVuss9Ho9+ayRys/CfL552Uy4x0ddiicKmo4Rp6IoQyn/FmmnwqisjvE795Ludnd3/YWVXJuLb3gGi07nXPy1Apth8ceNRnzJwcXFhfzs1fol6eCL/1uxq1asmNmal7IstngpHcOCDbFWqAzlTDWCzqF4HqoPvhsMr6+v/aWO8IO+eCE6G4wPDl4HzuGv0+kI4164uuqLr2EgdlF3Ok2YLjyuhYAug/ozp6IoAlSu8SqdX64VRal7sVzQB/ngCQIn5CZu8cIFMOv3r2RHF4EXKxIj6opd8Jc2bBOzsLWeYhx1Fot5IP7Rnpr/4P+pBw/IOhjwcqee66uu+Ag26QWZ2HrTX/gYMYJPXgwJD9sbxWkPQs5tZsxMOBSOS3knToXfN7PAZ7lc+RhYLBa+aZo+Jv5yirHG1iRwPplMZO9Tv89LMVY+zqSdqB6aeYPga5uQ/Vr5R7d7oXh8FpA74X14eKQcoSbbPfV8oqcxxgsYr2VLxGv6J++Ya7wlHdA2nZqZy4OsheyDYyK+JzIzt6GgD3WXy6WPX/ii/eGQlyYOZLs92UUcS41GI2APvPwKHaEbbPfq6ko2iw+Yehu0p2bf+T9lwBgZptOpfMhQY+DC/Ru+rXYrX+srN0ryU5561I/yrzQ+UndRriRnkv2uI2XMYvlUG76giMfC5ZlqHE7F43g8kZxj0dD5RRfj6oUlU5VJPFGf9tKR80TpGrxTF73ik8Cx3W7JFpqeFya/0JPuGR/D4VD2N3a7ox/4oy0otW1mrnvkepu8XOc+ZLaRnXaWW7Y/ly/FxqaSG3uAV+SFD/TAkbHLi5vmbocLHze0E+75MYv9mxXBRPBUlkXl68tbx53q++1jqbHNNY5lKGTztGVmwQwK9/qo6Lq8mXk7RVGq7UJU3ui7lB9J8ScdiUPbZGbS1USxpu9juKH4c3JyqvjZ0FhvVGO7I5vv+Qt3wBZfA+bYdMLRzMRX4fyUZSFeEpV+rXB5LfDBpjbjd+h98+IsXhDRVN7PER/OSy3wO9jeWDZNf9T/EII/9I5tYAv4gG6Vn9Q9dtQlY8N9+vl5x/MEXro11niBx6X8DUSfZiYZoSRbPBaKtdvy0Sd1kBO7jP325Z8uHGNkxCfhO+qKI+122zGAR+rRF+3tKP/c3cVmtqkUtjs3qCi4VgpnqNARHiFa+s8l9BClBwsTLoWPj/jC7U8CL9x+9uxZePLkaXj8+HF49OgTf8nWrnK1UmPHjFxz5f4CXWJHU/lPbONaMZH8DX+PfseyT+7T5zZRD71SHh+JD+0rh+EFxOPKxqhHOeoFfczMeYUHeOFl5/D6+eefhc/8BehPxOsjz8EpUxSF22WoPlWKWH37cQ/0xbhEBrBB1rGwwOeCC4TPGEtW7k0mM+Ujc+Vk0MKxTXLDqZlJdvSFHReyc6jUMdKOxgQyQ8idyMxC+tAe4yjxxTieTKYel66Vm6C38/Nzjfszj2GMRYixSDzjHj5gqpiCXmiLNlP7H3Y0100hHwHPkRi/yMPxJiU/zXF3l3uldwcfU9keOSUvK2oq18R/kOecnET/hV9jvYg4DN7ITb3If6j4KBzfhBv8pHOOQR9kpQ51p8IAHeI3sV18FX3TJ3lgXVU7L6MAABAASURBVD6U+RX3Ur/UmSsu046a+9n/NzPnwcwcA/9yz3+QAVoq5wAPiFwa20rnK+XVKwaC2jQz/fvm/9yHuAPOpebNu/IzDx7EefSu6zrqm/tmd7dD/XcRfSw050EH2ACxs6M5ZkM5MS+0Iic+VN5eV9zB1tHnxXpN79rHCOOU+vM78iUzk/1gQ0XAdu6i2/xHnhaeo2KTtI9/wJb7ypcZb9gU9sScvaZ1R/iDuI5dX8vfwtOyise0CYV7flLZheZLo9FQ84VLzSE77gPAoeF5zybfwVdfy1eAIf2CxUp6Tt2Z2RoH5IXAgqOZyc6Cf+CXurRBW4yRC83tyXHqGjvIjO+Bh2azFcDiSvNr8IFXb0T/mJn+jf+bbc7jlR/+XzOTDMVaRmSD8EvvJ3wbtKP6pSi2Y0abQe1aCAEKH/Uxs2Bm63bhCyqKHdlkJHjkGsebVAa+lxp/3C/LxFuhNsP6Y2br8/edrDT20TP6wrb7iu/t9rly6BPNj481F4VqOta0llLX3OlMtnfuNjjQWhj+FdvARhgftIN/WcneVmqb/mHHzN6QuVSekqgokiwb3qmfeJtpvZ0+xuv4PNIccaS1goli8kwxeROPqRfu8aFteB4rvjNeLi97nkvX5V+Ye+NvUozC5snziV9XmotHuSfqf+r9M06QnTZT/2ZWyVyGKGeh44aQ2awIZlFm6kG0A19TPaOAt6HWCQZav+lfXYbLwXnoXZ+Fi1E99MbHoT85CVez03C9OAuj5XmYLi/DfDUMy9VcK1n82EBcMLHAfyHoEPInI5ARyAj8lAisqljAEVoqJ+UIaVX332LFzLx+dfBz/jEzj5cPHuz5nJN5MnPRTz/9NNycj37izzfIY4mvifDZ6ZyjmXkeONQ6YU9r9ORCxEtyQWJnXFfaxCF4uA+BAUTcnMnnj0YjX6/C53NO3CNvpy1iBgQ/EDxC6dqDBw/CJ5/E9YFPP33mPz7GvPvzzz/3czDY23vgcYj23iQLZlARaNPMVCSRTt/z/1xzp6nmesQt8vdzrUs1lL8TTw8ODsLhOn8/VaxtK2fsVrnE4M54vlTODDYQXacj5z83AY2ZbeFVCrNS2JZud0k/HCH0hI0lStfKMmKNrKytMGdoKKePc4kTzfNPPe9qt1nLvNAzrIjVTDnRXPMc6oGFmTkvRZVLpWNqn+9mlAlay49rQ7SB7WJnfZ/PdNVXU7nesfK/mvLAhn+Pc60Lt8uxcrDUJ/3el9AdNg7P0UYm0vnYiTE1VJ4DH/DDmge8UZZ8iP6oL86r7pADAjsT5kVFCf9SOojnyA9F+QvHKOhDe7QL0Qf9TbVmMFY+OByOXVbyPWRvyIbJC5nvQHxnnZf7jH9e4L5a57zkXJA6+aD/TfZTVAT/rJ1yhNI5x7sJ+eABP8Qc7Ep56rmvFTWly2Pl8MeaMzaVv3d8zJHzUg6swRkcVu6nb/JRFKXzZFYGsyJYRYXszMyCGRR+0o+69H7p1Mw4BPhHf8h1eXkp33Luz7rQFXk8z7zI43t63jOUD5/J16J3bApZymo+wjnE+OTHCogZn2v98uuvn4c//OEP4S9/+ZP/INff//7X8O23fwq/+93v/Ae5nj176r4XH0xbZrbm0RnM/2QEMgIfh8APUAvfNlPMxL+TW+EH8OF1rWWxvkh+Uls/E2+5/6AM6+kpLuFf8JUQ/mYln4//0FD3sW7yjUVRBqis/Ek6cq2ofGYSZyV/Szv4IdqEP+LfeDwKyY+xBtrUs8W4bl2XL68FfkAMn8Z18gXkGSsuwx9t0W7q475H6lA38UD/xA/8J/3x9yKHh4eeG8ALfycFb/ha+gejxANt0BayQbQNH2YmbIobVJZFiFT6sRBGkfCfQtcxWmmNZ+n5NzJGjMZa85048Z3r2/3SJxTe8eE+BK9z5a7Up62hcpGhYgQyQWPlBFDqY17lXUk22qAbM3iOFGVANuR6k9J9s1jezGhinZvBE0Q8n3pOPVFOcq3Y3dfz2K7HcfSPfrBb4hvf0Rk6IS+ZTMZan5p7bPTG8z8/KwIr+Qt0OpetkXdhY+TdjOFOp+PP2Mk3IfTIPexuLntbaRzof+ffzILZhvyi/jGL17AtfZXeF2GqnJZ+mI/hzzp6psLYbeo5XEd9buax1xpL2MtM9Vg7jGOPdjL98hDAHlgXwDZmymUnk4nrD13ju6GxYgL+Y6n1lkLPcXf0DJrndg8f7mlN5GF4uP5Rrkd+vrsb/87fzH55Ar+HI/BgbM22YjxjCP9I/Nrf50dnjjx+cY0xwH3GRIpfE/lLxiWY0RbzVdqN486qMVd4/Cpvxff0nbGXyOzNv8OAP/6mC93E/qLeJtLfVH5+oWegy1vrHu8R/Rdy28SHOUbYGhiUZaGYHmMf8ynsLx551lVqjr6Zy5bCM97neqxTqn5RFN6mmXn7+uej/qe6mVVtFWsd0mfpfd/k5c1r8JyodLngrdC4MjPnqTr4+e1/sKOFnuFG/U/97xuJ0/jgpvK7htZ8OOL7O/LRrC0wh2c8YxvUoz6U7IM+zMxlibxs5IL/20QZM6swsMAHviDapO3oT2aKGxM935rIp4zEKzTUWs3IifwU+008UZ+2NmTqI4g4mvMHL0URccMGyuo5JteKIvJtFssHfd5sUxff8r9ZrJfaKaVPKOp2o1f6fT+VssvIJ+2ZmXqFdLjjf/iEwI2cq9e70LpDS+t2DfmautZdjjxfP9TaJ2tH6DfpFh9Nfol+Gfu0MVdugC6iz4kdwsc2IRu0fY1zs7f5m6n0ONacYqD88VL544Wvv2JztdpxODh4LR75Qa4Tz0HIO5AFvljbgp/IyYf9K3bcBgqNEfiD4DvqoHSco444j3q6uT5aeH3wxSeDF9ixjsPf+vO3BxDjhrkcuQx5zlj5+lw5E5R4NzO1hZ2VsscywEekws+LstB1C4UVQQVDCBbCDQr583MhkPvNCGQEMgIZgYxARiAjkBHICGQEMgIZgYxARuC3j0CWMCOQEcgIZAQyAhmBjEBGICOQEcgIZAQyAhmB3z4CWcKMQEYgI5ARyAhkBDICGYGMQEYgI/AbQKD4DciQRcgI/KgI5MYzAr9NBCwENiaFQgcRP8olMtsJhZWhLHZCWW2Ui5umdv3l2bsP4tEsbvhi4x6bnniJMhvMjo9PAhu72ODFxig2mLOpazC4ucmbjVVBHzML25u0ikJ9l3FDlJmJt00/bPpjk+xwOPLNZLyYin7q9Xo4OYFOfPNbo9Hw77wotlar+WY4rrHxljrd7kVggyMb4Nj8hgxs1mLjm7oUP/S/obIs19fM3uQJ+ZGPDb1soGSTWKSzwGYxcLi87PkGRvoKH/hRl45DxMnWvBQFPMJbGeARirqKG9o4T9e2j5xT1wxZCrUd9LGKdLjn/2bUobCJp0SRJ/pItM0H59tUysbS91S+LGkDon0TfxZ+2R9zHs2swqEIpWwGYpMh8nG+TYV0Z2bh3/mYmfdLW6lt+rovlY59GeCR+rRTFOZtqmmxZqI3/+eemUnWjZy0FalUe9H+aDPxcvuc71BRlN6OmXm/IVi43yeWUzUVt2BWhKIoQlnhHo+RD3jgO8cNRT/24AEvHijVxirgX/At+CteussYrtdPAsRmz1Zr8+LA6+uBb2ylDr5juYwvXoMfM3NeEj8cITP4tBA/K3/ZBRtFp/6ijJH/oAW+CR/FxtK6/Bov28GPwUtv6wVi1OMlDMmPxjbf968FMxNvUCGsoFJHcCqlN4jzSNuY7e5GvDgiC34M/wlPnU4nnJ21/YV9vKDn9LThm3y73a7LxIZefCRyLqsXDAR9zEy8FE70taFCPEUqZI/0Z2bOe7jjAy9sGL6+vg693uX6BTU132B8EA4ODhQDjuWLeQnducr0xNdVoDx8UZdNvvP5wl/2s5QuN7ia8wcPG/7AbJsK8QYF/1B35S9cWaq9hexq7hvawWs4HHrsYcMw8RK7qsvGjo/r6w3b6JxYdXl56TYGX+j6Jl/e1b3+WQpz7JTN88QpNjK3Wi3Zdd2xiS+cPtL3E+nxzPGDv37/KsDvBqOZvwgJvFcKlolgwszWOIEVlPDiHDKLOjQjpseXvMAb8oE/9jEeT1zmib8QY+K4cX0+nzuW232qhfC2TypH+9PpzHWNTHFcncge6spTav5i0JpyBGwWffQ0xnjxVpJ7qrEJdqn/pdtG7NXM1jInWW8fk9xBH3haShfgR3u0TT7DyxAHg4Hs8jIkv0O+Al/ohpeEMa7wC/1+3/OIyWTiuqA9Nf3O/1O/9Ek9XvaJnNgAvqWmcdJonIZ2uxXAiD6u3b+N/GUMSX5skLakeu/PLOoTGaHbsqfv3EtkZl43/QP/UMKEvsBkIv1jr0PlekONGcbOeDxe2wPl0ktSUlvbR/jkO0fanggvMMb2o79qyV/F/Ayb4Br3KENflKcPMKM+PNIWbZqZxnukJONdxyRzOlI30Ur+gTaRgT7oK9rDxO0fmxhKdnwnFGWfui/Z8LP0l3alNt93NIs8J34Sz8REzreP5AR8j8dSsSHOB/hOWSi2YxUW9G78c28yM40f8/q0RZu3KfIQ49Fd58QjM5NdTN2ntxSjseWGzwEamgecaE6AbbfdtuPYHqn8ZD1+VpVBqxnnJ8UceIHgDTKLvFIeHaAz7ITxxPyHeNeSX202z+RHWxpP7cqXdgN2RVnGUPjAD3aCjVAfm+jLL9MXMaKuHIEx3ND4pe/4YqFLxZiB+wl4hFd4hsxMMhaidOQ8klmUL+hD2dQvdjnUGKRf/EO73dbYaTq2NfnOev1YsnbU55X8xdTzGjXhfWAvu7s7mjvuuA2hw1J5J7jG447KlYHvRcGx0Hkhm4CMZv5jCR0k4c1MmJiwKhzHvb09f+krL4mN9CQ8fvxJePTo0foHuYqiCHzQI4QdYEfoEx830Jy8r3gCXSt3wr7myoEoS99Qqo9PpkxP+RV+MtYZahyNXedzxWfqQdQxM/Fq0mUZePEXfMEnL7SFOOfarvLKQno3K4KZhRBibhB+0s/KbRZ8GC/gg79NPngoP8yLmcfKTcCB+5Sb38IKvMwsmEUqlLuWN+YjpeNx1zWzWAexaQdaKteAp7mwnSqHQT9jxUDiAXogZjWbcRyenJx4/nas9ZfT01PlEecajwPpZ+qyLZV30Cbt35fMzItyMLNQFIVT4j+NZY530a7GPdcpH/RBFuQYypfgR/BfR0fHnoPB/9lZS3x35cf7nq8hKzhveF8J2yAy5wN+aJsjZGZ+zwwb2uh0qhwOe2fNp6u1H/Io+m4oRuA768q/6Zt72Hjsd6p8c/5B8TX8yB8zUw9QWMsZ7vlB96utnIO8g1iETqANxu9ucOWxciX8TX6olF9nXvjAj+h6ZyfaOPqAzOzdDd5xlz7mGltT2TxjEL11OueKNw3NVw4DL4TlR6/QG/aPPtFd8knomrGC7cw1dpANot3UnZlJhsIJG9om+IbMIu/Uoz4Jy2RWAAAQAElEQVQEVrRL+/SDLdMveTu8HPs8ruZzC86xa65j7/hbZKIN2oTCPT+pLMe5sMEfMT9MsZgxjz3TX0O5QKfT9vkEfWLP9DuvsGDeZGZuQ8iJ7By3yczEGeMoyH+sPFeaahzRFm0SA1rKtegvyUm/jCt01VeOQlkwU0PeVzqa0Tbffiwy78/MpF+oWPvdaKM7/p1zZIc4x3bjcZOrcI37EPiYFSEE2te/Fj7yY8HMAu1Bse1S30vni++l50jbfGzOuQdfUCxbqm4hiu2aWfiQDzaFnrBLCNuOY67jY+7oqOb2TK7HOfpm3QI995QPDDR3ZRygb2yE8YGt0dZSMSyElfwoHNkbcif+t49gYhbLwhtEW7RJ2/QBj8wPR6Oh57l85x7llh7rllWf9Ptuon3apg38PzK1lMfXlVuzdpT8DbZOnEhyg9FtuTf9r7xTsyiHmYWyLCoqddxQUZRr3QV94AcZaAu+Zj7uJmF4PfSY3vcf5OqEy2Ez9NIPck3rYcAPcs2bYbTshAk/yLUchWWYgb6Tmtb/FqSEEIKOTiF/MgIZgbcgkC//cAjg12iNFBJaVn46HokR0WdSJpEZfip+M9uchxu+y8LmloUQEgX/mJly1R3Nix9ozvwoPHnyODD/5IeqPv/88/D555/6908+iXPnnZ1dL7+zs8kTOE9UaB6EX8b3X+q5LrnQ1VXf18qZH3JvrhwNuZyB9/wDLttEXk6MG61/kOtKMW6stb+Z5iRLb83M1jFkmy94KzXn3F4fePbs0/DZZ585ff75Z/6DXPxYF8++KB/e+FhQ8yJbxyWzeC285WNmfseMnHElPhe+LkBOwJobMbOh+RZr2axpp/ydPKKlPLKrZ0WsoRF/kZtYnOL5NjZ0wvftI+c/N5lZhVchvSQqdR4p6ejN467mTjG3Qxdm5tgxx2dOAWbkW6z/n+q52tlZU2ttba1l9pQLYBcjx3le5fZgYxZ5MTPpr3DCJmg/Hc0spA95BliDOTZ9dXUVut1zrWGe6TnJsXK/Y+WBJ77mx3yjqzk0OR/lmUemdu57ZOynPrFz2sFO0Ds01HoL3yHuz2ZTn39QhzGFjLRBf4hhZpIRQtaIN3LepqIoVY4y0Eb+2F60WfoAS/oda70HfgZaJ2P+hp1u9HGideWGnimeCqeW5loXGv/XGqNzny/FNsO9c9Cw9ZE4W7ZUVjaEL4LKtW9605aiHZUa//Q/8xfSj9xOuhpfzENretZT05rtqdaIOnpu26vyd+ScTlkTX4jnpSiIh+B40V4hnweZlX6N80gWzBKFn+xjlvrcHFPn6BCbwpcgH2vi5O2MIWRnzafVOpPOLqWzkcYPfhW5g8sGrsiciO8PHz5SjHiiWPFZeP78uf8g15///Cf/Qa6//e1v4U9/+jb87nff+A9yEVvwr/hg2jCzNUaJx3zMCGQEfh4EiCH4Rnxe9BE9/3sV5vf8YAc5Sk1+En+B3yAO93rE24HysPjskPoQvob28LdIY2byIZHKsgiRSh23qZA/gKJfCPpQn3agm/FnrGeH1+6r8NdNPVtsNE4Ul+uBtZjDwyPF55pi85lidle+/tqfH0+1dko7tKvmP+h/6iAX8uFHB1rfAQNiH9iQv4ETGHEtYnTuPA4UK1P8nmrdAh5oC6JdKDFjZsKqcCoVszYUrxUeczYYBX1Wvoa98HxgKhmJ0WM9E4k0kewTPfOYKA7PVGaxjsWq+tb/V0omILCHFou5xwTaxEaQB+IcAhMIfBaLhedr1Ie2OzEzly3KEWXayFjesolyXdbMAh/ai/wsJMtcNBNfU8k41vORoT8n6SoXY/0bu8Be0Qnxjby6ozXzvp7vYeNj5TL8oAJt0nam+yHwY5RCB1GvS+kUW5tu6bPrfzPQUW5Grg2Rv5CTY3tzzStlrjfYMjP5kzcp2Z1uu41ONR5pg7aYs56fdzx3PTs78z6xpWQvPHfBvuETfukwHTnP9MtCAD1hG1P5RNYg0PNQz1kH8t3MJcfykUmfZua+Z1fP3slReQ6/TfxIF8/s8VVmFn5tH+wUvzyVveOnweBm/HqlZ86HHkMbelaW4tfl5aVi7UBzgqF87MR97VzzatoC36WeZdB2xMPkr6Ho1xlr4BVpc43rZhsMqb/UuhftzjSvRVcT/1u3ifoce+xiHjbT3G2usU5Z6iQKv4IP4kYy90tgAIENc6nNMc5Xt69xfhdRhzbMimAW2w3Bwsd+zCyYWaDNSKWPie2+6XP7+5vnsU5ZRn2bFcEsthuChbCmcOODLrGpuWxrMpm4veF3O4rXxO2G1snwyaw34KNZe+A+cRybph5EG9gHjdMmRzMLhfKm8kY+Vbps6Rr3tylUH9qAaJO26QM7pM+x8gdiwkjP2/Ar0Ejrk1ybyH6n8jvUoX7VnA5goINwKApzvug38VFuPeOM56WXMbNgZuFjP2bm9W/2VWrdBNrY3Jv63NyL/MT1lrLc1u+bXCFzoqV8BH/LDD7E2JaeI6JPcjLydfLnQ+Xs5Grc6/UulLNfKf5fyw7i+AdzsAdP2ottB5fJzByj8i36LYrCy4XqQ93l2t/M3L+gt4HydPxdV+tC5BjwWNO6ELn9wcFhqNcbWmfsBNZkh74eN/Fchfaqpu99EMsqa86XWcRym/+364G1USjqwczUThAfM+E19DVQfHdDPhxi7EAtrSczZshzxlXci1hu1s6Lyh63+YjnReCYcKy69H79Hx5RQP4l/5MRyAhkBDICv1UEslwZgYxARiAjkBHICGQEMgIZgYxARiAjkBHICPz2EcgSZgQyAhmBjEBGICOQEcgIZAQyAhmBjEBGICPw20cgS5gRyAhkBDICGYGMQEbgx0Sg+DEbz21nBDICGYGMwC8ZATY4WUj/BavOrNBpEQp9Z2MSVBaFb1QqizLw3cwCm7PY6DSdTsNwOPTNW2zw6nYvQr96ISsby0CgLMvAC8AePnzoL0WLG4AfBr6zKZjNwWzMKstCfYsPtW9mYftDf2wuY8PaeDwJbFDs9/uBzVe8lCBtzuLFGmmDFhsb2XDGCzXYhDaZTAIvPDOzQH9sPo68PFrzBU/wmngqimIts1nkCV4SJQzG47HzdHXVD/THJmA2WZ6fnzs2YATvlEcO6m/LF0J469fYrd3Axmz7e+Qx8fquo1ksa0Z9ukxHzj+c1Iwq0UakokjH2M+7eEn3bvK0bQNquvrfzKqzn/dwW2+whRzY087Orr/4D5t6/Phx4OVMz5498yPnT548kZ194na/s7MTqPcx0pQaT9THTrFX+qNt+uJFgxw39DRszp9tncfrT548FU+PxNNeiDZfii/IgpndwZ75dTNTOQg9pyPn9yMz6mzaMuM83Puj4iob63BuxnkkbHBDN/kpy0K+LFEpWQr5hGWYTmeBl/ziV66urjRmL923MJYHg4HujcNNf7YbHj16KOw+8R9D4CVckR4Jy4fu79BRKV0VRSGsCvVl4jm+qA07gnipHe3G/qMPYSMsfrTVavlLM/Bh+BF8HT4PXzKV38WPeIPv/cfUdxBZCMGCWaRCYxUyi/wlPu86IgdkZmGxmDse4AI//f6lfB7Uc98Pf7xsYLFYBBUX3qXjga2CEWMDeqLxAD1+/Inj+Mh/UCJht+v1En9mkWcwQ27aBjd8OnyADXg1m01/QRHxAOp0Oq5HdBr5mkjXU39pD23QFkS7Iayc36IoPT7s7TGe96Rn4sMnAV7TOH6s8Q3BM3GEsRj1jZ6LwIc2aRuiL/glBsRYMfTN2JeXvYBuW622v+CPl+W1pHeu9XqXXmY4HInfqdsp7b6PUr/0iZ1g09gUbbbUD7gQG9nAzJHrl+sXUoyk24gR/NIG/EO0C9G/mYWiKFxHu7u7W/p9pPHw2AmsEoEdhP43mO06zmVZCHdyCmnAX7q0dFnpM/VPv1B4z4cy1EFuXhhwfT2Q/nuBMYS8jUZD9tEMrQpjNs73la8MlcNgS+gHuSHaWYkfujQzl5cXoSMveQtyIA92gGxR1icuO/cgylEe2yiEV9CHl+oslyuNo4X7lKl8D32zWf76Or6AC52gG+yZY0t6I8/BL2DLyAaPy+XSc7EVjart2/9znXKMR+xu4Jvx+4F2aI/x0dt64Ri88FKB+Xwh/lLbqVVzDMpyx2MFssUx/cjH7waDp9VYeeKxj+tgBFYQdfb2HrjNgEtZ+UgzC3yWwgYC/8gHvEBLtwtkgij7NuI+RH3kBjN8BHkZR2TG5rkO5uCP7ukz0tJxTe2jO/iEX8Y6MqBf5EE2ZIz6f+oyc841XgBMGYjye3t7kntPdr8baK8so+3TD/yuZG/kqPAwn89lH8i9qOSOPK2ka/1PlXuSaXwF0eZYVL6/KArX6buPti5jFvk1o61IIXAM9/6oqsqak5kFs0jv5uEmn2VlM2pEvnGm3Js5yKXG+oViUc/jd1/zg4FiN7pdapyYeGcs7sn20B86QXe8jJnve66bB9LNjusm8WMW+aMvCPxpDx0xVmgfG6K/nsYS9tXtdt2v418iD2MfT9T/EKKf2H6Ur6v5VadzLn/WcR+GX6M/+h4qTlA22TF14RVKfZpZQK6yLFzON/HYxGLwIbZh80Ef7JH2eclTiieMJ8YR16bKSebyG/Sr4t5P8Q77Qh/c3z6agXUIOoT8AYGV/oF00P/ghf/BZvEv5PvR1zyVz33sfpj7xCkVdx+GPiDsYKHcDR1ik+itV+UYo9FQedFE/mYuO114PcpTL5XHziB85tDj5XRdnnL0B8FjqfG5u7sjX/fAeXr27Gn43F+A/rn4fKIcec/HmBn6jkTdn5rwo1HOlftY5IAWyl3xw5wrK3F7LOQzkYvxwEvL8Bf4Dfw6YwXCn6AXdPL0aYx/T58+1bwLeubHp7pOXHisvJe6tPHgwQOPqbQNfmbmUMDbymPC0vXC2EYfQ431qMO++7yO8lxeNNzyvKbr/u9auc9oNJJeo56iLN7sB/xjkj0S8icyKwJ8vo/oaCWQwRP/AD8D5SDYXVc+Euor/+L6XPGOsmC8q5zyUTW/AtcNvX9+lfqkLWSmXfqOuOFH+8p/uj63IrcCO/jAV8ML2FKeurT1c5FgW3eNLNghFziHts/5fpvgH9yjzUyV149FI9HYX840m03X45e6tGdmHNbEdShdQO/YKLb/SPM1/FCy3x2tf6A7bMLsZjup/l1H2k+ErpiHowd0QnzDppvNM58fcSRv7SnOJj9Efkd+O5vNfIwgN0Sb9Ac/O1pvwabgG37hfXuccg491ryO+5SLfnTH/RTt0B7tQglX7ATbHSjPwJ9GnjuyrbPQaJw6z8gAv5SJvEY/S3u0+y6iTOoPbCaTceBHDrrKA5jHgUdLcwPmC73ehebffc+F6CfhAa+0A6W+zCyYxTGcsEFeZAcbxhtYPHYf9Yn89UP35WVZOMa0f3U18FyrpxjSkz6gvnKua81hJlprXSjW0CeU+v3pjqauLJhFSn6rKKLM5BNSFwAAEABJREFUbzuaxfJm8Ug5s3iug7cXgoV//2PBLFKhuGLSxYYs0C9kFsuYxWO8tpEh1on3wkd80A057NjX1IduP+R0LcUR7Lfh8+Uz5Ztt95nYOHaMzWP71IXmyvsWipm0B0VfRd5iGj+F55rYF5Rs7LHGWoyFTzwnYPxBXMf+sMPNOCyDmQU+tJ/GBH0Sp1eKkZFWyl28FP/cSSs5VupDyDBULoNcxAFiKOOKuMB6Aefgwf0kN7Y91Zx9rngV+1967kC7dIiO0piCf+RAHmR7qlyAI4ScjzW+wANc8E+l8iazjZysDy6ELX0xnqezSZjM5MNnV2E064XhvCs6D9fzVrhenOm8FcaLbpgs+2G+HIXFahKWq7lWthZiLepDJ/n/jEBGICNwDwSiLzKztf81s3vU2xRZyd9C+NuFcoKZ8rSp1gqIOdBMeeiiih2bWu87M+fHjGPh8bIs4zHGU64HL1MUhWJQ6TEIf0zOih/+7LNPw2effeZzsseKRfjhPa0NJT9MPTNbt8H3oA++mBgw0DyGXIwjOQ9xZKznwB8qD9hA4EMsHW/FYnLckc/Np4H76t7/NzOXGZ7M4rlZPMI/siAT825kTUfmnY80r6KMmYXbHy7R5s5O6fPRGJd2HLuEr5mtq8E3tL6gE/hEnzPpeSw8kIEYSkzlZbQ8o79JDeXKiWLOzHMQ4m9Tz3OIweTQ5P1dzRlZgyAek2sOlHez9jTSPBed0Cf6oX/4gDdIbP2o/5uZ24kZx0K6MRHHt9M2nmbm9eF7GzNyEuTta46MnMxzKGNmysd3lZfvrZ9PoW/yDAj9772xnmneR7j1AR/aBDfG5VBrC/RHv8wrwB1qaZ4BPz3l+tg7eFOHugnrW03f8ZX8LBJ1tolcZ+V5XHA+scNSzxrIpbBD1iKR65HPO1mnfOzPWsiltm0cW4/0zNfiuY/dgwt1b+NiFnFZyU/BD3zE48LXltEH8oIJsidMsOeW8uSu5mJ9zXuGyiPTC9XBhPbCB38iL2Ym+4GKrSPnN6lUvghOiYI+8M44QD/wxPjraY7WrcYO8zaeHy3ki1Vc7Rc+1sH30aNPhCn0eJ2TR7t67Hb28OEj2d2el0c3sd/Ic/hJPnajFzBeKHZs5B2t5zDoBx/CET1hw13X1ZX/uA51wIo2aNTMHItkb9gJsn/66afhq6++Cr///e/DH//4h/CHP/zez3//+9+Fb775OnzxxeeKIc+0zvkoUAffGvVibschf/5tBNDRNqG3D6Htuun832YqN/CrQCDpG3thzJMr4K87eo5GbhHn/Gf+dwF8x7+TX5BbUBY/Sly8HetoFwDwgYz35Dce+t85fuL+k7gU488T+dUn8hH40Ye3/EThfoL2IPhcLhe+zkaf9I+/Jgbx3O3iouvrMeRIDa0x4t/wbVxHLspRB79Ie4ng9W2UylCHeEfMwFfSLr6zqfVX+qJPcrFNXwP50qHWk8eKlVPxPBdF3qMc8UX49Jtwwj9C+EriMYSffarnIk+1PhLpiePHdeI2mFKeejHuGE0qJ15pvYf1l4XOOUZaeR7BvZvkle74Z6XYDy39bw9iG+QB4LGq2krVNrredT3CF/whB7zCM4TeoyxPFR+gZzpCTz0v4d7tvAT5sCOwMosyrsQbfK3EB/zM5zN/poOOie/ovKvYjl6w346eBZFv8zwDPVIG+13qGXiSIR9/GgTAHJ/DmCJ/7yuPRy/oKI6rpvzOqeY/UEPPC5p6rt8O6K+nPHugOSZ6XsousQvyYAg7gbiGPWIvEOdcowx2Ce3ouYxZoXGy0hid+d9r95QPYi+Ma3IkxjVzM8Y4/gTeOvKPPfGADeEHsSH8ETa4lC2tZJc/DYq5l7chgB7QCbrBxtBTIr5jO9xHV9E+djx3xy5YB8Fn4bv4zjNtbAoboqxZ9D9v6/uXch3ZoIQFsXKgdYGLiwv/sTlsGTvHtptaTyCmXSiG9jVnI1YONd8FJ8Yptg3RViLMHCjApCwLXwsBJzADv+Tzn35Q/CoCH/heya8vl8sqbsbYw7WVOoYo9+siC+BlFo+FP9+ywLEobs5f3/891jOLbZlZ4FMdOP0oMjPxGKlw/j6EL+rF8mZFMOM79H5WsCnGI/bGOB3Iv2OH+FnyzuT38bnbdkmdZJfJJszo00KpNQDsEZ/PWE42uZ1/xPMnnndwTn7yWM+esN1HWg+kHvVph/bQi5kFPvS3ko2mfAg+NpTslWdLEDVMmASRBdrZ0bN32qYf+iPneao879NPyYWeKc97rLz4kedSlKM89YI+qw8YA2bm/SED8sS+nrjM9Le9DyL1zXGbWDeibMLokdZDGOfbPIWtD/yBxVTPA9Ep/gRddpSDpZiKz8EHdRRPL+ST0De5wFjrvDOtfbPmu9BazELrGNgHbUoUyWJbut3TWt9D4fSJU8IQXh9r7RpZH2ldjDWc2xgGfWiTtuljpnXZqa+/jwP8MqfA7uARXon/EN+xSfjFFuGTNmgLUrP3+h9ZQsAmNoR+30VlWbjsRVEEPvRH3/Aw1pryQP4dnMmlmKvBI9cYU8hH+VLjgpiWbAGc0Gukx253j30MPHJs0TO2U8pei7IIZvAbgoWwppA/GYGMQEYgI5ARyAhkBDICGYEfBoHcSkYgI5ARyAhkBDICGYGMQEYgI5ARyAhkBDICv30EsoQZgYxARiAjkBHICGQEMgIZgYxARiAjkBHICPz2EcgSZgQyAv+hCBT/oXJnsTMCGYGMQEbgQxBgR5LKm8UTNjvxwgg2CUJs7oLYKMVRRX3TKpvE2DDGi7i//PJLf3nN119/Hb766kt/Ofenn34a2BzFRjI2kRVFEcxsTbRjtvnOfYjr8MDmMjbBsXnx/Lzjm9rr9UZgUxmbzXlJAfd4iRV19vYe+Esx2JgHT7xk5+uvn4ufr8IXX3wh+jx8+mncIMjGNl5KRn9mkQfagMzid+5BIfBjIqvAhkU2jKUNwWwYg+CBDXjwymYx+GZzGTKE/PkVIBA3mq7i4Qa/ZuYbB9n49+jRQ9nXY3/pxpdffhGw9d/97pvK7p+H58+xs8/d5rGvaDvhvR/sJJGZ+dja29tTX5/4ZtNky9988034/e95WdTvdPxdoO/f/Y4jxL14TNco//z5cx+LjNNHjx6F3d34gxRFUYovE/1W/7cgKF24OG5ngfHJ2MWPjccT/45/M7Pw4MED4f3YdQveX8qfod9vvvlaeo66xZ98/vkXKvNUZT/xDca+wbMsQyHf5p3pHzWnvk3XoEJHKJ4HfXjhChtLeXEa/uP8/Nxf0oFf44UrXGODLH5ExT/y//tXMzMvbMZxFebzhb8QZjweB/jkiN9Pvs3MZEc74ZGPhyfC45nbGH4fe4PALtLzAJZg+qniwdOnT3zDMfa9jZ0ZfQd/qQhyT6czf7H8YHAdut0L+fxWqNfr4fi4HsCIjc/J587nc39Zj5lVWBd+NDPpgXOux/NSuro9lj///DPnkVgBz/D/XGM58U08efz4cWBMx/FTyicUattCCBbMIPqJZGaBz3K5Cile9PtXLken03FdIwP6ZlP05WXPX6KCHMkPUP8u4j74oAvsGQx6vUu1CT4njlGzeRY6nfPqRxuuhePE+aCumQmbRBt+zSLPZtwrJF/pfohx8Uh+gw3i4PDZZ58Lqy/c14HVN/JJ8bgZJ1/KN3766WfyXc/cF5InPHz4UOMF37OrtndE5ZoPMwshJArv/DCWifdxo/mlv9iGF3AgMy8B5eUzjCfGFviAFXLTKGP0LsImdnd33AfAJ7qOsn7qska7/qryA18rn/hSucQXIdrzU/mCx5Jtz8cEG/vLEvwKyQeZjhbMIsELemZMDYdD6ajvMpydNV13vDQHefr9vvsn+IeoB4Vbn+VyKd3OpONxYKwMBgMdB74RH4wYv9PpVLnLYs2DWeTFLB6LwsRj6TqBf8Zm1PkTH9ufSedgwPj4Rv7wG+l8m9D/c8UZ/CN51ueff656n0r/Txybjf73HOPd3V23Lfra2Yn9FkUpHiI/IXAMd37AYJuiLx0H9I2fgMjHkJuxBz6Up7GiQB+J6CNSKZ8AL/DFGH/8+BPx/1Q+LfoF5EqyE3Oj7F973H/+/GsfC18qXvDixs+qFwAzXm7LzVja2Umyl8IASvwUwcycQuAY/mM/Zuaym6W8m3g0kY8ciYay9YnbPOMCnYIrOgN79IC+sMdvZKscsUnGapqLYN87vJRB9kBHZpv+zEx2GHWCXdA+9kNfjCN+TOT6euDjFlsjDjHmxsonKEPZcI8PuSZl54q12Orl5aV8NrEB3x1f2MXLKPqKG9yfK8bRLPwkvjiHzCyYGbd1DM5/We7IH+16zHqs2PWp5j3gELHBl30tf4btPpcvY7w+87EKNmVZeDyN8o7dD/EiWvwucQc5t8dVCBby5+MQiHYQ856l8gVawTYfPnzk/pM4FOmpfNIzxdPH0unDUEq/lF3K/3OEzEx6W0lfU/f/2E+32/UX2A6UR42Vz6HTpEPsD11yHf+JLcfyV573UY72IcqmPrAPeIz+8qHs5hPnDfv6XLkUvg87Knx8MalaeV5H/Z+aBEkwM40JaDOud3fj+CAXhNeHyk/w1/DOS3vAHH+CT/9S+Qzx77lyQuIA8Q7fkuZZ28dvFBu5/9VXz5U7fKkYEsfWtu+JOeROAEcwuovM4pgC+7F8y0Bxvas8uKP8kfymK7129Z2X7ZADolfKhp/ok+yBIzaEf4IHiLwrHbluZh73wRdcsRHwBKdv5KPBFGy59rlyh6dPn945R0iimVml06jPbfw0kjw2gAk+tSucwAvcIL6TH4w1FubyvfAPpbZ/2uNmbMDDUuN/qfHM+dtoWZUBc4gxiizYB/JCnJNbjmU36GGu2LFUu7dlS32k62Ymmyylqz3HP40D4sdD+SPGSim/UxSl8C9CCBbe90l90D/8wg8xrdNpB/J15nPN5qliX9t//Anex9INclGH9s0smJnGcLGmsoznO8ofif8PNX4fK2/Ddj777FPFtC+Up3+l3Oz5mr766iu//plyNMphj9Sj/q5y0kL+CjKLfZXKC/keqg/8zGZT+daB5nJdzUmbWpNkPfLMX6CLbfU0F8P2GAPIW1V96wF8KAcurE0M5Kd7vZ7w6Hj7zAsuLrqe3xJ/KQsfNAhvicwiRmbpGI9FUSoPeOAx47HyAORGfsYaY+8b91cRI/Bh/OGr9rSWakY8Wfp4Qh5sCor6mfo6AbysVsu1fzczWMv0MyOwUmIBMfbJWa+u+rLZc60TtEVnsq2zwAvlWH+4uLjQnPHa13yiPvFLYT3Wiq1xYWY+Fs04FqHUGGHsMG/iBaBPtb7zqdZ5iJvY03PNC/Hv38jPf+O29rWPxy99vvRFYKw+lb/HNplz7mndM41Hcgzap3+zIpjRZ9AxvPWDzMjAOJnNZporjOVXLiVzy9eOarW6ZG9qfJ17XoQ9Y9tzxQIaNaMPC4XPiQsdI48fSb0AABAASURBVMEHBE/wB6+MkxTPkCfJyhHZGWPgEGV8Ip/6SOOQOXCcA7pc6sec6KcMhfcf9Fn5j2zxg1vT5SCMFxfhen4WBovTcL1oh9GyGybLyzBbXof5ahQWq5nKb16OrQb0v1WkQ/4/I5ARyAjcgYBcjnyqOblP0gWz+P2O4jcurRRnlsulry/OlWfGPGbk8aSvNcyrqyut2YwUW2aam972T5umaCd9U9fiJYgs4IfLsvA4g++FSsWcoihCCBbSxyyec50Y8li54LNnnyq+fOZzU3w118j3iFeUoy79QpxDnKfYQVxg7YUYcX19LZmuRAPNjcfvlYe2EqU254oxM+WP5E/keczdoOEw4kM5Mwtmlqquj4LZz80K5XM7HkeQ57FyOohcFnroefoDrS3uhCRj2PpQHwwfPNjT85tHTg+VOz/Q8y9wAduyLIKZeU4HT1vV16dch5CJvHSotey+1qrIgVuttvLi01CrHYfXrw/Dq1evwvffvwj/+td34X/+53/C//2//y/8n//zf8P//t//x4//7//9P7/3/fffh5cv98PBwetwdFTTeviJcpSm59bkKNgSegA/7Aw9YXvwAa2Z+wWewB+8wvOsykuQZSjd8537pewa22UN4jPNYb78kvnL11qne+70jXKo51qDIKcgx8KmyUP2lKujU7PCJTezYGY3zguNl/+fvTdhbOJI/r+rZiRL8iXZRjbGEGOMOXLsPu//Nfx/e1/J7mYTQginMcanLEvP91OtlmQHsldINmQGyjOao7v6W2f3qFuUz54+cuYD/QZX5MY7KYjFe/fUBznUOCfXwRo5w2MU+p1/POp2d6OuoijHtkv/cUZ6R64I3+grbVhcXIx3KfQ9VjTWsqLckPypeyl3ZOx9fZ133NCa8XlNOSX38QzjT/RtpvPJmSm9LoTB28i00b6+fBhtph/9XO/Q+J4Je8bSOMc4Gf20LDM99oP+h8cku36M82F708Q7D+6hX9xoNDU2xzvthfCDYNSV/nQDV/QK6kY/GZ2aYDcr/9KUn6lLdjXJsZRMC5G/w7Z6lC+1uVAHNoP+YSfo6Uv1hZ8+fSr/8ih8xIMHD5TPP7GX6sMcykfjs5EhGFGQu7O74Mvwc+gf4xvozJrsamNjw27e3LTNzc34QS70D73kvob6JNgXuhOFVX++VwTQVwhZI7dp6itmQtPnvuuYMigr0/fKaFXY/xwCyBmZoxN9+e4TjXmSU/EOnfFFiO8G4MP3NDZ3oHH0E40vci+NcS8Mu4bcPY7d3dzTcamYjO3jA/AFxCtiL7EKH4EvhTiG8Cdc576mcjGew9+UMW6afCh1fZtSnbQHHwafuxrff67x/qfKp4jLtIPjvYjNR8pBe5F3036eg+wNG+czEbeIYc8V28Dmq6++ki/9JsZHiPtgd6RcjphCuWaJL/cJTkWRz6U9bQEniLbS5jnl38Thdrx3XIp3Ibwrx9cy7r+6ujZ6f96Na+DZbrf1zmtBMYv407KG8hrKA3+IeuDDPdWrnf2rm3t6Bt7LsrAy5FpGjON9zIzykobiJTImL4H3xVH/gdi4orwE+XYVPxnPWl1dFf9rQdPvfzheU07C9a7iLDlcbhs6QdnNUb6d21QUpfgprCigUvtEpXikfehqGsN7rbGsvYh1u6P3GrvSEXTlRHqPDXB/Re8WgWxL7JFNzhfJFR89eqS85Ev729/+rr7On+2Pf/yT/eUvn+rz39QX+ofGIL+yJ08m+Uq/f2burncuM9L7udB/8v859evQxYZyj5mpHBadIX9Gj8hfFhYW4znunZEOo0PkgORCu9KRx48fR530qehf/fnPfw5+Pvvsr+pr/TV4gmfekaFH+B58BLpE+94tklXpb0MA7CF8MPLA/g/0buhA8Qt9S3Lqy//z7sWkQ4V8SC30CP+CfqBDEJ/xo0VRGpu7s/tJEBhAfO8PnSQuvda7jBTfH0m3H47GCJ6HX2QM4mL8MmHjQUX41yKO3d3Y3F3+FiqFXxnxINsX/ro9il+M5ePP19RXgFZH8YtYsKL+avbxxI05xb5mxP4ZlTejsZi6KPWj4MHdzQyyH3SrKnv3CKCr2CtjBAey19ca/0QnIY4PNaaSYnU/mEEfvotK5QAz8v9N5QzEBXw+Y0PkmeQj6N9q5CI5H1nVWBGU+vXoLd9Zbyu3WtQ4CzqNbyBe5NjCuAz+oV6vhZ4SY8qykF1Arv1FXUV93blWxP2UM6d4RflLS50YT8BG1kdzFbCbpaX0PRjqpj2l2gVW+Df2kL1lc3dzT8RzCYt5WxrVRflryrnIvdY1PgRx/CbivjXZMM+k3KxjYEKZlO3u4gLSTv/hD5+DT9nXePau8i18D98zfvjwa+P7uuTS+xr7THI91zh3fn/qVox9TsKLz9RTq9XDN+Br5uQvFvTetNPpWMo1V4RhGvODT+TMea4T78EQfuv1euBPeZQLufsYK/c0hkuOQrzgewn7agOxPucFDx8+jPFVznMPPhZCHpC9g83dL5RKPeAMn9gO4z3wcqJ+GsQ5rvMQbc361pZvXpJerYxyc2wB2bKf4LaiscUk46zzgZv0r/BCRV7kRSeq/xUCFQIVAhUCFQIVAhUCFQIVAu8FAlUjKgQqBCoEKgQqBCoEKgQqBCoEKgQqBCoEKgQqBN5/BKoWVghUCFQIVAhUCFQIVAhUCFQIVAhUCFQIVAhUCLz/CFQtrBCoEPhxEOCb5j9OzVWtFQIVAhUCFQI/LQSmJkkxQSpPgGUyFJQnSDFZiutMamJiGJPwmCjGxD8mBkJMIGOiFBOmmGjGRCjuZzKV+2QClHs6dndjMhnX2Zs26mBiGJPh8gISTBxnEYnHj1kA97kxOY5r8KRHbGamYUxapF4msDEpi8lZ8LMyNWl2bm7OGo2mlWXtwuQ1dx9/ho9MOh0L+jApDCyYJHZwcGB7e6/s5ctXxkRLJuydnJzG4rVMLONe2gBfFf1vI5AXu8tcTsvNvbBSejIzmhSL7rTbbWNCLJP/1tbSohzoGsR5dB79Qn8o65/RpF4zd49Jlkw6nJ1Ni2lhS93uFWMBMiabrq+v6/jqFLE42eXP6Rz6z/Pz8wuxyBbtqNVqVpaF6rL3dMOOTe1zY/G5weDcWPgC+zyJSZ6ndnp6IjrV+X7cBy7IFn+2NJrou7a2ahA+rdtlgvOK5L4UCzzOzs4aMkpYllYURZSjCvXf49i9sKLwEXFcGBsLZrDAAn7j5cu9+EGeZ8+exsICLLyzt7cXi1ji/7j/hyB3j2qwBert9c5i4cmjo2M7kV/r9XrC6szwa+5u+PNmsxX+NmPGBGdwQudWV7uBHYvwcB5M2+3FWHAE7JiInLErSzd3V/15AvF5LDZ0IlnhZ1lsjUVMWLydCcRPnz6R790TRoeSYU8+ty//PIgykAPkXpiLwJ89xHFZlooTM7KFVixkkia4d2xlZTkWis6855hBHKF9ieemnp1MgqZMdzcf1TOpl3ZI84YDYXYuHI8jRtCOZ89eGIsq0R4Woud4T3EEnPv9c7UjTebGZ9gbNs4jH+IQsfHo6EgxaC/KfPjw61ig4vHjx9KpF/GjMYeHh5Lfifg4i7Ld4dcNXqfJPZ13T9fACRk3GjOxaOfc3LwhP+SIjwMfsMI+oGQjqzGRHMxYNABsicetFgssNYXdTOgNcs91u+d6zXRo37Whm+jf6empMbmcBRJ3d3djQvlj5QRMjmeRcRaWwra4D6x4hnJznXnv7oFDbisLEzSbTenFrGx8wToxQX5ZurEy0o1Vo80ro1yCNi4sLFjWjVqtLr9aBk3qKNSuCSG/fr8vvaUNh5LRq5AV/CM/8pvnz5+HvpzI7rgX/iF7wzYYDEP/T2QryJp8CJuB+Ix+YLuDwSCeznyxd098cQyVZSH51OTXZqJN8/PzY5nT5mTbq2HXa6O4tyYfCSZdxSd0YkV2hI60FSPBBvmzUDu44mMzoVu1iEO1C3hho+5uZpC9cQNDiDaBDwvUIO/d3ZeyhZe2v/86bA4b4R4KcXcrikJUigpzh9K5Uj4BXrL8ZxV3WfgA+dMe2tWV/1+NRVjWov2ro0UwaDvXV0Inlo1n8BdgR7tbraZ8TUOYNoRtXVSL+E59tVoZbS9L+HJzd2Mb7Tj82ZJ7wgKbR8b4uuPjo5Ardp1l6+7hV4jd2OOK9A95dKWPyAj54K+4hi62WmmhN/B3T3UAsns6dveQQxG6UsQxuoYfwY7yQiv7+/uha8RvbA2eyDMoi/vZv41ok6KD/LHZ+XlfbTqRH9iXH3suP/409ru7L6J89Pr4+DhsXKyFvmTe2Lsnfid1uXEe3cLGGurngM3iYjtyl4RNWuwDfLrS67xgC/c1Gg09X0acT5ifKH6chr+i/eDeV5zCrlI73Krtv0MAfRnIjw9GPhrdxF/iP/GjbeVNEJ/R4Zw7USvPQhxDHPPjafj+vb3kD1lkkc/oLjLsK/6cn59L/4bSv/OQLXED/wm9fr0vnTyOnCHfR7mQu4d+wCP6BS/ozeLioi0tLcn/LSknnLekR4WxJT2JI/6IUo6jgx/kv7uHHWMXRVHK/0I1+eJ6+A54bclP46/BF5zbil/4ctqE/1iRf+/Kp3RlL2trXcUA4sCara9fJPpoya6uRN6wpL5EW/KjXMqnLuIM9gkvRfQP8P9F2HapWOTuwa+7j+RzEvnArnKd589fKF/Y1djHbvgHcqCjo0PJsBc2+4MAOqoEfYDwe+gUvgE/iI6xhzjH7ejKrPpM6EmnsyRsriiXWg0cwQu/BMbgRd7IvWCFnoFJURSBCWVB7gkjzk8TunZ21lPf4Eh9hFeBFQsQQfwIFBi+fk1+cCJs+2EDlEc72P8wNFS9qSb4pe5EA53nWiL8QTqfP7MfiG/oXPtzxYUz+ecT5cOHynv2o820j/w42fuZ7PhcunEeZbt7VDxdLifcPfBFLxvK+dFV7ABZYN/YBwuXJnkU8gHcz5P/nHJdtIeYAn/PleM+fPhQ/ZWvot/L5z31e4mlKd71xvy6U1eiaVmXZSGbqYUN4y9nI28jZ+0o1i0rZ0fHutpDV7S/Ir3LOdpC5Pk8R06a2lUGBoV0bZrcPXiB/576xQcHh2F/LMr16NE3scAm/Th0LNtjT/1l7qft34UQ17EdcGFM4GA0rggej9WPe6x+za7yWs5jT9kfU+ZlHjmXKGHl7sKnCD9HO5Ej9rckP42tYXf4K3L4rnwbNtiRbeKrZjSWSvm04ezsTP7lNGyK/gR9jZ5wgG9sf6DYZTbx6e5uZlbRj4QAOkXV7NEX5LWvPhH9YvSUMaYnTx6H3XG8pzyB/AA5D5SD8Jy7X7AF9/TZPe+L8AHYIL69obyxpX4+/R7iHTrGO4Gu4iV6BqFnUFe6hv6lcYJO9LXRzVbk5g3Zc10xui7dLUXUA6V6zdy+a4N32kC7aQ++BJuk3dP+BlsFE/QZu0KXedbdzR0qtKfei4SfSG1tyn/MiffdxVucAAAQAElEQVRF62icYEX9ju64rcnfYE/kDm3lEuCS24cfLRXnsa/CVf4UuXyPqrehKxa4fLz1rDd8bSeDXTs8f2KH/cd2dP7MTs53Ra+sNziw/uDEBvwgF8EkwPH4O/lz+fPkSnVUIVAh8HNEIPkEfI2ZmzuEz2Pv9q9u+MyJv+0rT+ip73gyykdfR78FH9wb5UPfVS5l5evuHjyFjyxKxYPamAp9LtRv0i359ti7uxVFofgxo/HLuRi77HTa4aMXFuZ1jnHoNA5Xyv9SH7yzh0wb+3P1jYkdxAV4J5c+UM5HH/lA+RnxlOs8q0e+8z/lDZQfDQYD5et9vdc4Ez7HwudAYz6vlLO/jrzqTH0W7nl7YUPloBaY1DTOTAyaVX+KuEK+Rvycm5vVWH1T7W8EVu5ul7dCuNU07jqj95nEI/J8csOGcn7iOPk/GLqT8yqrU0yhDZfL4TPnwQqcwIhxhvSO45lyi28it//iiy+MxelZAJ4f5GKB+vyDXL///e/jR7k496c//dlYMP6vf/2rff7557GoPfGa8fxnz55FX3dfY27E64w/dcPDNMHX/wK5T7CHP3hij4yxBdoAZrSHz1xDJxvKo+bm5oycgvyJ8Utyp0TkFd3o27RHYwrIcEa5OjJFtu6Tet099AV5QpTPXiKVLp5H35E+4r5yw12NLZALPnnyJH6slJzpQDoPn/B3rnFKeKQd30WqMup0L4y6yrIIXazXa9EPaUjP0Df4npO+orv0MbHTjvoe5Eu0G+oqT0ztXrWrV6H0jnt9Pe3TgstrGkfo6r3TlcClo1yMPs6cMGzqXU5DeNZHCxcXReLp8t494UT7yAOP9M5zX7pGH4y8kVxxV30w9PtA9o9POFOfCFnaO9zc/ULp8Aedj/1TT33/0yDG/KB+/yyeKctajMHhI3iXsaRxqJSjXhFeVzTu0hWt6nhV2K28EbuEWxlydL/IS1TyPf6ZFO/m7ioZMgPjnvqaxxr73w89fakx8mexEDY/xsUPyjxRXwa/wzhYT3FmWjbuqRwVGGW5e+gh+gcu9EHok6Qf5Lpp/CjX+vo1jROs6F31YsQMdAj7cp+URXkVfScC/9JF9BlCzhC6namv9wzn8jtQX2PWb6Jz2cJlohzKhIG857ii9xMBZIwOoB/Eq/2R73706JE9fPh1/GAfvvzVqz3lXYfylycaE+1HPlUoH3IvLMcEd//WMX5wZpQvEVeIL/iNSXzqamwRWpHfWFbe2Y53IPiYGcVmnq/pXS91uLu5pzqIjdD0eXSXfIpcE5/27Nnz8HdPnz6NdrDf0zgp4zU9+UXazTNgYG/YOJ+J+3ryjwcHrxXjnwc2Dx58NfpBrmcxpgl25CXcx/1idcSvT+FS6FxhbO4e50vl0/hI2krcTXFnPrBY0ngj8ZxcBl8L5bjOuRW9W+GetsZJFhYWYlylpfcxYJfeldSM8ssSOSX83N3+lc3dxes0UUapnARKOQl1NCIvaSh/bkX95NVt5VjkE/BGXgKfV64g527ETdpx9eqaJbpqOS9Zi+9GEFu7iq1X4r0YZeW2NZWXzEifSmGWqAgMiyLty7JQe4s45+6hqylP29f4/l7kwrvK18hL0BFyEnQGXUDW/wou1T3/HQLgDOFzjo6Ooi9HPwWf8+WXX6rP8zfjx6/+9Kc/jfo1f1O/5h/RJ3qiHJvvDfAcuQqcoH85F0b3sJ+WxkN5v4quYFfYF9TQO32uk7/gi3iOexvKdYuilL6c2YFy913lrLw/IEeiT/Xpp5+Jp78EP5999lnw+I9/fBH2jy4dKLfFf8JTpUtI5cch9Iqa2eODe/Lz2P/h4YHkeqDxgmONs5xG/20wONetQ/kKD5+GruBf0AdiFcRn9Kcsi/CFemC85/h/nQbj8ZPzaPe++gHEc77vl+L7Y8P20Pd9xX7sqqc4hw7ntrm7MCrG5O6BgXs6Dzal/DE4YUfJvibxC99PzFpbW41+E3s+dzXmT2wjRkz7ePCnHGILNkvZ5Qh/91S3mVu1vV8IDDTOh//Ej+JP96WrvO+G9qWbB/LLp6fkn9itjfWxGMX+y/tSOolNo0/YMj6/3e5EntnV+AjfryaHQhfRybXIPbqjfLSr+1Yi/yCPYZyF2EI5+ISknzPRH0bvaxpXrGlskDqhzIt79hsewnJ3c3fjOvdTzpzGcohF2AH2sCY7WV9fj5yoKxvhPPVjVw3lWpRv2vBx06RT4/+czx/cU53UB+8LGs+lTOqi/ak+crB1S+NCV7+1Xx+NG4FVV9jxbEdjTmDSUOxMPFEPtTp/YswAX4JPQX67yrvwNY/1bh7fQ7zHF3Ety3U4HMSz4FMUpXDyIHf2hXK7UpjXNE5bt8Y4li8YY2B8Fw++4A8+IT5znutgOBdjWw2VUY+ySukIVEzpkLuHjEwbOcrp6anixmHkKfDLdxfICx4+fBi+E/7R2b763OgwpEf/m//f+az7hL+hBiTx1X318bEd8IZf+GHPOa67e7QXWc1N6Ru5+TReYNaVznUl4xW9lwW3BfUr0L2m5Dyj8cBSeu7q+5lbtVUIVAhUCFQIVAhUCFQIVAhUCFQIVAhUCFQIVAj85whUT1YIVAhUCFQIVAhUCFQIVAhUCFQIVAhUCFQIVAi8/whULawQqBCoEKgQqBCoEKgQqBCoEKgQqBCoEKgQ+NkhUPzsWmxViysEKgQqBCoE/n0E0qwk97RnMhbEJCgmSU1PkOKYCVRM4GOCU5qExwTBFWNiHJOhmEDGJKl2Oy9M0TQmFTJhDN7c3dydw9i7u3Etk2nL9TMhi8mMTBhnca6HD782JpMxKY7JcVxjISI9Yo3GTCymAE/Uz4Ss7tTELCa1LS624x4mujO5jzrdPfigDMg9fc6T3MzS4mRMfubHdJgcnRbM2IsFEvb3XxsT9uCVyWNgBnbgZNX2E0JgsqhwZrooPCa6s4hqs5kW60CvV1bQ91VjMQ4mg6L73e6VmPzKBE/0qyz/tTRsqGohs6G5U18tfsRjMumwEwt7UNf6aJLr+vrVmOyazl0VH9DaaM8xtBYTc1k8hgmJTOrFDpPel1GXvYebIIy2uXu0jh8XxC6xTyZ5QhyzCDa2yk3Zn7XbiyFDfBi+DHyzbDnHJODFxUWbnZ0LfwOWZXkRS6qF0J2iKC74NnwCdSYf8jr8B77t6dNnxiRfFsXLi3X0+2nSNvz9EOSOnxva+Xnf8PMsEH58fBwLGOFj8X3n5+eBLXi1WmlR4mnMuuFvVxULMnXHk8Lbo3gwOzsr7JhQXJvCxlWuLECGcK76z856Ue/BwYHt7r6MRc/5QS4oYfQyFldCjv1+3waDZDvg7Z4xp0yO3QrZMdeQFYskwDsLmSDLpVisDnvuGrZMG65cuTLm+/IkaGReFKW5U36ioihURykq4rxpgyd4Q9+IU7SDydBPnz6N9hDHON7b24v4Qbv1mKEj7N9EXDuXDJAFbT88PAwdeir94ceciI+PHz+x589fxORrrnMffPBsMcIh8QvPiV/31A53jzaU0mnaOTPTsItYLQmXZfmVK4HVWiwAsDqSdzf8FLG30+nEQqhzc3OylZb8WTNyAPSGxakoHx7cU71mbt+1SS3i8mAwCN2kXSyQmBcZf/z4sTE5HkyxJ/DO7eYZHnb3mNBNvZC7R1tpJzQzMxN8wjP+Er2gLdh9V74df4AvQDfwqSyMwH0Tfb48QZ7yL5JpQxbwltrwyuD3sWSG7FhkhEW49vf3Y/ERZA0hO0iPX/g/HA5iYRZ0jPJoNzYDHR4exOKv2DJluHu0N7fd3c0dKkbnS8W6Wthmq9WyhYV5w2aXlpZGMk/2sba2Opb96upayL4ruwcn4mJHsm/Ljy4sLESuBT7NZjPKRf4QeCcqQyZlmXhwL8zdg+w7NmQKgWXypQejhapeGrnZ0dFx4MI9w5HyFEWhugpjX8gO3Kmn0LnS6vWaaCZ4nIvJ/gsRB5aXV6TTK9L33PY1tT1RantX164EPugEbcenkANM2t0c6369XhfGUC3qLWVniZ/pdrtankmHP9P/7mAwtL7iIPGHWIRcsZ1++PyBZOmS2UzoGdijf9gndrq6uhqyWV5eDj1OMmlJFg3JoKZniwt65u7x2d3jWpYN+kN92BExEbt69eqV4tKufO/L0DfsDxvjXtOW9zp8w/+hfDynU9to0/7+K/ns54oLT2OPXyMP2FffAv2mfjMPvrK+5L174tu06VB6VUT70DXy0Dn5YOwRHMAGW4WwY/boLTrLfY1GQ8+nH+QCc9oFkSvR/rOzM8mjrxxhoDYMrdr+ewTQFSj5KgvZtZRboa/IJdGC4in+dD5iFL6TmtMzSQ7uKX9DTgcHh/KHe9LRl7avWHKgPArdxXaQYdZVcmPky3UW94P2pXPoJDkG5UPwR33uHjpYlrWRv2yG7cEjekSsgG/0CP3Mz9l4S7yOP/4AB2LZ3F18u5VlIaoFxmCY+nUN5Tgt5Smz0ZaFiHuL8v+dWKg4+5QrV7qKddCqYsCqvWnhnzXlQ/ieKxfyx/Zogc5Z+aqG/M9M1A8vRVGIr2+Tuxsb2J+cnIaPSfnji8gX8A98xg+lBTRPlQOnhYB47oci5IsOoVPoHYSOZUp+y6Qr9cAXPVlSvk2usBZ5xFpg2lV+Bc5LyjVSvg1WGacy5Gejzd3j85uw45Ze70z59GHkv7u7u/Kn0HMjr+Iz+n1yciIfds7tP7IfG0b94Iisp4lzmQbq33DMfqAcGMyxYXAnPhyqH0A+DKX85yj6T71eb+yvo7FTfygPyqfAs1Q+gu2SuyAH5DWnfKip/I38mOtFgTwKPeaif/6fOuAZIqaQoyIL+issCkXOzmf6QVwjzvckQ+7PpRdvsZNarZQ91WW/+KFZ5awL1um0w26xwa7yUohjCB3j+sIoN8XP0i58AXW4+wV7dHfLG+0Ab3wlevRYfQ7y9cfK3fN4ZLLHw1HunuyR53IZl/cDybUf+U1PufpJLLgIDvTfHqt8Fu+kLursSZbIfCD5U467y5chCw97cHdjY+fuca6QrOjvIj9kSrvJky7a36rypG7kudhf9t/uHjZCm7GXo6Mj2dWR2nYSfbBz9dPhZag+yCjFjjoTD86uoh8JgeFIIOcaK8A/YFfEjKcx9vBUY01PRN8Yn8kz8R/oF/LMLBeyuVL+gH0mdw8ZF6P+E9dznsmPe6A7bY3zoEfYG7YHkYuvRWyc6Br5aLvdCZudU46KjuJ7sEfKTDZZhj26U6+pbhttPtp/e0cb+uofQOgtNkk7GTtiAWrsCizwlUfqJ5LbghMl0a6LVET9tBOCJ/hrqX+cxo/wNylP6CqG0c6ufA5th1Ib2xfi/6RthdrjiYRnYDxqp7nigp3b+fDUzgbqx5/vxo9xHfCDXP1ndqzPp4NXca0/PLHBsK/R4+RvaIeZm43JtPFZu/f2f9WwCoEKgX8fATf3RPg9d48i3NM+PvyTPwPlI33lMH35XGII+RvxNnX0SgAAEABJREFUZF/9zv1xX/LMuO+fFBWX3T14gh98YlkWkefge6FSMcm90L0uuvifa/jnOeWsxCHiC3kscYn8hxhDPlQUPG/j3DuXMlTcJBaQ89CHIXbyQy+HGkslhh6oX037uD5Q7paf+679UPkR+XpfGPEcZVIO8WdfGB0prwK3oep2d3Of0MVyh3ENDBqNlO8Sg2grRPuISw29BwcHd7/4uD65e/Q9uYd7IcaIwKxer8W1hA3PKgaJJ/iC9Hj85zgTWME7baAt5KpP9S7i0aNvjFj7j3/8w/7+978bC8BP/yDXH/7wh/gxrt///g/2hz/80Vi8/i9/+cz++te0cP2XXz6IH4wgVj9//nw0jvE63vkQ06mTugfSvcxLMPc/9McdDBNDmUd4zjpwqD4buPWirzMMHUcWc3Pzhu6SozOWMCFypysal1iK60mnW4YskZ2HTZi5+wVCnugD5J7GiOCDetFl9HpX79iePn2i8ccnMb6wt/cq+iLoak/9jr5smzbYv7C5uxWjfIY6a+qj1Wr1GANAz7BBcsVZvUOlDWmR6bbalfIo+mhd5VJd5VG0fW00TsC7WN57T++5xn1gtRKL73Yu5JPUV9eYO3xA7vBWiL8i8AYbd7e80U4wwTbRO3T5ud6lMS5GHnkQ42j0f/51f5bL/nf27hOepp9D3/vyI/zwFn1pfFSinvplPb3zUB4om6WtDY3lzimvxv/lPl93jGsawwLfnKdyD/1D5NKQf5ngVgReZm/myf7LLTfVfVJ+OvSIGWd6F3ykPH3iX57Guz5++AIf81j9b/SXcTCw6EtXwQm23N3c/YKfr9drGi9oxXgq+fmq3mFdv75hN2/etM3NTbt2bV194StxHf8IjjUWcFY5Vm3fOwL4FQifhNzY90PH+xq7Oh8T5y9TX7LO53g2E+VBMJv3HFf0fiGAbJE5OsD7CuwfP8F4ImNzDx8+1DjH4wsx7UTj6egNSLjj2/AR7BO58zkR8QHbxwfgC8i3iM18l/DK6H1AV3GqK796RWP++BPGF4lr3N9QLlYfxR93N8qbUHnhs7uHv6MNxBlizvPnzzRu/TTi8mONBzLOmMdr8Iu0HQIH+46N69CZ3t8xPvxcOVUaf30oX8o40DNh9FJj5vsxxkfMp1yKdJ9gkXh38Z3Ouac954k55NYpvs9pzGMh8hTGglbi+3K8O1mLdyfE7dV4PzsZdwRX4g8xaxq7uvw1ZVNHIrdvb//8jLsH35RBeciVsskRGoqV8E291A8fjH0TE+EfuZJjIOeu5E3cXNN4ViK+a5eJ9q3pncbqeEyV92Lt0TjX7OxsvL+jTuqHl2kqy6SDRVFGfmLa0FVyEvK0vb09vdd7GfkwY1joAvI80fuMLC/krMeq/+8YAXDuK06Rm+wpX84+54svvowfu6JPww9y/eUvn8bnzz/PP8j1NL43QP6PPbq73mHM6N3jvHLXRdnNvI5nlaM0raE8rDHlQ9CZhnR1Tv1b8jqI/gJ629B9RVFEDkjZu3r3hc9g3PPzzz+PH+KiDwY/9Mf++te/Gv2zR48eyfZfRL6P78H28ae07x1DWBX/FgQy9sgBHcG+kenBaPwBOXGecQWl+/JrRfTd8SvoDH4GvUBP8Gt1xSB0w93N3e2nsoHDUOMnfPceW6Pd+MHn6pM9evS1xggejucDEC/3R+NN6DD+cChw3D3aTPsh9/TZPe05B9XUTwUn8AK/+fkF9QEWo1+K788+n7i1Fn3S5OOJbUt6p7242B7Z7tzIdhvR563Xa/LlNcmoFBWiVK+q/6mIoeLzX0RgoDFB8lDsFVtFV9HJfY3zcYwNn0zln+jddxH+HptutZqKCXPSxwUjv0z5yBXlGd1RPrWmPbSqc1A3+rDoJvkHzzDOMj8/H9/DaOn9VUNxhLKhuvxDXXpKfVCpMVbIvTD3aX11IeHjc9yT/A28Leq9+1LUi33Qj756dT3yIHggp2LcZ2amIV9VqhyLfBcbheLE6M/lz+6pTnjDPudlm0tLqS7ysTXlYnlciDGiTFevpryMz+l4LfDhGbBZkt3OCxPKLMtatMuMuiw2/Cu+5EhjtMgQH8OYEN9ZoG9BH+PZsxeGbPFN56N34qa3ce5uZVlYoZg8TaWwpR0z8X3jRsgDbMgRwQm+6EvgZ/A5HCNvclFkOO3TKSeX7Q7fiTjn7jHuca53wPDG+AjjWun7xo+NvIA2PH36PPJ+7jkX/7QZ/CF7h5u7R+nUM9A47rn4JKaBN7yQ854or+Uc17m5Jh+N3oLB4mLyzSsa9wMj8FqTXwaz1dUr0sNufC836f5C4Myz9ZkZyaW0QvXDgTt/KV00FPE/7zmuqEKgQuB/HIGKvQqBCoEKgQqBCoEKgQqBCoEKgQqBCoEKgQqBCoH3H4GqhRUCFQIVAhUCFQIVAhUCFQIVAhUCFQIVAhUCFQLvPwJVCysEKgQqBCoEKgQqBCoEKgQqBP53ECj+d1ipOKkQqBCoEHjPEHjPmpOnJDE5iqaxZxIUxGd3j0lMTGhiAtvS0lJMANzYuGYbGxvGgjbXr1+PPZ+ZjLe+vh6T35hMxuQpJrnyPBP/mDBm2qhHu/jv7uaeiBNcY5IWk7PyZDImxaVJjSfGRC3umZlpxERFJmUx6e7atWsGwdONG9eDJ46ha9euxgTBTmfJFhbmLU9MZKKXuxubu1/gQx91msXJLCYQUi88MUkPXtgfHR0bE8g4z3X4hjc9WP3/CSPg7sakR/QWXVlYWDB0nwmd6Pe0rqN73e4VY2GRZrNlRVH+iy1HtyALvavV6sbzc6OF2VZWVmRrqyOdvh76TL0QOp330/bHOWh9/aqtrMDTYkxInJmZiUniZVlEXfYz2IbDQSws3Y/Fm/rR4rIsrdGYESatkBcT7pHftWsbBm7gmgi8J7QhfwemTPzsdleF7bJ8D9i2RriWknsR5O6WN3cf441vwEfgK46OjmIyLwurPH++ayyigY/jPBNTE8/n4XeGwx9mluhgMAy8mFgOr7ShKMpoHxOq8eX49LW1tdDJa/K3GxEDEk43bmxIR9Nx1kmw5J5r19ZDl9HpTqcjH7wQPrherwc+TAam3Ufypyw0wwTivT0WoNm1589ZmHE3fmCC671YyHAQk44zNu6ucixIfyUHD74bjaZkPRuygvdut2vrik8bkudG8A7PG5dkz+drcR+TvXlmZWU59IUJwehPrVaLuFgURdSp6m16GwwGilP9WMCc+HBwcGAs7MdiOkzsZoGlvb29WGiShaGRN8/QHmi6LI65hlxOT09i4SQw4nkmWVMeGPGZek5PT6NuZPimsijP3YN/2oEMms2msegUslmR31ld7UpeVwMDcEp0fUq+G6PjN+03Ak9kjm0xYRo7o2z8KP600WiEfy1L8HN70wbvUGr7WcTZ/f3XYSu0F5thojzt3t+fLChFuy+X5+7j9lI3PMALOgF/6/KX66EXqT3kDzdu3Ig23ohcYtJ2PoMHbbuoG3Py343Qu0J6AbmntuV2IOfsA5AVvKML0O7uS+nIfugEE9J737Eg5iBsNevXSWDDM8i+J/ugDnAYSA9Nm3viQ4fx392Ff2kN+cJWqyl7nI/4htyxa+yXdl6/fsPY35jC4obwgK5H3nc9rnM8OQeGSQc2ZGfowbrwXVtbjRwM/SKWpkUGwKxpLOiFLk5jZpc2MMxE287OetHug4NDYXYQx2dnZ+HD8n2TIlx2ChXyDaXaXpOsmtJ52t0x9DPrwYb8Am25oTbfGLX1TfvpNiffl9o97fNoNz4EXKmDhRc6nXbgnfPi3O6i8BGP9rPfkvwGkuXAsBn0uIzY3QiZdZTHk/evKRZtSMeQBbizR1bsOb8um16X7mGnS0udeLYx8j3k/knfEtzuPsI/7TkLH9SdfG/SN3J/dA6/nu0NfYS4H+LZaeIcMY624O959vCQmLAf/gw/Rsw7UJzgGuVyL3VTTuJzwpe7S4/R5SL8Gj8w1GqlOLeiWIUu45/W1f4N6TN4ZHzS8fWxj+Ye7u8oLs/Nzcl/zUTZ7pOFPWgbvNAO+zlv33PbwROiWPSbPB1/PDc3K12dk59Ii0MtjPusMyFv96QL7mmPbPB9/PgWOsRCMdDh4aF846FyhuPwj+gWiy2zp2/NvfuKqdybcqte2Bs8QfDl7lFnyhMayqdawRvjAfC1oL7RnPSGHCL5Mre0kbdC6dMP+dcdu6gprswoxjXF86xywIVxjMMnr8svbMh34LvxGVCyjYkfTzazEbayITtKdO2Nn4mbGyqPPUT5+CdsC19F/xCcsv9B3mVZmLt/i8Ae+yemI8N95TcTehV9B2SIzJH9D4ltrot6oewbOF/KR6MnrVZLeC+qn7Ri4LAh7DKWYAzm7BMlfNflq8ALX01eRn+DfgflUW5RFAa5O1WNMeMcJ+AFPw1mR+pfHRy8Vj71Sv71ZRD4gSW+Fdwy32DN8++OEr9046gLPvv98+gbwCe5PH2DadpT34C+IX0gYsPu7m4snkje+/Tp0/hBHXLGp0+fGfvd3Rej/tGRcv+z6DdST26Tuwde+TOYYavYLHnI/PzC2Ne0252Q3URXy8C9+DfyE9oJvj3lsOgpvob4Rjvgl3bQNvwO15FHX/30N/EMr8i/oVwVXvE3xCpsCn3ZkM1l22V/I/K2Sd56Qzlc0jNi3jX1XdfVt1mLnK+jXIx2tpQDZz1z9wzTuI8JX7TlKPqnr6VXe6MFUnfVP30h/doV/q/Dx54pLyXWD5SjQ8h9XODoYKC8nPtoOxiADfLfk9whdPVIOoyugiN4jh4NObr7eM95MEKeMxoTxWYWFC86ypGwJexqY2R/aX993K8BmxvC6/r1a0a+0NU4Vra9lmwYTCgfHiAWSExtG4yx4XpFPy4C6AeEXmFH5Jj4OnQJW8PmGCvAl6BrxH1070z9JZ7hWcg96RWtcU/H7h7xv6G8GZ1YULzHblZinIDxyfVxPLx+fSOOk719O45Orqf7iJNQ0r2u4sWyESepAz2e0bgltu+eebE3brQhtftUuc5RxMe9veT7nz17HjbKZ9qNTdHu8/N++EnabZbKx44gbKmpMRF8A/xgE/Th4BMbuiGfckN2k4n23hid4xjiPtp2Te8eyAFWlJezkC4Y0i5sqyxKc3djGxq5UqKhDezcetYfHtvp8LWdDvYSnb+0U+jSj3KZxjpt/LypTLP0x6qtQqBCoEJghAD+hcOhDZWYDJSHTNP5+bnGXN5M+Ff8JnkQOTY5HbnLnnIW4kra79me/C7nj5QrcS/lU+ObCB4yuXvkmWX0IWqjvttMjNMRe8Jf6pp78pc2teGz8ak5P8Rn03+Yn5+Pvirnuc6YD4/lOtnzGeKY9tNO+KaffKCxReIl+RjtPdXY+rniBvdm4tnLxDXazb1gRswh3hKTwQbiM9e4d/p5Pks0OuVTeNTVj22oH9tSe2jTvI5nA5vUrlrEaHBwfzM+4EfsWVBumLBZiMV+WwG7yckAABAASURBVBo3muBbhF4kHpKOmDY+axf/OYb66sPA/wSrA+XA+5L/XuTD5B30Tx4/fmLffPNNEAvZshhsprw4LPtpevjw61h0mx+PgFg8njKePHka/R3eo6Bn4IkuwkNf/Ydz6S+8BaM/8h/4yDSIvgA58yByDncPeSKLlcij1mxd4xHkC+QONyK3SHk6n8klNtTP4fq6+skpn1hRP60dMiRXQb7YDs2mXvaQu4ceuSe94BpYoX/o4a7eO4AnNoyeH2gM8kh9j5PRAtID+Qj7J5u7a0y9DJttqS+F3bXbncjn1jTuvx5tW4/c8MYoT2JP2/L+cm64oT5LJtrNcd5zvCE8NnQP59aFCbkZuHT1jo98DR3H7jMuYPM2+wATdJl272s8jL7Y/mjMBYyynnHPQLK0H2iDL6piD9H36svusp67e9g99gvmvF8A72t63wouG8IIXKGE84b6ftD1qfc2N+LcumTUner/gR2+BczsDVvyUTmevOGGf+vUMOIO+OIrkxzS2PhTjXfgQyCOyefpyyAf7sP2wWMgPQUjqnX30HlkDza0BX1AL9AR2soYIFhBjCV0NP7NO9BpW6Lt7slurNq+FwSQEfI6OTmJfhp+B5ni2x8/fmw5RuD3Ez2Kc5zP9OjRN/GDS0kfnsVYDHZKmX3FAeqA2bznuKL3BwFsHV+BvPHN+ALyAWLZ8+cvNFa6qzG6V3ag/I17uPdcedtg5LvdXd3jCWHn9Pnxd9g//X7GOHhni5/Al0LT/hSfSvxiz/n19WtGDFrTO8mJP1kYf8+F8lMMyvUmebh7HODb4RN+yTVpE7bx/Plz5TzPI69Cx4+UV+Mj0fPzt+Q76D3X8Y3EeXAgpoEPY0EQZVPHkWI940WMnQ/kQ2HGPfHkPtmDEUQbwGnap165wvdFViOHAQswybShGM1x3k8wIw4l4hr4ro/jeNfw1e324ii/acR7STB0TzzB53eRu0cMgF/iQEvjmQsauyJGEufWRnnJRsTI64qBiYiT0+8nNsR/ptyO9Pma8hloQ/tMfL6mMeZEtGddcXUtdGLFUoyZV+7eivyvXq8Fj6bN3XXsY71EFlmGWSfyOw3kht5zHhn3lRNwP4Tsrdq+VwTAdJqwO7Dn3c2u3s1gT8Qi4hex6ZtvnmjMMdnsgfJp7IvxOeyGPI3vIpD3d5Wr4l/WpIvoex4fbOhdR61Wj9wOm6vVaurrNaLvhw6lZ6/E96zX1q5q3w3dwibRKXjFR2T+4O3Jkyfqgz22R48eRex88eJ5+Eh8Dffie2gXz1q1vRmBd3QWzDNhw8gBmRzJ1yND7P5o5Kf7kd8Mwk9k34ZetdTvQv4L6t/Pzc0r7jTlM+vyKcU74vrdFQsWYNDrnVnC4Ui6mvsDz/T+81mMMeyrr3YkjHp6z9jvn6kPMYjxC3cP5twne+wIvGq1ctRPban/vBjfCbhyJdkSvnoj4gFxifeF7C8TcSKf4xjaCJ+/HvFrLewRe87xq9FAFjNhz+4esrNqe28QGOr9y7nyS/SQuEDOBaXjk9Bh/Cu2TaPdkw64pz26iY/Hjpuj904dvZvGz5NTkhttjPIQ8idylOk9x5m4BuXPab9hPE85jA2sj3IS3mmh+1lXiU0t5UkNveur1+tT+mqhs/BZlkX4lZb8Db4mxzJi2Lr0P9e3ppyHOQjEK8ptNhsqr2bEQXCA9OGt/90vYsP7QOwJfil7XW2gLbQr1YkdTtts+pyubcg+1w0seRZc+f5pU1iXGlNOTAw1NgcNDF+C/Mi3d2N87EX4G3Jmvpexr7Gho6PDkOt55OBq1dRQiLurraXGxGryNfXwxQvKPZeWlqyrMRZi/rqw2pCvIde8MRrvm+wT7zdGY2XX9X6e+xm7oE8CppSHDLKciqIIGbm7sYEvsQK9w4ceqC9EH4m+NvTyZe4jHeid6XG0hfuHaWCHIr53ck+8UTD1wCP45X0+5jrtakkX87hNN3Klq9Lja+Nc/breNydKeCFr8GS/EfZyTXK/ZmtX12xZ2C/ofcCMdBuZZ7x4bRqiy+2OD3BQUYVAhUCFQIVAhUCFQIWAmVUgVAhUCFQIVAhUCFQIVAhUCFQIVAhUCFQIVAhUCLz/CFQtrBCoEKgQqBCoEKgQqBCoEKgQqBCoEKgQqBCoEHj/EahaWCFQIVAhUCFQIfAvIFD8C/dUt1QIVAhUCFQIVAgwF0kopBlITJDKxGQlJkSlCb4LsTgCE8I2Nzftzp0du3v3buxv375tt27dEm0FbW/fstu302cmRa3FRPMlY6J5s9mKCWqq0JiABeX6OJfJPU3a4hr35ElanGYiFZMWmeC3srIck62oH55u395W3du2vZ0I3m7f3rGdndtx7oMPPtD963blSpq8zuI7TDykTMrO9VNvPjZzy9c4Dy9MWuuNJgqzAPrR0dEPNqHNqu17RQCZMg+P/XTBWf+bzaahJ51OW3qzYkykZJLkBx/csBujSZRM/GOiJ5Mt5+Zmxzqey6PsaeI8n9mbLJBj92I0cbMVtsKiIUyWXV+/qnqu2+bmB6JNu3kz0ebmTR1D6fPk/KZxb7a9xNNcLOaAPSdd91T1e/wXTCfE4gVFYMAkViYfI68bN67b1tZW+LG7d+/IT+yEn9iWD7t1a0vHt4KSX7kt33Jb99zWfttu3rwZi8+AL5NGmUydsc31Znjd3dw9f4wFA/AhTJLFdzC5l8VyWHiBRVaYCMw1JtLibyhv/PA7OqCOaXJ36eNMLIbD5F8mw25sXBNeNwOv+/fvKgbcieOEz7awgm5pnwi/e+fOHbt3767uuxPn0VNwX1tbs3a7Y2CHrYEHk9cPDg5ica3d3V1j8jATosGIxTHBg3jg7sYz7n4BV9OGLWNTRVFK3k1rtxdkt1dCVjdkr9vbW8H3/fv3xNNOyJL4gbzZbyt27OwQR5Kcc9uyvIk5xJ5GY8bq9VrwoWojnqW6LXhyhzdxopPgSvuQK7JmIRQWWWJiNwttEEN6saBE394mb9rNPUdHx7a//9pevdoTvRrT/v5+LAZPPaatmJqc7e46k/7DCyTOYsI4sTRPdEfGTG7elv4TT+/e3QmssA0IeXINm0l0U/qwFXEfnHjm3r179uGHH9rHH39o9+/fD9nz7LZwBX8mlLfbndCrpnxrvV4PvEbcpZ3+wiNtBg/ahD1k3WBxmadPn0k/9uLHRnqKxdzLM3o0ynO/2GbO12pl6MTc3JwtLXUMX46vhO/70odEd8XzPRE6uxP2Du+3lefk+z788L7aeE/Y7IT+3JQvwDa63SvGJH90g7qyDKg7k7sHf/Dbk8yPlDsgu729V1OyfBUL1U3rfH6ePe0cxgIQLBzQjx926AmD/mhRpqF0zt25NeqKA/3h/GAwDB3TR+lvPeyv3W6HjVy/fi1kib3SRmSJDiDbbenEtmSIjWTiMzqxs7MTtnRXOSHPffTRR5L/x6K8/9g4R3lguK2yyMWIbSsrKxHvWrEo7EzETvcC9t5K0+3o9/tT7U/2M/0g90Lou7tL5wsRetBQvYvRbhap2FReiw/YVhvh8W7Eg9uS7+3wW7nNec99O8or8720jbZ//PFH9otffCz6RO2n3R9KV+5LV+6qrFt28+YHtrGxYWujvJjcotFoRLsL+ayicKu2CQLubi59wE8sLMyHvK5f37CbyoOQF7q5M9I/9siF8xDH+TpyA/crV65I7gvS+6b0fyZ0wSz98JR9x4YO8WMUWd/wR6enJ0bMYn96eho/hIK/4t7LRQ0Gg7hODDg8PAj7xu6htODz6/DfxDied/cowt3N3eP48p+iKEJvwIZ+Gjnj+vp6+OQd6WZqOzpMPNuWHkO3tE+UfNqd8HXcT06LT8Q3opdN+WfyGveED3xBVm3/NQLgOE34p0K2X5Zl5F0sXkNuNDc3L31dDMoyIWYjc+5FB8ySfPry/8SBk5NT9UePgoiZ5JVJz14pZkIvtd+TDu4b14+UU/AMuteXP818ubu5u1EH8QyeiJ3EC4g8CL3Df/GDiomf0szcLm5pfOHiuXf7CSzhCQwZe1jRWAG2gd8gJ82++pNPPpav/oX98pefjPz1fdnDPcWzO+PYjy/Z2ropn3PTiBPELnKZCX1g2M5N+STuI8fcVoxLhO3d0rObtq6+HHzMqY8IZthWUYCXpK+YDSLuHni7e+SU+JOe8gT8S/IdRyGzw8PD8D3IDN9iP+CW9WO6yqIolFs11FeeV261ZOR59EHB7q7yAvoL4I7PwRdvbd1SrnFLMXE7cOY8tK34C4Hl1atXoyx0bKLvrmrRp0z6qP/ubu6uI4v9UPkRuLHY4KtXr0Lf9/dfSecPhN9h+Fowzfpu72Bz9+DFPe2pAr5YeBXe6NuwEDqLOLIAPQvSP3jwlX355YMRfWn/+McX9o9//MM+//xz+9vf/mafffaZ/eUvn9qnn35mf//733Xfl8az5MO0k5wRfXCf1Em9l6mUn0m2sRgxlXyk2+3qeEVjfUuGfc8pT0ZPi6JUOyiBMtn/c4IH2ngU+e3rwP+V+izJD+2HHOAV/R1O6X4u2Z26EhXSLWwZX5j77thb0q07kVt+/PHHkWfdu5fsltiHPhHXdkb5wV3ldORp99UvuSudxFbJ/brK22lv1jN4mOaJ+t0TL5ynbfBN215Jt+jLQXt7e9Gu7EvPz/uy4XMVh65qN/pPGefn52G/6MDLly9jsS/KSnadcolp3XR3PZ1p4i90Mv6XkifxmhyJPGBN/WsWpgIjMLlof1uRI2CHYHTnzm3ZYOrLYHs8A75rylHBpdVqRp5RFKXq8hi/GKgfAdEWnaz+/8gIIAd0Cp3B7ogV6BbjKCzEin9AP48U67mH+zPL7i77TsT5TFx394hH+F/8AfGLOEYMRE/u6F0A9vTRR8TNu4qbSY+4hn6x39IYG/ttxcSkbzvqD93R+MA92eyHst8Ptb8fOnhTfWniBvGj01mKcQLqLuQD3BOP9oZtoPwaf579PWMrr+RvyK3BAbviel85kqxHbXKVAmmnMVj+urvOF9L10vB75A30FzZG417bik34jY8++lA8fxT835VPSb5mW7HsttpwOzDg/D2NeyW6F+c2NYZLTMM+yZ3Ip8gBwHsge2KfWHFzS9vQBrK3czsf9uxseGing307Hryw4/MXccw5rg3sXPcN4qH0bPobBY0O42L1p0KgQuBnisBQPkLeT/nWQP5yOl7gG4kbbyOuE1Pwr/Qn9zRe+eLFi1jYm7wV+uabx/HDAeQz+xqjPj4+0tjcmeocmntyQu5pjwCG4gOCF/buLt9bi/5vo9HUGE3LyMmIO3PqM+EvUyyYlEE5kLtrPKeuPkgz+iD47oWFBY3HJqIc8iP8rXvKYXjuTQQvYHOq8R36x7QHIo4cHx/HOA7XM9/cf7kczpHn8yMHYEpOyLPgR5nEI85xnXLy8zwHSUqjWAQejWgXbSBupHbNBz6MBRTKy9w9inBP+/gw9adQ/CSm8Tz+nWJlAAAQAElEQVRxlTyacZ5Op6NcfzEwA99SeSSPTbcP/uApEVepwyVTE7lNb9zLs8RZ2nZ21pMO9GKxV/J9MDhSn+Dg4FC58usY8yZHef78hT19+tT40a2HDx/aF198qf7NP9Tf+av6O3+xP/3pz/bnP/9Fx5O+z1dffWXkNsjmQO+NKPts6gdGp/n6MY/BDbGALfqb5cDCuhsaC95WXkS+QD9lZzRux7lt5RvbujadO3GdnIv9psasWZCYHIU8fU79NfpJ7km/qXe63e4e8kIX3D3eA5ycnKg/fKB3SvuSx37s9/UuCTy5Bp6Xy5kuMx/TttwudKqrviRtg/e76mt9NHonkMZbPtGYy8cab/ko8j6u0yZyw221mWe2YrxlU+MtjK1kuqFxFo7Z3zByRe7jGXKw7RFWnMv9F3hptVrhG+DR3TPLYywyHuhuX+NfpxrLRZfQU+hAunp4eKz+2qlxfaixhXEh7/iA4ofyk3nPMeTu0Sbahj/AnsnL0QnGWejn3lVumnEFW/LxLeXiEBhzjvyUsTCIe8Fwc/OGxqrWNQ6wHP6XsT/qTzTUjjjCXof/wX93F/aTB2kPvhI/Cd7o3+7uS9n20/ghJsZDHjx4oM9P1E9+GfqKjNBNZEZJ7s4uiPLcXXGkLv5bGjtdiLasqU/Mu4Mt6RY4YTsrev+0oPcK4IgvzfHBqu17RwC5ZELW9M3w3/h6xrX+9Kc/2W9/+zv71a9+Zf/v//1fEMe/+tWv7de//rXOT+g3v/mN/f73f4i48Nlnf9UY2RfKRZ5onOlVxBpiELqR6/veG1MV+KMigGxP9J6DXJT4Ty7K/pXG48jTDg+PQg/w1zDq7vI5kGmfyKY2YgD2P6c8k1hKTGVskBgz7U+Ju/hIfCnE8bZiFvGH741w/Y7G07iWxjG68j+L8kOzRnwkBlEt/KObHEPu8DYhrvMjPrRvd3fXaB/76fadKHbTPu6ljGniHD6SPHNP45IvX+4aYyIcpzIOYgwcHzocxTOxoCISDzqI/0PFHogPYIR/pB1zyjVSzFk3MKLdOxpnJeYQU6A7GhsixoAFPpeYs6X4w55zO8p1uP/+fcaBJsRnMOcdQPbRLMpP/ouM4AN+vovcfZw/wzP+nXyXGEBugMzujvKSX/7yl/b//X+/VE7yySgn+dAux8/tUW5BW4kdmxrLgRgH4z0QZUKbysnge0sxhnYmvdjR2NB25C60h+/1dTrpOzC0x32Sr4G1uxubu0tXXYfpOrJGpsTIA+W7yPZI43nk1ZxHlvg9ytBD1f93iMBgcB79Gn6Ug3wFm9pXn/dAueKR+je93qn6vab+bD1sv9Npj9+JbctfoN/oP/aBjqAzvHvvaMyT72PVanU9W4YOu7uVJe/XmtGfxe64F73bll5ia+hrLoe8O+lYO/qIpfp02R/AL3E384ufJNdN+tOPPkGlP/ajbOA+0DgwuTB9Z2SCje+rP7Yv3UKvOIeNw2AR3xeoKc+difEBfBzfEViIcY95yb6pa/XQIe7/KRFY4M+IcQfydfvCAJ0lfr3U+zKO0V3yyKHil0xEzXP5SxO55W04il/si6KQTYFXI94rJDu6Gn1M7Ah7xC6zPaX4tR3vqfHnW4pdmbgf272rPhbx6r7eKX74YYph9xXPeBabXl9fN/oY7fai6pyVPGYkj9LY3Cd88rminy4CUjO96x1ofOBc1I8xQuI1hL1C6CDk7hd0dKCxWFrO2BA2zNglOoPubCqfyHqGbqJX6Om2Ygj+flv+f0K8g4J4D7WjHOZOvKPi3RzfS/zkk4+M8ZdPPkl5TtLTO/F9sE3lM+S7xA3ypIVRnxie3AvYM3e3Qj6nKEqNPdTkX1qR266sLBt5FfyS85ITkQvlXGeJH0KST6JttVot4iJtBgvIRls+zntOu3vUCR/knJS1pvfSG3ont6GxM2IgvCfalC1vGnZHnpb3W8rFNoUjPNH/T3ytWqfTjthcKj6aXrwNwvcm+eFn8b34m+fPn8e4dvI5hxH3kedgJDf3wsDFnTxNJUkZ9F8xu4ycf3Z2TmOsHWG0avCLPPExvJMnbifi3emdeH+4LdlCyDrdd09yvK93iHcij9ySH7px47ryCfoW7fD9jNEURWHubmwZQ3ePc3xGF081pk276CPlPIB+QW4bfY7cLsp51wRfmdxdOBaBG2PR5PzoI22lzWCyoz7GBK8d4XF75J+3tIduSZ+3A8e7yu/R8Y8/Vj6v4w+k44xLzs/NW2OmYbWypvpKYxtK9sjsPx/VopSKKgQqBCoEKgQqBCoEKgQqBCoEKgQqBP5zBKonKwQqBCoEKgQqBCoEKgQqBCoEKgQqBCoEKgQqBN5/BKoWVghUCFQIVAhUCFQIVAhUCFQIVAhUCFQIVAhUCLz/CFQt/GkjUPy02a+4rxCoEKgQqBD4IRFgItLl+tzdmATHJLqFhYVY0GZ9/aptbn4Qk52YKMYEwTwpkAUWICZNQVtbN40FYdfW1uJZymiNFna1mPw2iAmMTMaarts9TSDjHNeYHDaZ/OYxoZYFIZh4vLKyYhsb12Ii1s4OkxBvxwQt6t/evqXjNDGLiW3b29vBO5PxmJS1tMSCCPNGWWVJ2HSq/BaJnZjQxoXhMPHMxLazs14s+MFiCEyUPj5mAZBeTMYcvglQCqjofx6BLDt3H+l/05gI2m63Y7Hqq1evWp50euPGjThmkicLJKBTs7OzMaEwNzSXlz+zz+fYJ1UZho5hbyzGgK0sLS0Zerq+vh51MMl1c3PToDTRdNPS/qb2ifI19vC4trZqS6Hnc6HnMzN18VaLuuDj50AJ46EVhQcGYIvfyHLET+E77t69Y3fuJP+BH8uEf2MCLfewz3Tz5k2jjM5oAQ1kV5blW7F1T/4FfrJPOz09NRYVyIsNMEmWybLHx8fhW87Ozn60BTKKohBeM4af7XTaoYsbGxvStU3htGP4fzBLuGzbtvwtlHDbis9gd+fOTiy+zL3b8sHobNLNNet0OtZstiSbQu3sG4svgAEThC8uPnQY13q9hIdpc/fA2j3tdWr0f2hgXJZpARMm9bLwIXbEhGz4gxf4T/HrdsSPrS143oqYgYxpF0QbIPgmdrCIA5gQN5B5IZyoDyKuiZ3gq5C+jRiKOEfMQK7ImsWVmOS9t7dnLLjEeWTNPehGfi7vKZvzvV4vfmTj9ev9WHhsb+9VLGj56tWeynk9tcAS+l4Eru4JH3eP4nJZ+J1S+tpozIwn1ne7VxRPNwIPsIHA6u7duyFD8ECGLDS0pfi+Jcw4BlPO7+zsGJPMWQDgo48+jMUWmRB9V7a1Lf24ceN6TErvSJ/wqc1mM3xswmoY/OU/8DcYDKUX5xFTsRUW5kA3nj59Zs+ePYsFprAfsBsMBiF3nnf3kIE7E+STPnCexQCY6I38luRfr8qXbyqfQUfv378v3u9Znux9V22m/bQJ+UPch958+CH3pgnytAvdIAawiBeLKTQaDfnZcow/dU+Te+ILvpH969evJc+9kSxfab8veaYFs3rS+YFwyM8jP47ZkxexcAvlnCkfmejPRSy5HwLT4SiHQVdrtXosSNBuL47tG3mCAfKjrWCAPSQZ3wq75h7affv2rbCXHeVedyVjnrt//57x7Mcff2T8SEJeBIJzXN+RjlAW8Wxd+SS+mB8xI+6BW71eE25ul7ehmL9Ig5FunBlt78k2cvu5j+fZQ4Mp3cBea7VSvq1hyKrbvSKdvxZxFX2mrbQFQt63b2/LHqCtaDvtTrSttt9WLrwTtgFWtJF2s+DFJ598bLT9o48+Cju4d++Ont+OetCVNeXF6CAL5NLuWq0WOuNemPu3228/ow2Z0Vx3FxZm+Adyl4WFeeVgyIs4dNP4URfkhZzQ0x3pYZLXLcnslvC+NZJR8vHEr253JRa1wvewGBq64O5UN/Yf8eENf1goCR1D1/BHJyenEadPTk5if/Yd8XogG+Y69x4cHMbCt3lBDGICceDo6Nh6Ye+DqN098eXuwiER2EDcgC7jw2kHeSexaV354pZ8M7gkSnq6rdibCfvblj8GL7BD1znGF07rJRihl+7JX+V62UPwUNF/i8BwrHfuhfq3ZcTERqMZvplYhZ+CiJmtVisWdUIuZSwogr+QN5d/TPHgTLp4ErkAsRFdI76gY+jbnnIGYij7/f3XxvXj6LueSvd64VMH8pc22tzd3N1K1YWfggdyqna7LTuaDx7Rk3q9Lt7xYfCT9QW+EtkPvGEb9fqM+GuJz4UYg1hXvNlUHwqdJ4bjm/HTv/zlL+wXv/iF4hW++kPlADnf2ZH/wPffkq/ZMuI8tKmcgVzyIn1gmyp7K3Ki5Hu2ZXO3FSPZ89y6bBMbBcOG8q56vWbwCTTZntw9zrknDPE32W8cq1/AgnrIjH4CvoRrA/mW/Ly94+1t9eCH0FniGT84sqa+J3FuS74I/0JewB4/ww+W5RwCbPBTnGd/W/GWcwmvq+q/LkV+Wh/pl3sRLZS6y27MBJMo6ahpc0/HYNJTTgBOr169Uq74cpRXvVaf61B5NL62F7nlYErfVcT3+t898WOW5Eld2Cnx4+DgwOjn8EMGLELPAvMPxj/I9aV98cUXoi9jseHPP/+H/e1vfx8tUP9p/CAXn7/88kv7+uuvYzF7bBqdoA73VK972ttoc0+f8R/4EuyYHIgfwGFPPoaOtpUTzs3NGnpalmDOc6NC/oUdPID/0dHRKNa9Ev6J9vf35XcOwkehv2/TKXe3oiiCsGV8ITnTVeXtNzT2Qhwj7n+kvgZ5FzZ9V3l70qXtsF2OIWyea+Sg95Xr31W+uiVb3dD4IXl7u93WOM+sfGvdTLKC/8yXO213Y+Mc1+CbtqFb9OWePXseOoZMkcHZVD7OMzwL5WN04ET5A/fv7r4MPcA/o6+npyfKac+mfLGbO2Ta408v5vfuHhjRt1kYjdUm+7uuPGhL+end6Nvw47osGky7b926OcqPtiOHBR/sb1t5AdfBd005Kn21pvrodfkq9MB9ose5LVZt/xMIoJc5XhArsDN06+nTpyP/sCe/dxQ+LzPsjl556I+ZGdu0XN3T9br8b/Lty7FYP7Hv1q0t6c7t0C1s7969u/q8I73aFt0K3UOXthQDtmRr24qHyRbvGPdiizz38ccfRhno302Nq21onGlN8QNbn5ubi3wo+wH3xA98ZoJf7InF5IiP2OSexlb2lOuAAfkP50813nZ+3o/H3CknDkd/hrItDxzKGBdpqH+4qH5x7m9shj+5p35c9jf31dfFj9Am2kbs4hhbgrjGPRCfyQ+uynfRLrBsavwDP2zakB0xTa9GTJyZu+usckMb6N95+kGuwZGdDl7Fj3GlH+R6ZWeDQ107tcGwr0fPRUPTw2bm8Y99Iqu2CoEKgZ8xAuFf8BA6GCjnzbGCPA3CP7JPdKb+4IS4lt91krPgY58/fxE/gkHuCvFjSmlc9qXGL18r1hwrj+nZQP0TYHd3dhdoI7dn8gAAEABJREFUKF4yubvhe2dmZvReoCFqqv82G+8gZmfnlIs2oo/pXtjljfhAjCKnxbcypkguBPGZONLQuGxNY57uKYe5XAaf4YX9+fm5+tGnkafuKZawCDRxhLja0xgN1wfCMN/PM9PE+cHgXLEWDHsq6yTyXeIQ+OU8r98/Uz9maO6JJ56DKIs21TQumPBIWNAO+t+0izFTxsXKMuHh/m18KQcqFdPID8FiaaljKyvL0bciv6M8cuuGxhyoj/tpWyb4gTiv7DN2qapUn3vacw8ENugWBFYsTo/+nGicDPyONM51eHigfsFrjXu/irz5+fPn8YM7jx59Y+gS/ZrPP//c/vrXv8YPcf1p9INcn376l3Hfh/4SP+jCeAaYUvaZxuDgGybhhf2PSfAAwUOhvkxN+pfkMCcZrGjseUO50na8UyNHIH8gDyKX2FYuDtHPYc+5HY2fk1dwz6bGIVhEmX4b/ZdZvXumn+R+UZdy/e5u8IAumDbkg0zAjjxpQq9D7y/jqUfe+p9yZ2Ya6kPNGe/1ut2u3ltvxLjJPeWFOWf65JNPYqyF/UcaG78ffbGUN9Im2kmuuKWc8aZywU2NqZBr0h+B8vGm2s4YATnobY2xQDzLZ+iG3jXRp0W/8Qn4BtoNnzTiMibuLj81kL32ZaunI1s90lgBdChfdhjns71Sxg9J8JuJet09+qq0DV+APTO+tCm80BEwR0/oH+9oXBxsIHRpS7k4e87fVX+Z93XIAf0Du/xuhnEc/E1NPkhuWn5K1j9MBA86Srt/46978hVmeW+x4St7MV5zJL+wH/1h+i2PHj2yBw8eGLb++PGTOH94eKj3waeKLf3oI0cBoz8ZI6rBFlqtWY3/Lcb4H30KxqTQm03pD3itrKzo+oLGmJrW0JgcOuJ+kbdR0dXue0AgywdZ7++/Cp//hca5PvvsM/vjH/9kv/vd7+KHt/hBrv/7v1/Z//3fr+Pzr371mws/yvWb3/x2/INc/Dg9P1z/+PFjjTHthZ0SAyDq+x7Y/rkU8ZNpJznGqcbJyMl2d3ftuXJRcjTyUs4dadyR8QDuo1H4fXc3d9fHaRrKrw0jLs4o75xVntnW2CffGSG2EoPuaqzw/lRfH9+Jn8SfQrc1Zk3sgvCpO4rRnMfXEAfbGlucVWymfPyLGIg62UPuHny5pz28orenGq8gNu9qfDC3b09jGql92QeeXSiL8iDeVdL+A71r5BnK2Nt7GfkW44wHB6/lQ8nP0/OqesSDjfaJF5va4Kum/IV2EBcYJ8aHbilW03biR8aKsR1iD9iA1ZZiDpSObyrnuaWxotsam2Qs6F68I7+vXABiTIiyNjdvGuUjC3LUhGE9ZDXF1lsP4Re8if3ESXIBvqdHfIOve6OxHN7/5B/k4p39hx+m8ai7io3IknuRZ+Y9xw/KuaFx6OmchLgC37SVZ3h2J+Lvtm0qNqNT6AQ5Ejk3WLqTeyQ9zI1xdx0m4hB9SPna6VROcqQ8BToOn9cb9Uu4Vw9X/98hAsSWnvIV/Ax5c/I7+5E3H6l/wzXkUNe4Of20drtj5KM3lJeiFzvyEYm2ZQtJN9LYYEe5yKzGPGvqC9fGul4UZfSHc67Hvbms+/JN0I70DN3E75DroGPUXarvhx+EJ94Jw+veyI+kXAr96Sn3PYt8Cr7fIXRV0W9BANzRK3Jh+hn0zZAP+gUdKaYhQ2RJEUX0J0vpSl25ayPGSvDL6Aj9fHxeXeP27s7tPykCB/ryJyfH8neH0SdIerunPkCKY4ylgAf3mrnRTHf2iUwbmEI6DFuqqS9Dng9O9G/WR98J2B69m7g7ivX31GdN8ev21HuMrejP3tK7M3IA7C3fT8y6P4pf92WPKX5tGt8ZpY+R41dDY1BlWcBORe8VAkONHwzDf6K3mYjZEPlY0tPUaHePA3QTcvewY/w1urKi8bmkmx+M8qS7ypV24picAkJntzVGhC6yvx3jINu6ZzvGk+4qf0EXP9L78Y801vLxxx/ZJ598rPGXj43vZqKz6Olt5a/kJht6F97trlqns6Qx13nFoWaMMRTxXWaXfUFF2BF+JfO6vLwSsQ1+iT2b6luTE6H75DpLS0vqY89H/KorHtJwsIBoO8S5aeKcIBnXyXNzc7MxZrmm99LkUXyPnBhIHrap3GpT9RL/Mm0pL03HN4099/EMz/JDT51ORz6zpTHlMqoexndjzxUH+8qneorlh5Ev827/ucYn9zQOjD9mPBMfPGRQRE+Cj3th8KuPoQfsk69paExs1qgLvj/44Hq8R0Q2+Bjkcz/8xj3J945kdzuuIxNkc1f+CDndl0/h/T159i29d6XdYNtWX4XxxLKsWak47+5UfYHcPfoIKaacjvzpa/nUV2rfXoy/4ltTfDkV/4MLz7+rD+A3TWLTiqIIeTQ0Fk3byJmQ2Zb6D+g4mIDb5f7FrZFP3pYfB7sd5Vdgd1/YfiT955nNDz7Q+9yuLczPS69nVE/dSi/SMBayDLKf81a1vUKgQqBCoEKgQqBCoEKgQqBCoEKgQqBCoEKgQuD9R6BqYYVAhUCFQIVAhUCFQIVAhUCFQIVAhUCFQIVAhcD7j0DVwgqBCoEKgQqBCoEKgQqBCoEKgQqBCoEKgf8QgeI/fK56rELgR0CgqrJCoELgx0OA1XUmtV+cHOUxaYlJvZMJguuxqACTnZjgxOSoPEHs1q0t296+FcSEKCZQMZHq6tVVY+Irk4Qpi4l1zHvKE9qoM3Pg7uY+Ic5znXuZvOfulia5zcSEQRZqYHIddcPTzk6ezAYf2zGxjXM7OztxzIS89fVr1u1eiQlyLIiQJsiWqtdG2zAmr1Hv6ETsVHWchxcmWPZ6Z8aCGSxaxUS2o5iEfxqT+eA1Hqr+/EQQkB1c4pSJgfV6PSaRMrm93W7HAmpXr67FQmMffHDDbtyArsdnzjPxlEVDarUySss6xB6Kk9/6k/StKDwm5GIjLL5PWejp+vp61LM5NeGUYyaYvok2Nz+wTd2L7TGZkXLQcxZ/pT3w5u7f4uJ9PAHmmZAnto4fYrIz8rpx47rhp/BjTN7MfoIJzviU5M+SH8HP7Yz9y7bdvHkzFosB31ZrNmTHhFjqAUvqZQ+5T/DmPIQPwX+wqACLLbBIDgvtMOEXn8I1JnXjb7ifcn4Ioi4IfZyZWmCPCcxM2N7aumlMDGZCLJiBHdhsb7OwyK3w/9ujOABeXE+x4k5c29y8KXu5Pv5hplarKd/r4TdZ8PPg4MD29l7GJOG9vVe2v/86JhCzOAV44Fvd3cDZ3eNZe8PGdXSe2EWcWF+/atgssoXvxP9OxAXOIW/28E78ok2ZtrdvS0+SvNGdubk5+YVGxCLqoXowgzh2T3y5p4nQnEfexAjk/Pz5C3s+muBNe2l3r9cz2ndZ3jxLmbSbe46OjgITJlBDe3t7xh7dASPq4X73CQ98higrE5/R15lYhKpl7fai4mJXsmGByFujCf13JOs7du/eHX2+YzuKo9uS89bWlvDYioUqwAzswCzLmgWNmATNRPJ79+5GGdvSieyTmJw+jaF7ATuXCL84iAUOaBP2cBCLS720p0+fBe2p7dgLuIAPbaMQZOLuHAbl8+QO6AT+cGmpY/iATflL2nX//j27f/++6J7ay+T4u2rzjtp8O/Q2tQ8s7hrto23YAe3CD2Mb+Gt8N34GbKf5yDwEQ/rDZ+Sd5LkvGe6N6JX2+7GgLX7g7KynvCNNkOcZParPwyB0BWxof0/5CMcs/EB+xX3uCQP3tOf5wWBoLPjCPfV6zYhX7XZbsr8Si4MiW35UjTbeFybIFDvYltyTrG9J7tCWcNmW/dwOjLgPWYPLR6PFH1gAgoUfWASCY8rdkQ+lHGxxXbEN28RG4QPckJG7w/5bKbVjIJ9xLpvpW29kO7R/MEhYTT/M/ZC7GzIpy5rstxkLrvNjDBsbG4YeTOsxPoI2pbbfUltvqd1boltxjD7QFu7hXrC6L/2hnZ/EoqOfxKIXH3/MD9N9KBu4K6y2FTc2A2diM3kxuUVqd2llWYi/7267vVfbtxuDnKbPuru5e8TX+fkFQ1+QFzY3kdedsNUkq23JCDltSU7o57b0c0fnbsm3XdPzV4wcoNlsRf+mlC64Jz9NvZfr5xzEeeyGH8BD3/BHED4X4vjs7Cz8FffyzDQNhwPpas+w6QPFOOIaPnt/H9t/NWXvZ2Hb7h6Pu6d9fLj0x90jBtWVp2I/S0tLhk1hw2CBfrJHVxPdEiaZtqWPt4XbHfm7u8LottE/widSztzcfNhIXT6Caoc4DB3kvQ6DT/YV/acIDAPDjCk5V1mWoev4BBa8IVbhH1lgnJjZarWs0ZiR3OvGve6FKk/62++fhy88OTkNPSM2omv82Nu+8ijyhFev9pRb7SnH2os8gnuO1Hc9OTmRfp7Jp/YVH4biS8Wam7tbURSqr6Z6m7G4TLu9qHyhrT74QsSPRqMRtoTv5l4bb9/uV40vveMD+GCxcvDC3snb1pUD4jfw2cS3j2OBok+MH+P6xS8+icWKiF/3R3Ev2c92+A5s6qZyfuIEdpKI/l8iPlP2lvJj4hvx8vZtbG1bNrdtXKN+fD5yJO+q1eqB7TQU7h7n3JNMifHZ3+A7WFAPmSK3LLOhfItpG45sVIfv5H8unz00XQl4owcLC/OxaBLxjXwPH018JN9OC5xtB56c31ZOePv2dvgesIayv9pUP+Hq1avW6SyFjtXl49B36kn1flu33JO+uoPdIGzhSPnyq/hBrj3lVa/Czx4ojwRLFizt9/vS9W+Xler4b/66Hk7k7rIji3oGyr+yTLHLFy92jYWEHz782r766qHoQSxA/cUX/CAX9IV98cU/jMXp//a3v9lf//qZffrpp0Gc+/LLB/GDXE+ePI320S5k406dLh6+/d/dw3dgG9gyORDy6na7McaBjrbbbdn6nOy6MdJH+7e2gfIw9PZIvmVfMW5Pufqe+nP0fyAWhIVXYib3uide3dOeytxduHnUj/yxm+XlZSNG3dDYCzqEbqV882Pl5fcjz0p6NK1XOxHnuBfbxsY5xp7JJboaD2zLpxFDWcRb1U75QAse3N3YwBZ+4ftopFv05fghij218UCxPdtlX/6Ye3kmP5v35BLcRw7w8uWuoQcsUJ3s+jR8MXqSn3WnfogSki7la5zBNprNpnKbZH8s/nVD4xsZI9qN/W1HHr9lW+rD4aewtx316xLdlq+6JfvcMvJzdKLTacfCbLVaTXIoqWqsxwPpMjxAcaH686MhgAzQF/QSu8O20K3d3V3DNzx9+lQx/5Whs/1LPg+f6u6h5zSAsiCOIa4TS8lFkv1djTFJdCvF0vuyvQ+N/h+fbyvucQ1Cz7YiJm6Fbt2Wv+eeu6PFArFF7Jf9jvqGxEnixurqmnU6nfBB2CQ8uE94hC8o8zkIf3MaY0XJ378Mf4jvAQfiJvaW2m7RVnfKS7Zk2txdOl6Eb2SRu4WFhegv4CNuKjMXRosAABAASURBVPZjK/ANv9B99fewKc7fVpvhf0e2lNp3J3wRmNyPfOKObWqsIecAYNloNJVXlcYG/0PsyVwfM5GHDWRvfTsf9uxseHjxB7nOX9nZ4CiuDeIHuej7pljmUY6Kqv5XCPzPIlAx9sMigD9JhL8hXuAPiReX6UzjjtPnyJUZp8aPkuPsKZd7rnHsx4+fGLkr9M03j408aHf3pfqW+9EH7Wlccqj+ibuPm+qejofqr0DwwkV8PHkGfSN8I/kpORl539zc7Hg8otC7Mu6fJp7lOXKg+fl5je0tKBeaUH6e8t0n9VOGu5u7czimweDcTtSPpq0vX75Un/ll9B2Iq2ejcR74hv/xQ1MHnAffPF50ov41z4Lf4eGB4tSRyj9RnteXf08+m8d5DuKYNsEv7WrpPUkaD5iPttHGVrx3momY5X6Rf56fJsqif0bcYXyHOM6+3e4YuW8e76E+nqNtmeAnE9cSuTAzEXs3Nu7Jz6BX4AT1ND7L+FjGgBzkQH2w16/3I0ajLy9ePI88hR91e/jwoeUf5Prss7/GD3L9+c9/tr/85S+i1Pf5+9//rr7Sw3hmT++LDkZ5N3XBA7xkntj/2OTukVfUNZ6W5DCv3GJFY5IbyrdvRf+E3AG6rRyJd04pV78VedOtW9uj8bo0ZkfOsan3vCx6TP+t02krV5pVf20mZEL7IRtt7h7n0QPI3WOsEpmAHXlSJuTCOa4hP/AcFfPWHWWmds1F3pbeF26obVuRF6axlo811vKx/fKXn2j/icbHGRu/pzzpjtq/o3GAbbV1W8/csps3t0Sbypk21Rf5QHRD9EHknYy1QDeVk5FjbmscYVv9mu3Y31Lf5qbuvTF6x9hR/6WlPKsW+LszNjCxN3cf2w940V50FVs9Ut+V97OHh4eRN3Mee/5X8LDvcYOv6eL4jA+sa0ykpfFA8lTsmdxyUzkm+Sc5J7lq0qfbwvW2cN0WbQU+4LajfPue3u2Re0M8d+vWLWH+ga3r3Qxl4jfpW07Xz7Fct/wWR98HDdXfHozHa/Y1VolPePLkWYxt4AsePPgqxknwxQfyHUkWZ/EcHLg7uyDwMfMYR8Vn8k6O8T/6xDmXv3lzU228GuMd4AeO+Fn8n/ukLKu27wUBZJIJ+8FPMw5E/vCFxrr4US1+dPF3v/u9/epXv7L8g1wc/+pXv9Y5aPKjXL/+9cUf5Priiy9CP8hL0A3qgKjze2lAVcj/FALI9mSUn+ErXrx4ETkaff/Xr1+P/TV5CIy7u7lnMh0nstGGP8X+yTd530JMJbYydnH37p34XgB74i5xBv+Jr+R4W7GHmI0/he7cwdduRWxPY4vtGMMmPtZqpfzmcExU75758guxCD0+UF6zqzGcF8qPdpVX0z78I3nk6WnKH8HCLm3kr/xwALHrVbzzeSl89pRvQa+McolxxDued/cowd2FTaI4oT/Zhojx9XotcgziAuPE66N3KqndO4rldxXv74nuRkwHF3Da0nhjJrDbVqxOzyRs72sshRgE3Y/xkh27KR/N9ztXVlaU8y4GhnksSGx95393Dyzx5/VRnGQ8aW1tVfHthnKp7eD1o48+VC7yC0s/yPUL5SRpHJn3Fcj7zp0d3XtbcXNbcfOWeNrS85vKL6APtP9glJPciONN5WTwvRVjXrf07PYYh03FZnSqq3H2paU0toXOmZGTDKQTdmFTEwwy4/ow3s2dnp5Ktw9DfsiWHOVEfQvOI0v6HFle9j+//XQZxGawryO9A2Dcfk9j/9jlgXITztFfRg7oHz6F/Hx1dVU+4bpyMXTijvLd29IPaNvQmat637Wkd/jkIuhsTb4Cm3P3yF3p25LLkJfxDoQxeuzo3r274Z/wTTeVE/OjKNTVbrcj96UM+EVH0Jn90fsY/CSf6ddzrdIf+9E2dCXRQP2yQYwLnCi+oUv7yoeRFcfoHL4dRpEr+oUPYbwavZmbm5OvnNfYx3zIHj3iPu7/KRH6ij6eyLcdKAaCwX7o7atRHHsVYyjkkeAmEzH3FLfc0z63l7LMhhEP6nXiVyP6ysmOrtqmfDZxakdj9/h8fD+UfP/22O9vTcUw7G5H/SfG/4lXxK0PP7wXdnhfsYxnsel19aP4zhI5xezsXMRO5OHuwZ572seH6s9PFgH6w+gZ8ZcxAojcs693wJyDBrzf0Y3uE5mju5B76q+2NKaHrpDzXL26Lt38IOLEXb0vQ9d2pKM70jv0dVt55y2NC20rl7qlfvu2PhMDoB3dd3eUt+bvuuTvYvL9RMZj7keedSfiEbpKrsW4zZJyk9wnzvmW2Av7Ik8uy2LUt56Vr1lUH3o5xlrQ9Y2N68Ez4zPkOpRHnpjLw1+ZNvCg3ZA+jv9f/OzjOuvK4fBt8EYOt7FxTbF0Y5R7fRB10gZsmX2mLeVh0ObmzbiX2Jj4WrVOJ8XHzBPygS9kRzw81Dgtcf3582ej72tPfA73DfTOEcbdXb7FzQwaKo9L40tlWRo5P3xTFzH5xg1yz9uGf4H4TixyIIYjL+SW5Lgtue/ovrvyKfeDuI7caU96R9rV2G07xsVpQ1EUIz7k7aRn01hyTLvwp4cazyKe0P/e0zg+YyrsOU/ewneI7R1v8JMJHDk24UcbyrKmNjXUtkUjV75x47p88E3lStuByV3ZAnjhY8ED3d+Sb2a/LVvYlh3syEa4B2w/+ugju6scCZ1cVe7N2HljpmH1+E5DIbCUXw+0k9gSH1ZtFQIVAhUCFQLvFIGq8AqBCoEKgQqBCoEKgQqBCoEKgQqBCoEKgQqBCoH3H4GqhRUCFQIVAhUCFQIVAhUCFQIVAhUCFQIVAhUCFQLvPwJVCysEKgQqBCoEKgQqBCoE3j8EivevSVWLKgQqBCoEKgS+dwSGlMifNInM3c3djUlRTPBiAjiTlzqdjjFBkEUqmGC3trYWE/CYLMVkU64xuZU993C+271inOPZdnvRmJTG5DQmW5k2Jj5BOnzrf65PJmuZ1es1a7WaxuQ+JuZRH5Pcrl69atDq6ppRL+dXVpZHPK8YPAVdWdG5ZfG1ZO12O3hiIjMT58xou2lz0cX/7ulc5ofJeP1+33q9M1EvFlZjAh+fucZ9F0uoPv3UEHD3sR3U63VrNpuxIAi6h+6g10yy5Bian1+Qbrako3VzL+xN27RecDxN3I8eUhd2Mjs7K/2cD12nfOpKdXZiwfOlpaXv2Hek34s2Pz8fPDFhn7Ihdzd3p7r3loa4NLXO3Q1fBoHr3Nxs4IIvWF1dNWhtbVW+7LI/w0ckWlnBZ6yEX8H34WeY0Lu+fjXOMdmYRTKQF3LDb1KfjTb3hLV72o9Ox6RdfAgTYFkYh8UWpolFMnq9nv2Q/sTdAy/0hInYCa92tBOcWASE9l+9um4crykOdLtd+VcwynilPb4f7MCae7qKB3wGr47iCXbUlE2Bl2mbXnyBycF7e3vjBTDBCKymsXD30ONpG3J3g3fKxK+z+GSnA/9dyXh1LO9VxQlkeeVK4h1eM8EjBL/cQxuvXUvxpau2ch/2ODc3J9tqhr1nebu7sY12HI6JRTRSG4+Nic8sxs9CEwexgMvhaPHSXiy6Q8zjwdw2PtN+Ygw6wsIUTKZmUXs+Z12hfO7lWXcPfDjO5J7OuXssUAj++Ah8CXGc9iLX9fV1u3YNGV8VbmuBW1fy454VxVVkCPEcezCBrly5Il1Z1TOrdlUxeV02wiT/jY0NlXdN59akK1ci/rLoABg2GjOSWRG8untmNeyDtiBz2kXbwW1//7WlCeR7sSgR57kHrMYP68Ddo0wdxn9kVKvV5ccb8qtzsZAAeri8nGy7K9muyNaXl5fDr6I3yBk+M/E5PbMUeQT302aI4/ZUnoO/KctC9uRRf/7j7mO+4Du37ego6cVBLD7yKnT/6Ogo8gvuu9y+7OM4P01mOD8o1zi9T3ke93O2KArpQRmLhDRli3Pyj7S1I/tErp3OknV0nLFoK2fKxPmlpU5gBWa0vysd6QrHNfnUifzRpWuGDkBMroc4XpP/WFm5ojLainPziq+t4KUsS2Nzd3YXKPOe2j9pD7rCtUz5ocufOV8UHjqHjHK78UcQ7etEmzvjtnfkQybn23F+SfE3txv553bTJvR+fWRDtJNFICCONzauCYtrti7bADPwJqfF39ZigYByrB/2M9uQVW6yu0tGZfjXRgObTbEbzLKPYr+qOA72XenexD+lGMTnrvSRe/BtPNuRbMGc2ECMqKtP4e72XZt7uj4YDA0/ji/GbiFiNPGJPeffZKuUPRikRZbwV/gxfHeKASyudmjYOtcoAxzcfawH7k4RY8rX66O8FB+OfqKPtDfbHrrIZ3BYCb+9En6L+1bk67rCbG2ta9wPrcluu93V8NFLsm0wAvuyLKJu6o2D6s/3gkDyYRSFvx6GvN0LK4pi5Jcb8omz8o0LEa8WFuYVu2aVd7QijtWlu1k2g9DNgfLFgXKIc8WNs+iXHii/2BstusKPvrCI+vPnz+3Fixe2pxzrQPHmNBZ2PNNzfen3IGKvaXP34KWUP65L1/BT8+rnYEMQ/LRarbHPhm/3i7pqow3dmabR6Xe2gxd4bk7FtaWlZeUnVwxdvxY53VrkKvgGfPiSfDp2NK9+01zkd61YUGdmpi551ESl8CjN3YPM2FtsOmXuruuF/FYR99aUb9D3aijHaciHcQxPNfn5sqzFve7TZXA8IdMGZvgU/AL+5vT0NHJFcj6OWWSH69yXSY/9YP/dPdpBu+aUP4BfVz4X3wytKcan/arySPLtK8r/kn/OfghfBP75uXXFTmTE5xX5LcpEJk3JEuzMXHo6DD3NNuQ+wc3ddc1iUTtwQsdZgAh/i+/F17IwUfLZ57p3aN/3JhZsQq7iIRPfA9G57LMX/YC9vZexqDwL0T969I19/fWj8Q8csDB9oq/j3NdfT/bc/+TJ05Edv4qyaBM6MlCscXfV7yEbbAHcwA8Z0V9F18Ec+ZCjgzl4c35hYSF8DDpbl4/hefs3NxZ1Al+w3h8tpIcMkAX93ZOT07G/mS56Wofd3coSeyplhzPyfXPqv7cVw1Zkx90g2gCtKJ6hT0uKW+gLMT5TW3l5RzkcOS33cD+0It3qKB9oK6/N+lWXn3MvbLIlHN19ckpHtA/7Owj/uhe+lHaiXycnJ5LvWbSP+7KO6rGxrmGzPM/9e/LPLJpLWegrMuQ6cgQPnjNL9fMZMm3uboViRSn/3JCPmZPPop3diOurI9822XOeXAAMwIL2rwg3zuMD1xT/sbuJPlxRbr4U8Wfaz9OezFvmxartR0UAOaAz6A76d3x8FP1jdBLdYs+PC2CTyA5m3d3cncMxUQ7ECfSKmIXs5xX3lxQfu/Lt1zQ2QH8m68ll/45OJR3Dzy+Fv+dZzmF3XeknlPRtTX2h1EekvETrobvcP69YjG7DC+Q+4TfzyZ62Z3tibASbwt9gXyfyNbSbe2g7RbincniWtkJF9AvLcZ+DujtxOTGFAAAQAElEQVTyD9gMfQh4hn/atyLfgQ115Ffa8i/TvqYtf8JzXF8J++oqp16RLS2H/5oXlrOzc5HD1ZQjuDvVJ1IocvN0HH91Qn36ofXtfHhqZ4NDOx3sBZ0NX1t/eGyDYU93nMu3QIN4Kv3xCyWlc9XfCoEKgfcdAXfZ/hTR3oH6iPhA+gz4xAP1/Vjk/+nTZ0Y+mfPPnIOSb2Z6+PBr5aYPg9Ixn7+2R4+gR/FjGPQpU5w5MnwxsYjxkmkfCx98vkycx7831E+a1buvBfV1F5SHZr86rzjQ0rvfen0mch7unyZ3j/PkbzMzM/KtTeWLs3oHNqe+84JymMXoS+cxH/ImyJ2+wlC+M5FpgzfyNha/Jn7keMKYDflsbht9soFybe7XYxf+D4Q1OHMvz0DE5JOTY/XLT5Ufnkb/5G34UFhZFhGL4Lmlfjb5HTjw49xgwzn6pkVR2D/buAdsms2WcJkTJm3Fo45y6WXFpq5yaeJTRzjNT+X+deXfpbn7uHhyPz7QZo7TnhhlYwwHwiQT+gaWic6VE0N9tf1MOpLenZ8oXz4ajX8Ts8H75cs99W12YyHcp0+fSr+eSNceS/8m/aOkm490/pvoQz1//sJevXqlvOdwhHFP4yHExMSfwfgPQNOY5OrAH71Mur1gHeUV5Abk3esaC16PPu+a5NCVPK6EXMh/uCftl3V+RddXlRutGTlXykm6OteNHAudaKqPXKo/QL3uE7nxGXL3sTyRETqMjqKXyOBI7xwO1Kdhj1x6vTPjvje1ifIypfbVQ3fgoxPtW1aff9XoU6yrjWsaC4DnnEN19H4BXUan0eWmeMf+0dOaxkiKogybdvcxzzqMKt1d16BCOlqTnUB1jUXV1VdsBIE35dRqpe4powx3NzZ014xjN/fC3JMfoK1g0u+fyUZ7oUfHx8fan4S+co17/hke9j1s03VwTJHuboXsHYzQpbZyz5yfgm/Gmj2f0a+E9/JYp9AniPNd5fPIZE19Pz6vKK8lV2eMgPLBkPpk3fZt0qn/+P8w9Or8HF/QD3yxfd7tJXt/LJt+Yhw/VXzKsYUfoumN3otnOcACPCJrcEGH4J3YQTvXpHdZ/9bUzoxJRzqax7h5tpTdUI67U2RF7wCBrMfn5+cjmR/ofe5u/JDnkyeP5cvx7w/tq6++CprONR4+fBjjYOzx/eQr/KAXPwLK2Pa+3g1jq/3+eegWdWV6B02pivwRESCfmORnr0bjb69jHBQdIKaRf+EjYNPdw8dzPE3uHv60pn44P96X/OmViFtr8htQ9qX4yq7GLvCR+JXpPT6Ya9yPr4Hwq5zjXsrFJ+X8Fb20S5t74tHd40q/n/wiOSi6jX9MY9gH8b7wROMaxKk3lUW7eS/Js+RTe3rXs69x2APl/NOxHTuMyvTHPdWrw/F/dw/c8I3Zr7Y1vrEU71K6Rh6SxmyuxTgOn9fkY7uKKymerCg3WbpEy/q8rHi0otwFrLtRDpilsaXreke+ofKuSg7dyHs6I1/dVI4AL+6JL/e0HzM8OnD3kCv3EhN4jjyD2AZv8JnoatSzJll3JVuu0z5yGPLtlJc0Iq+o12vxXqcsC5VN+dRtwsdiU5U69tG1InIOniGGNjQ+m6ih3GRG+cqMrtd0L7mHImukqEPl0DbaXPtE7uwtctmzM3KSk3gHdKK8ORO2gC4gzzfpgwqr/n+PCLh7yK5UzlBTroqM0TF8yIL6rugQ/gEfsK7cPn/vY2NjI35IZGNj3fArXMdO0LsF9Xeb6p/V9Q6iKErpErqRZO/u0r2a9HBG/diW+rXz4z4EuksdyXY2VP510YbxmWtd2WLyQe039O+SDhbKKd1ddSayavvBERhozIC4hg2fndE/Pol4lvz+a/n84+iTcA/MIbOse41GM/pe+Cz8HPuGxlKSLhXc/pMgfBc00BgCef6RxgVoP7GLfY5fxHiuEyO5392/1T73dM7dZaulNeSDicH0bbA3YvaaYhV2srFxLewFm+Rc7iOsaPyecfyLtPyt+MUzPDsp65rxmXIoY2mpM7K9puy4Ln6KIKu29wQBYveE0F/0MlNqZAT5dPiGv9mesdmm8hx0dV7vioglS0tt+ftEfIY6evcEpeOOrnc0prc00s1l5U18H7er8aJVI9dZ1xhM1k/e322MYhE/7sTxuuIU+opdUG7yITNjPZUZjeNDqbiX+GwoHs3GmCLxq63xiI5ytbZyRMZ2KIMcCl+Er6KNynaU50ywugwFmOVzuU7qI8ZS1rzGgunbt6OuttoNdbTvqP3QkvaXqaPrbY17LsoOF4LfpjCmDe4e/CAzfC8+hf7DkcbC8DuMRTIuge8h3+qrf3mRRx/hopZJxFxz97Bz6kCO+BwwxReAMUTcX15ekbyWrDPCjDZxb2pfahe+Z0XjMivyRTyTcoaVeCaPX9SVm4KRe5Ghi7174o0PtK+vPgV+k/E++gb41L34/sGriDW0mzFp7v8hCKwg6qppnA49mZubDTktLy9H/o9ebsg/s8en4mvJacACTMCHe6GVMU4r0bfgXnR/bXXVlvX+Gt1pzDRGuXdpbgmv4EGys2qrEKgQqBCoEKgQqBCoEKgQeH8QqFpSIVAhUCFQIVAhUCFQIVAhUCFQIVAhUCFQIVAh8P4jULWwQqBCoEKgQqBCoEKgQqBCoEKgQqBCoEKgQqBC4P1HoGphhUCFQIXAD4hA+nb5D1hhVVWFQIVAhUCFwE8PAeYfsTARBPfubkzqYuIcE8nmYoHXjjFBj8lPTChbWJi3VqtpMzMNq9frxr1MsoM4nhkthtZqtWKiHpPRZmfndNyyRmNG95emamICHJOgMtl3bNxD+fDERDV4YULWykqalMY5Jqa1gq+ZaAPtyMREL3jledrE/RDHjQaTs0orisnEtbezkicRDoxJa0zeY+J0r3dmEJPdmCyd8Xx7OdWVnwIC7h5surt09rsJ/cw6pNvjuX/nD88kop4i6svlsU/lp/Pu3PPdxP3u6R74cHd2UW4cvId/8BOZaB4YZJ/Ukj9aWFiIibr4jytXunE8P7/wRn/m7vIJRRB+hHIajWZM5G2323q2I1qKybRMBO10OrFIBj6G+93dbGqDr6mPcTgYDMOP4Dd6vV4sUHV0dGxM/GWyLJN/8S9vejYK+B7+UDYEv9N4zc7O2uJiW77/ijERFsLndqKdc8KspRiAP6+Fv+VZKJfDMQQWbyKucS9140d78qF5kjCToPdHi2txnntoKvezz8R5aDBIixBTD/EH3pErvC4vp4m5V65cMT4nnw/f9YhFRVGGjCm7KC7KG1kSV5K8l0LeS0tpTyykLBbLJL7wLGVAmb/pPTEBXokPyBu5It+joyNjkSVknhdj5z6IdkETfNICHfv7+3pmf7RAx5liaWp/rjvvKWOaOF+OJ9I3Y2L6ysqyra2thYxXV9dC3kxwRvapfU3hVAuMaGMmyuLYPWNWSA8ylZEbvAk/ykYmS0vZXloqv26pLDfKBTf4pt3g1BvZBotwYBeHhwfjyeNgyf35OY6niXIhZIRuNJutsGHa1hrlC9h2ofhPnf3+uWL5qTExHTo5OZVdJjo9PRmfhy/q4dmWfAs612rNxkKw5BTkG1xzL7hNMhqOKU5M/aFe2jq9gBYyRjdOT09jISbugXiMtkLwXJZgXgb2RVEY57Ou5ft5JhH4cuT8CX6SfvWt3+/HIqlgTZ20m0We+Ayx2BN0ft4Pfsh/eHY4HKicKC7qhgeoHOnZjPLEZrMpzGdjMfLlmGS/akySX13tSt9W5EOX4xoyATuepQzakinVYFGHaUvnC+M+7k+UPnNNt4z/X/48FEAD+d7z8/NoN+2jzewvE3KGwAfimYH8DUQ5VEL58AHBB3KfGeXB6AVxB99DHo2tbWxsxOIv2Z/mdiedKcdtpOyfI4ErmIIHtgV+yQd3pCtLsZDbkvzw4uJixCHuA3cIGUAc12p1a6jP0ZKdI4e5uXnFtAXp2mL4Ps4hJ+6lvmms4YHPF88PFa+hQdgA+gChHxDH6AXPXSbK4zp6hl2zsCh7iLjHea7zPHVOUy6LMvIxbWzKrsAGH97tXhEuy4pRnXH7WvJLDfVvajX8dzn2EYV8XVkW4aNnZJ8t4ZPj3JUry4oHq0EdxXow4vnMj2mb5mP6WJeq//8FAmA5lD9FB8xc8qkpnrSkq/MjmSa9nZ+fH/WnG5JpaWw8M5Rf49jl3ocqB50ir9jbe2nPnj03FrZlAVMWMn3y5ImlRWYOFdN60ueBdHsgX86ogJm7y7d6lF/Kl8/M1FXnrOxnUTa4LFoSXwvirxn3uLuesfE2YkWfU3k6+EH/u7vyilrkqC3ZAXo8oVbwjV7DFHYHVtgiuRiLeu/ushj4izFmkwXrv45FYb/6ikVjM31lDx58Zelc2j98+HUscv/48WNh/8x2d18qZzuIXIIc0GwaF4eNt5J7uo6MiT/4GuIUewj+Oc/1oYCH3lrYf3mBsiGKcXfpSBHyx8/Mqy+1ojEZFs2hv8AxPho/hY8Gb3SpKArpSnqWY85xjfuIhe32YvgxcgXKwLdxPC+9b8ifq9opXZ3g6O5RrrsbG5icnfVi8Upke3x8FDnz8WiB7bOzM+n9+Vjneeb7JxdPFgRuEPLvqb8DTyyW+uLFc+PHtbDJx4+f2OPH34zoic4nevbsqb148UI2u2c8c3BwqHadKFc9izYge8imtiL8fBl2QD+FhZ7oB7GA6gcf3LDNzQ9GtGn8SGq325WfaYdtIC/kgnzcfarUf+2Q/HA6n8WmDg/xNaeRc4ED/LKnRHcXRs7hmBL/NfnBuuJ4I2I9cWpR/VLiXkOxDf7OlZOSq2LD5K0nsVDpadjaySh/h5csb+p1d+ntxD/gIyhv0m4PfnSb9MPGm3s6j/2y4O+J6jo4OLB99VcPJJMj9d851+v1DLsEB+4dF6AD2nyu3JN7jqL/91q+4bV080jyxBef667Jf1U5+jAULxOi7dgNfOPbFpUPYS/kmGtrq7KhpRiT4Dr3JXmWslnaUGg/oZpyJfov7XY78gj0BMLuyLU4z2Kj4AMzYDhUjJG74WNFPzICyAN9Q8/xbym/PJaPgE4U40/Vv+vLbybdcvdvcTyUMDO5e8RO7I088MqVFVtdXTV8O/7j6tV15QDLkQNM61fSsaRX7h465p726GummnJSdIlnm8pj8fudTjv6g1evXjX6hysam8DOm7rOvbls97SAHrzSboi2n8jWsUF8zf7+qxgjwMawNdPG/dp96z/PcxLe6vXa2NdgU7Qfvwl/5MruHv4r+5q8p26IzxD1wtOk7FJ+rCZMG+HHWsq5KQ8caJe7X/Q3hDUIxkztVb4wGJ7FD3CdDQ6tNziws8GRPp/YufVsMJRsjXGg/JDHk6ZnrdoqBCoEfrYIuCdfMNC4FTkL/ulAOcuzZ8+i3/Lpp5/ZH/7wR/v97/9gv/vd7+w3v/mN/frXF4lzv/vd7+OeP/7xT/aXxkjhkAAAEABJREFUv3xqn3/+uZ5/qFz1sXLTXeUw+xFvzpWPmfxVImBP9XM0HMWYgcbfpsk9xRt8LrkGOcfSUsc6nU7kMW31Cbg2o3E1/DRlXSb3VI+7K7crw9fit9vKaYgt2Y83NQbcUD8C30uOadrgS7vxfz73lKMTS1m0dD/G3A8UU46ijWCY80nu5UH2mQYDeWWNW0+ef6387lhxuBfxg7ane3kyUfo8tIHkxDHtrNdnlI9PxqwX9P6ddrAnhnCd+1IJb//r7oFJjm9zc7OBLWOwLM7Lorz02YjxxF0wm5ubU93N6D9M6kj8wSNtTPvBmGf4hmy0ubu5f5sozz2dH906zm0nZZ5H34Y42gsseVfyWn2gl9GnZhzjwYMH9ve/fx66yI+4fPPN4/gRr1ev9iSrQ+F9GmXkOt71frrtqa7URnQNeSE78O2Oxus60m+wTvJsKfeYCTmBD+TukUMVRRlyYByGvhy2QL5Pfo4MydUpC5nNyEZKjdm4F+buxjbNl7vHec5lok+KPpPD0CeBTtS3OVP/GfyRSb6X8i6Tuwd/DfXJ6CfAx5x0rKWxl9Yo1ynLImR8pn43ZdMfxLb29vY0PrIrmTJG9TT8SRpveWT88A5jKcgWehDjLF/J73yl8RboocZjvor7HmushTEu+smUSfn0C+Edft2dnSjvdfjG/8q3lEbxHG3vyQ+QV5+NsDhX341r34XHG4v9D05SB3XxaFEUoRv1el122YqxOPJy7JaFtrvqvy9pXJxxkpZwRxbcW0oXIJ6H3N3YQ5xHN/Oe40xcd/fQFfseNnePUtzBdyg/eC777MmfJrtGbtjvA9n0A8kZeTJuRqxCX5ADPodC3P0CX/CK3me7wMboA+Pbbt68aZubmwZOKxqfWlhYEH5N5eP1wNPdKfJ7p6rAtyOgNEC+YKC4cR56QF6CfBP1YhykJ58/TWfyG3xmfyZbPNNn3kmmfT/8/EB5BTbz9pqrK+8DAgPlSD355SONt+1r7A3C3/MdCs739R6fe9Az2us+sXH0A3L3sH98H74Sv0A8Zfxhff2qxsFWwse2In7NjP0FvgZy9yk/Wot8syW/m94zLkbeir/J8Zl4zXXqM23woN2F/+4eZZq2gXS5r/fyxB7yTXwg+WQe2yG2cX0gLHT7hf+c68l+jjS++OrVK40Zv4rvFYFPspdz2d5ANqhApyfdL+KjU+Ff3T0wwrcSV/j+Bn6VeMOemEMbl5Y6MRZE+94Uc8DrTQQWEDGnqXEesGsr119SHEMWy8srIQfqzfjl8inPfcK3Xdq4nsuGf8onPtAO6mmqH0A+VWicHLzABYyJN4yx80MMxCT6SU+fkpc8iXc6X3+d8xJyD94BkYd8pZwkHRO7Hj5MOQn3ksswvk8sI9/JMjhXP4l60dHcjOk9x+4ufaCNk5gJn8gWvWCf6Ex+tB8ytWr73hFw97E9uHvkuugSOTd9JsZEeYdCrnHr1i3b2bkt2rG7d+/YvXt37c6dHbt5czO+94G9LOodBnrYlM6jz0VRSs5F1PFdzLu7LnvcWxRF8MHz2F3m5caNG7a1tWXb29vBw717d4KPnZ2dOLe1dVPve27YVY2zrmiMlT4JOTs+EDt0pw6rth8QAWLBUO9TztW3IKfBpvFF+O+Dg9fhu/meSE8xD58Ba1n+ybc1NK7c1Dv6NFaAbjalWz8leQ7lCDMR14h5xPR9jb3k8XzOnctv5vvA4TJNXwOjUv0fMJqdnYsxD2LW2tpavM/guKu++PLysmL9gjBsjeM8z/H8dxH3QNggeM/OzkYcxBaJYdgXfbRlxbFFvZ/jekNjTzyTy3Wv7O2yDH96nz18d6FcoiyLyJmKohj7afd0/bvahd7Svz2XD6A/NInzp9FPzvGe85mwk75yXZ7BL0Ayo6jGPdUJH6VsAF+AHTRijGZW+r4Y7/C6GjdY0/tiiFgGraifjL6i0zwbBb7lj3uqx316n2KZe96na2Zu//nmVghf2pPJnXPfxtndzf3bNP2c++R6xr6vfPtMfUv8zJH6Ftn/8L0g/C++2bS5u/6m/zybyFRnIvis610iY3VzGkcl30y23xj7F9OG3HrK06kPOtE7zEyn3/q+scezxHrKZI98kGdN7++Rk3vKE+FHxcd/dxdfHsf84VpfOnN6ehpjpPQP8LG0lXPwxD2ZeOZdUC4fnXX36D8taHx7Wb4YnYTQRfSS8c12u634NisMZsK+aO9EnsVYN8qS41L31Mb5UV1jZmWt1D1FYAEamd5F26oyKwQqBCoEKgQqBCoEKgQqBCoEKgQqBCoEfj4IVC2tEKgQqBCoEKgQqBCoEKgQqBCoEKgQqBCoEKgQeP8RqFpYIVAhUCFQIVAhUCFQIVAhUCFQIVAhUCFQIVAh8P4jQAsL/lRUIVAhUCFQIVAh8N0IDC3+jWbwubuVZWlMXmKSF4tRspAZk/OYVMok0/n5NGmViX3cV5a1mOSUn+M8zzabrZjcyiQ0iMljMzMN4z6zb08as6ktT9Sa3hdFEYvoMEkQfpistbKybEtLnZhYOD8/H/VRR62WeOIZ6oPqMTmuabSp3V7UMwvxIxHwyv3uhbm7KDGS63bnnMdJYOI8E8iYtNbv92MRhLOzM4M4x7XJQnTxWPXnJ4yAe5I9TXB36UcidOsipfO6hVv/A3I94+Py3d98fLFOJh6+mdwvPq/Co2z27zNhnxBtBCtse2ZmRr6haUz2xF90u1cMwp9xLvmmvODOxHfwfCbKYXJt9h9LsWDMkvzPUkxq7nQ68i3z8lGN8HHuCX/4mCb3yXn4ZCE8/AiTcpmIe3R0FIsvHBwc2kksiHf2zhZZoX54y3vaSjsTXi3DT+L319fXYzEzJsXSTiYDN5tN4746E10VM3g2k7sbx/jdvOf4Mrl7tI32n531jIVqaDeTgyGw4Dw+1d1teoNnaDAYqoyh4ZspH55YXAS5djptI0Z0u13Ju2t8hvcZxSHaWSp28Qw8XiauN97wA2xZ7u12lnfTuNfdL9gXvEHuk/N8HgwGihnn1uudSb6nRhsPDg4k82/Lm/uJKRkf9OFAerE/WoCKxZkSPsNx3e4+DVMcUw4H7m60F36RHwuxMPmZhVmQcZ74TBuJs2AFBtzPc9A0Tu7Z97il82WUz33oRVM5ABPR2+32yE6WwlaQyZLiNjJqtZrKN2rm7hcIeV62Ddqb8cqTx8GG9rmn521qc0/n4K2UrFl8qSm9nZ2dU+yfk622rNGYGckvLRZ5ft6XbHqSzUnQaUyKP7G0P9W5RCyYAI915RW0YXZ21tC7VqulchthG+BG3eQD8JhZc/d8KL0dBp2fn6sOJsgf2f7+vrEgVGpjLxaay8/nPUW4J/zBuyxLKwo3dx+XffkgXXLdY0GUlfXxTDkMOsmiD6enp8EL+16vF7kN18EaOhdG5+KXZymD9pk2dxcPhcEPba/LN4BvSzJGl9rKu5A9erY2WhAFn4IOtqUj6EpDNsez7vDp9qbN3cW/qy5XXak+6gRrd7fpzf3iZ/iF4J02IMeebLGndiY6DfnT3ky0GeJ+nstEOdTl7sEPPGSi7UnXZiMudBQfVlauGO3e2LhmLODUVRziPNgQW1hcl+fdnWJ/lgSmkLvLL9QVt1sRt9GPTmdp5D9WtF/S+YWwOewa3JD/9L4u28TXT+QwF88sLrYj/8dmZ5Qb8Nw02NQ//dndQ77Y+3C0aBK6gE5kHWHPOXRjyI3TBeh4oDjF/djU0WihjyPFenwacY/zlDFQfNDt0u0i6uR4migbop3ozMLCgrBYjh8yWFlZCT8LVvSHaB/2hz2VZRFlFkXal4rZ4MN18EEHOxEvV4wfQ2AhjI50ljJ4fpqH6vj7RwCVQa6ZqKFWq0v/m/IfC9LX1GdFruSgyAXdRY7438lzKRcYSN/w5eQL/PDW8+dpseMnTx7HooKPHz8xFgg8UO6B32MhoIF0b6DnqNvdx/pSq5URz6gz5wz4bHSvqXiaeDBtLpr8p02TTz/skbsrNpTWaDSEYUt+YlaU97OK0c1R3PeIr2CFLYLH3t6rwAbMWIzxyRMWYnxsjx6xECP0tT18eHExRhaLTsT5tBgj9/Ps06fPRgvWv1b+cBL1/bvYIN+B5IMP6UW8Oou4zOdMXIfsB9rcPXQE+TeURy0szEe+vb5+1cgp6TssLi4G1nXlAjWNy3AvlP1Q3nMNf4YfWpR/ZgFOdAyflnMEyp9R7u6e+g1D+eLLOLonnkwbOt1TXEeueRHT4+O0oP7JSYrz58plhpcL0bPfz3+XDzeRmxlk6qsMROchO3hiMaTnz1/Y06dP48e3Hj9+LPtMxPFj2SmLeaKHLA6KLfMMenp8fBy5yrlyMdowTYLB3AvZQBF63pSdLkoW5BwbGxu2OfVjXCwUyYL8LBxL7OBe5IGc3BPf9m9s8IEegj0xjnwWOlDf5UR9WvSV69xHse4X65ich/8y8oCG7Bj/g/9rK49cUNxrKFdEf2g/dRFDoRPJ9vRC3n4S+WxPdsO9lO/uwqW0hvSW/LQVP6bbUF21wAzs3N3SNowc3d3NPREqw+JcJ2rPgXwoC62SryOTU+XPPekd1+nDUN800Xb44L4j5QI8y4JfHPMc1/P9qX5TvRYb57nOB9per9fUhoZ826yBCzaztrYaiw0uaYwCvLAZZJmoMJ7LVJbpc132Sf8FHcHmuuozs4ewRc6DP/cJAukwepxwAQv4qejHQwC9wK6yTh0pt4TQR+hENkF+iT7CpXvSY/e051wm9MvdI+bjj8kD8cH4B3z7hvov7NGNeb0PaMgOS/WvE5VWKrcsRnmmu1/Qt3yee9ClGeXf2B/1tNvtyGPJP9fUP0SXyTeaGkfgPnwSz7u75Y12wy9tP5EtYoP4x9R/Pgq7x9a4Lz8zved8JsqmDupqyl/Ozc0q95qPPgM5F77C3TV+01e5PdGp4jmEf0kEDxBygCd4o76yLORv6kYZTbUH4hgMCmHl7iMbd7u46bP+m97UDKwfP8DVGx5Yb/DazoZH8fl8eGaDYV8+6lx3DeNxHnHzOK7+VAhUCPw8EXB3c3f5hmH0O4gBp8qNyDmeql9Cn+Wzz/5qf/jDn+LHtn7729/Zb37zW/v1r399gX77298a1/jRrj/+8Y/26aefxg8h8fxj5azkpvsal8b39fvyQ3JD5AWQqg/wh/qg/zZQH3MYuftAfCVy94g35Bht5XfkLok61tE4xKL6BLMat8Vn4i+jwDf8cfc4yz0N5Yxzc3PqO7ejDHJGPhNv8PH4evci7h+obzUUcxAn+AxWR6P8bF9jsuR5R0eHek9xHL6f65djC89DnCeXO1IcBmuIfP9UuSHXhtF+gSSPTX2ZhlM8lIqjjG3B76zGl+f1jps2EBM5bmmsmeu0NT//tr27R1wm3jSU81IeuHa7q0Y8J/9f13sexn2Wl1eUS7Yj9jUVBxNObu5Jj4binb4VGL2J7A2be3re3Q1+3SefbabzlHgAABAASURBVGobjto/VB3kKmCFPiUsjzU2/tr4oQT6Q/Sv+fEDfhiOH+V68OCB+k7fxA877akPTy5Avx4ep6p4Z4diPcpmD/FBzYz2giHyWlQfjLypq7Hf5eXl0XjdYmBN/p31EowyubtkV6hvUg8baSjfQn7tNmN/S/Fui/Layp/mlLNQBrrD8+5u37UNxSgEzujzqXzDsfrI6C22DO7gD4YQ90KXy6SupFuN6IvABzzSJtqNzsETz/b7fdnQSSwGjF0hzxcvduOH1J6O+sH8iMWjR9/ED219/TVjKom++uqhIecHD77S/qHx+auvvtZ9jyT7x9GPpj+N/A/U38zy/ycwTDXHpefKtmSa6Di8ggEEPnxGL8ECoj3QVAHfyyFlThOFurtyyDL0oKV3KugSeTk/jsL7BPLzpfF7tZY15P+QCbgjnzcR1yD0E+I4U76fur8vcvcoirada+yFH5U51jgGekAMefz4G8kV2T6IH2ZDLw7Uvz55Q/+FgtxTefCK3qNzbcUPbIx+BH5ta2vTGO9Y17jUyspy2Bp+jftps3sqg/Iq+qEQGEYecK6xK2yKsRLs6+ysF2Na2Nt305nG0Hoi9mfRJ6OsoeKGrPeHakRVz4+AwFAxC9+LfhCnyK32lXsS7080BnCmd9noAvegC+4un55oml13H8dmfOW8xjJW9A6Nset15UKMX+NLWqM8q66xNvxFUZRRXqF+e6aa3pE0lFdxL2MFPIcvpjz8Mn6acy357bIs7E2bu8dp97QfSpexDdpJu3hPeDyKzeyJbVwfRD49jGfzn4HyWXwr+Owrd2U85EDx8Fi+lvIm+Fi0xd1jb9qGwhdy98CnUDvxlbRraWk53mGvy5cyRpPatqI8pqNxkvl411LXWGKp3JXn8t49le+e9tPXuIdn8MnU0W63Vd6S3msuxfsEMCRXIvcln+Benofc3d60uXvwTtnIDP4pn/hAOdSDLHJZQ2F9Jt8DxuDED8Ds7b3Ue6Ddqbwkjcs/0nughw+/1jugr0f5x8PR/ivtMz2M69z7SHkMec3u7q6hq/ywA3Ul2Q0MHdUf/b/YFneXTEyU9sgUuZ1Jv5EhdKr+BPsz8U555CZDyc+q7Z0g4I4sXHlYTXnunHU6nRhrpw/FD2HxLmV7+5bdvr1td+7cFqUf5OLHsDY30w9yJb/SHn0HqRlllWUR+lrEd3jexLoS0tFpsRA6UcrG0G10GLvg/f2axv5v3LhuW/GDXLdU/227e/du0M7ObePHwm7e3Jr6Qa4V2e2i7HZWfYtG8OLuo5qq3Q+JQLLvvnKafuRA+CL8N++G8El8PpPtc5+7R58Q+Wff1lKcwr/NacyDfWOU/xfFm+ON/Q9t+KxMtA8/d6Kcn5hO7ILy+Ek/xpeGGjua2ERuSi6Dz+4eNoWdgNGc+sbYCH3lq1fTOzLiV1fvunjHtbCwKJtuRf+KZ8At7909bM497aevcQ9yAO85YU98STGsoxi2rHcaVyKOtdUvQS7wwv085+5WbT99BBCju4e+Jd3I/jzvPfTHLI2h2Rs2dJf4jX7n/hCxnTwvx/me3mH39G4ZP8B3F/saSzlXP/pc/SjsZnAhF/QpfsrQa3Qv50GMIy7pHfHq6pXI6Rj7I36wJ+fiOveip/aWzd3N/dtUKI5Nk3u+R9nOyGxp71uKfeNpFaG6Mp7F+Ng9l+3j9iKDN5H75F53t+ltoJy5L98CtuBNrozfJWfjRxGT/+2H33F31e/Tj+t41DAdUTdxGfzwCRD+me+4IIOMKWNMyPNE/RboVONvEzodvV88jZigYkOGxHryV3wJ5VMedVEm9XLf27DlPIS+nCp3xL+S6/LONPtXrnEPRFnviigfAnd313jVTIzN4IvxyaurXeVW0Gr4UHz3nHw4Y965rXmfdG2iG2VZKJcpAy+wgcLnFqUVXoTs3NwMQmyXyaqtQuAnhUDFbIVAhUCFQIVAhUCFQIVAhUCFQIVAhUCFQIVAhcD7j0DVwgqBCoEKgQqBCoEKgQqBCoEKgQqBCoEKgQqBCoH3H4GqhRUCFQIVAhUCFQIVAhUCFQIVAhUCPzICxY9cf1V9hUCFwM8CgaqRP2kExhOQJhNbi6KwcjTJO00unY+FuVhMAloaL/bTjMlTaZJTGc/k55gcxiQxJp8xcYxJY3Nzc8ZnrnEfuDERKxOfM3EuH+c95+CNcpnsyoT2PGkQnliYKNfRaMwEP9xPXZnglee5j/vz5NhGozG6fzQ5y94+YdIMrAaxkAyTyJi4xuQ9JtSx7/f7ujaICXuZ92r/00fA3c39zYSeZfLRRD8zt/9kUxWWyK0oXMeTvXv67P6f7+093liDZELYqQnDwpiE2ZBPwP+w4A7+otu9EhM8OV5YmA/fxD34CBbWwWdkmeY95WT/0Y4FYzqjRWOWjQmklMUk2UajGXW6e8jP3rC5p2v4teRD+tbrnRkTclmAgUnATJQ9PmYi7ln4lDcU872cgodcEG0FA/w0fpt24vdZfGd9fd3ALU2KnYtF9hvyndz/JrwoC+Lam4hr1Ev9CYPUftrN4gtMgj46Og5cuId7LxPnIXwxvpl6GpI1vC8sLETsYiEfJvbSjk6nE4ugNMQ38uR+CF4uE9eZPE28AIdOZ0ny7ojYLxk4IG90gnt53n0i18u88hk+aev5ed/OznpjeacFNw6MCeBnowU3crvyM+gH18GHBZYSPkcjfFjUx96ob5STyd0j1iEz2gZGTLxfW1sz5EtMJbYuLS0Ju8XAivu4fxon99ROfFSiImytLIsov1QOwTOtVtPACPyWlDuwmNPKynIsTrGkOrDHN+FnsQ2l9+fGwgS9Xs9OT08CHxZExT6Ojo4CP2Iu7XP3eMo97fng7oFJURSyydLQa3iam5s1dIRjziX5pbhPeam+yWT4k5PJ8enpqXg5lfzOjI1nW62WsJoNP0J78AGUW5Y14UK50k45J/jkGcjd2QVx/vz8PMqlfcgX+q4J8u4eZYP1tM/SaWOjzGniHMR191Q311kAgrppN7pH22nvqfBmIQg+cx7iHoj7IXSTMiD3VKa7i6+kB+gAtgYmc8oB0YOVlRVbW1u1q1fXYrI9domNttud0BX0jTa5e8jO3e1NG6eRK8T9EMfuHs+96Rn45Dz74XAQCxSjX2eyRdp5mc5ki5loN0S7oaHkSVnuqT7qhuADnaDtzWZTejFn2FlHvgfbWpOtbWxsjH6Qqxt+BGzAKS804O4U/bMmd4/FFFryIRm/JfkQdGVFPoQ951uyPbAGdwgZZOJ8Q/EAOWDv+CKeabcXJZPF8AHJTovQGfc34+6ezw/lk6DBSHf68k99+YKe6CzOZZu4LLyh9A39OZX/OD4+MmwbH3Z8fBx+jfNc53l3H/Pj7peLis+0ET+zoPwFPLIdgVFq37za17KGYl3yQ0XYJc9BYJXwaYTfmpubt7ZscCXsE9tcVazrqIxZ+c7at/gZDulABivVn+8JAVzKUH/QAYrEjzSbLenqvNFnXVBOA83PZ9mmvq4ekV6SA0xkMpS+sSDj4eFBLGD9/PmzWKz48WN+XOqb+PGfly93pYcHyiF639Jd1M7dDT0pFcewE2wIPlam7K8pH0f8cXfpiI23IUzp02inox/2v7uH3sI3PgLepynxXQum8OdgdaR8k4V3WJyGxRNZIJiFFDNmLKz49deP7OHD6QUYH8YCwixMPyEWY3xoLCrNs0+fPouFHcnZTk5OAuuo+F/84+5xJ3qBj0gxqSe5nYXf6ffPo0yugzsUD3yPfyhzmija3cOnoKf4GXQTv7y+flX55FXleSvS24XoK+BruA99wv9cJq411HciFuK/lpQfrqwsRRnZt6H3DflzMw99H0wtPuXu5n6RyG166lcdH5/YkfJFaOJvTwI7ZE+77B1sYmeKp0kOCF/IEH5YOJwFxPnRLX68DX355pu08Ofjx4/DTjmPDj1/vmt7e3tGbkgOTFt6yo1zG2hHJjOXbKBSdlBKBg3JYjH6vRsb1+yDD26IPrDN+GGuTWMRR/J/sM+2kWXl7vavbtTPvbSRmEacw56gw8ND5eynETMHg8GFcTL3VAfPQ5RRaAwE30Je1FAcw47RAXzQguIeuSJ6hP6DA/kqdUInUzk7x5wD877G6Cjf3a0c+bWmfCxlo3/oaWq3m3sim9rcJ+co60T2jCywbdqHTDkHPyyYxoJb1JeL4BhCZtxzrFyA/h/Pc8w5rnFPfibvOTdNtL1WqxvYYDeLi+2wF3JMZIkNgVdDNlP71o/hufSjCKK99XpNecBs6MiKcgD6+uSr2DPloBet1mzkZGYesoMXabUl0q76/6MhgCzQR/TnWDkldnekeAbh/7L+o48w6e7sLhBlZHL36C+jV53ou1xRf41+21X1XTaMRavRkwXlJA3Z5rf1K+kWOuru5u6ha3xG36B6vR6621QOMac+eafTlv5eMfqG0IryDMpvqQ/AvbkOdzc2eMWPQLT9VH1WbBBfA9GXPlW+ndvMM5C7Bz88n4nz8FYb2VNL/QryhTn1W+GBPbmEu4f/otxpOpnyN5xHDvAEb+6utpeynZowbcjOmqJWHNdGdkndZm55I28a6jNnXHvTu4fB8Cx+gKs3OLDe8MDOBkfWH5zY+bBnA+tzR5D+qBgXVf8rBCoEfq4IuLu5JwIDfBE5EP6JnOPZs+fquzywTz/9zPiRrd///vf2u9/9fvSDXL+xX/96Qr/5zW907Xfxo11//OOf7C9/+dT4IST6PI/Vp6SvRF5K7DnX+Db+akLUnmgoxzZU33Sg3B0axmd5OvGJj8fnkscsLXU0/rA0oo6Rf8wpRuCDk69M5b3pr7sb8aWhvGdO/rvdbltHMYwFl+dURlPxhnJqtVJ+uRjnMvBio22g/BQfTnvIzWgbmBFfWFAfDMHyXOO208/xOJ85n/qUR7EIP88fqQ/Cc3311wZqP/ep+TwSlD4Po2/DCdpA7ttS/IPvNH41r/GARY2VLkQMATN35/bvJHcPTLi/oXhNeWDCu5ENjUeS/9Nv63a7isHLwrsdY5fcCx/TmA+EzZso88/eRpu7j3XQ3QNv94vn3N3YeC7TQPgMBueKtVBffd1e9OGQxcuXL+NHt+hfP3jwIH4YLv0g11fqcz+OH1DY23tl5OXIYCB+Kf/d01C6JK2fEqq7R/uJ8y3lFIvxg1zL0Q9bUZ6Nnrfbi5LpfMhzGm8wz4QMKAO9pd+D/NDnJfWTkRnUkY7Pzs4pr5gJWfOsu0ezwTUO9Mc9ndNh/Acf9BV9Jo85iryR9yunwv1MYwt90bnaRvuG8czlP+6ufmYt8rnZ2dnQnVnxMqtj2g3f8AMfqZ4TyfMwbGNv76XhP/BHT58+jR9iQraPHj2KH9p6+PBr++qrhyPKP3iR9g8ffhXjMV9//bWe+ybGuF68eB79ZGx1Iv/c5ry/3AI+u2SV9pKi2jyQ/vU1TtATDj3tz+IzWIEZbYF44l0SdUBBTDhRAAAQAElEQVT0h9EDbBhM0RvGRvhBrg316dEB9IE+H9fRJe7lGbC/TJy/TOgYlM+7g4m/pXnoAvSWy2857U7/0QJL+uzo2/7+69ABxj6+/PJBxCXiCuNw+N0T9bPRG7CnWHeXrJzDINqGjmEX2Bj9VvrBG/JtN2/etJs3N9VvWde7+hX5znmNhzTHduI+KScKq/68cwRwkdgQ40R9jckwVoJ8exqv62lM6zKla8kGJ9fOxjZJGcQLysRW3nkDqgp+FASybJE1ejCdnzHmgZ/oSYfwE1kX3P2Cr8hluHvkI/i6hnLFBY0p4jfIg/L4Br4EX4pvyb60LIt4rigm+7Isw59wL/53UWNx+GLG0Mix2C8q9jc11lgUpU1vmR/OuSde3T3ywL5yxZ7s4STGF44VM6Gj8TtD7GaofJpnhxgVByLaznNgwvdpGA851Lugkyk/yj08457q1GPf+l+ojeWobbwj5LtO+NX19XW9x18zYg5to60LGgui/ROcUn5NGW8jyoZ4pqm8fG6Ur1Me3xdBHsQ4PvMDEdPluye+3f1bfLt7yCiXjfx4lnwE+UDUR73uhbAeypf0NT59rLzxwMCMPPPFixfKNZ/FOPxjjceTl/AOiHzjod4DQfSBHjz4SvnJV4pbX2mfchXuefToG+Wk30ReQnnkr4zH9aSjyBYZWGxuYjmOpv+4c97jFLJCr3m2J53IRAztjcs7jzwtHqj+fK8IuLtklIgcCV0i52as/dq1DeOdCnnGrVtbdvv2bdvZ2bG7d/lBrnt2586OcQ27Ie8nd6M/l3UQPS30vsPdxTOk3Vv/e/BRlkXk3KmP2LLMy40bN4wf5OJHwSY83Aketre3de1m8JrHWLErvquND6RdRVHYP9+qO75PBLBtfAH2zXeSerLvU41nH2nM4ODgIHwSsY48iPuouyjK0ZjyTOSz2b/hQ9HNhvr5yNPduf0nQeAA9ZUTnmrsnvbv7+/HO888ng9G3JMb5O5hD/kz+3zd3a2QPmMj4NJudyJmEcPW1rpxTHwhzmAHYEhMKBXzIJ79LuIeiGfAG9yJg22NORGzsHXi44reZRD/Z9UnJhbxTC7X3a3afvoIuLv0sAh9K4pyNAbDuWlK7UQ/Ifd0jbN8xrbRb/QfW8cPMIaBLbDnM+ch/AT5X185Is/Ql6IMyIxy9VflF9L/UvqMjqJ7WU/RR/I5crhkD6vxjo98dUVjU4wvNd+Qr9poc6eO76LC3Lme96MHtUs86uBf/K9iRmWl8mgT5J7L5vx/RrAAPwl7xnvO4ru4+NvDw8PwPYxB8Bncud891cXxt8kN3sAbrOc05kysJ8Y2lePiixh7VhEaYzqPsSXkexI5/qly0AlxHkLWpq1er8V38uaUJ1Neo8E4RkNxoB765u66S6NX6gvQJj64u7k7h5Ebcr4v/0p9tI9cN/UPDtXuXvDEPfHAO/pD+RCYQ+6u/tP/z957KEaRM23bdXdP8DhgG2PisqSN73/+p/E9eXNgWTKs14BxnPDXVRrNjBPYxrDAqqEstVoqSbdKpZJ6WmrH2gy6eHn5nOvmJI8XLpx3/zlDp077emLT3xsjzxA4H0Q8gxj/iA816sYII5m8ZpA75X9BoCBQECgIFAQKAgWBgkBBoCBQECgIFAQKAu8QgZJVQaAgUBAoCBQECgIFgYJAQaAgUBAoCBQECgIfPwKlhgWBgkBBoCBQECgIFAQKAgWBgkBBoCBQEPgwEag+zGL/RaUu2RYECgIFgb8hAmyjM6Lhx1uS4oMlPmJqt1vGB19zc7O2sDAfH0NNbmLAx051XcWHZ5JMUvjruo6PxJvNhjWbLWu1WgYvXPhWVRqi+BjLjnGRDh58iMaHWdDc3JyXcSY+RuYZ/MmfuJKiTJJG5Wo2m1EWPrqF2vHBctPrXA3j2qGXszGHaUh94yOy/BEkLh+48UEk4cQ7lFF58MEjII1li8pIckcuQ+688f/MB1fOTc735OQM/ib/R9rM+yh+835fuw6iz0+5npg2PoqdnZ2LTaf5+H5mZjp0B3oBvVHXu/WZpBH2lest9Asf07IhHrpxZmbG0EHoIj5unp6ecf3Sdn1SR7oMPLoO4l5KPPEThr5Af/ChLxur8JEsmxDw8S8fYHe7b3+DFcphptDb6FF0I1jlurGxAJt9gB2bcrda7Yhbu64HFynVSTrcJd4kSTIu8gYDPiznw2PqzUfC0NbWpvEhMnEkmTSmlDZ9eEx6dG5V1d7eLW/TTmwISPlpZ9pnfv5MhPFBNO1YeXtCknbxldI9z4jXivGr7fKTec76WHgm2j2195RjwRhSu7xVFCuIModnzx/CGSdoVz6uZ3Me2puNk7a2tmJTIOKQDBfZgMAhxd8wsIGQlW6362PRIOpAGkgSTvQDeEAEUKemj8uMe9PT094fqMt8bMDJR9CM87Nx2Md0yDGyDgakkxR5SK93iQ+RFvzoL8hUpzMVm052Oh1voynPo+XYNQI3KfGlnBBlpt6pX/CB+uboQ3VwAgvqThziQ5JwgqTklxTlJrDfH7g89RzjHee1aXxk/+efq8ZGkA8fPoqNk+7fv293hxtA3h1tuJQ2WMr3uMR7+PBhpF1Z+dOeP3/h7bJulI0yUX6XTrId5S+NyxIP/A/xoH6/H+VCHiY3YKGemR/xPEn8lxR6JrVny/Fsh63VaDQjHPwlWb72piUcvjs725bzXF1djc1Mqde9ew8CDzZI5J4DI9gsE6yePn0amyeurKzYiteddKurzxzPF7FxDLJJP0af7ezsjD7wp0xNt8Hog8gfcoAexUVGeNZojOWBMmaSFDhKya28rxMXWe6EXE0N69+IeDndXncw6Ht/6bscdG3L+9va2ktb9bKveF2oF/Wkzmy8hZsOw3hsjx8/CWyePv3D65zqjeysOmbPnz/3uq95+7+MDdM2NzdjkwXkc+CKqXJdk8tKvelj6Cb8YDFZb+JK2lvsj/4enCZJkuvyZugLsGJ8hfBDjL20O/ql9nFIUrS7lFxwhHgG9uiylo9b4J1lruW6nWdSdSi+kkbPvClDp/Zdj/S9v0L0oUmiDqMEEx7Ce72uywW6Z8v1z4bTZugL+vhkPyEZZZcm8x5E3vCBeE75wWF+uPkPYx3jdsf1K/0CuaL+1XCjL0kmjQkePAeD9nC+B8aM94uLCzE+wKsxoVMoW6G3hcDAdRPE4VoWehy5pQ1m3FadcXuT9kV/4EeWaWPad1wiRRv3XUaRK+wKNltZcT294jrujz9WXI+hw/50nfXCdf+G68Idz7cf8jUes6oYm+Hf9nlyLgN9DxnBpR8hg8iRi5Xli36S/X+VKyUcpORSjl6vF/2NsYmNEVdddz/1sYzxjfEcunfvvrGRInTX7QAI/2T42J/ijtNxf9+43zt+sLEjG9/QHrQLZYHoy5RNEs4eUrRlDqRN+653GFewl3uuT3pep567hEOZX07zNl3aveHjdXPCpkQ2mCtAyGmWUfQM8SEp1Usau1VVh7whT6RhnsEGoOg07FJcxkvWlHbLu0vshMBJGmEGHmAF3thlY9p2OdgOewtb/F1iRl5Qz9uNcmErrK2tRV987jbkc7clxvQi7ErsVOKwId36OuPGlo8j295vuyPbCp60dXbxy8e1RqOOcbTdnor5z7zPg9iEiw23lpbOGnY/9/M+hqBbwJ42rarKJAXB6yg00QyhTxjT6GtrbmNB+KkzdadtKCs0yVuazFOuk1L7En/Mby1sNnTZ48ePo7/dHdrq2R1v4H43Nki9632Zfnv//gOP/yA2WF1Z+SM2Xl1fX3d52Ap5IB/KI1EOfPtJolwDxz7Z7JuxkdbmcDzfDF7UE9mjrrmOuJkIpz6kJX8I+SSMMuR4uJJ2FYIwAmgj2pcxgnZjTKCf0Peg1P/a0a+IC0mKNpV2u7XbUON+3AlZIT2ErqcvdtzObrr9Dh/yL/R+IIA8IDOMCcgQ8zn62uZwHoJMIYvE6btdkEstKbykh+LG/0hymaljTolMzbvOQAfPzy/YvOuJeb9HJhj/2243IjvIBCTpQPmSdocTFyIt+ibrfXgic1BnaMfynLhS4uFFjP+UORP1Y75JvdE1EDhQ98N0vLSXH2wHrnPo273ox/TL566XmethKzAfRI/cndA3WdfkMO7vhr65F3No7IsnT57Y7g2Zt11/9CIvcpVSWSRxG5R86e/AQ/rWMw7l6g22rDvYdNoy/L2B8xrs+LOu8+vbwP+51vQU5f8rESgPCwJ/IwT6PnfA7uj6OwXGiTW3O9Fr6KaHvv750Ncz7/v6J/rtIGJOQxwIu4s5DXMo5lLoScabpG9dT3leAzcIIfLFhZJeklW+JtFsNqwdc8vpWGuY97EFe5TNOM+dW47DuJhPMAZh3zBGMF5ISSfaKy7Gi5av9zBnmPfxat55YxthxxDWdnu46bZMXVfBhbJlkrJ91wubkHqtu9297nbimtuyyR5/GfYe9Z2sHzy4B2fGI9I8D5v+ha8NrofdzjPiQZH5AX8kxuCED+UFgxlfA0j+aV8XG693VlWqwwFsdgVJctyr4bpCy228aR/Pz/j6/1JsxMshFJcvXzYOsbly5bKxYfvy8nLMEcAvjfkp77aP+y1fPwNDxmeodhsyURX5UC5JYQ+YX5L87+7/YJApP8n3Lj4+ng2CGMO7/q4Duzq1x0ufGz2PtVhkkXGZtVv8yDO2Pbive7ttb+/EWEu7wDvn83ZcRmo44yrqLikwR+ZmfA0HLBcWFvw95Jy3wYzbWZ1YuwZL8JvETRrzIJznYE3cjtvjzNmQa/oJNhPyMTU15XO+VthwpLHh9aq686zremHH3weAL7YTOmJ7e9v7QDfwQ25fh6GUykvb8c4KXvQZ2gL757Gvo7OunvUMdhKU1lju+buX+77+Mkn3/B4iDBdK/swD977P6x66DoM/7yhWfL0LvYQ9uOPvIDjAhTqif7yIw3YxdxOZX4S7M/pPfOqMXQ2Prssf9/DKOBBnlOAteCb505a0fZ7v0d4LC7y/Oxd9GD/y1Xad2nTd2vC5P/JCOim1i7Tf5flBJKW4B1cL+c5PJv057NXuwN/DgCcyxrrG2tqLmIszHjGu0H7IzLrrXGSQuGA/QLCcNeWlfk3X4dSXecO86/mlpSVDb3FIGfoMf95gfN7HgBnXocQHx0lsnGX5/04RSDJDe/Z9Ttp3e6E/dNH1/bjvW3Zpe/zZxT9wGcKFBi4XfU+P+06rUTJ7ZwjQtpmQEXRy0h8b8R5j09fhCMsyQtxcOCnpMsIgwiWFnYIuaA1tRcbRxcVFt3kW4zceHV+DQMdkXYHekRIvaewSTpxmsxFjOe+zGYvR0WfOzPtYPz8c66d8bG6GPUAaSbb3klKYi3TIP/VB/227HUN9GdMYn7d9bCa8730l1ym7fe8LjFtbW5vxXpoxmHRb/s6bcHgSFyJ/KeWJnzBIUuBDvVpu66E70aHnzrFZ/rnA6MyZM6N6EQcsc70kD1kZhQAAEABJREFU+fh6NCINaeGBfu64bdNx7NHruBDhTdf3lEca87VXXFKKR5S+40S9qf+mr429fPnS15FX7Y8/nvr7/Uf2MOY/D8LeuBvrO/fcHrkX93k+dHe4rpPvs3v/PvHu+9oytklysUnynOmxr1P/8ccfnt+z+I0E+af264V968WkiPtIGpefNqH83bDTur7+v+M0dnnW93ZHbvYxKgGnhoAk778Nt9unQkcwZz1//lwcUMeBW598csUg5lCXLl308PPGPAq9Qn9BLzAX4F0WMo/s2/CijQc+rmXqu8wmGoQuGHjjQtixZvL+CVWhU6bc7p8Zzi94p3PO59AXLlyw8Zzuis/tLjtdMWyjpaVzPv+bt1SedvDIfcvK9U4RoE3pv4xf6OjNzTSmobMhwnhGHApGOzVjrGnHWgD6ccrbHx3Z8rGs6Xoyy5Ykkrz3BAYQ8k490Y/Ufc3XqdZ83YUxDwyYfxEP2lspwiDC6VdgABb0t9Q3zsS4RZ9diDn4GV97mnEMOwZ2xAVbSSYdnXbn1Q7dQHvQLvQvXO6Zu8Gf+FLiT1kLfdgISPIxoXYd2nA5agW13GbKhFzlNkc+IfNr0kXmkW9sA34nkn63s+Lvqh+HbcK6CTYKxFoXxFoX6x1PR79LXHEbY9Xpma+PvTDWKvPvMeFLnyIf8qU8lAu5xM5CTukjEPdtX+Nruo6pfK3Wi/rK/5J29RczWbr2uin0Tf56VibJyYaE//hkExd4gEvX13jACH275bZz0sOb+9Z6pXF+mY2Uw1LIwMdxeOY2RYetDn9zxHol7Xnf19vvuq2Z3hnedXvzbvxeYfKe59iZtDttze8e+C0R/Lbcnu8Nf/+TcjXHJJcjubbnGrgNgQ7d8bW+3fp1w9f6tn2trx82KfEy7WFx4lv45cRSKp8k7zuV95l2zCWYYywuLrhtcsbnTWfCxkImkVP6E/pT0r56SrvDkG+I+LiQlOKYycpVECgI/I0RKFUvCBQECgIFgYJAQaAgUBAoCBQECgIFgYJAQeDjR6DUsCBQECgIFAQKAgWBgkBBoCBQECgIFAQKAgWBjx+BUsOCQEGgIFAQKAgUBAoCBYGCwCkjUJ0yv8KuIFAQKAgUBE4BgfeLBRuiOA0G8fEVZZNkfLQ0/oi1HR+qzsxMG9QebvRDHHvtJZMU/Kqqtrquwy/JuCY/zOL+VSQp0jabzfhoi48F+XiQ8lDW/MGglHjbIRfxKAdpIPxVVXk5K09BWsi9e/5LhEPjB5Q/UX/4oXzfcWQjdcc0NsQcx/3QfVH9D70Sb7H8yAEbJHhXOoVc6I+wyS7+QkdFgDagPSTFhnTtdsuyvuCj+E5nKnQIH3Y2Gk3XK7Wz3t23PeAV/1NcqTI+rocfm+6wMR5++I71ikzSobwoZ958gI9qd3Z2jEO4+Mh2a2vTuO/1eq5X0CmHsjnRA/KeJEmOVzP0PRsvsnHI3NysYzcdmwu0Q/c3Q49LOlGeexORf6p/PzaWob5bW1vDzZU2HYsde3X9B4ENfOBd15UxRrAZUqfTibowTkD5Y95Go/HKNrFDLnl7J95TPhbOGG2e+LZdDlqOXcOqGEsSNpQpU2aZ73Gpd/74m4+i+fCbD8F78XH1uF7E7bkMdLu9wGMSn50dPp7uZvbhSin/uPE/pCcv93rbNbysbW/TTpR/bm4uPnaemzsT91NTHcevZVJF9FMnKZVNkkkK/lJy42biD2XuxsfxO/ExPJtx0DcI42Ny6gXlJNKYjzT285x4XccPnNnk4PHjJ7HJ0q+//mrff/+9/fvf/7F//OOfQf/v/+H+w/3/sP/3/xL94x//mLjneaJ//evf9p///Nf++9//OZ8f7M6dOwZvNhJM5d0J20CSZdmQNKq7+SXJ//roMehHH0AGSEtZaesd1wm0P3hQD4gE8EMe2+0pb8+ZkElkfmpqyts4yWPtNpekKENOT1pJ0W/gTT4vXjyPQ1r46P/nn3+xb7751uv1H6/Xf+1///sm7r/99lv77rvv7YcffrAff/zJiPfLL78YGN6+/VvUnY0D7k9sjMkGVGzCCR55U4hcp663LWWCKBMkJSzwH0aSAstGozZ0En0QXQXhR/+CjQ2vjBcuebGRG/LDZrkvXrwwysimWb/9dsfr9HO04//+9z+vP3X/X9Q91/uHH360n35KdU/1vm2k+/3330Oe4PP48SPH8mlsvo6skQd1z5th5HpTnmERR470+vqPIn/EHrChDZFvDmZBT9G+MzMzrtOzfNeuz2rvS9URkVDIDX2CMaDZbER68pHGuEsH+210MRYPov/0+wPvW1A/XMoNjaJOeAhH9mj/Hdfb9PMd79sQG9fSxyHiTSTz+o3Lszc82R+d0OGMR2CF/FNHSZFWSu5k2oP8UuVjWHPUpxLWaZMi8oEnWEGSrFzHR+DVKQYhUz4ShIscSAoZRV5brbbLfid0Pf0htXcndH1dNyy1S2WexLj6/X7YC9gVa2trhg5+/vzF0H1ubIC7vr5h6MGuj43EJ0/SwqOuK7cFmmH7zfj8n/ygGe+DEDY1ZaJsUmUHXdjiB4W/izDqQn+ifzHmoIPZ7Pfx48ex4c2vv96Ocezbb7/3ce4gff9jjAfEyzr+7nAzxvv378dBG+h7NtWB2CwnE/cPHjwyNt1h0yTyZMOk1dU/jfGAMZcydYdjYMZDUvaGm2+lcXg/dA76pue2cd+p57qH+0TUOxK/5T+SrKpq1xnYlK3QG9jd2B9jO6QZzyXZ6y6ijElW19VI/hjXIcZ79PZh8mbDS0r5gUXf+wFy0HO7GryRhx3Xvzuue3tuV/OceMOk78Qhv0yUIRPl20s9L3eicfvmtLmwkkxSvh25lc9HatcNTV83a7Va3pfbTuiQ6dAltBe6veG2FHhLlUkKGjE5loex0TWYd3xwpS6Mc8g7lHTNTsgsdZhkLaV8pbE7yQMdxuZjd+787jboj26X0mf/Y//617/cNv+n2+r/DBdbHbsd93D6Z9j83377nffxX1wf/B59dXV11dCJPZcLaVwOabc/l5s69If9kTRs9Lq9vePzlS3Xq1v75u+74/fD3kcOt7e3XVdve/zugdjk/HDhAeGvKlntNv5k+9L36CsQ/aXhaxzydrUjXdSTiDJkp+Fz5bavn3R8zQRq+xpAlheek7+ZjCuXKbuEFXq7CIB1pmxb0sfoa8whkSv6IHEOKgnhmXhOm+6WpzS3TPbGnNse2d6oXT5k0phIfxok6VA20vhZLjdu33U8RF0ZV1P9N7wPbkcfI85eppJG5afOkmIcBTPSM3d7+PCR3fa57XfffefzQXTNv+2f//yXU9I1rBVM6hr80FjvjOOxxvD99z84v9tuO9yPeefz589dV2xGvlIqD+WUxn5ThPgf163xf+BvF/puI/aMw7mgdCjXlvWGh3KZ+XOPRUxz1xOX/wWBgkBBIBAYuH0GoTMhbBd0J/ZLoh23RfZS18O6rk93nLphp5BukuA1STybvCdPc4WG3YDNwnoF6zrnzi0ZG4ezSTgHqbCZORuZs2ky71WIy9gkySTZUS7iY6tgB5HHwsL8cHPP2eFaaVpHQvfDj7JB+DNxn8sPPowL2KHMI7EV19Y4lGvLiEOaHB+X+Kz5EYfNU58/f2YcPMP4nOPnNLiQpKgfZcf2SjZ7J8oLDuDF/IpwMKHsxCXtcYl08JjyNX94swHqhQvn7erVT+yzz27ZF1987u5ndvPmDbtx47p9+ulVo23Onz9vtAubpnIQVFoTmPb5xJTPLaB2rEk0mw2f+9Vhn5KXJB+zBoEV9T9INsANkhIO1ElKfnhMkplcBvtuN+/4+6JNX89YM8ZsNqt97Ov7EO3EfJs1kG23y2kT8iUPe6uXD9TO34tuktxWqgKLttvSrJvM+Xs1cJvytfqmz83oD3bMS1Jg23D7Hr7M5bDR4d+Jd19j+ZYS9nbIJSme0C5dXwvaHs5HcJmfsD7Z9bWKV2EHpsQhDf0E3GmLBw8exhr5Tz/9EmvrvEf473//6/bUf30O942/U/jO53M/xFoM7xNu374d8VlTv3v3rq+r349DLtJay4PYmPrhw4fuPnI7areb11vSpsV/hDzQ/zaHB7VQPupIZVOVU725H5O8zdIddSI+7wuoe/Yntx+yTBwopXg7f+EvaShHjeG6SNv73LTrhlnXa3OxBky7o/PoJ/aeX32fNzPWbMbBKOvef18am5AjO9jwyNHu9qJdElE16siBFsj7nL/HXFxcjEMFr1y5Ytev33C6HvoKXTXZ1xo+p5UEi0J/KQKpDSR5f4Mql28NqYow2lgijGf7wyTCINKPycr10SGADoT6PtdHF6MbIManTL1YK+27nXG03+EhXw1f+0QnoDfzGDrj7zvQpW1f7+IZcnZcQCXF+IytxjjfGa6hkQdEOLwpg3Tw+OzBJiW5Nr+oOzoTG3KsI3fcDurFWMRzMErU9/Bu2EfERc+SjvQ9X9/su/4lnrPd9Z8wiEBJRvkoJ+VNtvScLS4u2MLCYvxmBIyIY2/h8uydK/U3x8H2XZL2heUA6gD1h/LCeML4srr6zFhHvn//ga/F/Obv83+Od/z//e//4j3QN998E/es+fzwww/x/JdffvW4Y7skHR56P+wS+CTbBFvk4dAmwf/IbZTxPbYJ74A4aJL5wJq/k6NNkGHzNRpJXscxUQ9JOKNw6gNhj0Cs+aW27Ef7DwZHk/tgWv68EQLY7OiMjtva2B/z8wveLxbjYFQOwmJOyxxpenrG50Pt0AXM1yRFe9LmEG2GjEK0Z3Zp167b4pMufoi2Jx5pBz6Xn6yIpLglL8qX7KNZoyyLbiNxYOny8jmjfAs+J56ZmY15G30celt9OQr1N//zqurTnoxj6IQ1X1eAeBe16XOX7eHclbaWFLLEvBHdS/vOxDv56WhHwpFNKcmBlFz7QC7qCNEXwIOxizkBtO3z0q7PQ/s+dlEdaX/dSNt3nc9zZBmZZrwFJ9Y50lrQgveHM/4+Y8b7ZivGOOKfNkmpfJKGfX53DpJ2B5S7U0NAerfYSpWv8TTidxDofOacM25HTk9P+zy9E+H0TSnZesgohLyaX7jI+2bMh1/G7wcf+vun3377LdZHsl2C+7//fTu0Ub6PNZUff/wx7BR+k8nvVW77GsqdO7/Fe21sFeyTZH88Db6sk6WDutbj/RP9amwXYkN4gfy/dBoYprWwNNY501P4D1aJToHZkAX8aA9wwE5G72y73uUenZPG3WRnkUQaYyMlvySTZOgd+G267uYd39OnT8NW5Dej6ffG/x3+VuGf+363MPn+ED/vGPNvk9O7x3/Zv//972j/2/5uknYlj02XG+SHOkipDJRDSmWy4UW5oKRfu/GOFN0Kbbt+pb7YF8QZJjl1J/OWFFhhq9A3JvU0/QfbinkHz6Xd9bByFQQKAgWBgkBBoCBQEPgAEChFLAgUBAoCBYGCQEGgIFAQKAgUBAoCBYGCQEHg4/XlqkYAABAASURBVEeg1LAgUBAoCBQECgIFgYJAQaAgUBAoCBQECgIFgY8fgVLDgkBBoCBQEPj7IFD9fapaaloQKAgUBAoCJ0ZgYMb33JMfSNV1ZWxSwYdQfCDFR1EzMzPGh4Xc8+GUJHvdRRRJJlXxAXFV1Sb3SxolzfmOAl7hqarKy5U/eJz28uSPHBvGM2nM1w64JEW8ysvBR7pQXdcRJsn8/y6yQ6/BEDOwG1i/D/Gh3sDDoUMTfsAPFGUHo/CUP8O2pr3H5BLh4ScHJ/VF0sMzufDEdwL62yVJ+IGdKzavfV03rDU8yGBmZjo+jJ6a6sTGBa1WK/RJXVfR7z36Mf4r9Aa6cGpqymZcP/IBKR/9t9stq12vSHK+sldd6D+o3+9bt9tz2okPZPm4dnNzy/jAttfrukyl+ryK10mfZcy8uNZsNgKbubnZ2OCNOlE3xoB2u+3Pm6O62Rte1Bvqh/7sWa/Xi/ryMfTm5mZ8KL6zs+2Y9KL+kg7EEx4Qxal8jGg2m/HxO2UeU2p72jy3DfGPQ1Ulr38j8AETsKG9aX/4To4ndoSrH23e9fbeMj6GHm+g3Yv6woJ6EY+Pp7vdruOz7fG3A5sUf+eV+JAe6jvG8Gs06sCGsZzyQ3Nzc7GhH/5OZ8rr2HTZlr2tSxrzlsb+vflRbmSCj8TZUBOZwA8O4NF3/Pam4V4a85TGfnhtbKxb3pDp7t17xkZL3333vf3nP/8ZfSDPx+98BA/h30//MD6UJ5wDuf797//ERk5sts3BHY8fP45DTyjvzs6O2wf9kFvkDvmUxmWivJn63kbUDflnIxaITQHg0XXd0Pf6gglEGkmhv7DJZly3zbgOol2Rx7brIPoB+RGXNDk991IqAxttks/z5y9ig3A2b/jll1/iY/980BiHU/3vf98YhxewmQCbVHEg108//Ww///yrpQ0gfjMOSvj993ux8cDDhw/tyZPHwXN1ddXxeGFra2u2vr4esjtuxyTrlE9KZaJ8h5GkwFKS66FGyDL1PnNm3mWYDVamXd+3XH4rm7zgnwkckB/KwKYUk5uG/vwzm4Z+HxuFUv9U72+Hdf8hNg1N9f4lZOd2bHxxx+t+15AnNh/lAJanT/+wtPHWsziAhXpvbGwYeXa9H1MGyjNZRkmTt39LP5hAVF6St2Uzxuyko87EONvpdCJ8rG8VMkGaV5GzC7mgHzYazeg7+Okjkl6VdNezPF5SToi27HvfHQz6obcHHgHalchvCOt7H6b9t7d3Qha2YwOMHdfrXdfj3dAVxJMUdZLkKff/9yz8eRW6GjzQ3WDEeNRye4d6SfI4sqNee8c3+hUbQLeH436j0fA+V+/iSVmPyr/EezUCtCkxwHTgsoTdLykwR5e3Xaej22dc19PeEG1POOM67Scp2kdKm/4wdqB30HPo+OfPn7suToQ+3vDxEBlkbBzkApgFD2SIfNP4MmNsZpVpxseacd4N71ey3Ve2V7O7++m7uKM+1AsMGFPTZoyrhn7+/fe7ob8Zx7777rsYv9H3//1vGue+c5sgb3LEJjpsisQG0aRjjOTgyv0bMT6yhw8n6WHck9/jx0+GhzSu+jj4Iuw9cEcX5M1vpIShlNwxRtwnok4Dlw30CGMYaZO/F/bzwNsw0zj92/FJctmsQo+2fC7Vdj2BfEIdtyORG8KRI4ny25EuSUP5q0K/wRe7ZsblHt4N190H6WzqbXsuwjI+Xbeh2GwI2nb9i1x0Yyzuhd7ek/RUbyWN+FEmbnApG4ScUpbs4ofSfWpb/KnN0zgDD0ga8+Yegrdk3i8rb5/acWyFrdRuT8V4il5nrOCeTa0brtvBNOsQe4PLRdDxdO3lckodtn2Mw37fCPtnK8Y66kwZocmsJEWZKYuUdFjP57/037W1l25TPo1NxrC12UAV2/uf//x3HJCDTZ7on7tseez0/fQPw3bHpv3555/dfvvd9cIjYwN/bDX6lb3ikjR8OvC6DmLc7vn8FXua+m5tbfo8bcvrurOvXw4cF+qf4ncjzvb2VtgDpCdvng8AcpjLXic/kyrvg7W3cSNsIvrKlK9vzLh+Tu3bime0614eB92naslwSYNctNyegGfH7S74Iy/06bquPB405pTLNQ4pvreNAJhDyA3ygyzR1+hzyGLX9R7PDysHzzJJmpCntq91dNzmnva1oNmgJAOtiCMhJ7K3cUly2dpPB+WVy45uRKejK9bXN3yM3Rz2qW70z4PSSrKqqoakiLftYwPp2bSQze6Y46En0DXojH/+81+uX/IawD/cv1/fsHYwSegf0qO34Hf//v2wB7DHWCegv0vj+lq+PCx7cQeGPdX3v33rW8+p63+3rdd3Gmwbh3MNPGTgOsY1sCcZeFx3yv+CQEGgIOAIDNyuyITeyXZI123hRDu+FsGaxGHU9edjIj18DiOeQzz3rF2vm1PlNmkz3uGyUTibhHPQ06VLF+IQlStXLhsHci0tLfr4MxtxpbF+lGSvu9DrLZ+XYAedOXPGyIc1EubNMz6XYCzjee3vauAFJrh7iXDKztiCrmYujZ246uua2KSMt4w9pCMuRHywJD4HQTOWsAk/c9Btt4d5TvxMpMEvybFRjEeUi/J1fC5FeWfCppv2MXnKbb1WYIJ9Rj0l2XEv0jG/hz+YLCwsxKFoHLw1PpDrlt28edOuX79mV69ejbY5f345DuRaWGDNdS7WBZifddw+7HTaho1IueFd+/s38pHG5aOu1B/KcoEf4tlkPSQFHtLYhR9EPNKDJ/YObQHOrOc+9jX4J0+euD3/Z6y/8q5kJ94lJVtgbz7wOk1CzjM/KZUdLMAFnGZn50b2FDjl+uQ0R3EluZzULgcNlwdwnwrZ6Li85PYgP+TI/KLOkyRpF7YexWgD5HbbbaCtra2wn/Dv+HsMwpFz4sCH+JNEGO2B/QXe6UCuP/x9wANj/YR18++//zHW0v/73//6mst/Y50d2+r773+wn376yd8n/BLvE+7cuePzvLu+pn7X0nrLA+dzPw67YI39wYNHvrbyMOjBg+Q+9HcOaa3lsc8Tn/j6+0ocyEX/2/L5GHWgfH1fq6XcEvUPH39G5MGBCwHUCUr17sVcLvn7Me/jGfHeBVGuqqpjPke7tn0uj25jTQ79NufvbDveB3lWuU1rZu+iWK/NQ1LEkRS4SskFO+Yrm/6emzZaG74foi9v+vvfbdeTyFzf18yJG0yGfyS57Fcu9y1fz5iOvsTBWxwo+MknV4wDBNFZly5digMyZmdnLeul2vW9JCvXX4+AJJcJ87ZUkCS/z/Oxyv2EJ1ca+5FvibiJJu+tXB8tAugCCL3Q83VB1nITbcc6GuH9fu/IurmqZOiDZpMxNK2RokMZPyF0Bs+IZ8e8JLmurl1HNX1cbrue6rg7FdR23Y2ezvab+YWOg9y767+ziX5AYG+4xrjlY3PWkdSfcHCZTI+/62s/O273EBdKOnUnxjHi930szLaKJLLYRZK8X1aBEYf7gM3c3Jzbf4u2uLjgtt+s16cdz+0tXV4E50zZxiRphIk/PPQ/GPR9/ACfHbdhGGew27ENeYeDXcI7oHRI6P/CHuGdP4deYJf88MOPYZf8Egdy/ebrxNkuuef2CIRN8iDsEuyPZIuMbRPCoAdur2CbcFDon3+uhF3CeEebMAbSBtLr60Q86gNhh1Av/Mg8LvWFDgWkPDg1BBhz6MPYYPQJ5k9nzy6GvcGBV8xpmXPO+Fyz7e9uc18nXS4EbZUIe7If9jdtup+6MedObd73/kvcgccfhK7L/CSFV1L0W8qX+yzzNfos5VpeXvZynrOFBfrwjLX93V2z2Yx+TPmkxMfK9U4QQAbov+godAJ6as3fd7EOzf2O63BkgniSop1oL9qN9mUOMOPrA7xzJZw2NL+kD6sdqV8mdFrX16QY65gTQPi7PqYRx6u3738Ozy44gEfGCYzoq/TLM2fmff1p2mW/FX1lH7NTCpD2t4GkI41fp1SEvzEbvbO6YyM23Y6kD2I7ImsQfsaIqakptwcbIWvIJ/2ZPo+fQuLfcRuF/r7mc+E///wz1jdu3/4tDt365ptv7ZvhYaHZ/e677+JZslN+Hq6fcHjob9gqsX7Cu6b79x/6+23WRZ76usifbn88j9+hrK+v73pPNlkm6fSwy3Wknm9OjHn+dgtjyN9uhfPmTGMcpf60AXYy61i43HddD/GMNtpbFynhJCn6tKRoY+LSls+fv/D1qD98Het+rG19990PxrvAf/yD94jp3WF+V/iPf6T73e4/Rr835t0j7yD/9a//xDra7du3vV0fGXmgGykr+UqKMUIal0mS5Ys6EI96kQ7dCuHHHuUZcaCc5rRceEKZHzoa26jp9kfW06zX0HcY25h3MEcjnqQRxjl9cQsCBYGCQEGgIFAQKAgUBAoCBYGCQEHACgQFgYJAQaAgUBAoCBQECgIFgYJAQaAgUBAoCHz8CJQaFgQKAgWBgkBBoCBQECgIFAQKAgWBgkBBoCDw8SNQavgeIFC9B2UoRSgIFAQKAgWB9xwBtncc8FEbNBjEx058+DT5gRQfE/Jx1MxM2gyMZ8Q5StUkxcdpVVXHB2J8tCjJuPJHWdkl7DCS5HwUm0/xwWOnMz38mLZtjUYzym2vveTxqihHo9HwdI3wV1Xl4fLUe8mG4bbrcpji4z3KDfHxWibuoV0JPpqbjM9HU6FTrUiSi9NhCS/zPpm5pft8V9zDERj4o0SSvI/XljelmJ6eCZ3Bh9F8+El4s5l0gIRs27Eu9Eaz2TT4sSEClD4gbUW+PJc04jmpF6QUThi6g499+TiWD2r5CHhzcys29N7e3jGeEW/E6BQ9yBW8IUmuX5uxcdDs7FwccDM7O2vofeoFZtS3PsUNzch3MOh7HfvW7faM+vJR8Obmpm06BtxT/8kqSxrdTpaf/lJVddSBNul0pqIu09OMFWkzJNoc3V+5zh8xOaKHNNQf3jMzM0Z7w5t7PhrOfCXtGh9gL2k0lgy80BDtzmZK29vbXlfqu+H133Ycup6+TzJ3B0Y8aBIfPp7edIxICz7wiwR7/nhWnj7xwF9724EB5aZt5+ZmbW5uzumM12fWZbnj/aXpY221h9NRbo8eRxrjcVgq6tTtdgMT6po3GKePgAfPocn0kuJW0gjvCPA/4LS+vmFs2vn48RNjo0c2Wvruu++HH8hPfgz/D/vHP15N//znP2NTfw7y4NAqNpW8c+d3Y+MlPpCnzJSVTXQkBabIkJTKJskmL+rSjT6wZbQvRF+AB5uTUGeIeBC8kMd2e8r12oz301mX92lvwylvw7broEbYN5JcBvpBpJMU2OBH/siHzTM5RIpNqn7ZdyDXN/bNN9/GBgBglTZ/+NE4yIC44wO57ow2gGATKjD+448/jM1rX7x4bmwyQ165Tl1vW9qEOk3i8Cq/lMpO3RvDw+Xoi2fOnAl9hVwj3zzfy4f6khdEvvSdFy9exKFh9+8/iA0s0oFcP9jZWgJPAAAQAElEQVR///s/y+1K3ak37ZvqnjcOTRtfcAgbh7Xcu3fXHjx4YI8fP47N1ldWVkLWyIONeJEH8qTelIXyZVcSt39rylgAAn6J8ajlst0J/UQbo7OSvm2N5PugtobHXpLkfVDRJ9DVEPqQ9P4o+oQdckm72wddShkHPnYN/AaZ6sfmdgPX2Qcz8Wg+zvWcurazsx16bWdnx/07ofORyX6/7+mxX+zQ8sDH/KoqDce6juvuOcco9X/kn3pJCh6SPPbr/0uVY9o0xnn6Ef2KuR/3HMIBXmAFmV/U253y/xQRAFOoP5Qlmq6q6mjnVqvt+r3j/WHG23rO25z2ZrxuhUxXVWWVy4SkKFHfZQn5YnNkNvh5PnEYF342Fmc8TBuK90LuyJvEkpxX5eNIM8aTGZ/70/dmZmZ9nJlxmvayTIesNJsNk+Tp3QJz0c3ymXnZX3SRP32KMY4xZ3193ceiP2N8vnv3rnHQVtqM8TvX9Vnfp7EuHTyZ9fxtyzqedPfu3bP79/NGjA9C5z8YbgqNm+nhw0eeV6I8JqyurlrCfT3se9oH+wCIJAWO+CfJg0e3YEu9aFtsAtJSx3TfH43xowRv0SMp5K7pc6BWqxWygK5AP09NdUJueFa7zSnJjnJJCgwkhfw1XbZY70EfQfAnDFm3Qy4p8eDxGKt+6F3GXjDfcf2747q36/YWGIIr8d8GSQq2UnLjxv/sLhvjQm80DnTdNspE+3ajnL1R+5LWWYz+SxrhNgo0BYZ13Rjpj6mpqWgX9DpraOCZ5i611TX6ozJJ9maXKwFn0Hcdlvsedh9EP9y74VOui6TIW1KUW1LUt+tYYDehw54+fep22u/2ww8/GDY3Ntq//vVvt9Wx3V9tryd7nniJ2BTru+++czv2F8N+o7+urv4ZtjcyIY3LIyW/7bmQm77rWYh2or6UlXpCyBjhuY7Ex993bMij6+1KnPHmX12X057r0oThnuz23aLva+9fzYk+2Ol0fIzouH7uRJ9seh+StC/tYQFElRRtwJjfbreCF3zb7XaMCYRXFfKiaDPzi3q5U/6/IwTAe5L6LofIH7LEXJn+hiz2el2Xp7SesLdopCcsu5JG7Y5O7/gaShr799obVbS7NG5/M3vnF+XOxHiY+tKW9+FNp40YY+ljxNlbOCmVHTmmD0mV65te2OVgxzoBOuH27dsx9/3Pf/7j6wT/9jn/v06kb0iPXcF8+b7PN5kbY4cxL6TtpFQeaeymMis58Xfgq8JOMe/oWX/Qtd5gx2kriAO5+h42sH7Ec4vM/7suQfFE+vKnIFAQ+LsiMJjQA/jRO71eL2yOrttZ6E/GkERpbSKF7bhtCnXdHVNOiwsvaNLPPZTDXBk59LLK56kNf2+LTc+6DpuEX7hwwS5evGgconLlyhV3LxqHrLDO3nT7Bj0tySTZUS7iM4alPObiQC7ySvPYmbBpeJ50v3yMHIwo888YUQfwYS7N/G3V7UTWNV++XPO1+y1j7NmbhvjYgC9fvox1QMYT5qDMt+GX4+91KTfU8HfU2OZTbrPP+PsGCLude+wwMKHsxJWOhslkXpJiXgA/eC8sLNqFC+ft6tVP7NatW/bFF58bB3PdunXDrl+/HuG0TTqQazHwnJs742sRs7EeMC5by23EVvCmDnWdbAXyBk8oywM4QIRlIh4kKdpaGrtVVbnsJJLkuPdj/Yx2YX6wuvrMVlb+8DXYJ0Fsakx7McZu+7s02gS7m7zI421Q6mI+5jpzKZWdctdupyNvHbfPkUHkuuP2Fe0oVR77eP8lxZyt4f0IvsyTacuO86ctOs6bcPI1v15VZ0kewwJPMNr2d1LYkbg7Plfe3k59PrdbRN7zB/45LfYT694cjsZ6COsnvC9g3sZ6+n/+k9ZbvvnmG2MORjhrMbxPwN4iPnOyu3fvxXua+7vWWx7GRtXYZoke+hoMYY9iveWxv9vhwA3sK+Rhbe1l9NEdn+9T/oHbThRdkkkQd4fRIDChfyM3EPKaaeCNDR2W+k3Dd/OWJTlqRP+ivdFtyNKZM3PeD+dcp01HvyOevUeXpH2loW6MM/RNdCTthIvsoDeRPeSJNiOxtJsHdUS+Oy7vvMNcXFy08+cv2PhArus+hlyypaWzsVZK36Cv0R+k3bzgX+jdIjBuAg37oUK+aVfp1X4pP8cdp5dkZpmsXO8UgbebGfoCQveiE9ANEHo9E/c8J97rSiPJpMrH0Dp0JroEHdHxcXPG33cwhmJnNdwOk/Q6dvueJ96svbZizRW+8IfgS37oI+R9X+IIIM9EEm4an6kr+hGa1JHUG8p1xwWnbbd7Nje3Ygzc9nEdnZvHMeKYrxSYJf42vFK4mSSjfOhMyst4g82Hrl1YWHC9OhNrjMSxt3h5MbwsNiI74kU9wASi7uvrL23V38FgI9y/f89u3/4tDtz65pvvYj2ZNWVskm+Gv3fgnf9PP/1svwwP5Mp2Ce+A+K3EfV/H4Z1/ImyQTI/cRpmkh2GbsH69svJnzAcY7zY3N91+7ca8Q5LXL9Fk9SRN3A4iLu1H21IvXO6xUbinzhMJivctIYDM0387Q/tjYWHe6BdLS0uWDrxaijnSjM/d6Dv0IUhStDPFcvMx2pM2o+0ypTbtjeblk/epnXthlw7cls084AdJiT95kW8uH4cQTZbv3Llx+dBH1IU01EsSrAq9AwQGNKDn0/d3QujmjY0t4/dCa2trvoad3hNvuw5nbCOupNGYRbvRvsgYupmxhXb8ENuQumXq+7sMZD6NdduOw0bQto9fGQebuKSxvGYeuHVd+djeiDGK8TzPleir8/NnYt2CPlL5uoK9xUtS9HkpuW8xq8LaEXCY/W/6P+lPIW/nr1QNfz81FXLF+s708Dfnnc50yGDum8gmMo5rfuFCyDvzX+bBrDE+fPjQODSU9ZFvfK3kG7dL0oGh3/o7Kej7OJCLtZOffvrJ7ZRfnH51u+a2p0uHh2KrYJ88evTInj7l95jJ/mBdjPVIbJDt0C87Pt70fVxJa1derDf8n/gM1VuMczDM9/iPQ6QDI9xks/rfyCL+HIfVgXHhix2FfmHtK9vXtAlh6KPJNoOJJByTtI8o69bWpvGO7+nTp76Odd9494dNybvA8aFbR/ndQorzz/jN8b/iPSSHyN72d5Pp98bP3b7fdFtyx9uvH2VBp0FSKlsU1P9QLoi6ULetra3QrcgdfsYgnhEnkyc7lf/wm2QkyShj7Wuj9A3Gs+npaZ9XzAZ1fC6Gfua5lOohycr1PiJQylQQKAgUBAoCBYGCQEGgIFAQKAgUBAoCBYGCwMePQKlhQaAgUBAoCBQECgIFgYJAQaAgUBAoCBQECgIfPwKlhgWBgkBBoCBQECgIFAQKAgWBgkBB4O+NQPX3rn6p/d8GgVLRgkBB4A0RGFjsx+AOjCTFB1J8JNVo1MZHUnwQxeY/fCzFff44yl57afhhmIKnxD3Dk+yol6RR2qqqra4bw48e06ZfbJZR11XkY6+5nFXEqyoFz6qqwpUoD2THvNLmCADIh2aZjsnkA4qOkEAfUJHfaVHBZpKOm/lkWmTLJcuD+FD0uJz+zvHBCwID+niz2bBWqx0fRLdaSW80m03XIw2r69p1wtH0B/wmSVKkhycbIUD40UnkK8l5J7JXXOgNPoBlow0+/GXD8p2d7fi4ttfrxge2xHkFizd45ALmA0DCS4FJu92KDb1nZjh0YWqIW9PHAnRv7TqTOr1BlhNJqVe/j6wPvJ496/V6seHn9vZ2bIwMHv1+f/Qxd04qaeil/PST5Fau22lT2pe2gPBzoAhubpth4mM5kqK94dNuI09TLlctx6Xp4Q3HBWwqM0tlo252yMUz6pXquxN13d7e8TbvOg6pvsSB+o5P3zHI8rGzsxPxcTM+ZCPJpDER5si4Mxjhh1w2vT9QfuQV6nQ6BuEHL/CT5On+2v+p7v2hPFDnnfCDBc9y6Sb9Oewgl3RgxgYEbHjw7NlzW1lZMTZvZOMDNi24f/9+HLZx//4Dd19PpCHtw4ePgg8bgLKRCnmQF+1LvnvLyP1eIh7tiRzwYfzm5la0M2FsFED8yXpJGvVX2o8NINiYkY1GFhcXbCE2zJr1tp0aymjtMlqNZARelG/HdQ0f44MJm1U9ffpHbB5137Fg0yk2dMjEBpl3796133+/F4dv4c/0+++EZ/rd4yTiOc/gAV5sDAHmYM8mteS7GRtT7RzYvpRzkiRFHWq3BZFZNlmhvmzeS53ZnHFmZiY2QWu7Lmu6rkemkX34gCNY73g/AmfyZ9OElZU/7enTp8O6PzDKe/cu9YTujur7+7Duv4/qm+qZ7n+PAyM4mI170oMhWD58+DA2iV1xmQNnNiwFd8pAG1MmygZRzo+dqOck5foShl9CvuvQsZ3OlMtxZzgWtaz2tq9j7E6yIMmOckmVIQd1jVuHXyIt9HoOlG03uYb1wXMcBo80FuHbTYPQw/S5brfnst6L8Y6+TdtDmU9OJ+0vVw6iLuCQN22mL+Bv+LxNkknKbI7kEh1cGCMZByD6DjybzTT21xOYH4lpiXRsBJABl6pIJ8llFKpchzdC/mfcLmNjcQjd1/Hxu+32CG1E+1RVZVzwQdaynkPHomsybbuN1e12Qw6z7JFOUshOw+UIvjOuS+fn541NrObmZsM2JDznJ4lku8i7xK77d3VDnSHqw8YyGxubhp5dcd3OJoyMPYxBd30Mg9Dx6GbC2Dia54xNT30MZEPnFdfVjOno69XVZ7GRInZDIu6fx4Y7jB8H04vInzIwzuQNkGgTsKeclPd1+IwhTjqEdP2hXUj6ftiH6Rn3r+N3lOe04STtTyOXzcqQuaaPsegLCH+zib5oxDPkUdovI/aKi+ika7gMNp1328fxzBv9xDNJIaevYDN6lPHBhqZPgH0v5la90Mm5v40SnKInt0d2JQV36gB21Ie6QW3vxxDrbRB+wiFwIC5pSCvpwPpLCv78IU+I+lNn+j42BzZqksk1QybX1zds0+3NHbcFwYU0pD8OTcoK6fshnz3XL123Y7Hft2N+0/M5Xt/l9TDekkb1gg/jI2nQV/QhbManbqc9dJv7odtU9N37R7TX77tNC5GGtOgE+jmHK4AHOJAP+ZH3XqLMe8O4pz65nDtuV8IDAnOeEYe0yFk/cOn7PK8X43/XbYGeyyIu8snzcfyUir+ScHaRVFlV1dHPkA1kpNls+FjRcmpGeOXjgbQ/7S5GB9xIivTwxQY4jgxaud4pAshL3/tUz/sW60fI3ravJ3R9fEcu6ZuHFYi0EM8ljdq86XqXNm+3k+3dcRu87XoYeTipTNlbuih/rj/j/rbbNlCqf9LxxIEmiyDJpESE971vgiF9eLft8DgOfcBGuH9kXcP6wX1fR7jvaR/EBs1PnjyNQ0GxFdBl6GPy6nvbUbYg1uOGhL7I5KP7MLTvLtSz/qDrtGO9OJRrx/rWHT7rezKfh/h/6lWoIPDRIVAqgoobvgAAEABJREFU9MYISEn3uTPSg1IKQ8cnktsYhFW74qRnlY8XUO1uIsYHiPEDSmNIO9bj2GzzzJlZn0su2NLSYmxcziFcHMB15cplw3/+/Hl/tnuz8PoE6w6SYn2U/Ds+RybvGZ87M2eenZ2zGZ/XTk11Yn2prqtddbPhNfCBE+r7uMBYsunrlNjOzAWhtbWXo0MfGTcg4qHTGX8YQ9DzbH67Fhtsb4Qt3Hd9P8wi5h/kwX3ltlrtdc24UW7KOTc3FwfuUIe2zxHAl7iQJJIemyR5u1YTGE3FJqisobJZO+1Ae3AI15UrV4yDuq5everumDj85vLly0Yc4pImb0bPeizrsqwdsFZBHagLG2NTL+pB21BX6lzXVZRH2l8fSaP2Mb8k+V+GuIHb0H2nXuCa5zbPnq3GwQvM08GdDc5pu223iXpua2e8g8mp/9k/6FLcytuWdqPOU1NT0R94L9XwOW7l762OWwxJgVft8gJfcMx2esaWcPKVxnjZnktKzwgGl17YkF2ft+044fYc365T35Bb4kA5PmGk2Xaba319PdZImFOxUXCyl+772jlr6Pd8Tf2+20MP3B566PYQ6+GP/b3JU193/yPexaz4Os3B6y3PnO/zIGynw+nFcL1lLTa1Rx6yjdX1eRZlzWWn/LsJHCYJ+YIGUe+UNmGQ/INdfXc3r9O5kyhP4iUpdGyzmeZ3reE7bdoaGx2XZ8iDNE5n7+lFO4Bj1+co294vt11+0JvcQ8gUz4mXqyBppAeQa+rLOgl6Bf2CrllcXIzxA/0zP3/G1yunDWzoC2BDOkmZZXH/IgR8aB3ljJ92TuRzF5/FJH/qY1kOJsMGcRhJej5wBpm8xzrfFO6e8v8jQoA2RhbQDV3X5z0fy6Hk703o6fEYTJqDIEAFoAvQCeiGpq93JGr52hnUdNuojjFWOr6+IAn8Gz6+Z76tVuLLON1sjtfHKR/lnCTSTxJxct3Rk9uuM1nr6Lr+ZI2n7zbqZHr8fbczezGeM5ZDjOU9H7dSH0t9xVyn2oGXpKh/xqjt6z8dXwdC30JtXxtqNJqevrL37aLu4ITdh/296u9vnvp7HeyS+74OfNff7fP+J7v3fV2HNeH0Duix2yRPDTtmZfgOKNslz55hizyL9z6T/sNtkucR9/nzF4Ytio00aZdQTrCTDpcxKT1LbZp0W9/bu+/tm8L63qYpnHsInh81/cWVkzS0x5pGv8Cm78Q8sxM2R56rNV2v0H/QBZK8r8jy5bfZG+F1XY14MjdAX7R9vge13N5DbzQajYhTVZWngczdMU8bXpIiHvm3XO8cVD7CeAZP+EHSfl5WrreCQO6nuLz72XYbeGNjfTSHQVcwf2FNP/f1yueKtBeyQPshZ7OzszF35572ph3fSoHfEdOEx8DnnD1/Z5jeHYIN4x048fywovAM4rk07k8t7z/0o9RHp0e/JwJLqcg8eH0s5NOBUVUm/aPAt+ChXzbdpkPGcp88c2YuDmVcWFgwfj9DP0X+Wq6Pkbva124kmaQYv7HVss3CmtXz5899XeRPe/yY90+PfN3kQayfTNotd4e/ZcFNvzmc/K0iv0e8G7/FvHMnub///rvf3/W1mHvBC3vn8eMnbuusxJoZNsrGxoavp/G+fif6YO5Px4cNOzwTqfHjvjmdvEyH5T2I+UPX5xXoW3RNN2zrXoSTH3RY6hwujdsTHuhv1oBTW674etcTX/vKbXk/2gDb86jEmhqEHbvi62X8bgEbF7lBfvI4kcuDS7n3EvGoH+nSAWS5vbvHqi/8j0uUhTSMU/QB+kLT7aS2zy/abu8wjrGuk/sJ8aSEK+kKFQQKAgWBgsDfGIFS9YJAQaAgUBAoCBQECgIFgYJAQaAgUBAoCBQEPn4ESg0LAgWBgkBBoCBQECgIFAQKAgWBgkBBoCBQEPj4ESg1LAgUBAoCBYGCQEGgIPCeIlC9p+UqxSoIFAQKAgWB9wmB+D4u/oxKJcn4ACpT/mCKj6ZymB3r4kMqi48OnbW96sofauU4kqIsqQx1bJBR15WH1U641ZCv7OiXIo2ZjMuzwHktHT3CbjyPnu79iJk/YM0upcrtMhlGeKGCwPuEQJbPLK+SXE/UQ71RxwYVSX+gO2QSZCe6JDnvKniiG6F6+IG1meyoF2WF+sMNVthcB2LjgX6/b30PPyqvk8Yjf69O1Id68CEsxKYg3FOvqqpMUtBJ8zk43SA+RqcMfa8vHxVTf1zuCT84XQ4d61tJUQfKWlX1hL8Kv5TKL8lOckmVt3fl8tQIqr29K8clkUyC7MjXYNC3XNdU3/Tx924GgxE+xEcuiAsdBZ/cJ+Apyctfe9kT8RE07dts5vpURl0k2V95DbzQUN9lvz+UCeqNn/C8kRRllI5eVtLCYy+BJUQ47lFpMj7+o1IuR3ZJR558IJ82A+Dj+O3YEJPwgcsJdR04LriQpGhL+ikfsLNB1sLCgrEp6pUrlw06f37Z2KBwbm52uAFJy9u+4W2cNoBI+fZdBnuRF/nzgT6bn7CRABszsDEEG1qxuenq6mpsEMFGVWwuzqYAbGLFZgJsEvH773fs119v288//2o//viT/fDDD/btt9/ZN998Y//73zf23XffRdhPP/1kt2/ftvv378cGBWxsxaYFeWMByjVZV/NL0rB/JRe5ZXMLNntdWlqKzX3PnTvn7jljQ1k2ZOQZm2PwkT/x6a/OynUqejXVG3xTvbu2vb1jbE5AOdbXN4wyseEB5WNDrpWVldio6/Hjx3FwFwc7cOAWG2H89ttv9ssvt+2nn36277//Ieqa6v6t1/9bx+H7wOSXX36NQ7tIywZh8AdrykBZqDdEOf+uRP29ub29K5fxhjWbzaBGI+t0BTRScuPmiH8kOV9FH5CS3058jceepJMm7/czpV5Qku9+6PWUzqJMtuci7p4gv01lrio5NuBTe5+GGn5fO5/KSXb8izSKtJIcn8r5QbXzbwTRfxgfrFxvFYEJNT/KB9zRY+j5+fn50Ovz82dio+6ZmenhBs/NaDcSIWMQMgQRll38UL7PLmGSXAYqb+9mjBnoUPTr2bNLkRdjDXJge67EA/mH9jx8B7fkD6FDoa2tTUNvo6vv3v3d0M/5oER09sOHj3wsWzHGtq2trRgDwQuCz2SRuYd4Bu+91I1NfLqjMbTbzX7G1V7wJoz0meCXaTKvw/zeLPEoy0ZO23cbKftxI9Jb/yOXEYWsIQuMrVBdVx6WntkpXFLiVVW16yII/tUuv6RdOR2EgZTi8Kzv9iSE3Y07GNpWu5ic8s0gN5rzleQYVd6/GtFnZ2dnYtOus2cXLdFZd5eCsN0W3Kab9/4+NzcXGz2iAxgPa597SIp2gH8m86uqKv9rIXfI9vpwo3QOm7t7957bKb86/eJ94o7RF+gjf/5JX3hh2D7I9yS/YHbsPwO3s6B+lAOe4N13eWXMg39mKSm8UnLjZuIPcaG+tx18JumgsMnne/0HxSfsqJTLkV3SZX/Oi4246O/c8zxXhXgDl7c8l+EZ90k8Bm4P5JiT7sGYSIq2r9wOoL2rqvb7yonwlF5S8pzor4JXVVUur/Wwz9VDP2GJMutBqkS+/Ru74/EvQTK+fxugZNxxkSdkruvjUa/X9f7Xc5lKmy9Liuyl5MbNnj+SvH2raGv0eaPRDLubzT/x165zKpc36XAe9hddYD2JQa/X8/onG5vw4xaLNBCYQvCDJv3cv44Ojt93nZiI59DA9cLAKzGmXHZ3zWWIZ+b+ket+8zoOnGzH+nE4V8/bu+dV9fjxN7nuLf8LAgWBvzkCkmJMl7RLz7POzzoituXh1LK9z9g0s92eCju205ly+7TjNB2HXc3MzMR8kfkjNuzS0lm7cOG8cYATBztdu3bdbty4bjdv3rBbt27a9evX4mAnbGBsYvKatHPtmJeU6sqYBTGGdTodg/e8z5sh/MxnqX9eW5IUOQ3Qs0HcDlxf93xtcMvXBNdi41rWQlm7Y410Z2c75n47E4exbm5uuS29YevDdcR1t8EJ6/rcsO82sLN2XT3YRYytjUbD2u2W49gJHNOmvgsxR0hrma1oO0p1miQp+IJVKkPbsZr1echitNuVK1eijT777DP7+uuv7P/7//7P/u//vg7/V199ZV988YV9/vnn3pa3vF1v2LVrnxrt/Mknn3ibX7KLFy8En3PnluPAHOY28/PzkUeq11TYGtibkgIXO+CSFKGSQpbBLKUx6/v8YDs2NU9rt6zfssEwhH9zc9OwzfuOfzA5xp+jREVmcrxJv1kuaxW2VbN5Wutp8DVvNzlVTnXwpw2hhIuMK5cnu4SZl8v8ksZxwCbZNH2X+b5j2nPC7Ueb5PS4fccbeUbu6Qd//rka6+K//XYn1vfv3GF+ec8ePnwY6/z0mfX1l94G20PeiacXYfQfvhC8oVSWnscfE3keTOM4pCN9JnhCo4yO5BmM6jxw+6zvcjPwjuv/h+FHYnKsSPCfTCDJJHnbVtG2TV8LRz+gr+mnqZ1lXFJy8X8IlOuKC+UyS4o65/uDXGSb+oPD1NSUr1VO+TjUdt3ZjkMWm97HEjbVQclL2F+OQOpbfdch9NVE3ejn9O1eb8f93CcibDf1fMxNRNq8poIc0T//8uqVApw6ArQt8gLR5pNruDw7SoaSIpqkkU5Fj0BJX8h1j53CBR+oGuZThf5u+DvMlFcjwiUdIS/i7O8v4JBp4OPTwAUfygzx76X87CiuJC8jlMoOPpS96WNQs4kNU/vz6pTwslO9ur4Ghs29urrqtsfj+K1B+o1Cehf0+++/u12S3gFhH3J4Lu/+Sdf3cT4XZi9+/V36quc6KhHpxtR13bSXeh6WCLmFMu+c19Fc5IA1vWQ7ZR7JPRqHEuv9QQA7BqrrRtgtzIXm5mZ9vnfGFhbmnRbiXe/i4kLMp5lXM4/F7ml6P6RPSuiH96dOpSRHRyD124Hrhu5wfWF9eIDfc19rWI8w9Aoc01y3jneHrVbbbd7OcI3gTMhGpzPtMtQMnUz8D5HAI5V7MJp3Un/Ge3Rv33XzOE6Kmf/m8OxKCizoIxBjF0S/gQij70my113l+YeEwCDm58Z7k3dUbEnRL1kTTTp8zvX2QvwW8eLF8772dcH95yJsbs+7fGSQYiK3/aF90fV1Qoi1FWh7e8uwUbBp1tZeGmuP/L7lzz//tPx7TN7jP3z4yG2dB/5e/14cvMXvXvjN4c8//2w//PCjfffd9zb5e0x+q/jjjz8acfhtAAd0rQwPemJNh7wpE+X7mAnsB25DU1dss8n55JvUG357CV0GEY57VJqMj/84NPC5wWT8nGeWMX533HWbmXDiET/Tm9R/b9pJnpIMHTypk1mnRzcTxjP6hlT0s5WrIFAQKAgUBAoCBYGCQEHgnSJQMisIFAQKAgWBgkBBoCBQECgIFAQKAgWBgkBB4ONHoNSwIFAQKAgUBAoCBYGCQEGgIFAQKAgUBAoCBYGPH4FSw4JAQbiOgMsAABAASURBVKAgcFwEquMmKPELAgWBgkBB4O+LwGD44WL67kkmQVV8LMVHUXwcBeGXeKbXguXRhnxs6KY0hNvwGrxiv0hJkY6PkMl3N1XxoS3PJA25vd6ZjDr2Hz39OIeDCn5Q2DjFh+ijffIHdLh84ErYh1iXUua/CwLjfigp9AS6I+uvqqojrKqq0C/SSfq/xSVVriOr+BAb/tWQt/RqnlJ6Tp8aU9/6/YETbs/SR8H9+LD8bfa5MW9Z5ZhQDzZ8g/g4lvs6NmKu4rkkk2RvepHvmKg31I/654+C+/3+sP7jNj0oXzA0k0nyMkJ1tAv1SZSeSbKTXpJGvMEEquuGZWwkeEOuJb241M1ecVFmiDpSXwg/YTlt8g8CA55ByAVxocHgaPh4iaIkCYsq5DV/9NyMjZUaHgZmtWNY2V95DYaVxx14/fgwnrpC1H8wfH6cMpJmkuCTCb6TlMOP4k6mO8x/WL6E780DHmwYur29Y2yE0O12Qw8QF6LO2aUtkcFWq2WdzlRsbMqmPcvLy3EY15Url+NwrsXFxXjGpoXEbTRoY+R0LFfkS17kCW1vbxsbQGxubhgbaK6tvbDnz5/Z6uozY7MGDpJ6/PiJ5QO5Hjy4b2zmcOfO77ER5y+//BKHT33/PRtAfBeHcX3zTTqUijAOrbr9mgO5JuuKP5Mkl1GFvHY6ndi4iAO4OHwMOnfunC0tnYuNZNkMeGZm2tBlYAVmUtrslTpD3S6bZHUDb+rNARZs3LqxsW5sfPH8+Ys42IXNRv/4Ix/I9SQ283rwgI0vqPvdONzi119/tZ9++sl++OF74zCub7+lzt8Zdf/uu+8ckx/jwDJwevDgYWykwcYa5ElZIGQi1/Xv7cr1bRXt3Gw2rdlERyV9KyUZML8k+d+j/ZeIK5efyglXR0t4QCzUUCL6kWtY1/kHRBsF5bj9GOMHPs4lInwU6TUeSV5uc8LVCB9km3GorisPk53kctbO1yZIzqse4j/GvnIbQZKV6/QRmJSFST85gTt6bGZmxhaGG7Wh32ZnZ40NgNDvTe8nxGOM6A9tp+wSBp/s4p+kFC5vf3m7y9u94ePKtJHH2bNnXaeejU2/yIc8bHiRDvIe4HbKMPAvcqgrhE7f3NzyMeu5MU5xYOLt27/ZnTt3fJy6G5sVpY2HVlzHrw03PWOs7Xkddndk6gbBNxN6GiKfbozRXR+nGUf2EuHd2GyN+FDmAU/o+FANhmXEddRdUPquU+DlXn9G2PG5Hj0FMmJDOanC/kX/QFVVu+xUZiY7jUtS8Ktr8qncX0d+3FdVbZKC7IhXwqgfbYVd2R/2EcKPyOLY0eANkVBK5a1ch4IXfWlmhs0X5w07jX4GcXgBLmH09fn5M9H36OftdjvGQnhA8IU/hF9KeeBHNrEt2Iyezbs4kItNSbFTfv75l+gPHIr6+PFjt+tWjMPpNjc3A5/ML7vwOx4NXBYHPs71g1+Wffghp3t5SdobFPcp/mDEizaD1yQRdlSaTIefdLiTNJln9hMvE2GTfu4HPleBR3dkT3aj3sQbeIUzcZ/ncANPMxg+i8qO/mjke5VHkst/5f0iE/fyJPJwuXvy/846eCBjtc//x0ReqR9KijjUgZyyi//vTt6sbx2CjDcuhGxByGGifvSb15WFtBRWUsgSbd3weWKz2Qhdk13CkQd7z65U/oHrGqjnLtR3N9HriitpFAVemcASSlj2oj/jJ+yoRPwxpfKksYcyQoNoo76P4f3QB32/d/J3MgMO4MIl3P3+wO/82fB+EG7X+nEYV9efQf7cfaMKFU9BoCBQEBgiICnGbPQ4+hw7tOnzRtYGoXa75etl7UNo77Mpw4ZN1PH5YifmojO+5sa8NB0mhW274PPHpViPvHTpkn366VXjAK7r16/H4U03b960a9c4kOuixzsbm0y3w85thr0vaVj64znUEUp1bEVZZ3z+TLmY1+Lv+Nop7znq4Vq+xPpgmkOlcXPgancQuj/b0qurq74Wuhpzx42NjVg77Po8kLVTiHhbW5vGsw1fR8T+Xl/fiHkm67sD19ueQ/AdeCZ9n4dQM8ra9DGXund8bZMDw+bmztjCwnzMw6enZ4w2Ih7xT5skWZYJyjA3NxvzkvPnz9uVK1eijT7//JZ9/fXX9n//lw/k4lCuL+3LL7+wzz//zGhLDlq75u1JO5OOQ9guXboY7b+8fC7aeHFxIdZukZPp6U7IW9PlkPzNL3CB3Lvvv5TkQVLYK+AhKdpo29fOwRrMX75cs5cvXzqt+Tr2euDPxrODwN/eyeXFinxwKWfD7SrkEaprbOkq+mNEOuYfeEry9IkP/Gq31RPvxhAbjbgOXNZGNyPP7ucDxwZ5xGZJdkrfuB942kQpIX7iQMj8+vp69Ak2hGad5ddfbxuHXnDg88OHD+3p06exjv7y5bq/W9iJtsp8E0eL/oAf3hDPIfKA6GMQfqgbc62er68k6vW67u8G716vFy7p4TVJ5CGN6839QeRVjmDS9t0+w50kL3E8P+0/5DHJs/L1AijJTjN0AHog9xdpLEPS6+s1yftD8E/iIckkWcKjEViwCXoag9p+DzV93tJ0XZb6gCT7wK6/RXHpU30f+9Az9Ff6c8/7MNT18RRdndxu9OuD/MTtRV8f66ncLyfl5m8B6EdcSdoSWUltnXV7L8am/oRuPgoEkkY6JI+XacxM46iUnh+F12FxnMUwD4WuIp9EDddLdRA6TJJxUT/c/STnk0MHXl8IWc8Y4IcGMX7CJxOpsh839wvCX0cUK5G8rFDl74Rq16uNoEYD/Vp73eTlk71PF3XtuR7ZcNt8dfVZvAPiXX3+jQIHht65czfe4fN7hrTuveF2yXboGdJTn0kXfz90FVj3w7bohd7pRZqe5zfWT4TtJp73hvFxMy/4kpf0Ogx5LzUm0o3JW9YfpXu4FfoQEJAUfQc9gG3HnIu50NzcXMyN5ufnff614LRoCwsLMQdkzoqt0/Z5erPZ8P5Xe1XlVP5/SAikvjoInY0uQCdsbW35PPVlvLd+/vy5z1vXY87KM+JLcl1ch/6l/SfXCJAZZKfZbLlMVPYhX9Q1E3XPhJ048PnpYDgxy+5hdXW4vH9VgUdjNO9uOn5NH8sagSV9T9JhLEr4B4YAMoF4ZPKR0Wvgg6P/fZv/kSNsoravW874+idrjOhsfo944cKF4YFcS67HF3e9y280Gi6jrDkO3LbbbVsw/2FthTUtDgvl3TzrLGtra6EjVofrkCsr+XeJj+3Ro4fGbwtZd2H9hQO5eN//008cyPWDffvt9/F7RH6T+O2339n33/9gP/74kxHn7t27nv6xccgXv0vEftre3o5yvU3s3hfefZ9HoGPG+mYQ+jnJ0PFLmWRxEPj1h7Zj5p3dHL7H3ZUmP8tpXuXmPPe6mcekm/lgt7Iu3XMbthc2apLDSR7Hr/3rU9BnmBM1fd2XNXjchs8rmk3mGM2Rfn49pxKjIFAQKAgUBAoCBYGCQEGgIFAQKAgUBAoCHyQCpdAFgYJAQaAgUBAoCBQECgIFgYJAQaAgUBAoCHz8CJQaFgQKAgWBgkBBoCBQECgIFAQKAgWBgkBBoCDwASFwwi+xPqAalqIWBAoCBYGCwKkgEJ8qxh/YKT4OlBQfsfLBVKPRGH28ysdThNmxrszTgrf/NS4+mMQ9iPgQjHBJUQ7y3UuUQ6pMkh3nIrpEGh07bcpnBFa6/Qj/jttmYNmPC53048SPEKZSpfcOgSyvqY9KMvTEbt1RWV2jNxKZySzIjnVJct5yXnXoR/QkfKsKvrLDLmn/M/RdPz4G5kPY3mizF8J49rb6XOrPzt09FIvy8zFsq9UabZDIfT2xWaW0v/yH1fXV4bQR7ZWJug/iQ+T0UXAv/P1+/5VsvOij55JMSu1bVbXVdW1VtEdlEs8SjRIc0wMveDZic4fa270O/oRLijzMZPmaLFsOyy7tSt34ALzbpc27UV/CvUVytHAJGwzAB+oN5aM7ET+i7fuT8h+EDvfimSTHBHxqL3vDaFvkNrvUraoU8ewvuAapwF7eVOaET39Y3yQPxCGapCOVkPiTEbmHMu/sZpl7UzfzO8gl30x7n5Nvd7gJ3c7O9miTV+Sj77ohp8t1keRtWXsbNmOjWTZvXVxcNA6lYhNUCD9hbHraiY1nW56mMWrfwVCmer1ebCpF/js7O5E3G0BsbGzGpjBsWPXs2fPYcHNl5c84SOrJk6fGQQ4PHz6y+/c5mOqe3YkDuX4zDnv46aefYrMHNn1g84f//e8b41CqH374IQ6tun37trFpBHw4LIKNU9lwgvz73ucHNLJ5Txi67o1ySwoXue10OrFJ0dLSUtR7eXnZ2ACDA7oWF8/Gs7SJbTvknX4KH3iTB5j3et1h3XdiQy42xaEc6+sbXvc1Y2OK1dVnsUnFH3/8ERuLUu9Hjx4Zm3xxwAUHvrDJ1y+//Op1+znq/d1331uuO/XnHkzY+OLOnTuRFn7wJz+wp0wQ5aOcfzearLc3c+hWdBL6qdlshuzShpCU5ODoGCmierKQH0numlNy7Y0uxjJk9fVMqONg2O8GIdspbU4pKXtHboqXbiVFmcEAAh/6AlRVaTySlCKf8K8kx16ON2NFI/pOs9mI+zQ+WLneAQIhHsN8aNtWqx2bleeN2nDn5mYjjE3a2NSkritPMQjbIOsS5CeTP9z1n/Ac4M0esiVV3ubN2GCdjcvRrxwQxCZD5FO7XWV+5bS4qawDH7v9wV/wP5Vh4LZC36kbG5kxZnEIUdLPv8X4hJ9xh3GLsQz9i85H//Z6PS//uD9mntkFz3yYTjdstp7n1RuOH133d0f+ro/lveHY0nO+kwQ/eOFmOhpkqWxgTTrXOFFe/BD3Yzoax+PGQkZIg1tV6IfaZSXpCOSCMJ4R501Ikkky+CWqQ//Udcqz8rwhj2Jcqf749pOkUWDfbam+2xe0x8D18AAwR09P1zPJO/slRZ3Q12wkjd1GP8ZOg5aWztqS2zNL7i4uLtjCwoLxnH4+PT3ttl7b8WYsrAMf8wve1Mm98V9K9aWOyPb6+npshv748RO3ue4Zdsovv+w9kOvPsHWyLQIj+OKehIB14Phiv1IO+g1+wgY8PALTyXj4IeqZ+PW8v70ZTfLC/yrKeU/GIQxKYYPQufR7bFjcruuIvssbcaguLvfg0HcZhAjLRN8dQ5PakHQHkaRof/pAVdUhU1JlCjooxfHDKp8LVlXl/a7eR4RDmSt1wJ9d/H9fQk9Dbx8B8M6EPKW+0Y2+wT3PcikkhVdKLjd7n9OmjVjfSDq9ERukNV3ncF8bz6Vxenj8lZTLT78ZhL7pR93BIdd/wMNDCintrwvxIdJD8Hpz6rt+yPqKMnK/mwZe/iAb+Lje569Tdj0sDuUa3nvcvvWsP4B2/ImT+wfuCz3iKVOVjyKHKWb5WxAoCHy8CEhJ10lyPa4Y0xv+fpd5YyvW/FtxoAmbyh6VsGGhjq8nCZj0AAAQAElEQVQvdnw9jk2hp6dnDLt2brixODYs80cOduJwpqtXrxoHcnFw082bN+zWrRtxf+nSJSMe65Xk34w1n9qkVG47xiUp0tU+V4WoY8fLOBMHcp2JtUHKODXV8Tq3fHzbPbYNYswYuB5OhM2GLb229jJs6dXV1bCX2bQWe4/xAZcNbKHNzS1j/RTbm7VNXNKzyW4/bELX0q6ayScTY2vDx1vq3nEsZ2ZmvZxzYf/Pz5/xef60l7XtbVcdA4mjRZUUfMGq4TJBGWiHRV9TvnDhvLGeTJt99tln9vXXX9n/9//9n7vQV/bVV18ND+T63NvyVhyyxoFctPMnn1wx2vzixYuxKTFrtEs+v4EvawvkMT2c14zb2157Sal9JbkcJzz6blODPW0C5rTV2tpaHJzG/ebmpq9td63v+NtbvGjPSfZexKEsVl7W2mWtEQTWkiajHssvKfhWYafL268O/vDFhqvrKp6bX3vL5EH+jL+Q+BOyDjZ9xzFTmrcNHDO3O4Z9gsjwI07X1zmQezBnI+dHjx4aa+G3fX2fdW7Wxx/uOpDrZayzk7bv7QAf+GXivj/Mnz6ViXwm/em+u2u9pevzLeJ0vUy4mQ8ufHMe2ZVSvfP9QS7pDqbcf5N7UNrTCJPk7SRvW2Sn4e97Gq4D0NPorEa0N+0vpXj2gV1gS5Gzi19KdZHE7T6SFHigpxi3pqamYq2y3Z6ydrsV+DRcj9IHqmrcB6xc7w0CqJIBcxjv6+gY+mvP10v3En35MEpxe7vme6mvvzfVLAU5RQQGLjS0b2+0nt4fjkv9GLt4Dh0lS0mhQ2q3Dxtu70BVVUeYWdI7UnLthJckk9DbUB26Gp1EXrh1XVnlY3dmf1DZnUV+HHUc178fdeceGkRfGkQch8ldxqV03x+Osyncjc4Rx+w5yKXs8vJRxirKXteNsFsarlubzYbVjl1VVfY+XQMq6QVCRtb9Hf6q2+mPHz+O3yjcvXvP8iEVuNgqKysrbh++CFsd25F0mYezcRwTXoRB/dBXY53TdZsjU8/1V9dtj4OpF7ZKz2WXuUSi1D7kA0nCOZCo1phSOsozSSlhKm/yl7/vKwKSTBpT7X0LW6bTmfa586zP++b93Q+0EAdyLfq7IN6/Mn9lbtjyd8H0Q/qgpPe1mqVcr0Bgsu+iM1gfePlyPQ7b4UCu9fWX8R4bnUFcSUZ7N31dpN1uh82LPCAXrLUkuWiGzrYP8KKOudj40bUQ9Yfw930sIw7PcffSZLikwALMau9fDR/nmz5uNR0/iPD3bfyycp0YgXHbMwZmOjG7YyWUFHNz+iXrWfTHRV8747eIFy5csIsXz8dvExcn9PiUz1uRwyyDlL8/tC/QBxySxNoKtL29Zaxfrfu7fNay+N0Kv5tkzYXfET59+nT0e0x+l4itc2f4e8xf4neJP9kPP/wYv8Hkt5gQv0/8/vvv7ccff4zfBNy9e9d5PLKVFX4LsOY20Yavl+2MbKBjAfKBRU621SBsanQNRFvQJjw7bnVSukFghx9ekwT/06BJnkfxT5aF/JGzRDtun/Z8Lp3mFcSDjlvvw+LDa5KIJ8nQwc3QyS3vP01fu2mGi67mmaSwk6xcBYGCwFtCoLAtCBQECgIFgYJAQaAgUBAoCBQECgIFgYJAQeDjR6DUsCBQECgIFAQKAgWBgkBBoCBQECgIFAQKAgWBjx+BUsOCQEGgIFAQKAgUBAoCBYGCQEHgNBB4v76OPY0aFR4FgYLAx4VAqc17i4Bk8QGUpPiYVaqMDwYnP46SPJId7RpHPXqazFmSSeQvowyZpHQvyY5/pTQnSrors/zBZ3Z3PTzBDXxOkGxXktPgkRiOP57rGx/usYHEYNCPDwxttNlnilv+FgTeJwTyB7SSTIKSDpHwy4sqD7ddZCe4JHkqOZ9MVfg98Mj/B7mwkWLg/ct7l4el8NPrz8H+wD85D+pQxQeyjdGGzHXco3clnic6kM2pBFL/3XRctl7MaANJkVTSrvsIPNEfeSoNeVXuQvne/F52ksub2tv88DpnOUjxxrJBOOQhR87WoYhyVpV8PB2TNFmXk9XDTv1Kckkd99JxspJkkiKJpPBLMmQ6E7bNmxK84JFd/NDee8L2UlXVXh6oMjNZunL9uUt+fJNUVdVwg6yGsbkDG7Ow2enFixfs8uVLQZcuXTQ2Q2UzXJ6dPZsOeGAjVDZzYfMINnKZmpoyNpNotdKH8egA+EupPLQBdgAbyrJx1dbWZmzYwOYQbHrKBjJsELG6ujo8vGpl18Fdjx49MjbmZLMIDkSB7t+/H2EPHz6yyYO54E9ebDBAvpBNXJIcryo+3u90pmxubtYWFhZsaemsXbhw3ut92a5cuWyp3umQrrNnFyMOm8Dur/eU82rv2giAupu3BXlTDjYtYGOMra2t0cYYa2svY1PeXHc2x1hZod4rw4O7nhibgT18+DA2BLt374HdvXvP6a7TPQOTp0//sNXVZ7a2Nt4Ag/zIF7K/7SVvY2g8JtV15WGTfcSOdbnYmCQnc5KZQfaOLnR8yirrcnQ3/hR69L9eBYMq1+OSHBOo8jDqA9mJLymnV/CT5PzhDaUwM9kbXSXxsRGgrdOm4h3Xd3OGHpubm4vN29BnnU7HdVgr7DXz9kF3QHaEi3iSop3runY92PCxoGVsrk4ebCKEfp2ZmfU82hHP9l1j+d736B0EUAc2MEI/r69vhF5e9bGIzYrQwVDStX/GhmeMW2wijU5nrCE9xcyuJJMUda2qKnBlkxjagHFyysdLNqLHBftMYJYphxEHIh3jK3zAGb5Sysf2XfKQSfJb/5/0RcI6l9WD4396Ft63/keS42NOuGOyt3BJY/4SfvN8bXhp6B7sePTRg4QX2CV7CrygUYS34CFPCNaSQp5o+3a7Ff14aWnJ7ZVLdvXqJ/bpp1fdverup064V+2TTz6xK1euRBxsG+LTF7HfkC/kqa6Tbja/JDk2cp+NNpdCxrfcXkPmsdH++GPF7RJskydhgzx0++vx4ydht3H46ubmVmzERb/ItkgwfOUfMN1L5nMbKGEO1tAr2Uw8lFI9cpCkEX6166k3pWrYr+FzmJ9n0ORz7vcSzyU59rm+fXOf1x9M3Ov/kxyke/yZ/NEb/fdsPX3K2z3+X05v+h8eiSR5vZKMSfjHvCWNbz4oX2qH0ysy/LKcj93d/N8eVshSlrd+f+B9fxCyl8J3l+JVdxJl1Ki9q7Axq+h3kjwp5M5795/6OgLeDNR5kl5VVOLtfS7J66+oM/16b18/2T0Y1mFH7E4/Dq+q2ipBHoZr7prfu+ulMblfw3CpMi+leY19NT4qPfL7nfvL/4JAQaAgMEZAklVVZbXbTs1mM9YMOZRqfn7eWB/jMCzsSzaRzQfb4xIG4R8/O2fLy9Cyu8txID72KWuPly5dsEuXLrnNetnt1ytu034S9uzVq1fDf/XqFbdpL3uci54ub1S7GPZwpzPt889WrGtSTsoryU5ySTJJUWfmXO32lM+XZ+KAq4WF+chvZmba2m3W/sizjrjmF+MCtirktzGeYkdvbm4adjTrdbiJ1iNsfbhZbnq2ZtxzKNfW1nYcQsQaYr+f36HCNY9ZSWNXVe11b0Z5WJedmZnx8s6O5vrY+7Rb5W1I6tMmSbvwYm5BnpSDtWXmHcgIcsB6cmrvi8Y6K+0NpXXny9G+zFuYv1z19r7q8xuIOQ6En+eXfH0aXsjXgrcJ8tj2dqKetcvpq+oqpfJKyQVbMGb9eNPnMMx5Nr29UhuM5zS07Wlj9zp+XsSIIqWyUi8p+SXFs5P8kVJaSd525iSXYfwys0x25AtsJiklRD4zDUO8Y9AfWENhzsi8kvVv1lgeP37s88vHxlo44WweTV+gLWgf2mmcR+InySRF2Wl3CBlABvM6y1SsuUzFRvTIJZTXWnC5z0Rc0sKDvg8/KeVhfuX83Rv//ZHnbyOyuOife8ktLqBwq8t9HosbyL2n/F/SiKMkxybpbuoDUacsR/aBXlKqo5RcqpHbBpd7aNKf7znICXmiv28N38sgj8jaxsZ6HGbA80l5I22hvx4BSUM7pOFryi1jDKbPTk11on8z/mELpH49PQzLz5JL3CnXCaRt+3oafZ0+ISVZkpJr5fqoEEi6IOtl18InUr9yXX8YnQ5ciJ8kZ5ZI0q48zWTHv3K9s5s4+HDsngxEcifDMmYe6dj/JZn/d8JVjEN53JFSmP3FF/VDz0OsW2NzY5tjf2Sb5OnTp/5e/g9j/Zt3Q9gtGxsbbpvvDH/j2Hc7vx/rZrk6ksJLfeu6inkJdgXU9nkDtkmng00CdeKdGTprL3X8/VzH45Gm1Wq7nX/QfCO1m73yynFwswzgnrQfvDKz8vAtIiAp+lLt8xzeKzLPYg60vLxsaR59KeZRzJ+uXLlsFy5ciN+48O6X8RFZajYbziPJqH0oVylnIJB1FvoKO5X5Ebbr8+cv4v31ur/HxrblOQmkZP83fe2GtkefIDO8o2fePOW2EM+kD18eGLvAZy+5lnMo0H3uHPKfNPkRUEgyKVNlla+fZJJSeI5f3HeHAG2cc5tssxx2FDengxd+xv8xMS5CR+H0ZnEkhVwxL6cP0hfn5mbjMMXz55ddd180dDprZRcvXvL7C8MDuhZ9PfKMr0XOxlofer3jtsKU92X6OAS/RqMZ8yXk1vzKdUVvsA6T57/rvgbJ+iNrLs+fPzfsH2ydlZU/w+7BBnry5Mnwvf/D4e8S79u9e/fCf//+w/hN5uP4PcBq/C5x09fSyAc9BLbk7UX4aP9Tv0k6SUWlpFeksUvbQYz3b0qZT3Yzv733OTy76fl+HWgmSxf9ZTCyg8EhhZ/+X0nRZ3LZGo06ZJx7ypnJylUQKAgUBAoCBYGCwIePQKlBQaAgUBAoCBQECgIFgYJAQaAgUBAoCBQECgIfPwKlhgWBgkBBoCBQECgIFAQKAgWBgkBBoCBQECgIfPwIlBoWBAoCBYGCQEHgI0eg+sjrV6pXECgIFAQKAqeAwKs+a9Xw+yxcKd1IyX2zrF+V637OZCnJJE083OufvJ+I9p57+Yg0fWCcCpruk/+of8cfzA3sJOn35zNun35/YGx6xIeY3W4v/OR3Ovnsz/lthRS+f08EkqzSL3YTfQ4ZnqSTIET6xGsv/6NzkyZ1l1zPmROuzAyyt3iN+zqZUBRJJlWmEXFvJuHK3vbl2Xhe5qQgO8ZFeyRK7UFS7mkj/G9GYJX47pcrzyFldOwscn3NUn25t4lLUtzhJJJJYzKTHeWieLtpYOj3VJe+jx2DER2F39uMI8kkeRYKV9rr+qNX/KdOk489ufFxd11XsaESGxy0Wq2JTeCmYsM3NkF4E2LzBNLjZtp7n8MnXTZ1ardbsTEd5Wo2W17OZnycXlX0RdneS9IIG+I0Gg2vw7Sxue65c8uxGe7Vq1ft+vXr9tlnt4Ju3rxhn376aWySe/nyZWMz1AsXztvy8jljo102wvW6tQAAEABJREFUW02Hr8zbmTPQGZuLQ19mbGZm2vl3bGqq47hNRVkbw00ipFRGKZXJRte4z2BDsDEqG0WwcScbPjx48NB+//2u3b592+7cuWMcDPHnn6uxke329o5xwAr2B3I7Yjn0SLKqqh2nhtGebGKxuLjodbpkN26kOt+6ddNu3rwZ99euXYvNgNnYaFzvZa/3udjkiLQLCwuB35kzud6zXu8ZG2+S0R7WuzFqm8rbx4aXJJMSEYQcdrtdr8dOHF7GxhiPHz+Ow7ju3Pk96p4PJWOTjNXVZ1F3NtggbSZ4/V1od1vL2xhKG0hICVt37LjXQWkOCjsu36PHp+zj2Lvzpp+kZ7R58r3+726sxjxen/J1MRQRKAvU7/d9rOhPjA+nmVdkVf68BgH0DHpuamoqdBJ6eW5uNjbxYTMudFS73XZ92AwdlNnRftn/KldS6DTygA/6dGZmxvX/rI8FSR8SxsZxlMWGV+a/WxaHD9+hwzjBpkRsRsT4wqaLuKurq/bs2XNj88XNzQ3Xxd2QY0mBkzR2Ka4knCDqWdd1jC9gkvCYs8XFhRgzzp0752Pncmwqz6bijKWJLsSGS4RlYnxlfJnz8ZS2YswHa/iTWcYR/4dAtHeiQeBJ+aG3UfbEd5xP39clJsNelSdldOvcowy8vd3x/zTxJHnQqf+nfJn6rj/xS/I+VnkfbbgtNW3YW9gj2ClfffWVQf/3f1/Z//3f10Fff/21ff31Vx7+pX3xxRduyyT7jTTIGXKITGIv1nXlY2VlXOQF4YeqsFEU7UQ/wSZhk63nz1/EJl3YYQ8ePDBsEOyvtbUXYa/Qn4g7yQt+RyONokkK7N0Jd/TgCB5JUa961A9bboMmex191Ongn4owdONxiX6d0+CHuMedpIPC8vP8LLVDw8tbez0rJ+otM4P8r9dFkknyOMmVZLuvwfA2u8PbVzhjGX9FpGM/Iv9EtP+r6Nis35MEqU6uHbyaye+eNyhb5tF3/QSl+8xQ3u7Zf/quJGcqz2M/+YMj/09lHozsvVSPvt8PQn84Wkfm9a4jAkGi3Ri8rhzUmTiSvF9WQWwOx/hMH6d/dzod19mJuD8ZtYd6Crft82hcdFfyt5pttzWc6rY16pY1qrbVVctquRvkfhv6rWWVNUxBlZmX3f+YmWx8vZk8j/kUX0GgIPAhIoBugyh7Vbm28HVC9NqUr+OxzsUc5tKlS74m+ImvDV61a9c+NdYMWUPDhfBD+CH8iW742toNt0tZZ7tlt2595uuMn9vnn39hX375Rdit2LRfux375Zdf+rObzv+aXblyJeZMi75ex9y15Wux2Hd1XbnulYUqo8CnSFVVGbqcg2zJlwPI5ufPxPyZ+RjPWM8kHtmCGZTHO/ysYXa7O3HQCxv5s+E/88q86S3zzUyrq8/jkC5s6F4vzTmx0yD4jymNq5J8XlAbWDDWUKYZX3OlvHM+z5/xufiUz/1pO8n1vf21l0R5G6PyUj7kCWyZ6zLvTXJ1xVhzvnHjhsvHLZeNz10umNN8FTLy+efIzC27fv1arFkjjwsL877GMe1jpY+DLq9SmrvQBnvxk2SSAgye93o9Y84CsX7MWirEPc/6PhfLbRqJ3vEfyghRDtxMJy0G6Uk76eKHUj2xASBivYrAUIGlNOlahPlfM5PlCyw3Nzd9XeWFraz8EQddsOkzfYE1mPX1jegn4E4aSSbJvdrlRhCh7ql9jkcfzH0A3TApU8jG8nJab2H+O6a83rIc6zHEYW7Negv9p+NzRNatGi5LuX97lh/UfynhJu/71AGSUtgHVZGJwkqp/LR7rk9+jPxC+T67hEHIFTr4+fPnvobxhz169NjfHz001jHu3bvv/kcul3/a2tpLX/PbibkL6aDMq7jvHgFJkWldVzEeT0/P+Du3M74Wtuhrquei/164kPoz7vnz+M/7eup5txmy/4L7z3vcc55mKdLOzzNmzARP5m6SIp/y5+NCQJJJk2R+b8e+0AOZ+r5eMxj0nQe2mDuW+IfP88I9CWGrDPgTieG9mxifR48jzuv+pHJJk66Z3wa5z7gk4ewKi4Dhn3GZhgGvcYi/m/qhT1+T7J0+pnzYJNh62NwbG+uu+9ds1d+p8y4I24SxYn193ba3t424/bAFzXHSPjK/pBRe+dwB24E5wvT0tL8Tm7OFhYXQOxwki72xvHw+dNL58+ddV13YRxzKgf2S7JJ55zEb60nJnh/bt55t+f83QECSIVd12LwNn+tMxTiInFy9+knMq2/duhXzJebOzJOu+dycORUyh1084/NDbGX4WLk+KATQVxB6CMp6C/20trYWumsjDgtMuorK0c7oIXQGumjK13DQRzO+NgBN+fpAo9EMuSL+h0zePQ7QyfIqZXLvEf4zvoLzmPrxLgPdPw47yvz4CJmVKCdCgDZKCbGPku84fyfbkXbtxrcKPW9naGA8Pw6/04iLXqc/oqfR15cuXYzfH7LONfl7zGvXrsXaK7/HvHjxYtgN2BOsoZGO9TRsDeY38Jqbm4s1S/o7fb/j76X4LQnjAHqBfNETkvb1Hw+KqoEHOof1G3QNa5ZPnjz1ufNDu3v3rv3222/D32M+9Dn0iuuiF0bcbDeRPhh9lH/24/a6ak7iIY3T0xYNX3OiXWifdrsV4zxyQbt1fF0K/0mp3W4HP9xM8Mr+g1xkpd2e8nSkbcf6LWWD0ry5el113/h5xsuhchk1J/mYBW5V+CVcSFaugkBBoCBQECgIFAQKAgWBgkBBoCBwHARK3IJAQaAgUBAoCBQECgIFgYJAQaAgUBAoCBQEPn4ESg0LAgWBgkBBoCBQECgIFAQKAgWBgkBBoCBQEPj4ESg1LAj8VQhUf1XGJd+CQEGgIFAQ+MAQOPBbVD6EkkmJzLLrPg+zU7v2Zz7+ODNnkvKWsmvmXvu4rv04HKd+fOC2H7fjcNgfN/Hsx8YV3W7XXahnfPDKRiL7U5SQgsD7iAB9a2D0j0lKMpyeJf/xyp54Zb4D7xcDzwN+x+NDbGlSt2U/rr0zXedF8LzIU8YH3VWV/FJy7S1dzn7IOeeTXGnsDiO8xgH71AZJdyX/Sdr2sIxoc/jt5u8h6YEnowzm7lH/yyNqhLvf+H857f4vEQbZMG5y/a8d70qYTJa/3x+MZJfw4/F7u7Gj2iaTEpnJjntJMkku01BtfCDPx+eZ+Gidj9ihTmxuwMfqJ6dJfvDk/iA6+Flr+IF8M8rJB/11XUX57ZBLUjzno//p6Y6xmSkbOlwabrJ748Y1YwMINvRhU9TxBhCXLG0Acd6Iz+YPS0tnjQ0g5ucXbH7+jJ05MxcbR7Gp5XgDCLBJH/I3mw2r6zqwnSyepLilW0DIGDYEmzqwgS2bY+UNIDiQ69dff7PffuNArofG5hDr6xuxaRZp+v2e89rfryR53pVTw5rNZhyaRdkvXbpoedOLW3Eg1w27ceO6Ue+rV6/GZsAXL16y8+cvOC3HgVxsksUGvaRPm19M1n0mNodFNtjIALkhP+oNSamuNrwkRXtI8n7Vd7upF3VZX183Nit9/PhJbHrx++933L1nbB7JgRjg8ezZahzIlerdj/GEPgkN2f8tHGSGijqEjmXl8jUmwnj2ZqQ3S/6GqaWcf3Jzfd+E7ZjH/r5ydL6pPKPieUJkj/6Lm4jxzh+U/+8UAanyMaFpU1NTro9mRnp5bm52uEHPdDxruk6WZMe9JLkurUOXMl51OlOez3TwZiMgxgLGF/RfVVX2vl2ME2zEmDYYWo2NhBhLVuNArmexqRAHQrLxGXIsyaT9lOslyfGoHPOGj8lNx7YdYww4MEYwZiwtLcX4wfh54cJ5H0/Ox4ZK+DOxwR7Pl5bO+di64O0253w61m5PBdaTYwjlsldeeuXTd/FwUs9QXgj90O+PxyvKIb1ZWckHgheEn7z2Es9eR6TNcSRFu5vJbET21q7J8kqyqqq93RshA8jQlSuXwz776qsv4/AtDi/gQC7cr7/+ahj2lX3xxedx8MG1a5+6DXM5ZA17ZSY2ZWwGX0nm/42LfHElwhIRxkZc9AFsMTYoffr0D3v4MG1kjQ1Cn+HQVOwVNuDKtgi8TkJSyltKrpnsdRflJI4kr1ca+2u3M9FtrVbb++JUbGaKjpqa6gzvp8Kdcv14XELfQTkd/oOI5zl80p/D8qbvdV15uWUSZLsuibAx7Xo4unn9GA5GuymPy6SFRsxO7KHf7M5jMLJJT8z0PUlI3VJRdmM1Dk9Pj/YXHmBDGwzC7h8Mkj70kGDhzR7u2/gjKdgmRyO5S/fx6NA/knY9GzgAmdDpiahb3+uFuyv6e3RDPSbp+EUDisrXvei/dZ3mla1WK/RKx9cGIPr9m1E7+GUeWXe0Xa+1nJqNtk0extXIB3GpNTyYa+xWcr2v2qTKK0vd3Rn9RyZHN8VTECgI/M0QQI9T5eyiJ2q3oxqNRugg5jLMYVgzu3r1E/v006u+TvapXb9+LdbMWDfDf/36dQ9LRFgi1tVuuE2aiLW2vM6IrcoBsmwkng/kwr69deuW8/nU7dcrPk86b8yjOHSn3Xad5uWqqsqkvXrMTuWqqtra7bbPaWcj38XFs76+OR/zW/Q6z7AvKy8DYzaYJfI7V6X4k+3cta2t7dig9uXL9TiQ6NmzZ8Y8k8NsoZWV1Vjr48Au5qTdbi/sJudk+ZJ211OS1T7mtFrNaBs2250ZbrSd1l+nPbwdc4fKxyj7iy9JVnubtYbjI2VFnhYXF+KQlPPnzxtydeVKOpDrussQ8oFsJJn4angg1+dxUBdydvnyJV+LPhdrz/Br+xwZWTVT4OemiU1i6De7/tNG2Cu0U9ffWY9pJw7l6cXBaP3gtSvhO7ih7JQvUSoD/tPIGj67+Q+ijinMEXP5PUo+3qSWSO6OibQpHF+iXq8XfeD58FBn5o4rKyveD55Fn2D+mGS/G2WRJvklv5nMnCSZpJAn+mDb9UEn1p9mQxboq+ip5eVzIR+sqSBfaY3lQuiS5D/v8+LliEP8+fnUv6d8joicIku57yTMEk72isuL9Yqnb+fRZNmkhA05STLKP0keZB/qJcnrU41ISnXN9Te/8LsT//Ej031/Z9l1ncqBBc+ePbenT1fs8ePH9ujRo9hU/P59DuRK75LQwax39CfWp+ATDMufvwQBSd7mta+rtnw8no5xmD7OJvTLceAeffqi92vcSTo/DMMd93PS0tdnfC2s7WM845KUZElKrr27q+T0lhCQUltio0mVSen+sOxe1895nqg/sbZxxMHysEx3hSdeKY801uz174p+pJtUZ2nsmmW/+SUnM39sey90p1sDe4NfeT8uL9HGdXjf9CnlxCZB12N3rK9vuB2yFnY4dsnKyp+GrbKxsR7v47tuH+Y6SDJkCpIyfnIMx+HYDugWdMzc3JzPIeb9fc7ZsHU5aCvZJMuun9BNk5T0F/YK+o3fGSwsZLtkKt4vmV+U352wlXALffwISAqbF9ma8oAZOboAABAASURBVPcWjGEc7PbJJ5/E/PvWrZvG73a+/PILdz+3a9eu+Zzqksvc2bCLmSNi1yK3Vq4PDgH0D4Qu2t7eifnU+vp6vKvmPfbmJr+D2vGxicMiLXRUo1GH3YQuYo6EDLCGgsthK8yfJNmHeU2WGz9koYcluWvHuvJ4h27dTf3QsznsWExL5FNFILcRdknyn4w9bUlfwgbo+ToPfarXo51T3+E5JCFHiU6W09FSMQeZ8nUH1sQY9y9evBgHb10froOh12/evGHXr39qrL1yIBfrZaxjMAfi9yL8PgB7gTU1xob5+TM+V5qzufjNz4zR5zv+Xop1spa/O2IcIV9JE4XEr319pxfrN1uua9biN5dPnjyJ3wHcu3cvfot5587vfv/I/vjjz4jD7wW2t7cNXMFxIoOPwgtkUsJJwmV+cbKqSQpdzbhMmzSbzdDZtBF6e8rH+o6vb025fCR3ytd2T0aZ35TzhLg/jBgfkJXsTsZj3bn29WfKbH7Rxon85hT/w3PMDpwhsIaSP69vSfKomdz7YfwvpSwIFAQKAgWBgkBBoCBQECgIFAQKAgWBgkBB4ONHoNSwIFAQKAgUBAoCBYGCQEGgIFAQKAgUBAoCBYGPH4FSw4JAQaAgUBAoCBQECgIFgYJAQaAgUBD4GyJQ/Q3r/Devcql+QaAgUBA4OQJ8CAklDtr38Z5EWKIU503/slEFdDCfybLkGF4E92pI7nxE/6kv9GZVAk/ozbik1PAZxIfgfOTa7fYMwt/vD+zNy5pyKX8LAm8TAeQ0ETKbZJoPQhPZqcgxvFKfSHlw75xPVC0p6TdJroMTmcksyN7iBTawl0mJ+DAXkiqTUpg0dol9WuRsPY/ETUp5pLuT/aUNoJO2w+G55jZOH/qTB0Q+ySVlxhL/4eTVjDpLqb5Scg9PYR5fxiUp/O64a0F2hGuyL+yV2b33R2B36lEk7eEpr9sk7Xm853bcBukB7BLJkGU2K5j8QJ4P0vmIHep0OvFRfHYJOynB9yiU+Lc930R8sM+H8XzAD1FWym02xsAmLmkcTlw2aJifnzc2dGBz06tXrxobQNy6dSsOfbh587pdu/apffLJFeM5m0SwUdTy8jlj0wg2gFhcXIzNpuDDQSxzc3Oxae3MTN4AYsqoW6vVskajaWAqpXJMFG3kpU0g7Ac2deBALg59ePz4iT148MA4kOv27duxCcTDh49icwg2uk2bP+xY2lRjf5+SFG3KBjVgxWExbF7BphZsGEydb968aTdu3DAwoN5Xr37i9b5sxMkbX1DvpeFBZGwQnOo9b3NzZ7zeczYzM2vT09S9E+2U6t3wujcif0mWL0kmKcLNr1Tvrm1v79j6+oatrq7akyeP4yCuO3fuuHvX2DwSHJ48eeLPn3m89dg8lrSQs3nN/4/3sTTGk34gpfuT15j05m2UyPxylv733f2XFJlJinLEjf95k7ZGrzuLN/7vRXIeGpKPat7tKBc0OT54hPL/HSPAJiXNZiN0EBtwzc7OuY6adR2VCB2FXm400EtpA2s7xiUpdHmz2Qz9zjgIT/T/mTPzntecdTrT1my2RvrNhhfykbwuMJYphbyrv/1+39iIcW3tpevRP+2PP1aMTRjZIJ0N0xl3NjY2RrqVcknyPqioj5T8koxLkofXrudrr3PCZGZmOnBYXFyITfEYOxg702aMbMJ4wRhPL1y4EBsz4k+0HOMr4wsbNE1PT0c7gnVdV8aVMcwuYbtJu2//wjv0zZgGPo8aUypWKquU3BR2sr/gMSZ00jivVAbk7XW8d8eRFO0u4b4u7cmfj8ud8pcUfazhdhP9a2lp0diwno3qv/76y9HhW19//bVNHsrFYQZsZH/r1s2w39i8C5lDntAFLbfFkCN0hNnuvi9RR5kNw7Gnut1ubP7HBqX0Ew4EvX//oWGTYZutra0ZfYX+RFzqYSe4JJk0JjPZ6669eUkySSPcqCt2c6cz5fqo4zTlfSkRYTw7KaE/X0fwznHwZyKM/twI/Vt7mSsnmZnMi29cknD8XhNk7rdXXEl2XhFh1P+8d7wq2omf0SavohMzfg8SZh2Ce7LipPYhPRgxDmXinvDEV8k55b/SJF+FLEm48pwyufcV/yXiufR4YVOZB7H2O+nvD9d9U9grmP3Fj6iKJMdhTK8rEnVKcUhTjcZ95uL0646vDUC5r7+523adNSbyaLXb1m62rdVoWbNuW6NqObWtdrfmUC5z/8ShXFX4m1ZZbfK/XnIzydKVZBI/Pgh/oY8RgVKngsDhCIx1m7leq6yu65jPdNx+OnPmTMxLWAtkE/CrVz91+/JarJexZnbjxnVfP7vu9ynsxo1rw/vr4d68ecMS3TRsU+xYNprFVmUTcezWr7/+ym3Zrww/z69du+Y27+WYJy36WuOMryti01Guqko2k6TDK3TCJ3VdWbvd8vnyjC0uLjgtGmt9s7Ozvr437c9c5zaajlHt9hRjYd9dNGcicOz3ezF/3N7edvt409fqXtqLFy9i03/mmazvYT9DzDk5DGZzc8vXMHvBCx7O2SYvH3LjGVWuvW3AouPjDXNEsMG+p4z4GXewMSvHaZLHX+GX5HPjRmw0S3kpH/K06G3KvPjCBQ7kuhRrzdd8zfmGr8Pe8nVoZCPPdZAR5OVWzGuuh1wsLy9Hu1B/No7FnvasHCNqSVvgmg912kXmF/j2fR2AOUu3mw7h4oAGiDA2Iea5R/2L/g+8HvvppIWhvuO0B/Ed4zWO9zqfPIIcW3OSmcmkRDZxgePm5mbIP3PIp0+fxto9ck+fWF9f9/WY7ZB9kkmJh5Rdc76JzC9Jrpsql6nmSKaQ/SxTS0tLrqvOud5YdmKt5by7F2Kd5cLEegvyAy35mv7Cwrz399mYI9KvkKXcd8AOskMuL84hT95u8GFlkjJuch1VBUmVmcksyD6oS5JJMtpjkswvMMjkt7v+53D6M2sUz58/97W+P+IwLt4f8S7l3j0O5Hrk638rhg6m/+d0u5iVm78MgbquYsyd9ndr8/NnjHd3S9HH6d/0a+ii9+8L0c9ZR839HJf71M+XIu38/Ly/q5uJeVXt42jlY6Skv6x+JeO3g4Ckod6Q6w6ZWSbbddHfdwXsu2FsHPg6B9T3cRkizMyzMC4J3vhOTpTjdXQU7hRlTIoycm+GX8Ylyfw/3lMhbNPM6LA65Od/tUv5sO/Q9axbMzawjo09srKy4rbJijFWrPt7eOx34pKGcqMrIAn8EhEuJT/P0CltX6OZ9nc3vMNZWFgIvbPkdsby8tguQS9dcNv3QtgkF1x/nXe64DrsfNgv6Ln5+QV/j4Rd0om5mJTW7HN5yPvoVGJ+iAhIcv1Vuc1bu83b8HFryhjDeK/D71TyfOnzzz+3L7/8cs+BXEuGXYwsYtcin1auDwoB+jqEHoKy3lr3eRPvqtFd6LCsq6hcVSlkhTUAdBHzbmRgZmY2bJ92eyr0yYcvD6K6QZJiTJNwoQg+8p/xGDbwMT5RP95lJP+RGZWIbwmBZHNNttNxM6IfQX1f+4G63V6sO7Be1x+29UE8JR0UfCph2Aud4Rrrks9rLl68EGth169fi99ifvbZZ76GesOu+Xooa69Xrly2S5cuha2w7GtgHPJJOtbTsDVYy0Dn83uc2dm56O/0/Y6vFbIu2Pa1TfQC+UryPpPJRn4bXmCFztna2vT1mzW3jfhd4lPjdwB3796z27d/M36f+PDhw5hDo4tY60FHkY70Q1YfnSPJx+WEnZnsVdercJAUYzvtQbswTrfdfmRNs+NyMTU6jKsTY//U8ECtk7jwfR2RL+NDctu2O37Lx41WjC157KA/QnvXq+0UL4fIJAXejG3kjStVJoG93LUgK1dBoCBQECgI7EGg3BYECgIFgYJAQaAgUBAoCBQECgIFgYJAQaAg8PEjUGpYECgIFAQKAgWBgkBBoCBQECgIFAQKAgWBgsDHj0CpYUGgIFAQKAgUBAoCBYGCwPuEQPU+FaaUpSBQECgIFAQ+ZAS0u/Dv6C59DJYzowz6qD/Miu/PcnWNump0d5CHjwEz9eND1PSBcQ7jQ7rdGB7EZRyW02UXnnx8yUeYOzvbcahEt9s1wokzTll8p4MA7T0m5CHT6fD/+3CRwJH+0I8Ps5FbNujDRaaRYQg5hk6GzCD6Avzgu7PTjbwy36PwlGRSovQxajX6iJcPeTX8MNWjHIXdG8dJ+aTymMksyPzC786p/ofnmCQZGNT1GIOqqkwijh168RgiAm0J/rQJH+Oz+Tx+XMJ5DhH3uEQ6eMCPtqbNIe4J53miMedcrnHIpE9et2pY59oajTr8e+ssyePJn0HVUD4a4aa4lZnJDro8qQfLkusjgg8IYEH5d3YmN6zs2rguaYMET/iX/pcUdd4rD9TZTHbYRRvwLLv4zeOTjg/j+eB9ZmbaxpsqnbXl5XNOy8ZmOMvLy+FfjrBz7n8Tyrx2uzkfXDZwSkScc7Fp09LSWWMDBjak5MN5ZENKdZaSaxOXJMeqssn6sXHD4uJC8GMzCDZ7uHz5il25csXYAOLq1av26afQp3bt2qfu/9SuXv3En6U4ly9fjg0iLl68aKS/cOH8BD7nbGlpyc6eXYhNhMByZmbGOp1OfOjPxpd1XZs0Lit9pNvtuR2xbZubW7FR4rNnz2PDBw6CgFZW/jTC2ERxc3PT4+64Tu3GRip2wCUp6k1e1J38U70Xo90oM2WnLuN6f+L1vBr1pf5XHYdEnwzrftnYoPjSpYte/wujui8P5YLNZpeifRZchs7Ehp8cBkY7UQbKIinqjgz2+4MYJ7puO21tbXm91+3Fi+e2uvrM2Lj3jz/+MDYzffr0j2Hd173e29Ef+2HX9e3vfDmUjqWNyD7QK9UjyQW6CJLk8pvCJNlRL+QqE/qcMQhCXgg/Kp+98Ug7GPRDXuEFT6jr/RaXvAY+huxNV+7fPgKSYsxHt6Jn2Fil05m2mZlZ10Nzht5jg552e8ptiWbEzTJmftFukHvj/6SfgKpSjB+dzpTzmh3yTBt9od+mpjrWajWt4XaKdJCs/rV2A/K64/PUjQ3061psvvjixQvXty+NTc7SeLLt40kvxhNJrlNE1YOk3X70ODodfBcWFmK8Y7y+dOmSjceSqzGOMH5Cn376aYylB/k/+eRKbLa0uLgYY8bU1FTgWdeNUTn2tkkU7L39k8Y19ELXxzYI/QANXIcMXE9AJy/+INqJdoUn+WSbnrC+j6tH55/aVqqMPjEmmSQvIuTOW/pPOSHYS4oyNJsNm/I+NTs7a4uLSb6W3KZiI67lsD2Xw97CNrww3NwTWwz5w57BT7xFl6dx329736+Nq++2A3lC3Hu2OE4D1+8Dty96bodtui3ywm2wP2NTa+yR1dXVsE3oO/SbvCEgfCBncOB/SYGltNsFa/pSoirqLulAHpl/diVFfHQeG1qh3+bnz3hfPOv23XLYtstDu2y3e86fvyktO4+DiTZBFySI2xTRAAAQAElEQVQ67+103uOe83ZcdL15xnXytLftlOvTVrSHpBE24JFJqkwjGsexI17glNq57206SbRxP/oPcY7Iblc0777BM/e9Xq8bujPd9+PZJG9Ju9Kf9g3s99JJ86DcmXxWPMKJsKPzHHi6hEOv13NswAfK/t4ERhkbXOjoubwqpjTmhRwhV/Szho/R9Jm6pr/JJqK9ip3XZxBlzvWZXCdg/aznMoC8gdkrGb3Dh5I8N3kdZVVFfevoc9Sfe0nxzA64aO9MPK7cBgK7ZrMZ/XfGbauFhXnXN0vev/fqgpPpl7F+Pxf6K9+fO+v6Y/6czc+es7nOks22ztlMc8mm63PWgSp3IfensLPWrs5Ys5q1hqasVssqa1il2sz0Fx2LauUqCBQE3jME0HGSTJLVdW2NRsOY2yTbczF026VLF+ySr3ldvnwx1r+uXLnk7uWgK1cuG4TdCY39lzzNZY+Dm+miYZtC2K3YSsvL50PXnT171hYWFoY20owx18Suo0zoXklRRnsLlyQb6/UZL8NczHPBgLVL5rhg0my6Dq0qL4Gcxv/BsO9zjr7b1cx1sIvX1zd8njm2n1nD43CilZUVt6FXbW3tpW1tbbpt0IuxFZsKGnOVj1lQ5e3S8PlgyzHpuP0443PEmTgorONrqsz1wYl2q6JsdqIr1SHZLNQDIgw6MsNhREledspdhzxRPvCb8nktdjqYzs3NOs5nYo14cXHB14sXbTzHWQ67GTm55HPqSy57yArrq8gJdj58WHOQql34HVZewjNRt0zYrMk/GPJ5t2sVtDnlohw9txWzXYWfcvHMTniRtj+Uy8wf+ewO1+wGPhc/jDXlmnwmyZCvuk7tWrms4ceFJJkk4yKv1AfWvQ8887XrZ+6+iPWWjY1Nl/utOLyOOg48I0mjtKQ3S/eSIk/6HbLOuwTaH7sI/YG+Ye2ENXrW6yfXWK4N31tkNz2/6uv4n7hOuhw6Z2FhPvoR8pn6T21clAn3QyKHyqQxbu4d3n9ItUhlleQ6r3ad3IixCL2B/mi3W6EHm26DN3weg9zZ8HIxcl/qw33Xwzv+DnNz+C7p+fMXvo6xYrxHYmNxDubCjy7mUJa1tbVY7yANaZ1R+f8OEZA0lNXk0hc7vtaMnkfn5/d0V/0d5DXv19euXbdr164N6dNdLjqAvn7F32VevnzJGEPgMT8/7+PntI9HzV15vcNqlqzeIgJSkh10QlXVMW5UPkZlkvTa3NH7iczXOgZOrNf0Yj2UsYpxDf2Q4gzCXngt00MiZB7wgy/8u8O18q6Pz4QT55DkEZyfJ92nqHPtNjxUVbXr0MrDUrikkdybjf3VCKMUZke6sJFS/SlnLjv6k3Eft+t1ITyX8Uhs31IkytB1TCkb9sf6+nrYIi9frocdjrsZvynY9jbvR7uSJhdH2o0NmDEGtdvtsB+wSxZ9rf3cueXQN1diTnRl4rcE6KhE6KdrocPSPf5PP/0kbBJsmuXlJVtYWHA7fzrGOsnXa7yBKU+mXK7ifrwISEnmkDXGQ2SNeRMHrywuLgznS2fdjl3yedNZl5n5mLMyLyIu8lm7LpD08YL0kdaMfo7uRI9ubW2FbbqxsWGZsq4iDhBkGWk2W7E23Yl1ganwsz7QdrsZeaiq2qS3KA8U5i1RKnYquyQf1yof32qnhlMd91Jl/sgpxbM9l6TRMzCeHLu6Pl6B987OdsxNuec58fawKbevRUAeYy950BH/+3DnMbEvbDQWH7cdiA85I+fRj3W2HZ8T7nj7YgfQvvSfHId474ok+TwkzW3R13Nzc66/F0KXYwOw3jW2IT4JO4K5z9WrVy3ZC1c97JNYy7gS85zLbj9c8vXWS25/XIjfkly4cD7WbpeXz/n4sBTjxYLbFfP+jpx1zfGaZm3V0AaUaLOEedftJbBC12Av8c5/dXU1fgvAWiZzZ+75TSbzZ3TTjuNLn3lXOB6Wz7Aahz0+UXjl7//AqfYxta6rCcxez26vjEmK9kc3j9t/3tvorLfZOV/7XHZ3ks75/ZvSJL+9/vORJ2usyA20HL+dOOeyc86wN5CZKV+/retG6FAJWYFeX//jx2B+MZmKfHZTZD8ZpfgLAgWBgkBBoCBQECgIFATePQIlx4JAQaAgUBAoCBQECgIFgYJAQaAgUBAoCBQEPn4ESg0LAgWBgkBBoCBQECgIFAQKAgWBgkBBoCBQEPj4ESg1LAgUBAoCBYEjIVAdKVaJVBAoCBQECgIFgYLAX46AxIdoNvERnMUlpfC4mfgjpXA+AuTjyDENjDA+doVSkr0fvqXQg/6mtIPYsCJ9rLkTh0Nsbm7Z1tam+3es2+0O80h8SXMQrxJ2cgRS86Y2PjmXjyPl8Woh70MWZH7RL5DXra0tl98tl9/xh/h8qM3zk8ov6eDBh99b3jegnZ3t6B+ZL3G8GLv+EwblQEmjD3/ruo6PeNlYodFour+OZ2ayj+3yalsiRR2rqvb6NpyaxqYTrVbL/Q2rHRNJdvjFM8hCb9EmtPn29k5surCzs+NtAnXjg/3cNofzO/gJbQZv+G25PG0ON/fhnvx4Bm+zwbBeB/MhVFLUua4rr2sjNuWhzrR5VVVmluojySRF3KqqHQvwaXiaZlCj0YhnduAlD1Wklyr3W9Sf8lJ2Ni2C8EPUiY0iqQd1jQR/wR9Jkasko84N7wfIAoS/Cnwc5eEAd1BZc9gwinFVjh8fx3PI1eLiovEx+uXLF2PTgxs3bthnn92ymzdvOt04JdrP69atm5aJ/KDPP//Mvvjic/v888+HZbhh169fNzahPHfunLGRA3WvvN6QJJNElV5JxEWP8IE9m/zMz8/HZhBsXsemD+RBfT/3/L/88kv76qtE+HN5eAbduvWZl/uW003H5qaB1/Xr1xy7q1HOS5cuxcf+Z88uWv6on7xr77uUY7KgkkblR9aQOzaDYMOHTC9frsUhKluuV5HJ1K8muRzslxJv8mx432DTmnG9LxgbW1y7di3q8fnntwLzL7/8wiZpsu6fffaZx73ldDPoxo3r0TbU/dNPr8YGGRzKwAaibNjFxgu5rZLsUR7z+mbiHkobzG5vb8WmYWx6wWEYz58/i3v6I/0UvULdszzb3/hKeH7YAEhyHV75uFYH5f5RVXIZGZP5Ndnmkjwk/Scc6vcHrs+7MbbtuN2xE+Nc18P6YZ+n2Ef/m3j2PX3PeXZHY2caR5PdRH/t9/sn4n/0kpSYr0JASrKAjmMTrpmZ6djwemFh3tBB3KPz0UNZvmjbvTSZh6QYa0nHeIM+O3t2yfmdic0Ix7xql1NsiVQGe4+uvvcH9OX29rZtbKzH+IEe3fS5K2F5HAEHSV7fyuuiIPMrh0uKZ2wEPjc3G2Pm5cuX7Nq1T2Pcu3XrVozXjJfjcePLfWPI+NkX8Yx0HISJ3cGGe4xNGVfzi/zd+QD+D6KMlJcDsjLmCeMd1x/ooF7Y4v030BXoe9J3Y9OobMt3nX/PqR/8B4P+SBdJinId9IdHUmX0GfpEw23KhtsHVVWbhBwclOpthg283MmGpQ5ps1bqAiV8JVlVVT5ONMLWR17o30tLZ+3SpYtue1y2ixcvxsZc2CDYtNheyJSkIT6Jlw0vSSYpxiB3Akfajf6C7cXG1X/+uRobcmGPvHix5n1pI8YD2mLgjQLZES5Jnk8d5adMUMNxr4c2oSTjkpKb+eJmov7Ex5bEtlpYWHA787zbnZ/YdbeRscegmzdvuF16I/pn8t+M++RPz97Ef+vWjbD/brn9js2e6DO3H8eELY1NSJssLSXdiS6m3tQj11VStCv1qusqMKodE6jy9pYUbWTDS9LQt9dBhgbRzozLvV432on+gr/X68WzjOXe1K+/z7y7YQtsD+fTHMyU8hjzn+QlHVbeyVjH80uZ56SrIU5yZpA7R/if8cDt+5gB4d9Nr2fkXSH6D+PKto85W74mgJtoxzHr+vOe9/N+MJMU5XUn7k/rj5T4Vm5DIkP0lVarHWsKjdBxlWclp6Rv8FBXXEhSlAs/4cgNtmSqx5avm226Dti0NI7uDOu0W6+Q9q8kr0LUIdW/EXVn/AYLwiTtKx51hfo+RkH46X8N11FpnWDWmM/Sn+nXb6I/9qa94esNEOG40LVrN+yTS9ft4rnrtnzmup2duW6LUzdsoX3D5huTdD3uzzQ/tZnGpTiwq13PW7OasUY1ZZU1TP7XylUQKAgUBCYQYIxIOq4OHcmGrXNzc67nzsamnBxqsbR0LuY82WUN8ty5ZQ8jPBH2DXT27FlPu2jYngsLCzFfnJ2ds5kZDtvqGPPTZrPhNk5l0n4dbO/wkuTlqMOWbrfbNjXVibkt68FgMDs76/edwKURB8HI7TRFuSVZvhgn8Hf9Pej6+kYcRPTkyVN79OixPXnyxJ4+fTq0nzmQa83Hz62ww0jjI7A7jJ2QBX/Gp2azGfl2OlOBHeWBaJ+WvwchjqRRWSQ5n+P9p9yMc3l8Z4ynDtzzbJKOx/lksZFD6kYdmQ8jP8jTOV/zZj6DfIFBuz3lOKX1UsqYMPS/GGAny/qtp5Jy+wzc/ktlBfuuz2Wxqzb93dGmr0vQBhn/kxQKPOCb5uE9tzl34h0nvLFHsU2ZW8Jb0kh+uE+EHA68jMmV5H2kijkbdlCiRtwjgxDtJsnT9D2/btiF68PDLza9XtRvb72klLeNrsn8as+ztra3M3LA+gjrJNhGzLd4/8BaSlpvGa+zfPFFWlfhGWv20Of+DuVzf58B3fC1etZtkCn0EX2+2WyELJlfYDdJHlT+v0MEJIUuRg+jg1nboL9D+Ambmpqyhs9hJOQtyQxF9Fscl8GBUz/0K3K3tvYyDuV6+PCh3bt3z+7fvx/EAV3o5tXV1VgXzH2O9g9G5c87RUBS6BT6Jf3zkr8/vHr1U1+/uR7vQL/095Fff/2V0eehL+Md3eexjpr7/efe12/5Wiz9nPkZPBgzGMeZ+2U9Jemd1q1k9nYQkBS6mzEInQDVNWMT40cVz3Kb2xEu+j7jJrqA8SrT5PoWYyfxjsBuXxTS9X19Cf5dtxXhSx7bvo627etFO/7OjvC+rz8QV1KMz5kR5k2mvvMhHPud+jOO8XsRXO6hXHdJRHVeFpjwDKwg/CleFXH2/pE0CiJv8gWDbrcfa4tbW9s+3m/6O+r0fgUbgzpQ/lHCv8hDGSjLpttVyR5Zj3UryjiJdS6eJMdI+dbHkUFQDgArbAbGI3QUBxlwOOj165+Gjsp6KOmmL0JXfel668vQVV/4O6JJ4rcdn9n1+M3EJ3bx4iWfTy3FfIm1JkkxhlEHKJehuAWBgsDHiQD9nPkZ+inpq5eurzZCvxK2s8Na+/jdAfqb+XJeI5jx9/5TU1O+btAMW6qqatf32qXTPkTkXBVGHaTKan8vlutN3Ru+Nk8Yz6ibJJwRSeleSm7fx9aevxdjvAXTTZ+fbmxsxBwAl3DGDNpixKR4DkUgwSqToBTNve7J99n1oCP8qIVWyQAAEABJREFUx8YY+Dt82gl34AHQEZKOohCf9BBtSZvSthD2CmE8Ix6Jsov/XZKk6KfYFHnNC7uCg5FY78A24B3y575+gQ3BvAfCD02ub/C7RN5B3/L30ayT3Ij3Sdft2rVrxlzoypVP7OLFi742uxS/H2VtpeHzaPoONqSkqLokb8vKqqpyl3WqtKZDXwG/tbW1WN/ktwDMnV++fLlnPTPYvNU/u5lr4nbSPxF8Qq+kwAGcmr4eC+FP2FR22DUpT/gh5E2S6+aWrynPGGuby8vnjDkqv72lvVL73TJ+W0Abvjnt/80D8gF99tlNt1mhz4a/Wfgi3M+Gv3m+4WtlyCDrrqy9tNutwIK6V/5e+bC6v71w1nreHvfCuSBQECgIFAQKAgWBgkBBoCBQECgIFATePwRKiQoCBYGCQEGgIFAQKAgUBAoCBYGCQEGgIFAQ+PgRKDUsCBQECgIFgYJAQaAgUBAoCBQECgIFgYJAQeDjR+BDr2H1oVeglL8gUBAoCBQECgIfOwKSmeR/zEau+SWlMPfu+y/tfpY/AGRzET4EhMzyB23Z3cfmwIDMq9frWa/XjQ23+MB1a2szPsTc2dn28F5sHnEggxL4VhDY0+RvJY+PgSk4SRr1JfoEG+Egw5ubW7FZ3c7OTmwuwzP6CjIPHbf+pOl5P4EfvKHtbXjTP8abuxAP3pJwdpGkKCsfvvKxdB0bDLHJUNOazYbVfs8zj7Yr3cdyI8n44FfCrQwM+AiaDbWazWZ8wJ7qLzvokuT4mZOMC6xzm9Auk8SH+TwjDnGPS6QjPW28tbVlqb3TQSWZd5YneEvycuHbTZIiQNKwvs34cDttOEGb15FOkrtjquvK8ahdLlJ88KlH8iHbe3lyT29OCjK/KB+YpPJvGAdyQVuu37djk6id0O/U1aP/Zf+lVOZU58YufKqq8vqkor26nLvHPni12+04MGphYcHyB/JsYMDH8Hy4fuvWTcPl/kZscpA2+T+Z//qBhwLA/9atW3s+kP88PpAnnLyuX79ubKqwvLxsfCCPbFBvSFKq/Gv+EhcZmZpKm7xyMBWb7F66dDEONLhx43rUlQ0g2PiBDfC+HG4oxWZTeQOI8eYPt7w+6aN/0l6/fs0+/fRTL+cVY+NLNqxiY965uVkjT/oxRDkmiyrJ+3xlXPSbLe9LbPTA5g+TxCY19DH0N3L76rY2lwkFkR9E3TnEgU0+2ajv4sULXtbLdu3ap16PG47/Z0YdIeoPjev9WTxnwwKIdmGzjBshE9edx3XH8Oqw3svGxhrkw0Ybua1sdMl9irJJY5c6sWHI2tpLY7MLNr14/vy5gQX1pj+CDzrndXX3DD7q/4NhV87uh1hZSSH3VVW7Hm8E1XXtYej7KuTDXnMhB5mQn263F7YMsgJ1u123zXu7NpZ7DcvRY/jCE3mjzzFOZNp2uwZ/4t8/Ef9RRsXzxghICrlptdqxgTe6nTFtbu5M3KN/W61WyJgk46J9JymH4ULIIpsDzsUG7Yu2tHTWx54zlnUaz+u68nzlskqK94sGg370BcYTNhPa2Fh3+2Yj5q3bbtsg08j2wJWIRB00qgBh+UaS109uZ7XCVgAHNmK8du2aof8ZDxgnGCsZM74cbsD45a6xc3Izxi+MZ6S7evUTS5venLFOp+N2TdvbqI78KMMk2Xt9DUIHgCc6AXyhrCPYxBNd8mb1GYQu68U6xI7P3XZ8PWIn2rjn8y749/uDKMfhUKW2NEtu5bZj7ToXuwTCX1Xpmb2zaziY+RoN+FCHfr/vdYVSfQiXZJQPwpZBXrAxlpaWjM22rly5bNhy2F3YidggaTPilnnS4AcfyPySUj3BADJT2PrYIOvrG8bhW8+ePQ9bZGVlxVZW/vSwF96HNgP3XEb4QfbKK+dVu3w3Xc6hlvepRtSJ/CWZpF1c4JuJB5I8fcPTNaO/LCwsGBuYXb161fti6o/0Sex17LPk3vBnb06ZV+J7M2xl+vBnn910W/1WELYx9jN069bNsAkvXboQunN+Ht057XVvuc6sqE7Ul7rTplVVBxa1yyPEfVVVHlceL6K/8o+rMZd9ZKbn7dgd9ovuhL83koFXMjrkIe1Am3fdxqBf7/ja346vnbCJZM/7ZG/YB4kHC4lyC++pkjTmiVeS4wOlbPw2eQ75KymeSP8/e2/C0EautG1XdduYNUBIJslsZ9Zz3u///5rnnAkQAmY3ZjNgvHz3VXLbhiHLTGZJMuqkrF7UatWt2qRGahdeE/0ayl9A8FjREFCllxYUt73xh7xggF/B9qFH+B72wYnzXB/IRlGIu6ve7P3x5O6Sm0K6UorqIXPJ/9d1voznUl/TVqXa1XknGacD2SHqTP27ivngh77I9fWVxjuwA92Qr+kyooC/7cej7u4uPovQp1ptmv9kb9xTPru3wQcE36TuhWxNzapxAmwqtvZf6jN+r/7y9+r/VXaB/d9D9+//QWVSznfffm9fv/jeXqx9b08ffWdr89/Z47nvbHWGD3B9Z4/K7+JDXMv17225/p09qn1ri7UXNld7Yo1i2erFvNV81gqvm7i1vGUEMgIZgWkE3F02shCV8hF19e3mo4/Hhwf5GBcfQ7qfPn36xNL5JzFmOn2dWBQbubq6aisry1HWksb/FsYf5GrIH9WMuMZdVklkf9Pm7sF3Xe8VsO9zc7PB/8LColFnaG5uTrZ/JvJVdTZZUxtt+Ah2SfGTV1d8kOssPsLFB7kODg6Nj3MdHR1HHH1xcRH9T/JyH0SIAbHPM4j9arVaPJfngx1jvkvqh8/Nzcd58rh/GH7UGT83ieduFTMSO07iRPJQr7+C4J0YJY3RLsVH3ZAl5Oupxr1JwYExiUJ9tFQ34rdJ7dK5yfHHtkc7U0coYd+LfiwxFbEVMRaywfXfWnfugSiX/nZPY3/EnF2NdaSyb9S+t9EHoGz3h+WHMiDygHNRlKGz6Eld7yCRTahUP6UoCnN3skYszTNv9O7o8rIzXuT8RuP5nIcv6laVHTfFD22Y+sDuHraB8mnn5eXlGB/5RuMk3yve+lHvSehb/UdjLJOxlv9o3D6NqTAOc5d+Vr8M+kl9wO80Pv+lrWkcq+oX1xQbwoNpo160j3bz/78YAbAvpNN12eJZvZ+ifbB36DtjmOxjl7lGHvLerWIlg+qpqRGRs1v1T7G3LY1dpA9yNUcf49q13d1dOzg4iMXFO52O9KIX8kuZ1IU001+DgLuHDanJ5+HriD0Yx+I9LDrPmEql7xOd/3foPLrOtf9orJX3dj9qzOU7vSvlPSTvINH1JcUf+BX0HHJPzzP7a/jLT/nzEHD38Bf4olqtlJ8qI1bj+Le2NXqP3cBXQbcxtkVM1Av70NO4F38jRD7Ifsc21BgTZeALq/JvZacYK8JPp2ekj678unh8ZPKVQ9k4yD3F7jX5Mf5GhrQmPSqK0oqiCHJ3c0/EuVJ+mzwQ+0VRjq+bub1t45lglOpP7NKN8WBsKFT5evK9rZy/4hr1JP6hTtQNIj4n1upqLKun+Ig81NXd72Bl9zZ3j+v4nyXF4dioL77g7we+sn/pPdBPP/0oe/Sz6N96t/Nvw05B/1Gc8p+wTZz/Wdcg9v8df0+AfSO2wd7Rp6Js+iKFfCH1mibLW0YgI/DZIoAtum+vOnoPd319rT5iV+/ceuq79SNOLYoi/BxxDTaJPvP8/EL8nRXn8IXkcS/MHZsOfWrQUedE7m6FbGIZvqseY1X0A+r1mnCoeLQHN3cfYUDfYCBf3heWtzEOA7b4BHAmxVfgF7C7DxaWT74FgQpnUrJNUo7eTh6XwR1CF6Ch4qXhKNaJDG/5qfJVKWMgt4rhaFP+ppW27nZv1P496dCbYqy3POAPvoR+1tXfxd/Pz8/HWCn9lefPn9vXX6e4gv7MZLzj/yl++M+I/q1YI41r0D8i/vhRYyO8m/5RfSDeKX333b8Um3yrd9BfR3nVe+gl9YcYW6mH7pTSjaQ/7q59Dz2jbu4uezMQXrehKx31k+lP8zeJ/G1iu922i4u/64Ncqa6qoupsQaaNYyV/yH93FxaF7Eupd4DJ5tTUx8AGubue6famrZJBrlf77h52iz4uY+PEe7Q1/Vza60e134/Rdj/E36N+P3oP+PvT76Icyp4mnvFjPOtHxaA/anzsp5Es/azjn+Ke7zXWRlz6VGP9/I3JzEwjcMAGu/tbeYfnT4NyLTMCGYGMQEYgI5ARyAhkBDICGYGMQEYgI5AR+PwRyBxmBDICGYGMQEYgI5ARyAhkBDICGYGMQEYgI/D5I5A5zAhkBDICGYGMQEYgI5ARyAhkBDICGYGMwJ+HQPHnFZ1L/k0I5MwZgYxARiAjkBF4IwIeV9wnqftkn4vu6Zj9+8TkPyayThPnJnT/jjcfV/dUZfV6/Zic2e127fr6JiZpMuG13+8ZeSmpStnP9OEIPNzUb27/D3/i51qCh4ymSdq9kF0maiPLyHCv1zOuJVln4ZvfjsNgMFQZvdFk/2s94zoWUkA/BoNBPP9N+jF93t1jwiuTopkAzMI59Xo9JgUzGZjz7v7bK/hJ3OFj3styMhm6Xp8J/sGiKIrI8yZ23CkjXR0OB2qTvuxWL9rl9rY7Sm8j7d9bRDzd9X6/w+Ewyr4dTfq/uaHNb1RuV8/rGwsvDfV8s6Hqa0H6HaUWm7uP02K84ERNvM7E5O37/Lq77veYKF4UpZVlzciDfMzEBzfKuGZv3NL97qSm+g9U39uw59WiBdfX1zq+lvzexLXEx/CNJf5VF9zdyrIUNjVhgzzMBO9FUZiZh37ZG7ah2kr/42qVFkVpLIawuLhgq6sr9vTpU3vx4oV9E4v7f2/VpPXpyewftv+Dff/99zHhnXJ+/PEHPSPRTz/9YD/9xOR46OeYIP/TTz/r+o+Rn8UVWKSBSfxLS0vBfyks3N3c3d5nc3dhV49FW1gUgMUuWeSURQHg+bvvvtPzfrCff/45Fn34f//v/9lkUal/x/mff/5J9YR+jLzwAC/wRR1ZXIB6guMXX3whXFeN+qYFIOrRfkW0l7RCDeHuUX93DxbQx5ubm1jM8+LiwqaJD1PdSMfQt4FsLTfQrqRvIneP8nkmOsICt8vLj2xtbc2ePXtmX33FwhffBi/w9nPw/m/xD/0nUhb9Y7G/n0e8/xiLGfygdoG+V5t+Z4n3r0N+4JsFu1jIgIU20Eueb6qkqqP6mCjVy32Swgv+CD5Z8AJi8QuO0Un4xk8NRr7E/qGbxOaz4bwIm1/IjpXSDWw5aRE23D3Jhr3HhuwgF+gPH8jodpN/+1B5GUjPiIsoh3KRwUTd8A08byB5fI8q5ix/MgJlWcifzcQHuB49WraVlZWwvdggFu3C/hErFEURvpJ2Q24gqlal7EOl/Av3Yb9ZGBvCdlJeWvyxHMsp+T82gh/klsUuO52r8CnY0Rv5l6QfvYh/yGfm5p7Ipjb3dA7MwI+FgvEdLPb6r9FHOfAH+If/xOKLd6lvUJ8AABAASURBVP3G5Ny/5dP/Hf7kP//5j/zqv+VHf7Svv/464o5Hjx4ZvglfAe5UIdWLvU+DqC8yBebYiK7GCUg5ruwEeaDfwxH3TZd/q1iesnsal8BGcY08lD3tI9ydU0Fp10dtXUh+y7C75SiOLopS14rI+1f/UGfqDx8VcQxRF3dXfQv5ito4jkNukEc+LopMEnexTyxLDEKcNzPTMDNXf2QQVJVn2twTFoVsgnZ1vR991k6nEx/fIv4gDmFRa9Lz83P1Da7Uv+kp7yDsyHR5KvKB/x7n3N1K2ZR6nfrTv5kJXjjn7ubuNr1RbkXgwT71JP+M+jp8GHBlZdm++OJZxOzfKX79/vvvFJd9L/pBNJ2y/2H0/Sh2//FHyqH8HyJuRP9/+uknxcfT9LOe/4MRDz9//jziTdoq2c6ZaEd3D57hCSrLIvAphVGiQtchFyyufVf69v9gBFZJJ3rRTr0Y2+jL1iXiOvneXtKvryKf3Et5t+rzdiPGmH7GQDIxlExY1NX93fW1D9jcKT+Ru/+mZ7r7+MlgAQ0U65BCA8U0pInGWd+6Q176yuCDz2Hxv65sYEXET9hB8vF4d+owTW8t/p0X3X2MgbuHjJWya+gb+gLh/0vJmZkbG3UhnSZ3N/dEXKfO8AQf+E58aDVWwLme7O9A2E2X8Xftq9p6tAe5J32a5p99+C9k75TJ3MnLXuqPwu9AbQ+xT75arR59ZsYJiIGwryz4Tr/3hx++U//v+6AffvheOv/bCbsCcT8pxEe5/hUf5PrOnj/5zp4++t7WFr6z1dnvbGWGD3CJatB3tkxa/94e1b9NH+Qq16xRLlvdF6z0hhVeMxMWlre/F4H89IzAR4aAyy4kG1fGmCIxFR9BWV19HB/dIrZkzLFK2YeePn2ifsuTyMMx44jkWVt7bMSdq/FBrhWjv0j/kTiU/g3jrXW9y+CZ7m7uiexv2NzdyrKMWJp6UT/iM+w8daavBx4zip9r8ZGDwlK97c6Gn4B6irNY1Pn09DQ+wrW/vx8ffTk8PIwPdBE/X1xcKn6+UZzUjzK4T55H+0NhYSKPOvE8njs7Oxf9+eqjNFV9qLe7R353t9+74ef6en9LbEJMxz7nqBf0e8v9PfeB7UzE9fOxOPHq6ori5seiJyFryBbt0mjMRjtQP2JS8GP/9zzzz77H/aG2IUYeKh4fRHxODHWjce1rvVOnDXqKp34vPwPFYYlSrE+7pvJv9D6HMbuenptkz/2hulWIDGPHvZA8FtFPQyYrKhVXQkVRmiuPWepfVgvKX111rBq35vnw1Z961+bu5p7IpjZ3t0KxWa1WRsyF/fhC7xG+iQ9yfR/9Lcbh/xNjLf+xyfuJ/4zGVqoxln9rvOVn9cmgnzTW8pNitO9ifJ4YDnuEztfrtXieaQPzRDrI//8yBMCch7kXssU1jYPNyuYthg1A3/FHpNjl2dnZyEPe6j7TJrHRL/+Hsq2DoK76p5eXF9ZqnVj6INdOfJCr2dyN44ODw/hI4tXVVehh3J0MCruZ/gIE3JMNcHe1a13tvqD44XHoKWMn3333vXT3R+n2f+z/+/+q95H/0fG/f0U/690dYzHfawyIexkLW9N7Pvx4/V7MYXn75BFwd8NXlIrh7vslzkFcd08yZu/YsCeMI+N/8Ve3Gl/Gf0I9xXaV/8K/vqOoBy9T/kBjC+kZvbA5t6NxtDRWdBvnyEMB7qne7inlHOaJcobxdyVm7m7wiXwnqsVxWRaBjfvkXve0X97Dq5C/dXczc4vEfr25e5wcqgLUDyzAhXGu6+tr+fr0Ac7riGF6YX/jhr/xh7qmOt7Eu5/Ly0vF3leKg67H7y7hg3zuLt59XFvOQeMT2gE3/M/S0qLRP3r27Av76qsv46MX2J30Duhn2SXs0zQlW/Xvf/9bMQn0s1Likh/tO41Z8w7oxYvninPX5POWjLjEvQgMwVqPzv8zAhmBzxwB7A1+5kbvp3n/hr0iNsWmcg5fge8ABmw2Po/+MjaJ/gxjF4xhcK6M/hk+wM0d4q5Pi1Rt1d1G5AbP2OC6+mz8PSh8ggHn3OHRjc09pdW+u6sMyGRTh+r/9uIdJ5hey3eBMXiTdvW+hjbIdhf03o8E7xhfM3B2s6nU3rmRf5IJPZimyZX33+P+6l0csRVtC03aN41vkO/9S/1jc7p7jKvg79Fd+rn0V4griAn4m0LeCf38808RUzDW8f/+37815jEdQ/ysMY6foo/04+jvSbnne72r/j76Qd/Gu3H+JvN5vId+HH8TxDMr3UGv3FMbkLi7dM3NvRrT6SlmujHwY/zy9PTMGMvkg1yX6l+jR8RR9pdt/sCTXPWtTnu184GpC4cy2qiu/iMEZnfxcnvbhnxV5O4xxo6tXllZiTFN4r5qbOunn36I8S3akQ+r0Y4fRj9ozOt7m5QxKZ9n/BR/b/yT5AcZSvTjjz8q/w/23Sguffr0qWLSR4pJZ6wsC+FRCOe38/w2PH77taSn6b7p/XQm/2YEMgIZgU8CgVzJjEBGICOQEcgIZAQyAhmBjEBGICOQEcgIZAQ+fwQyhxmBjEBGICOQEcgIZAQyAhmBjEBGICOQEcgIfP4IZA4zAhmBjEBGICOQEcgIZAT+kQgU/0iuM9MZgYxARuAfjEBm/dNDwN1iwpu7jye/ud/dt7ds1eQ/JhQzeZuJkkwwZmEKUo65Rr63FBOXyMM9TLhkwnKncxkLWzAxk4nMnE+TxPtGXihuzD8jBNSYNk2j029I3Mk7uQiekNlQ+HK+mpBYHXMu09sQcHdzh1Iu5P/2tmvIL3IMXV9fWbXAMNfIk3BP97ztl3wQOtXv94wFaiiTicsXFxcq9yom//f776cj7h56X8aiOaXVavWYxMuiC0yiZlIw19zdPr/NR22VJv6WZc1YeKHRmIlF2sCg4v8+77TB9Dl3j0Ns4O3trdr7JtqiEx9muBrbMWwYNu7+/XHzAz/kg1J796NtkaXLy0u7uLiMZ1Amz+z1+kY+8qeiXPylvelfd857tHutVovJz3NzszY7Oxdtzzl3NzZ3j3zIAOf5MEaj0RA+c8o/G3hxzd1lM4Z3yLTpdNShKAqOVL9+LE6UeOiIhws7P78wJt2z+H6n05FM39i0/E74URG/8T/3VgQ2EGX3er1YjIp9zqU8dwt3d4O3mnQCnvnIE/xXMgFPkHvCykYbZY12Aw/2q3PkT+XNGIudsigCC8p+8cVTY+FtJsy/ePHC+NjBl19+qfRDKJVTlUf64sVzg549ex4fiHr69ItY5HZt7bFNaE3n1mx1dTUWU5ibm5NdqKkdPQh+KoIv8IPAElyRRRaiIAbgvLtLTuqSs1nxPG8sWMfHAlgkgIWmeC4L7D6NRXefGgtiQiwU8ezZs8CFxR1eCJeKWJjqPj7gt7a2pjo/CvlMC6iU4zpTV4i6uzuJ5HEQspbqfCPZu5buXodeIaPw0ZNeDUcLknHTcJj8Iin89SRL3F8ROEBcR36oB22d+F6y5eXlwJa6wjcLDD99Ct8VfaG2gRLvL6LNXkgWoC+VfmkseAH/4MK9lLWyshwLDPI85CzVld+75O6BCWxQ95ub67BPl5cXwffNzY10tHtHP+6WkI8+RQTcXba8DF2u/Bwp9qgmP4CsIjfuyZbbGzbkmkvIPjJPPHMZ/ijJDzqDHyRfReR/F1EeC+yid/i2yzvyeBt6yqI35KPcd5WXr/+5CCArMzONsOnLy49sWXZtaWkpbBA+A5+JTLn72M5iFyuabkd3D7mcnZ0N/4DvgRYXl8KWI588z93Ddrn7n8vc7ygdmUTusam3ivnRg1vFgsh0X7E6/ELko/ruHrzcf5S7S0+L8JksnISfxE/jCxN9ET4Su//kyVP56ify3U+UrimdpsfGvfjaxcVF4TgvHzwTMY1pGwyGEZ/gB3QY/6lb7HwEP4JB+NiY7N5GXfvq54A3WNMXwnbQHyKOhPBlXCfvvdsfPCTfYDAIeeW+qsxL2bfLy07EBrQpecANoiDqSgpRBsS+u0dbogfIMET8WMWRtVoZ193d/o6NesJDSpM8TNfD3aN+1J96o9PIJDK1vLyiOGYlFjR+8uRJpJwn1iEv91Q6W5Vv2txdbZqI89j0Cmswpi9wfNyy4+Nj9QtOo49Au4I7+RL2KQZTcQ/+1yOi3uA7MzMj2Z9Tf2VO8t+QXtWkA8W4DvcLoE7T59xTXUv1Dyf8L4n31dA3YlXisBeKT4nbq5T47MPoRcR6k/KeGzEuNiDpPjoPrYXu048gBqQNkr7D70zYVXcPlkjcPbChfSbyOBN9v3q9ZpwvipTfrEo1KjQFuXs6T1skHbxV7Hwj/biJGBJ9+RD9q8pEr2n7jvrR6DX6jBxgZ3l2aqtJxdxTvexP2txd2EGF0jfLkL1ho74Q/EHIM/xUxLnE1xsKmDpNPvpYCZ/L0JOE+5Xa4VpjBTcRw5OP29zd3CFTan/o5k65Rcga+jYrPw6xj4xhB0ybu+v3zf/BhvqCA5jQ3h2NCVxcnGuc4DwWYp6WA/AjP/e9udT3u0IZlMWzKTdRfxR3Dka+8iEbaZIFl94UYVuwEXMxnjIbOgX/7m5v2nguxHWyubvaxwNLMESX0Ws+7IDeP3v2RfThP8y2fGlfvhCNxhheKH3+/IU9ffLC1pZf2Mric3s0+9wWZ57ZfP2JzRVrNutr1ige22yxOqIVmykeiRat7nNWK2at9BkrrGbiQGR3yPKWEcgI/D4EJi7u993/N9yFTZsmd7NErtQNn1DT2Co+YnZ2NmI0Yss5jTeSvpvm4h7yz43sLbaX8lJ8XcUyyU/b37y5e/BcxruWmnzFTNQ/2fcVW1lZUd93Kc7BA/nACDJt01iyj5/C9+PzWayWD8GcnLSt3T6NuJnx9KurTozl4de4R8Xc8WOUzXPAC+yI3anP8vKjWBiVNqAuRVFGm3H/m+hd56kDPp06X+hd1dnZuep5pvq2xwvunp2dRRyDz8f3E//hh+GV++EBetez3ue6u1uptqjX69EvaDRmDQwajRn57Ua0Ty3GxQozc0sb/j/tPfTr7uaeqCiKaO+UlrHvXpi761ZIyZ/w3/1u2VX/DgzBs6NYmncutAH7nCOeBlfofatE3r7GNbj/+jrF/VdXV4r/r4NoP9qbdqNMdw/e3VPK/dNEHrACc2SuofdMpLRPvV6LtuJ6UXB/6o9Qb+SDfjr1uNW4C8f0KauyKRdyd5Kg6pq7G2UiBzwL2Wfc6ZneO9Dvev78ucZanom+sKd6P0E/N9Fa9P0Yd6+I+GxFY/BpDGxesjQrOapHvVVbjSkMgyxvfxsCtHv1cHePGBs5q+we7Uc7PtX7GNq5ssn4J+QD2UReUhnDsKXsUy4yhwxeyeZie9vtth0dHcdHEquPch0eHsUHu85k+7Db6EiS1wHFZPoLEaAdadM5xRvo/bLGr1dXV2Icq3ovhwywX+n4/TSNuawY96L3lEWZ2BN3D3v3F7KUH/XUNASMAAAQAElEQVQnI+Du4S+QHdoYvwTR5nXFEXX5qcpGuCdf7+72pm2o98p9jWHf6j0BtuP6+jrexV5cXGqs4zLGcbhW+dA3lTN9fiiHD3EP40PYmI7GUBhbvZJ/5hk8i3J5Nvm43/3heqbTbu4evqwuPhuKkSD2E79lXHd3qzZ3D/taxZbTNhTskh/3uK+6535a8dHTO/hu91bYXBm2s90+UczYjliR9489vYOHj8Honcb9cn7LMc+saKB3AWBE+RD7nKuuk1Zls8818lHXFJPcxhhcX3FSX+1Mniq/+9t5ByMwTh9UWJZdWo2YA9/E34sw7gw9VVwCYaegaRuFL1tdXY2+BfZpEs9PZNPdqyrlNCOQEfiHIICtwk7xt6j4G/qE+An8Q+UbsFfubvg7bH1DfWRsCPESNKdxF3wftsrdw5YrsU93q3jwKZ4bMSYzpzhxZqYhH1iLazbawGi0G4l7KsMs/d1D5Q+u1UcGX3A+PT3V2Mep/Ndl+Hjy4B9ok/vl2e/YKAOiPMqlfIh9zkFch35H8X/jLQlbd9JC7UDqSif+zN5zU5gU73bApdvt6n3Z5G/e3gcX8oAn9xJjoUfEVx2Nr1ypD8gxMUBfvn+oOG/IA9+zbr83G8+gbfuKNeALQpch9rnm7pLhUmMTM3onPqsxx8UY61vR+COxAjEDcQQxxVP1gyHiDMZEKmJcBGKMBOK9N++j+LtEPu7FR584pv+0rLFEYj/iROwEtsRGm/uk/ThF/au6g+u14mGwpK9M/HotHYIP8pH/3eTKUpF2pZN6JDvmzvnYfesPz5rQr7O+ZzG/vvHeGcoBm1qt1NhjPdoHm5uoFrE016F7t44Pq3rSzuy7F7qP8mbChhED0sbEj/wNcGrD5/bll9CXSj+EXuj+F3o3mdIvv0z7PANCdpAjZAL5evLkcfzdwpMna5HSl6Z+yAo8wyf1d3fLW0YgI5ARyAhkBDICGYGMwMeHQK5RRiAjkBHICGQEMgIZgYxARiAjkBHICGQEMgKfPwKZw4xARiAjkBHICGQEMgIZgYxARiAjkBHICGQEPn8EMocZgYxARiAj8HEhUHxc1cm1yQhkBDICGYGMQEZgGgF3N3c3Jr6VZRGTNMuyjLQoijjv7mYG2XjxIbu3MfEPYiIlEz+ZhMoiGRCTKnu9/hvvnS6KSYRMbGVyOAvLscAcizNzfHV1NTVhNi2O6p7qNV1G3jcDFndXmsimNnefOkq7tF1Fg8EwFg0bDgejdKi2S/k+st+PtjruHrpj2tAJ9AH5ZVLxxUX6ANH5+Zmxz6Tt29uusH73glzDIW0xjEnklNvt3hrlnp+fx6KG7fapXV5ejCf4DwYDtd0wSFUZ/6/KIeWku4fO12p1YwEYFh5g0QWIjxDVarWQJfvMNrGtdnLxXsSkZRYOmp2diYnLLIIDMTm44h+8KrLR5u4qY2IrU7vcWKfTifalbc7OTtU+p3Z2dhbnu90Pae/rKLettmZRh0qGKJNns0AhdTRtqpp+03/OQeko/RZFGZO+Z2fnYlL+4uKCeJ+1ej0tOOHu0e7lyCfUYyGmRnyAg7wLC/M2O9sI7Ezbw/KWynB35bCQXeqK3CKrYHJy0rKjo0PRUSxSAXbkgZ+Hy4yi3vkDvxBlUBZ0e3tr6CMT+/E1XelQb7SYE3kronB3l2yUwqgefM7OzkY6MzMT5+rCCWwK+Up3t2pz98CtOub5EM+HeB4LZdFW3Et56BqT0VlMf2W8MMJqLMLERPUPo8fGh69WV1dseXklFl9YWlqMdmw0GqP286gu/NSjneF1NvhE/ouiDJ7cfZyCVcVXwvUmbA/td3FvQTH4Jn9F8bDxj8eeuwfePK/RmBHWs6rjXHzghfry8bKVleXAZG3tsbFQxLNYnPyFffXVV7EQwNOnT2xFecATXGuyaYXax7RVz65Sdx/z4u7KgXwOYgGtrnQUop1YaJF7IsPoh2N4r/iG58vLS+n3Vdjk6+trydmNcb3ifXTrncTdw36U0rGa7Cx1RqewwejXwsKiLS0tGYtarEgupvlOixx8YSyu8PTp02hj8nI/PFNH0ya3wa9o8t898QsPPcVnXekBBL896QN1Rj4Hige4H5rcnfc+RQTcPfQL/UZGKnvGPvqG7CGDyI5pQ34gRf46MumKxeaO7HjELNjQC8U0rVbLIPwdtr2S+8EbYpAo6N4PedEbyqAsPsqCf0C3kEv0cCB5rG5zpx7VUU7/agSQE2ImbC1+a3l5OWwVC3VxrhG+pRbVou2wK9OEjUG+3H0sl9g9bBi2DjtOnEE52EfT5v5xtzn8DNV3wnZCA8n/QDILcb7SJbES/4cjw1qlnHR36ZqHX0ZHwRPfvbq6GviCEToMJmVZyH+Qnzvv0kDP7sqP8WFr+tHtdjviUOJG9Opy1FdAV3m+O+X43UI+4iPqDI/IFDzc3Fyr/3OpGPIsbBFjCCx+dnNzE3Hnu1ipykMuU3ld+fOO4vZzOzk5EXbtKB9Macei8MDe3rIVRRHtyIcPG4ppGtIJ7GxKib3qIfvufyfuQ/UR7b02dxfPyFwRseHc3HzEkyk+fRyxF/KKjMLnQ/4EnG28ecg6OIEpbVX5ExazBndk9ULxJH4F7Gnv4XA4LuHuDuVxxqOe4I4OLSwsqI+zEDEl54qijOe6u7FVdarS6twgdHcQ8tPv9+Tz+qKBaBj3wyO2DtsHBugoC5qx/0dQKm9Vsd2qYsAV8bAUMTHygw2o1UrxmXgpJGuF+CoVS3INKsuarhdRV3gyc3NPVCg/efD/LEgOH1W5RZHKVFa7v7mn+zk/kI2pdIX2uVAsgK1ptU6kM231VS8jDiYf+d9GYN/v9yNmTn2069C/S8XV5xovOdc4x9VVJ8YB31aeu7/tMb/pmnsqy90Dt0KYlcIX3EnLcoIt9Z8u3D3d455SrpEHHpFhZBk+kXninhvZL871JWdD+RDyv43A4Ea27UK6cXJyKpvXDtsHTpy7Go2Z9oWpmY/lwN3tj9zcU3lggb4jQ8gShO4hY6UwK4Sdu5u7/+rx7pNzQ/lEeAMjxscuJFPYgZZizHb7RPb4THJ1LlvcCdlC/rjnV4X+xhOU0Yu+UDf6cOAHvpQPhhD1Ih/k7sGLOzJQGDzOzDQ0hkKfdVG6muxNbaoPWlWJ+6t991QO9m8Q9qavPmgi4qYqL+WDLbaM+OhD7cvq49XoS4/LUXyx8kgxxuKKLcyu2NzMI2vUF6xezFlhM6puaT4U6chUZ6iwUkeyMV5PqY7dC3MdmX4TWd4yAhmBPwKB4R9QiP8BZfxBRWDbEg0UUyX6g4r+6IspyyLiUfq7KWZcU4y3PPYbMxpnLuU33VODJZyGitUTDUaxF34KH5n8/oX8ItQJH0Z8gU8byK8AyHQZHBfyybUYd2zIb83GsxlnXdVY8YrGUfE1DfVbyrIg+wcR/pM4h3riy/f3D6zZbNrr19u2ufkqaGenaZznOv1UYj/uqXzwQDxXPHxQZR64eaiYq6exz67GQnkm1FX/uaeYAN88agar0qqIoeKVat/drRCmpdqtVOwNtjX5/5ow5rgsC90P2Z+6ubue43dkpSfeiKcS/ieKF1vxkVP45KPhvxVb8neF1ZVicvpoxP30t2mzK8WexE48k3afxughxqvr4EO8SNwINUb9ZfBLMTfY+aiIiR5QF8ZbIPYHknfKrIgbaKZp4hxUqL2KojSeS78VfVxVLASxPzc3qz68Yhzlc/fAlfvu00CyCc/w39b7OWJWUrABF8Yxu90bxXa9uNU98aIi4zj//CYEflPmaTngRo7d3UrpKOMBtPGS3onxnox3Siwo/s033xiLjbNg9MQWNkIWTBtlKIn/7q4UfTP5sWGMF3RlOy4uzu34+Nh2d3dte3vbsG/s7+/v6X3ncfTX0BV0RAXk/xmBjMBHioC7m3uiQr6glI/HL+GjsB+MobGPH+Eaedx9zA32AnL3KIcLA/kp+vj4SWK1NFZ/GjaDGAhfjX/Gr5H/XUT5FaUyrzVWciE7cypqy99fRFzYld/G5gzks8hflevusVud49DdrdBYNzzV6zWN+85E3Do7Oxf7nCvLInhy96m0CFvZaMwacSQ0NzdnCaOalcLPvTA2nleReyqjOg/vfY2J4VuJc09OWra3t684cX8Uw1zE3x3wjrCvsa77PFHO+1JVB8qgLMrsyo7zbKgr3MCVawO1XZW/Kp/jgTBN1/vyBYMRpViF61CV/6HUPfFfFEXgC2ZLS0sxzs7YehpXmwsckb+Eo/+qKJ5DPYidqTuxH/gRV/NutZIvrg0V+7q7ufuvysknMgIZgc8DgaE6QBVhG+iPJJ9zFuPq9F2wBz31eckH19gh7AzjEXPqC2HHkz1a1JjBfNioQv6BvJ86Yf7c3e7yPKf37osaG4Hf2egnuhPrTwbjKqxstHE/u0PZVbDsyocQ5+PP23oPz4d5Ifaxyfh47DRtgv8Yqp24/7cS91VEOT31+Xk2bcoz2L//HPL/1uf8Pfk9/JN7YeCL3yuKMuKIokjn3FMe6lfxVaWcM3NjUzaNjQyiLw429M354BP7YHb3Hu74NYEveHIvfXz8KintSVm0N9d7I11yT8++X5L7w+fv53vXMXVGfnpTbY7Ppx7oNXVCBt63/d09sK10n7htTvHbwsK8dGEh4hHeezNOUv1d4vPnz+yrr760b7/91vg4F3+XSB7uq9frUV4xZSvuinnCAT7AtuIlxWC38V64rziQeHA4HNq7t1Se2Iis7umYA/e0755Szj1EqS7DiOHScweSm0lO97ffP8n57j13Fz5FxMzY2hm9S5wd/c0xKfgnDAtzv2t/3Cf1oM7QBEPeJd5qTGIQ91HGrGJ3/raKsV7ahzYcvwe8/17wNx8/NsZRKJOyl5cfyX4uRR9gVvzwfPTV3UOPK/ma0Xg31zhO1xOfZvAGWd7eF4GJa3rfO3K+jEBGICOQEcgIZAQyAhmBjEBGICPwsSKQ65URyAhkBDICGYGMQEYgI5ARyAhkBDICGYGMwOePQOYwI5ARyAhkBDICGYGMQEYgI5ARyAhkBDICGYHPH4HM4XsiULxnvpwtI5ARyAhkBDICGYG/CQF3j0lxRUxsLWJCIPuJCnOH7M4kRNPmnibIMfEPYvJftbAIk7yZBMpkUCakMomSPLrtrf/7/X4ssMqEViYqt1onxiJfl6OFwymLyZk8qyrPPdXjrQX/gy66g4dbJO/BNxNiocEgTTodDgdqa/aHkQ51EZIEvEdp/+ws7uA+IdBAppHbTucqFkpEtpmUf3Z2fmdxnMFgQPZ3EvmgXq9vt7fdWFyHMtGX09O2XVxcxuI0vV5v3H5Voe5e7cY1DtzdigK9L60+tdgOk65Z+CVNAq5FHvvsNpeeFOKtlN2rBf/wy+RxFr4BA47BxT1NgE66MAHCnTJcZRTGRnunhZU6at9zo52xYbTP2W/8IBfl0dZQ7157n56eyjaeqr0vQgaQugXEaQAAEABJREFUsZ7anLwD6bJZqhepPbC5u3guxHPd5kaLbCwsLMRCS/V6fcwPsgExSZrz4DEXk/IXYoI1x2VZMzawmSbO6THm7irPjY1J7d3ubdQZWYWPVqtlLE5xdHQUPHU6Hck2E8jTgkaUyb2/h7gXGki/wOf29tbwTyxMcH19o/2u9YQt18kHVc9xL6wUbyzY12jMBjaNxqw1GjOxCEmtVreyLK0YLTAwfW9VBucg+EY2eFaV8kyewUR0dC0tcvIoFmVlMnua1F5Nbv/9aTXRnjJZWJCPp/Cs1N6NWADAPbUPbV21Mwv1U7daLCZamLsHTfMGDz3JXcK1G7anM7J1l5eXaudrYXwbiwGAA1TdfzdNZYMnz+e5c5LLubn5kLPFxaXRAhArBh+PH6/Z06dP7NmzZ/bixXP76quv7Msvv7QnT54EfuBJGdQdnngudSW9+9x05O6xQx746Xa7EYuwUCntNX0f+xB54ZtFPIh3WPDi6qojnq+Ew4347kqOe+K9P7a38ZCpH3eX/CBnZbRDkrWGdHLO5ucXbHFxMRYzoM1WVlbs8ePHY77h/YsvvtDxF8E37Uz+RqMRZeKzqadpkxvXb/rv7mnHhjaQrYA/+OhKL0nhH3kdSGeGo3iAskY35eQTRcDdw16hF8gIi2M0wp41ZM8a4QsqfTFtwxCaoWRXB6P/KiL2SJEPZJ/FZk9OWOD3JPwd+o8ccZ0yoLjpHT/IITaZ+AifAOEzr66upEcP2xD3SpbfUXi+/IcjgF1FlliIcmkJv/UobBV+hXPIGPJEE9G2yAT2FPsCcQ7ZcPewV9j9OcUW2LAV2brl5ZWw/ZSDX3BPbe2eUvvINtQFfgayqQPZTvrDKR1IhyB0aUL3q8+97h4+1t2lq7WIORIeq+H38NtgxIfQwIQ2cHd7aMOGE4vil9Cjk5O2tdvEjWfS07OIHa+vrxT/pL7CQ2V87OfAFzlCtrAdxBzw2tLYATbp4uIifDH53sUL+JMvldcL/99RLEp5Cbu2+nCX4deH8ovEfe4e7TVd9lCCAHGO9kEH0BPkuKHYsSH/DHGurj5XWabYivx/J1V1flsd3D10tVTcW1c/AT1HJolL1taqDwosRvwyM9OImKYoCmOjfIj9ilSc8CuiTK51FXfRZsfHJ7EoLbjTf7rUGBB+AH+D7SBvVcZ0SnlmtIlFmejJnOJIFp+C5mRfOEf93d3Y3FP6UJlDtTN6jEz01E9ApzgHwdfMzIzitHlj0akUl64qRkNXf3+8Ph33E9NRLkTsDtZziokbkiPwR7bKshCvHlSqXThXl1zV1T61qQ92mTZYdfdxXvI0JI/z8/PiYy7sTU39mkJt5g4ukKK/WOCJHzf3RKYNPHqK/2kXxvtou9SnO5GtaYeN4Rr4Kftb/w+lN+SjPOSA8tA/yjybGi9B19HTtxb2B1509yjN3QM3sEk4lzouRnjYe23Uu+IRPuiL3txcy0ZBNxHn9CRnYPGuAikr2fdL9Zvbhr1ry76DFZh1Otdhq3ieqq66epBZ4sf+gM09leXuKruIGJK4EruATE36kGVcBzv3dI+NNvfJMXxX1JNcXV9fxzgKdqClcQJS5IuYk4VEr9WHJx9YjIr73QnP7fd7gdm1nlvZG9qp1+uprzSQHx8GVQ9xd3P34K2mfjK2Bf6xNQsLi6FP6Ji72/2N502fk/ir7IH6i1Av/DJ8kc/dw5aiq8QDy8vLigc+zMZgs4PWHtua+pXYneVHq/ZoYdUW51ZtrrFsjdqi1YpZK6xuPqyZW2mmI6/ICyu8ZoWul3yUK/ZL89E/i83jN/9kBDICvwMB3C63VSn7H0p/g0om+0YsMZSdq9Jh2FXsHIStgz6UvU/hfmII/CMxHXaY+HllZTnG/PAh+A18Cj4TTO5TX+9LU5x0FXEW4yZ8AOZC74AuY+z1KnwZ/pF7pzEBa44LjV3zDOJYYmP67tVYIz4GP4bPoQ7k/xDimdfy18Qn+PKDg31rNndHH+TatFevXtnOzo5x/vi4pZjmTHwxhnwVcRH8UsZ9Xj6kTtW9lAn1FHuB6bX8P9TVmGhfMQHXUt6HFae67u4GVmA6TfV6Lfw3bQ7m7g+XY3/CRt2gnuIpYhpiJ2LFlvrIyAznqvfqFb7kf1dVyNtVf62j8X7a9Ezvt5C/jvrMjCvc3KR4lnyU5e7m7uzeIZ4FcbIoyoghkbk59dtIkc169GVqGhNJcaS7k112BPsxHMVM/ZEtGcZ5yoQiY/xgQKfJoj7uHuUy9j6n/iGLFNPfgpaWFo1ztGVRFNG27h732b2NvhDxOPrXVhxOrNput8djLVd6N8D1vvQWW+heleMqCVKS///hCNyVgeR3eIjgj3afxOyL0Xfnvco333xt3377jT1//jzerVS2cHZ2NvTY/e77YHcfy8QwxgwGGj/qqu9yEeMY2Lnt7R3Zu2Z8nIsPyvC+E52hn4vsUKdMGYGMwMeIwKRO7knX8Qf4pYbG4vARUENjaZwrNQ7HdfdCN7ro4f9DOQL8Ab4Zf0ncxvgGH/GDzjTuRRzCGOTDJUzOUlZF+NyeYplrxVuU2ZY/gi40Hn6l92n47Z7iAZ7NPZTi/lA93dyhImwlvDXG/PK3EI2wh4lX8jlFBRWKLcmPzSSuZNxiLnz6TNxTloWRxz3dU9WDm909nss5eO+JF8bKiC+IW/b3pz/Ida7xs5sYL4Gfgd6/CFaK+U3Es6BBvLsZKKboq8xbxdC3suU3Qbe3XcWiPV0bKMaAhkorSr5loOcPVAY2nZQyh/IJuvqb6lNKhoh9GEcjDiEuB0OOwZFr4Es+d/9V2UOBAB7EdrQ37U6811ZMgmy1NJ6GPCB35C2KIjB390h/VWA+kRHICHzyCKDrELaB/kj1fvhM/Tf2sQf9UZ/X3WWji7DX2JvKltNHWlpaindG2CBsh30Gm3uyfYV8F3a18nWLi0t3xmXcPbgFRygORj/uHvbT3dUfHcqH9ORDuvF3YVXfm9gfwhZfaLzmWuMNt7e3kbfyGaPifnNCfSDK6cnHY/spn3Zln+f01QflOkRe6Dc/6C++QXAGrshaUZQhl2VJDDEhd39nraos8Aw+4MKYBXSteAl/OZAPf1dBA/l48OzE+MeZxqtO1dc/jz4fMRdjIFznGYNRee7vrt+7nvum6/AzUJ14Hm0MX9Sho/EY6kN6LTmjTrQ/+afpfrnuHhij35Xuz2l8hPhjcXHRsAH0i1dXV9RvXrP095jP7auvvrRvvvnGvv76a+PvE8nDfZRTKqZxL4yNZ6eYCEzc9LhxLAUf1BHib4bgB+opDuSaQhuKeG9y98jr7nqOx/67fqhfokHEezx3oHbkHPe6v1855H0fcncrijJsLVhhexrqT2BzEzWMsQry2Fs26jeQHEDg15ct78kO9KXzRVHE+BrtQRumv9tatpWV1Q9+n8j7Q+jx6ANeyMWKxrMfPVoOWWEsmfFueCtkX9193KdAviCu1eJvFtBpj7ZSNqWWt/dBgOHN98mX8/xGBHL2jEBGICOQEcgIZAQyAhmBjEBGICOQEcgIZAQ+fwQyhxmBjEBGICOQEcgIZAQyAhmBjEBGICOQEcgIfP4IZA4zAhmBjEBGICOQEcgIZAQyAhmBjMDHj0CabfHx1zPXMCPw8SKQa5YRyAhkBP5kBNzTpLeyZAJcGRPk2IeKojQmzpm5MXGSiX6QDu785xzEAhRMmmSSNxM/odvbbkwy5vqdmx44YALh9fWNXVxcxOKyLBp2dnaqYxZlu7Zu9zbKYmLh9O3u1G/6zD97P8Hh5n6XplFx99EhM/iGUxNhh0Y7DIeD8blRxpz8BgTcPfDr93uS2xu7uuqEHCPbLIrC4gcsLnN1dWW3t7fCnHZ4+wOGw+GozIGlcm9V7pVRXrvdHi+AfX19HXqS2nEY97hX7S1NHpVDee4uHS9C72u1ujEBeG5u1ph0zaLKHNdqtZAl+8w2sS7eXbwXxiRgJgPDL7yzgBDEBOLEf8LNtIEbpN347+4qpzC2fr8fC/cw+Z22pp1ZYKndPjX2OY99xFaS/23EMyDy9kOObo22pVzKhNhPMtSVTPSDuCeVO2nzdJx+3T3aE/vOJGgmezNZOvHLgnP1uO6e8pVlKYzKmMgNHsgFk7nJD15gR8nIG8T+NLn7qDyTnPcl7907fLRaJ3Z4eGhHR8exqAGLgmDrKQua8DNd6vvtcy9lQH21DbrW7XbVRtdRB47TZPVB6IlUQ6kF4fvgjUnw8A1OpGCGrNTrtcDFvTCxeKdC7h7H6flD8T2ItqEOPA+iTkVR2MxMIz48wgIny8uPbGVlxVZXV62a2P6hKWVVtLy8bI8ePYoPpyDnqf1qUVeqTFvX63WDT66xj/xTT3cXn4niBv3AAzyBI7iyuCAyfnFxGR+vQF65Rj6wmMZXt9/57+6BJ8/k2eCNrCFnS0ssAAE2y4ENi9c+ffrUnj37wl68eBGLQJBOf5CLMlLdky1Ozx+qbe/aWvcJT9STtkFH4YfFOdA/6m3aKENJ/J/kvTF4ZoF4UjCAb8pgMQnwmb4vbtaPe3ou2II7dUXWqPfc3JxkYt7Qy6WlJaPdVldXbML3M3v+/Jn4f2ZffPHUwILFENBL7qfMVOcJv+nY9WSLdjRtiYe+dPJW1BX15Dv6QSyExvWH6q5b8/8/E4E/oWx3v+PnZmdnx3qOzMzMzIT+ITs8nnZPMsMRhOz4SHZcNm0oG3qjuObCsOGtVit8XPJHt7o+CKIc7n4XoWfoDfFMSz6BRePOzs4jxqlsSJbHd6H4111HTpCZubl5+ZRko7BV2GvOIVO1WqkKefg+bCH2FPsKTdtF7B+2D7u3JFu/Ih8ILSwsRkzKdfdK9lTkR/l/GL5lqL4TcloRx0MpEvRQte+fd098gh06uiT7j+1fVUzAPj4RHwkmtIF7yn+/bJ6PD8MnESu21Uc4PW1HjIVe4aPxVegWdXBP5bin9H55H9sxdYZHZAkebm6uFXN0xN+Z7FFLdBK26ebmRvI3eK/qp/L68n89xYg3UR72iLGItvBLsWk32tk94eSe0ukHUDeO3V02t6YYry6aCVlGLyB0B59fFKWyuujv/J9ioqreD9XE3cP2F4pZS/UJkEH0lXgyfVDgsaGzxCCcbzRmgnfyUx5lTxPn3N2KAioCU9qKReta8iX0B8D97Ows2hG/gjzT3rSTvWFTkVHPsixGfZY5xVILQegTuJeqv3vix96yUV/8ErYKmo6J3D3adGFhfhSfrUZsip5+aMxe3U9ZFREDLsk2TuL2uvx1TfiV4rcQuY6LwLymvjztU5ZcL8zMLW1uqrbIrQx8aooBZkf9/fmQz3o93eOe8pq53d3c3D1O0Q7YdGLdTocPQ1yO9Y+2u9BY3rXG9MgXN7zlp8Ka8lh891rjGJ0O4yYXGuNABs5HsQD692t9dk91essjfvcldw+ei6IQbmVgXAa2pfAvVK6L0n/4SHvp193jXpxAeQoAABAASURBVI64hhxhr5BlcLsWPtjha/HLOa6Tj/xvI+QSnC7U12prfIEPAJyengqrc9mty8CqqzFTZJZyqLs7deHojyN3yvTAAdlpNBpjeULf6upPJqyKwME95Tdt7q5fG5+30Ya8oOcsKHghGUKWsAlt2WA+0IdNxhbfyOYjL++D16joNyaUwTO7Gh+gPaAb+Q6OOU+dIPJNCnHxDSW5mFFfHtu3sDCxN/WRPpm2u/fqxOi/e8JhMBgqZu6H/+GZtHG6x62UzQJPymahu8pG/CHpWrJdy49WbWlx1RbmVmxuZtkatQWrFXNWeN18WJpZaS4y/bqpPbXvolLXC5FbzVznTb8Wm8dv/skIZAR+AwL/gKzqEkXMh30bDAbjfY6hzx0C/DH2fEn9uxQ/rymOXFGcuhgxWT38ZmnuyYaCyTTh14kjiBtYcBefSOyMvyRuIl7Gf+FHuA88SafJvVCMXFPcN2Nzeu+Db2Gh3VWNNa6sLKsuCxHjUlf7wI24hrpSTz64tb9/EB+nef36tW1uvhp/kIvz+Hre/V5eXmiM6Vrjkrfqw/WDKln5wOqMbwcPDii3H+9ZuoqdroNu9f66r/cGKY/bqCnI/iC5u4EVvrqm92b3qShoz8L+7M3d4xHUG4I35KDCv6XxNWIq2gI5YWyGPOSF4uZ3/JAffJC18/Mzxf2nij0vxrEnsnerd5vgR1HuqU7sV8SzKnL3iHFmNA6JXkDEkhxXulAo/nZP5VT2g3pMaCg7MhCRpj6t3dvSfemku0d7US7PYNwq6eNqvH9hn3pwjTzuLhlwe2hDH4nHLy8vhUU7/oaBeLzqv4IT12kHs6Ge6yrLxmR5+9MRQNZ4SErdahqfRL5oY8YtsMO8V/n662/sm2++thcv0ge5Vlawywuyyw3dU6MIxemDSPlxpy1du0OdH8pODfTevxv6gK3b3d217e3t+ODg7u6eTX+Qiz4OsqOb8/+MQEbgI0bA3WWvE5Xqj9frNcVHDdmF2Yif8Ff1iNtqsu/FKK+svZxOsjmJOXePnaHeFdDHxyfgL5PvOIuP+GE3zs/PNQ59LXvSj/zv8zMcPauvWAZ/Tzx4qnH/tsZOJn9z1I0y8Zvkd/eo6/3ydTrOFxqjLctCsWJdsWIjeMVmYjtrGmssiorXSTmcAwvyEVdCc3qvnTCqha8nD8+gDvbAxnnqCC83GuuBl5bGhokR+SgX+8S8NxqnIYbpK1YjvxB/oLR3n+J5EGVQFu3C+M+1xuh4RlfjaZzj2kBjNeQV3KOCh6O4YyBsB/IDE0r5hnGdzPBM+hC5JwzBBnzBjDiEuBwfxfjv7OxctAP4lpJDd/9VUTyTeoIL44zEeeDX1lgh71ansYMXd4+2dvdflZVP/MUI5MdlBP5EBCrbgE2jX0IfBeJvmDjX6/XDVrl7+LFaxMl12f25+Jsk3vlhk7BNvLfHVtknv7k4cNlAfFmhOL+Ub5+JdxnYXQi7i81198DHRht4Qu7cn4hLA41r9Xq96AvwPgF/znuaw8Mjg9jHJuNf6CuTF5tNWdz/W4h7polyKI9yr/VuCUpt25N/6od/qvL/luf8nXndwbZQ7ACVks1EZVlov1DbcX3SNvA3XV/dHofuKQ/4gAnvktAD9jk3VFwWGd/yQ9t29a6I+9Ad/Cop7Ukch7+t+vvDSZAQdaRYdyf5w4hnVG1OveCFNu/ovWzF37XimK5iGPJRf+6BHqqEuwvnUnpAjDsT8Qb6ThyHLqD/vJNeXV21tbXH8TeI9J2/+uor+/bbb0Yf5HqqMc3liI9rMR5WRjvZvU2PGp8ZKK4aSG/oE9MWvN/rCueu6s0x135bfOdRtntKOXD392oHsBmM6zMIneccZfzR5O7CuxDe9bA7xMmJ7vctynHdbWpzTzJN/QbCjzaGwAzinLsrhp8JO87fVhFTVm34h7xHfJzeIyIT0IrGTZaXHxmygtzMzs7q+bWQAXcf8VvJ14yu1XWuJiqCR/dJO1nefh8CDINCv+/ufFdGICOQEcgI/JUI5GdlBDICGYGMQEYgI5ARyAhkBDICGYGMQEYgI/D5I5A5zAhkBDICGYGMQEYgI5ARyAhkBDICGYGMQEbg80cgc5gRyAhkBDICGYGMQEbgAxAoPuDefGtGICOQEcgIfIwI+MdYqVyn34uAu8fEuLIsjcmSTDQmrYjzRVEoz7sbPk0C7BuTQJmMyuRUFvwiPTs7j4WJON/pdIyJqkxOJuWY80xUZqFV7mGxiIODw5iwzP1c73a7sUgpkwp5lmlzn9TLfbKvS/+Q//A8IXcfTWIsYkIjbeeezr0NkDRXeGiDwTAmaqcJ3DejdroafWykEyltRttdxwTvG7u+hq6VXkfb0/60Vbd7G4vo9Xp9lTv4Uyeyvo23v+Oae8JciXgfSm77gcW1MLu4uLTT01NjsR0WHG+1TuJDWmdnZ9KRtJAyOgHO5CetiPNJT05jsflWqxWLvjGpv91u25n0jDxd6QoTcSs9eRMG7i7dLgx9R/cbjZmYOF1Numbhl0ajoet1yVVhn+Pm7oEBtg4MmDC8sDBvTFRmEvHc3HxMji6K0h7a3Ku2Tim4J/25NibB0160zfHxUdgz2v30tK22PotF5rFttFmlU6RVe1f3n0peWpKTltq7pXTS3mfxDHRuWs/u1xP9rmShkD2nvVnoh48uwS/tvDBaQJr2rtdrgQnluHvsl2VpnG80ZmOBCrCBuJd7uO7ukhO3aqueybF7Oj8YTRQHI+oN/23JLrqQPsp1JN04DmqJX3hHri8uLsL+JKyuwt6gH9MEblynTPKD/Zn0ivIpC8K/tNun0sGzwJ/86Av1or5QmuyfZjDfxYuJ8XOxSCkLEoAZGIKn2WQyvP1qG4b94xnwfS2byXMvZAsSXUgeqoUsr41FHFiEgIW6uCfVyczdHyRdsWojL/dAyGKv1wvbA4/Xsj9gBD4sYpWwOQ0bAjatVlv1OA+7Tz0pg/Igynd3kjFxnmeQl7aEp/PzM9mmlh0cHBgLZpGy8Mjx8bHOJ1uX2vQsnnWhdr0QDtSp07nSs5Mf6cp/UHfKZ2GGqi7VwydVuVun6nol89SR/er8u9PUVsPhQLZ7EO02LQ/cP1SBEHWDb+oOTy3pJvp9dISuH0rf00fmWpLjJHdtyd1p2GnwvxDvnXE8dBX+syvbDd8Q5Se+q3rw9Am53+c9yWzKwT6Ujt78W/E7FL9D8cuzIPbFeRQRP28uIl/5JBCobBn2ekE+bmFk87Hh+HzO1+v1sPcwNJQODCXrkgIO75C7S14GslVd2dFL2ZC2bHZLOg6d6BhqS9bPdD3ZbmzPhK6l61fyX5eyAxeRry0/gJ5gK/AF6BI2inv6/Z5kcxh0pyL54G9DwN3Vz6hZQ3Ej8oM8ETexkHda3OWx8ZHA1Vjce8VWVlZEy1O0ousrxiK4Fa0oz/Ly8ngBl7k5FnCZyKR95JsgiRq6+8hX253U3mNLOietk+5h//EF+Fh8A7EBPifR9TgOQkcg/An+CP/Cgubo09HRsXzxgXzyYego/Wx8D/m78rP9ft94pru/R+3+vizuPsIypdSEeoMRPLDo5OXlRfSnsB/EHvAOBmABJpeXlxFHwnsVD7EPcY08lS/Hb7fk0yHKADfwpS14LvbUnbpQk0Sch6gTZ4iLWbBubo64cT5iZz6oxjGxN3F4rVbK5jrZP3py93EbwFtD/cMF+RIW6FteXjF0d3n5UfSfFuRf4JF8MAYuEPuQ+6Qsd+eU+sq9kOnUDmeKl87CN5ypb8s52qmrGAl8KQuKGx/4oX3AF7ypH1TVqV6vyXYVwr0Ifrh9uiz3VB/O8Sx0kOfSP0N3kBHo/Pw85AlZ6kqXyIcscg/3Ui7k7vEc97sp1yDyDjT+Mhj1jygHOeuKV3SdRbuRPTA4iz7Nacg5dYA4R73Ah/soj3KnSY9WHUyU6kC7zIw+ILS0tBg2F6w4xzXlNDO3apM5svtl8Bz45ZlgAB7oypFi4AON4eHD2/LrZ2q/i4jzO8LrKtqY/NQXgjeunwVvJ2GniAPQPe5H9y4UL3MPfSOeWxQ+qg+pV9X801J3D3mhv1dXnIRe1yVHyJn725/vnq5T76qNwezm5lp4dBQDnYWcgx90EVjdt1UpL3bqQliAFWMBYEQfC8w5RkaQU2QHORpIrtxdWN0l+4M3d9dYUW0cDxBXTmguFoGbmZmR3pXxZLCA4uCBH651pVMd9QvBBDloqS8FnyzIfKA+5pF8G/JWyQfYdMZ9qol/RG4gZA0iD3kTjueyM6eKWduKX5PsHUl+kT90i7xd6SFY0ienXhBVFstjXJGLhmKhBdlDbCC0IBvYkI1En9wntoZ7K3KftAvl9jRm2hXfNzc3IRvUkXpA1YLa+Dr0gLwD2Qzuq8ozm5TnPtnnvGlDj8nPfeguZVDW7W3XbnvQtd32r0Qd6w4uRed2MzgTnWr/THRutzp/O+xYf3hjQ+uL6CPyLOPpieLZZjpIZHnLCGQEMgIVAtiM1M8ZyihVVF393FPiBvwhPhJfsbKyHHHz4uJC9BOInbmefIf/auxjIL+O/b69vY2xQ/xFV36K45T24n3eYOQfwBdMq9Tdw1/X6zOj9z7zMbaNz5qMb89q3P+P6X9Tj1v5GPwv/hy/TT+Nj9XwUa5Xr7aMdHt7x3Z2mlZ9uOZAcWTyxy356JNR3Hs2jpfwj/hy/DRE+RD+/j5xHiIf91AP4qi23gm0Fae2Iz2NeCDFUfKDwhfMBBfwBbl7pJyviBPuFabTi+rOKCZqxHsk4sWqPcn/Z5B7qltVdlW/nt4FgAd4tcUrsVRr1L+lLTgHFlwHH3Ca0PVovK4T43lniueJR4g3KeNIcVhLsdmZ4nfu7Sp+QTZp8/T8qjYp5Rx77m7oAZgQPxFT806FfgjEfl2xdi36yEXkdXdzd6s2d49jd1LOOj93qHoeJ5WNRPqE7aloGOOZfY0zEgt1pUfoU0XgVlGFSUdxKTIEXmcjPFrCEyyQWWSbY651FJNS1q1kCUyogLtHvdnP9NcjIPgDf+Qvyd6M7N98jGE8ebJmX3zxhT17loj9J0+e6Fr6MNeM+jHcw71QVXu5sWo35Ak54j0u/RNkAdngvRg2D/uGjKBD2CHkChlBT6fldVxg3skIZAQ+CgTcPXwRdoD4jbHFpaVHsh8LEUvhx/Bp2AZ3N7aHdBp7MdR7tn6/H+/SsBX4YezCQYxvHMWYBPYDG4GvwZdgK/BHjPOwD3Ge62fywZSBT4ewO4zDJTtzobG3m4gLhzycit0jzkOcpv7YOcYwZmfnYgwHfufnU4zK+Xq9Fli4Jz65D+LeaXyIcYkrGfvmPOWWZRE2mPw8E2LfPZXFMf4SwnfCI/wdHx/F+4w07nVoRzFe04r48E1j/eA1TRV2lIkfJ96j7PYoNjqOv1lojeLNU8Wb53pf2YlYm/aiTgPF4IogqPIUefDkfjclg06RvDdR/mDQj3Fx4pJxqKzGAAAQAElEQVRbxc/4FPzE9fWN2jKNcSVeriNGS/xUcdqZMGlrPPXYElbHsd9SrNZWrAvfXcVq4Oye6vvelcsZMwIZgU8GAXS8ooHGBLBhvE/GXpyfp/40+4wtc428MFcUhcYJUn92dnZWYxMLMU6xtLQU/gBbTh77xDeZP9ltCyr0bqksy+i30w/l7xrgd0Fj+1WflOvuD9tM98l5cARvbHdHfcYz9RWxv0fqMx/Jb1VU+egz+W/8OLa5o34jvv36Otn56TTZ/Kt4R0Be7jlT2alffhJxA/4fasunnalc4gvKoI9BnSDqZ5/A5u4RZ4A7sUNd4wJ1xR4Qx5xHDt3d2N7El3t1fTCOuYiviI/a8ongdK73uuAJrlUb0A7sc45r5OEe4oSDg6OIQdrCmWtgjF/t6V0OGFMf9/Tc+/sc/xEEv+htV2MXPJ+2hhfaHxk70DgacSX7R5I95K2l8QrkhXzwQwxE/eERXuGZWIMyexo/6mt8pK9YFZ54HrFPSisOKh5Tej/ETMdp3Le6I6XkZ4yTo3SdvJQ9VHw81MFwnA5j7IacbyPgdnfps4fcuBeGfCRK593dqm2oZ1T77uk8p4Z6LvzCNzgkbC81DnapePAy9A+cIK5N6Ebx2U3Ei2AIcf+txoASlv0YIxjykNGDqVtNY130H4itiZUZD6ZvQeyM/UXeqR73QaNbf5Vwjedgz2lL2hVK7Xyu+l+o7ldRv17vNvoE8Ml9qTA391+TmVu1kXegGHgw8ic8D/7gExzABDnkuWcj24SOtBR/ojvI29VVJ/SwF7rSV9um9nd30//qUZ93CsvQh3LpkwLYDdLPPwbHCft5LyOQEcgIZAQyAhmBjEBG4C0I5EsZgYxARiAjkBHICGQEMgIZgYxARiAjkBHICHz+CGQOMwIZgYxARiAjkBHICGQEMgIZgYxARiAjkBH4/BHIHGYEMgKfJwLF58lW5iojkBHICPzzEKgm8zisxw87mT51BNw9JigymZVJ1fepXq9bWdbMPbl0Jt+Ztip1T8Lg7sZEQhYrZRLe6WnbDg4OjEWH9vb2bH8f2o9zLArBBFYmibZaJ7FIxP7+vvLu2c7OjjWbTaWJOE8+JhP2er2YqFc920abe6rD6PAflcB6Ijd3jzZgUjITOmk32pVjd7c3b657ucpk2IF1u7cxSZNJm2ni5IkxcZd2Ozo60v6x0Sbt9mksWnd6ejdl0iWTLJnQe3V1FZM9maDJZFbariKe+DmSu0+xBabDkFt0AxwuLi5jovy+dIJFB5vNJPOk6Mu+dAGc0Q1whlqtVuDOZOq9vX3px46xeOHW1mvpy25MBKcdwBz94znD4WCqHg/vurshH+h5NfmXxQdYdIBJwKRp8QEW3Jnmyz50+yjud3fJvo/1BhzSBOglW11dDVpaWowFlsAJG2fm9tDmns4Ph8OY2Iy9oi3QB+wdi6+l9t6NNuOYtqZNuU47M0GZtGrvo6ND2cV9Y4HK1N5burcpm3koHWwbesYzUnsPzd2DHqof56g/PNKmtC0TvKeJtkcOarX6uBz3VCb31mo1YdEw7lleXjYIfPhoGfdRNji5J7m30ebuUZ57SkenAycWlcDWgEGS7aYh15ubm7YpYh+fMI1VS34DrLBB7XY7sKhwOzo6DnzI32zuCrvt0JX19Q3b2NhU2duBIf6pJb2qMKS9aLu0wECqobuHfsA3vCXcFoLvtTU+NrIaWDQaM8Ef90+TTW0qKibfd7td2ddLa8t+HsmeovNbW1v28uVL++WXl1HH16+31e678pv7wcuReGoFzyfi9UT3tscE3xDXwfBIZSJT8I+MIXOUh/zA/8uXG/Gc//73f/Z///c/++9//ysi/Z+tr68becEGfLFVtA/yxYT7KXZil3PgBk/kQ9aPVNemfDhtBz9QxRvlcx5+t7e3ox2o48FBxedR2LmW2gWeqENb7ZvoNHjmfEtY4JN4FnWlDPjkufgp8nc6l+F7qB/1dE+y557SYGDqJ7UbJ9L1oiij7YuiiLZ1dy6OifyUjY9jMY8j4b6nWIcYBqzXJW8vX64HpuyD/atXrwJf8tDutBH1p71ou9aY75PgtS0ZmabEe0v2/jjkorqX+yHuR5ewCfibqrJV1au0Ok/q7rJ/0GSxCnf23dwTmbnl7dNHwNWuLL5c+bi0yNBi2DD8PfafPkBZFuOYZag4Qi4tmJc4mLuPSJZS19B94g7iD2SYDyWgh1uKTVhcGb3kHPqBfLaku8gxRP6Dg8OwddidlH9Hx3uyfQdhC87OzgzbUsmzu4/q4lEPDtydJNNfjIC7W1FApdHnaDQaRjywtrZmL168sG+//ca+++5b+/777+3HH3+0n376KYj9RD/E+R9/JP3B/vWvf+m+5/GBLmIMysPvlmU5bmv7iDd3Vz2L8BvgQdxQqv9M/YuiFFaFrpPHg4vhSLHc0zEnOQfhs1hIB3uO7qBH6EdTMU2lT/jAlnxGa6RTHOP/8Cv4F+7Z3t6Rz3mtuOe1+g3b4TfQVfwWfr3f70VcwrMh90ldOP6YyT3VtcILfohZWsIkxQQ74hlqKm3KrhBTHch/HkUchQ2CyI8tArvKh28pJtuSDdvdbWrc4jD6bLRFhRu4uHu0p1mVYhOHgSftR72Qg0ZjVjZ2wdKirUvahxYNe4uMIyfubp/aVhSF9L5uDfG3sLAQug+PKysrocOkCwvzsRC9acOGgwmkwzv/3RP//X4/PiDL4lVgjW85OzuPeAi5vbi4MOIbFietMH6oPAovpHPgiy1ZXV2J/hw+b35+3jhfUz+nLJNOkr8idzf3RJRd1YnnthWPHmhsC3+1qf4JMR3x3pbkZXv7dcjZnvroxGPIFDqJjN2NZdvBD+db0l3yHSlu5h50d09xJHqO7m5JBokdiSX/97+X9r///RLx+v/9X4rbia2px5aezz2UcyafSV3TIluVfg/Fnt+hUnaVPg34rKys2orajX3OcU0QCAfdwud2RraKIzM3dze2Ch9i4Zub6+iTtqR/e8KgqX4AtLu7O9K9/bA/x8fHI/2j75bGl6j34eFB5EvYvop+W1P27kixNW3Pwl43NzfRb+TxheQPck91oT5/Jrm7lbLnLJYGRsgQ/qmmfvF0Pdwn9XH3wMo9paYNzJBdMOvEAo1ninVagc2B4qHDw0PZnIM4PpJcTGToRPmOde1QOO2JwHWSci9yho5UOPEcnqfHRj1I/yxyx/fVjBiThePQfeRpefmRZGtV/eZHsnnzul6PKlR1o34QJ90TTsgfx+QhxgSn1M86Vr9xV2MDr9S32pCMvAr/Nhk/Azf6ka2RjJ0oRd9OI0XnwBNcwXkvdG0n/GPS5Vcqe3PUD38trA+kq6cRg2Jz+lP+0j3V1d2tUBxEneEbnlekT9gc4qG5ufmwgVyv5GRandxTOaYNftFbFkq9iLHCltp5L/jEDmxuvlJdt4Ln6X4kvgs7gu7BY1t2qh39x7bq3x7zznXyHUmnkJd96emudGxHccJOc9t297ds73jTDk437OjipR13XtrJzUtr37600/6GnfVe2Xlv2y56u9bpHdr1oG3dwaUNhl31GfpYChu6bI2LGePH9es6gJTk/xmBjMBvQkDmwUw/+q/UtL1bl9z4p6xv+i8VnVy6czA5nff+VATwBTXFoPiMBcXP+I0JLYSvrGIM8rr7r+qD34SqC+xD94+nz7m7ubvhj4hfiGWIiakDKeND1Iln1xTbkM/d7UM36tDr9eMdI/EpsT2+6lDxDn3VLcW6m5tb8r0b8u3rMU5N3EuMS7qu8Wl8IPE2fWHiY+JDfPiBYnLKOYp46Vj+7mRM7fCFEx9Y+f8DxVr0EykH378p30rsSbx6oPLwlbwfIJbCL7t74Obud6CAL66T0k5gBnbgCIFpwnZu1O+YvFO/U9AfcOCe6ubuUdfpIqljiqU6Rh8BHOCzqTj91avXijG29L5kx/YUE6R4ohX9XtoIAg8w3lPMROwBbqTcnzA7VKxxqljpKmL0ybOpy+SI2AesSCu8GHdEDomV5ucX1EdeHH/cBBkln7tHIe5Vaoq7iDlL9UNrQaXic+Q15f913y4KMDf3RNSjrz5nr9dTv/Iq6g8myMGW+lTIJX0y5Kqlvto0EUcdSIb2hBcYgEeibcVn2xGnkodxg+vrm/ioRtUHTvVIv+6edvLvX4oA8pdoqNh1GDKB7mL7sMMr6g/zEa4XL54bY5nQ8+fPYmxjaWlJ70JnI64vijLqjSyx4+5RlrvrcGjoHTKGHUHv0C30BhuGfKE7jOlNZOX6nv6omM/rf+YmI/DJI1DG+NlsjHs+frxqa2uPNcaxLN+1EH4ev0Ue9/T3ENgHCMbdPWyERozD9nCe8YUqJsIe4FMgbMXODv6kqfdi+zEu1NIYGz65opZ8Ez4KX4RNefVqa+zPsS/4qZbuYUyBGAC7VxTJP7o7VQqiHpW9IqX+lT1k7BS7VxExDdfgk7KigKkfzuHTl5YWZTNXRQmf6fvw1+7FGIOp2839br3wndhQeGhrbCPxuxcxy6bGYokNtxRDwv+eYhR4PtI4B3EOOHFPexQLknIOm4s9PlC8xz34/U3FgcSb0Kbi0e3t7RiDoSw+9sVYFO8awKoi6u3uBs+M+dfrNY1z1RSTlAaGnIfcXXyp1Yf2xq0qk5jk6qpjjHtRR+IQ5IK6Hmqs9FBx81HEu61xrAuvnOPanuKSnZ1djRe91pjWK8nDK41P70iGDjSO2NJY7VnEare3jN0MVS/qNqE3VjBfyAhkBD5JBLAt2HUIf0O/hPcqZ2cXsgcXhm1j7BnbQ153D/tFXDwz04gPcC3ond6S4l9iZPq39Xo97J59Jpu7ByfY7ZmZGY3DpHe3KyvL8vVLcQzfXJvmHbyguPmBHzDH9+LjeZ+F78Gmb2vsfTP814Zs9Vb4M8YlDtS3xO6TD1+Fz5omznGNPAcj/7WzsyM7v6Xxk40YRyEOoHzKwyecnrbVxp0Yg6FPQn0reqDKH9Upd5csFuFXwf4+0Ra1Whl+zLTd58vdx9fcXf2yofr8NxoLOZc/PA6/SHuAFYT/PFAb4E/BGmIfHLnW1HuTpsZOwHxbMQL7+N8LvaPudm/fGdOoin/of/hFb4mROp2O+Doz6runWIi4aHMzyQTjaGlM7aXiAt6hbcV4xc5OU2M/u4EDfCNXyBc8wXuitsZIoFOlp+O4g9iSZ/G3nE3hkvq2OxGrthWrXV1djWSuF7hPGKdNOBrqZ6j2MRHnKirCthA7VeTONXuvzd1DZsqyGMdipeL2opjEZe5ub96Go3YcxN8lYCvhBxlAVsDpaCrGBKO2YszTe/MiOGYcCN3v6J0vdrfb7Y7GhPTeTAG5u4vXUvWsScbrMb7A3+Xx/vTx48cRP2NzZ2SHzZDfQWBJu9toc3dzd5VTGNvt7W3oOzHkkWJF5BpZILblb3OJmYl5aTP4ga8j8UN7wkuitto6Ee+X07kT6Uwr5It7jJV92QAAEABJREFUiEuRs6b0YVv2jGdsKo5ej7+DfRl/szD5W+NfdPyLbNS65O61ZG5f44ytkFewARdsJfX/R9BwwuV0W07OvueeT/JJBCYHeS8jkBHICGQEMgIZgYxARiAjkBHICGQEMgJ/DwL5qRmBjEBGICOQEcgIZAQyAhmBjEBGICOQEcgIfP4IZA4zAhmBjEBGICOQEcgIZAQyAhmBjEBGICOQEfiDEUgzAf7gQj+suHx3RiAjkBHICPxeBGKCTzXh5376ewvN9/3NCLgxMZHJ1kxmbTRmYoGhmRnSuvZrxgTXoqganIUkpmaPmcXkP3ePlEl0TLxst09jUmezuRsLWezt7et43+5PXmzFIiJHunZgzWYziEmh1T4TBJkAyCRIJpra1Oaenskpdyf5h5ILexORpsmrZUm7JSpj8mkR1220uftoz3TetHmkg8HQbm+7dnXVsbNYBPvUaCMm5R4dHVuaoNuKSbinp207nZp02labc8ykUyYkVxNPmRx8e3sbC0wx2RDSAz/r/+7g6WMe4Rlsu91bAxcwRSeQc+S9IhbOYWIrOJ+cgHM78G+1WjH5lfN7e2kBGhYQZLI9E2yPjo4M/Cn7+vpabdiLibpVBdxTXdxTOn0e+UD3WTiHRQaqBfEWFhZsfrxweU3ycffeqoxPPS2KpDOk4AAGS0uLxmLKEBOgWXQIG+nuIxz8DtvuPjqf7CMLHSDztMX5+Vm0He1GeyfalV3cjYnI2MRqwnu73Q7daskucq5qbyb8p/Z+LRu5Kz08VHu3DT27urqK9kbG7lTqgQN3lz2vWWO0gD68wSuTvqv2Rg7q9Zr8QrIZ7ok397v3sjjFysqKLS6yQAULTc5E2cgTWPL4d9UJnMAIW4ONwd6DD5P5N2OBis2YsM05roEH+VrSB7CC8A/t9olwa4euHB8fhZ8h/+5uU/dvG9htbGxYmnz+OrAH95ZwPj8/l727jonx1HcY7i1+ok3hhbav1+sxQR6cHpog754myFMGvEPuHmW4p5Rr3W43bMCp7Cf87O6mBZOYIM8iCZviG/6b8p3wQD2Pj4/FW0s8nkS7J56rBRHacR57gcxgC7iHe/f2diUvzREGW8H/+vp6LHT6v//xEa60qP//xYe5/hcfBWNyPjaIZyBftA+yTN3haZo4h1/mwyHIIVjyfOoO1kz4h6cq5dmc39raikVHyAf/1JVJ/UfyMYlX2vMkeG1LJ9oj30JKvU5OTgKPI9k96opuoSOURTnkI2aofM9gMIhq05buHvvTP/ABcc7dQ/bLsrBy7DuTLthoIy/U6/WNBQRO5QdTW+4FX/AHr/BOiuxtbm5IDrfUFq9jUSzqCt+0FXzQdi3JdUsyCY9t8X0qGZkmzpGP/Nx3cHAgWYcOwyZwL21wfX0T/nZU3UjE1p00Dgws3NxdPLv4LZRC6ZxO65oFWd4+eQQKxfF8TKLycXw8ZWlpyZaWFmLxW85zvSjKWIRkMBhEHIGsJ+Y9Jebm7pEHe9bpsGjcaSzOgT42Fctjw9AD9pHzI+l2K+S7Jd09CZuFLCPD6ML29rZ0Y1u60Qz7XN2Db7hWTIOvGD38TuLud47zwV+LQFEUYTdK9Tka8UGuJVtbW7Mvv3xu33zzdXxk64cfvreffuKDXL+mH374wSr617++tefPX8TCM/jZFIvUrZQddv8U2tnDflJfYoZEZdS/LIu4Vggve2Bz99ApLqF3yDu6hfzjW/Bv+OZf61PSpVarLb1qyQ8cRX8anaJfUekVuri9vSN/cRj9Nvw1fp3n8Dye6+4k43rEwUf44+7jOmKbIHgAr8vLi8CBmAB+wQ0CNzCp7Epr5GerWIK4g9hhT2MV4EbfamvrteIn4u2DsFf4VnDr9W5l+0x1KESTupi2qi7gyn4pvUCOFxcXZWextaTJ3k76V3WVU+juT+u/u1tdfQX0Hl7wJfgU+gUsUEsfYX5+QXnqYszlS/AnA2GX4mudjP/uEwxpR+SS2A2/Qgx6dnYm/NsRD15cXMYiarQBeSFwhqKwqR90rqExLfo31Gl1ddVYVJYPoc3MNFSvmpWyLYX8IrdNl+HunIq60pa9Xk/9hKvQHXwcuri5+cog+hfIC+eQsz310ZGl5POOJY/EstBp8NBWbEeMl6gV/cNj9Vu4h7Lp01MO8ku5m+oT0D/45ZdfjLgdYnEr0l9+WY+4vpLVI8XE4IXPZMFF6j4c3sUc1txdvKe+ILK5Gh8sW1F/bjH6ObWphe1stA1T50iy6mHL3D3woQ3A51px58XFufhtqW+7F7qDzsEPmOxJt+ARvw/v4IAetlrHwuBItulAvn9PMfS2YuVXoi0do39Hwu00+k3IBTyZ+bgO7qmt7E/e3F193FJyUw+MZmdnNUY6o3O131QXcISQc+wJ7QUGYHNwcBg4HERsf6iY6ijwBC9s1ZHiKK7tScaa6iMmfHcDJ8631Re+vLw0+mQ99U9oG54FNO5u7s7un0LoEXJDDAk28xo/WtJYCjYB+VpeXo4xpbr60lSAukFV/Tjn7oElftLdox+DXU84nYd/ayq+RCfW1zdC/4g1sdnIWbLvhyPMTsZ2A1mD7srboXDbi5iTMtDjzZFOb0rn0GcwPVX/7loxKDYH2Xuozu5JNuAbnuF3VfZmSfE1cTU8J1uDnacNhqE7ps3dg2d3DxvZk62h/WhH2py23lKfOfUjX4VeUF/8Gu2PzTiS3qNX8Mc9yAv8ttV3rvY531IMfqzxBGIK5G1vf9+aGoMAvx0W/d7fsv34INe6HV6+tOOrl9YafZDrrLdu570tu+CDXP2mdfqHdtNv2+3g0vrDWxta38xSX1usSNYsyP72LVcgI/BpI4DFsPgRH1Wq3Yf+371890hKakH83A3DHioqn/sTEXB3xRI1xRINjb/Mq3+wGPEX8Sr9X/wnfQd8R+UPbWobjuIxTrEPsQ+xD7F/n9zd3F3xX6nn1/X82fDL6Zlzseg2fmxG74F5Nn7L3e1DN+rT7/f1vqKrGP463l+0FQsfKObBp+PT8MGMETN2WtEvv7yMMet1jV1zbVM+ekt9M+Jj7tvd3Y8+Lz7tWHH0tB+k/OT/ThVDthUXnIhaijePI87Cf25r7InnQuxzjjqd6B3cxcWFYqkb+epBYObu4xQ84GkQ42QD5RmGH6/XiasbwnFWuM6J5qN96XfQH2FcgFiJ+/9scvfxI6gnsRRxBTENsQDxEr5/S/EFfQ329xSnHynO5HqiE2F3Isxair8OFdvvR8wEVuSnDZqKRcGMcjudq4jbzHi221QVhJFpGypNxse9iPgZWUPmwGhhYV56kPrInKsrXkT+TZu76zf9d3fjPPIJpuQj5ZjzYOzu5u422VzHJnJjG6pvlGTydty/O1DsTey3JRlrKtbc3z8Q78eKJVsjOlF6onOtwGN3d0947MT4JfdBYIMcgeOZ3qXf3FzrHVM/4rvhSG/dfVwP6pLpr0Ggwj89DTkcql2GaguTLNbDHi7o/Tf9lfRBrhfxQS7GM/kg19raY8nnovR7TvZzJuwoZQ0GQxKRh1y6u+Rc7nYkY9fqH59pLONIsTp6g73b2dmJPggyd6y4/Eyycq2+BjJpecsIZAQ+WgSKorRGY1Zx21K8s1jTe4/l5Ufy9QthQ+qKA0qNL7pjB7AxKUawqQ1XgD3CdjAehG9uKybCLzflU7ETiXasKV+EbybOad0Zvz6JmAa7wn3kx3e9evVaY2k7Y/vCPcQzxAA8syiKsZ1yT3XkPIT9IaX+Db3XwR4yjgMxpgFxDv9cq9VlO4sprtJudS/ji4wHr8lu3sWnHraTenAHz4PYv0+cp07XsqGXGuNva1wDfsEDX7ux8SrGQV+/3gpfvKfxMWwqeVqtlvx1WzEMdBopMeHJyUn4cPIcKAbFX2/rHQlxIOOtEPuco7wjxUTEN1dXHfnynnxGas/UhtTYA0/4pu3riltqtdqYR/h0dzOD8AuVv9AZnXdP500bZfY0fkcs1Z7ilVgEor6M3xwr3m1pTKetcT+I/WP5Ea6RD5khHtnUeNarV1vCphlxL/nwNR29u0XuwNfdzd319Pw/I5AR+BwRQM8H6q9iSxnPvrm5MWwA7zYh9hl75jp53T3sF3as6qNh97H/Sxrbn5ubVQxc/2zshnuyf+4etjz5vnnDby3r/cWSxvMX1D/F73ENXLDr9h7bQP0DfC8YVx/I2VNfe1vjDxsbm+G/8Nv4770p/8V4Br4KP9BWbAA97L/2wt9vqS/Pu4J1vR/B5lM+vo24oS1fwt/GYfMHkgOIdn6P6n8EWVxtUqqPVov3buAPIZdQPeKtmvKkWKTiq0pttLl7yCu8X6uvdX5+Fu/ZiJ321B4QfXpS/Cz+tKV4C2L/QOMD+/t7iqt2IybbVsyAj20qXuM6MVaF7/1nj6rwpyTwwzvfpNNXdqa+JrIDL1say0DGkAniml/0LpnxNc6lGGc7eEFO9vVO6EDx0JH6qUeKeVqKL1riH5lrh/yd6j14O+Koto45z/Uj5Z+OOcCFcoiZOhoTAhNiGuoJAO60A3sPk7urLaEUp6Jn7tzj9n6bT91fhh0jNquoKs/esdGG1Jn6dxQvwTN8VfJxFBgdKwY/iTjz5ORU2JwKo9NoA3QdOlPf/uLiUuNMHY0pXscHymgvyuYZ7q46FqJa2FTGfhdG4xDEzrxPJJZG1t19FH8Sg9p4c3fxXASZtqrOtMGR2of23ZJ9oO1/0bjqpuLC169fR9snfg6kC/DSEi+Jn7bauC27kYhzJ8FrS3JBmVWsuatxWHRgW/aMZ2xqnBZ54zn/+98v9n//l/7emL9b4Bg5RG94LmWdn5+HL8JGVpiIhc/7f9UFIIXgtkrZ/x3kLv3Qfwvi53cUkm/JCHw2CGRGMgIZgYxARiAjkBHICGQEMgIZgYxARiAjkBH4/BHIHGYEMgIZgYxARiAjkBHICGQEMgIZgYxARiAj8PkjkDnMCGQEMgIZgYxARiAjkBHICPxzECj+OaxmTjMCGYGMwD0EPuND5voEe3meT8DwKf/QlmVZjCe4MtGv0ZiJya7s1+uTBTPIy6RBu7e5u7knYhLd1dVVTEY8ODiw3d00aXVvb8/SJM8DYwIfk1ZbMcGzpeNjXTuIvExEbjabsWgE+3t7+zEp8PLy0phYeP/57um596r0jzoUBGP8i8KtKEoryzLalLQoirhu9zZ3H5/Xrq66DYeDmCTa6VwZkyNPTtqBP5N6abejo+NYwKSaHM4kT6jdTpNP06TTs1hojzZDFpgcTNshG9BwONRzEumhn+1/94Sv2LXBYCgahAxfXFwEpsg2i3Eh56TIPZNl0ZOjo6OY8ArOELqSFmw+Cj1hwisT7Zn0yj2Hh8cx+ffi4jIWOqzwngbX3ePQPaUcuHvICgsoNxqNWESoWhCPicAsCMl57AByZJ/Z5u6hA/CGrsAnC0yw6MLKyqqtrKzEwmssusTCC+7okpluCxm20eaeyicTlbQAABAASURBVHFHh4axGCFtcH19ZUzCxt6l9m7GxGfaDNvIOSYzc512rqjVaoWeHR4e2Z5s53R7N5u7dnBwJBlqS0cv7OrqOuQKvXKf1MPdR7WbJO5u9Xot2pn2XVpaDP4WFhZjESk+xkZ7J17T/e4uft3AiPPTk8TTAhWLseAk99VH/sLdjY06Qey7e5Tj7hwGsegHCyKcjRYOQPbhb2u0eAATuqvJ4kz0B6sj2aBW+I52+Jm2bE9lp1rCjeuHhwfCbV9Y78YCFejK+vqmsUhFKg8MD4RhSxieS2euos2oa6KoXtQXvivZgEdwe/RoOT46Uk2Qb8hnuqe2T/f/eka1LktmBrKvN7GwPPU+kp4jC1tbW7a+vh6Ljm7GBPlt1b0ZfhEZOAqeW6ov9rgtvu8SctMSJtgI8h4eHsa9yBi2pZIfyl5f34jn/Pe/kw9yMUGe45cvN4TXtu7dj2dcyFZhw7vd27BfCZXJL7yywEK3eyM5TLLO85vy4Zvi4+XLX+JZL1++tJcv14PHzc1XtqX2pU7YPuSbtj0YLQCBLrTUjvDUbp8Ez+1YEKAddeI81yufdBBxxm7EDE3pxpEwbSs//gff0+v1ou7uHu3pPkknnFR7w8hTtTntzn4hvzrOgUHXAbz3+70R32cRx8ALfLHABThXfCN31cIXyB9tQrvvKb6h/rQxfMMT/EHw0JZsTxNynng/joVA9/cPZQsOY58yuIbfRqcGg4Fqef+/j09Qfw7cXboNFUohFwbYOTezabK8feIIIMvY6MrHLS8/isUEWeSDRaDn5uYi9i/LQrYqxSwDxS7IykjshYCbREbkoVfd0QcGkVNkGBu+s7MbOo6e7+xgx/alH0eKabBhJ9LpRMjrgfQeXUBv0I3t7Z2IcSiH8vANyHO/z2L/erz+u7t+LepgH+P2D6mTu0cblNHfKK2hGJIP3jx5smYvXrywb7/9xv71r3/Z999/bz/+yMe4frKffvop9n/88Qeld4m8L148NxZvRB4pD3mtPfBxGPsIN8EhG+qKqYvofxEvQeBTFKWuFYGXu9v9zT2dS7qWdA/dwp4fyf+jR+gHPg7dOJKfQ38qwmewz/n9/YPQoab8MPrEfVuKMdgnNmjLP+LXiVHxjzyT+rh71I/9j53cfVxF6j+Qv4OfC/WBWoqF8K1gNk3YmQPFC2AEXuBAXvwuhA/dU7yNfwavLcUpTcUUB7JRJyctxfJn4e9ZRIlnEhe4e2Dm7lEfzlMX7BX7pXSDxduwsejG0tKSYm5oIRZ0RsaREcqKAj6hn6IoJOd19Sca0QeAR3wK/SZiY9KFhfnwKaYNXAZjfzLUGRtj5+7yOaY4fKD+TM+I3ZBR2vPs7DxiP8YaOMYfILcDtTkYQ/bARv3Ad2FhwVZXV2RXVuTvHqmuC7JVM6p7Tbpaqg7FnbvdXec8zvEMiOfRn2srJkMe0KlNxbjEevQvtqRfnEPe9iKuO1Qf7ljUGvm7dvDQlu4Rx6X0RD7xRHmO5R+PI447kHzuSQaRu+3RwlbEjsSSv/zyi7GQFbH6f/+bFrfiPNepQ1P6fiRbcab+FHVlwUXkkPoHM+MfD/6SbDYkj4tGW62srMY+mHHN3XUHdH/xWIv73V1tNow4AHxos/PzC/HUiv4XWDSlPxB9EewW9ge/Po0Buke9D6Rn6Ojr1zsGtmDaDJ6OYnyjiunhyd3DntLG7h71sT95c/eQF8ZGwQi9Zj/pb/GrOlRy6Z7q557w4jxtAmZXV52wK2AA/4fqu5Jiw0nBpaX+UCUvYHcgGQFPsGoKX/aRGe4B1wv12/Ad4NTvD6KN3Cd1cHf7MzZ3H+MzNzcrPePDCou2vLwc8kXK+BI+XVlDbsACMm3uHhjSppC7yx701WfuxkJtyPWR/F5TMrGpfiT9KvTv9ett9f92JHO76g8dSI+OQgZPTk6ke+2R3p1GyjmwPpKegCO4bSvm3JKtR4cob1N6DaHP++pjtaXzVxrXxu6DKW13v87uHvYEmcAOYm8g7H3Fc9Kpu3LiPuHZPckHz0GXkHfanjpSN/qU1It9eKbetP2+/P2RcEE2yA+PbdmZaeIcxHXykT/xv2+7kiHK2t7Ztt2DLdsbfZDr6OKltTov7eTmpZ3eivobdtZ/Zef9bbvs7cYHua4H7dEHubo2tL5kbaCWxLYnvszc8pYRyAj8DgRQHdmEUCH2tcPh20uKjOMsd4+q09JP/TdpLP+rszn9gxB4z2LwcfhCfAYxKn6Dfm9KF8N/NhqzMWZPXop1Ty1a+R/Sh4i800Qejt3d3D1ip7IsVHbdGnoG73oWFKvPzc1Hv4Q6EeNQv1J9GHe3D92oAzEPscnNzXWMgxOvHGq8ekfjRFuKoTdHfp3x4l9+eTkaP16P8eOXGp+uYt0t+ettxcdN+S78I76Mco7k1/FxJ+qvUTZ03w8m/3esWOHQ8J+Uw3Px/ewTV1FeS/1I4tmbmxvFKsPAzd0jncYCvqqYoNBYca0Gpo3AcU5javh/8AXbhGntV2VMl/eh++7+qyKqOsJLp1PFnMfC4CDeNRBTQPR9wfNI8QT8QycRR51ETAXGXCfftuImiLYDRzADa95J9RV3UolfV2WoGGEYeGJ/iqKIuAlckLmE17zeRy2KFtS3RP7rIa/u9/nyOI981mq1KIexIsosilIYF2Z2955UhJu7G9tA/VFiOsYOqDd9zAP1Q7YlWxUe9Fum8WgpHoeQI/ImPJp6d7Ij2hbtxMe5kE3ynJ+f6R3TTXzEg2cN1G9193EdqEemvxYB9OE+mXnIEO84scMrK8uWPsj13L755pugZ8+eaRxhVeMISyGbvDsvyyRnlGfa1LTmPmnfwUjG0L0zjWUgS+gP/QvSvb3deOdGvyTJyrX0gzhaheX/GYGMwEeJAHqPraCP//jxY9mFxzHWsaDxRvxZip2KsAXYhmly9zFPvFsbyCfgg/hYBv724GA//HJTYx3NJn5lR2MczbAT2A/8D/mgluKUlnzSkWKfPY09cs+WYiloWz46+eZDjYWcxN9m8cEVHl7I97p71I9jiDpSF/wU+/hV/DIx6dLSo7B78LsUfzsy7Z+d2+8Q5XMveXmnA0aMAWFbOV+vz8R4kXu6l+dVBbinc9UxKXXChl5ojJ8440gxyp7GSl+Pxgs3NzfivWOyqXsR25CHv4sg/+lpO8aA2hrPaWt8BOzwz4z7M4YCTtvy+5ubW6N4c91STLgTcSJl8Tdunc5V+PLhcBCxDHEMRJXhuVS8DG4VcQy5+x2s4ekhQh6G+iFWZtyJZ6Y67osn6EDpgca5DmPcmLaHF2Jd9o8kB1X+puJj/EwV3xKrEc+Q70zjxJSP3PE891Q/d3+oWvlcRiAj8D4IfKR50HEI+w5hX7CnHfUHz8/P42/hOrJtnMPWwoa7Rx8LX9ZozESfFv+2uLikd0VLcYwdx+7ZZ7K5e9hpbDY803d/9OiRrag/gC+D/zm935iZmYn+Ary7p7F78H0TDGAOtozrn56exnu/Pfnrbflo7DNjG/hs/Be+6EDveY7k47DV2HZ8FlTtY/On/deefCH30m/lXQHvR7a2XkV/lPLou3M/z2cMhj46dXpbnd/Ey99xXhArXig0ZlWLd8q0DW2QqK7zdV0vo+1MG3xB2h3/d09t6+7Rx+Jd8ln0yY4VWx2I9vUeaW9E+1M+9kTxU0v+9ki+91DX9xUT7EZMBuav9Q4KX0sf7kLv3yqfyvMh9/RcKuLuJH848Rze+SJjHen0mfw78oFcEAMgX8jFy5fr43G1JCNbkpFt8bIjnvaCt0O9hySG4H54QtaQOwgZao9jqLZwOYmxIfISW4ADz0OuDzW2R17ijG73NuImZA7m3X+Ng7tH+7m77E5Fhdq10DHEdXuvTUVEWegnunyfOA+5e5QHfpC7x33uHvEd56gzbdrpXCqGPJVcHIWswF/CqRU4gFNbsWVb+BC3oecQbXGucSBkoyMbe319E+81scHYWp7h7sEjY1jJ3s7GGNijR8vRtyCGXlxcDNk385Bf7iP2NG3uk3rDF9dSnTvx/hxbwtjmlsZOkYGXL3+Jv4nmuKl+Bm13oLEv8k3a/ET8tsdE+8MjRHtDYHAgW4WcEV9uK4amzE29R10f/V3zf+Pvjfmb40T8zfH6+obGyV4Hjtg4MOpIbrvdbvAmlgJ/0s+ahuJORHt98PsYV1mQEokIv5kyAhmBjEBGICOQEfgrEMjPyAhkBDICGYGMQEYgI5ARyAhkBDICGYGMQEbg80cgc5gRyAhkBDICGYGMQEYgI5ARyAhkBDICGYGMwOePQOYwI5ARyAhkBDICHwECxUdQh1yFjEBGICOQEfgQBJjYMyJXClFclbIfk350LfbzzyeFgHthZVmLCX4skDE3NxcTrOfmZpXOWqPRsHq9Zmlyn8UkuZg0NuLSfdLw7h6T51jsgwm/7XY7Jq8yWW9vb9+azWryajP2mRiYzu3EZFAmtDKxlYnDTO5joh8TGSmLCXr3n+s+efaoOv/IxN0Noo2YcEp71ev1aLvUfncnKVcgVXhyr5kb6XBoMWH2+vo6Fm4Bf9qB9qjaqtmctB9tRTtCTbUvKXlpcyZYcj8TUCmPRWaZ1ApVz7Z/wOZugW1RuPRnaN3ubSxECDYVtnt7e9KBtIgbOsCk1qZwBk9SKJ3biUnT7JOP60yePTs7tU7nSmV3YzFzMDZt7nq4UvCuSIehz8gLC8awoBALDLBQTlpwYCkWgsQGVPJDXvdUFvd/buTu0UboT6MxaywYtLLyKBZxX1lZtuXlR7EQ0cLCvDV0HZvpTnsOwuaBbYUJ++gRaa/XN2SfRR2ZwExbVQv/0H5MXE5tWenUXtjGpnSpqfYnT3Wd/aq9T0/bIUNMvGfC9fSEbupRPZ99d4/2hjcWLkiLSyyNJnivibdl8bYwsvczdxaYsNHmnvApilK+ohHysbS0FPcuLy+P0hXjgwMsPskidci7jTawGO3eSThP/eEDO88EdiaCY0PgH3y2t3dCN0jBgvMQWExTMzDbDf0g7/b2tuFTWBigSrkf/LFNTP5m8aubm+uxzlCfOxXUgbtbOVpgaWamERPkVyQTa2tr9vTpE2OfSfLoC3aXvO4ecoEeTspM55AJbAALFGAbmeB+cHCodm+Kz6rO27EPD7Q7VPE3zTP76Xwz7oc/8m6PMdsODJgcvxULdL020oTJaz1jJ+7Djh8cHMQCIfjti4vL+PAE9eyNPmg14cPGG+fgsSc5px2R9YuLi1iY4EA8UW5Tcrytttja4tnQlurwWvWqaFv12I52o+7khxJve7FABOUk2tXxruoMNXVPIvJD2FFsKgsfgC916qn+1JNKF0URes4+5yD23V064uN2ph1p65mZGcU/9Tjv7nZ/Y0ETnsGz4Pv09DQWpoB36kJ7bKsttra2xfOWsVDKltoB/LeFybauwXOi5pivCe+7wS/HFcFnyr+j/E3jOTzv6Og4Fk1Aj7oZvORSAAAQAElEQVSjBQ3cPfh1T6nZMOQSviGOwaQ2WkAWXzAjGUd/a7Va8M11dxfrkJL8/5NFwN3DvuPX5xTrLywsyPYvym4/kg1/FCn+geu10UeQdEvwi7zgV+Jg6qcn3e8qpql0H/tB/IecTuS7GbLaDBt9dx9ZJh82Gn1hUZAky6cRg97c3ERMyiMrWXT3kGvOZfp7EXBPbUHb1Os1xRHzIUt8lIvFa7/88oV9/fXX9u2339p33/3L/vWvb0Wk/4pz3377TVz/6quv7Pnz57a29lgyuWRJBpMNci/MzO1j39yTfmFDZ2dnFSfNjRbtnRn7EXByT7ygUw/xxHkI34I9PzlphZ1HP9CXlFZ6RLob+rWzsyufSLy0Lf+aqCn/u6f+Nz6CuOf8/Dz6CZTv7ubuD1Xhoz3n7uM6u9/dHwzoX3UjNsYOEQscKK5hwePKxpDu7DQDr2bYI7DbFW5NnduJlOvQnvplR0dHsZgRsWJXfrWneIJ4OwHkKdEveELajfrRzvhQfCp2dmVlOfoTjx49iv4F9pdrdfXVq5iRe38P/V33uLtihEI+pR76Ck/wSj9gdXXVVlZWxOti6EBdtgFMCvWDzRJuFV422lSc9oaKUQbqK/cVl99GHEqsfnJyotjqJD5exKJY+AX0g7YYDAa6R4MXunv6P8+rC1/qRYwO9svLj4y2oG4c4+9mFOeRd/re6X3KhxjD4ENX6BD1YSGuPelWUzqG/9pSjLutuG5nZ3skRzuSKeSqOY7jmk1i2t2p42bk2dlB9nYiFqYsYkSIMqcplU+5u2ET8LXoNfJOvTqdTnzMrCe/TJ0hcIbgyT1hzz48Y2dpM/BYXV2JGACspj8eUBSlcVtVBvdOE+ehnnQjxQEsWtaO/kTSvz3hkXjb3k78NkP39sT7rqip69COUngjTbEt/cGzs/OQA9q710tt7e5WFIXqBT+Q/embu0vey7Dl4IaNR4fZbzRm1DfGzteiXvaGzd3HV5BdbAptdnZ2Fv2mI8XxSaZ2Awvkoin5agov+gDYJQg52Fb/YU826kB9LXCi/4G/QDcomzYZP+wv2HH3wAe7h96BD7K0ItvHwvYQcoa8zaifQb6qDakrZKPN3aNtOQcvyBZ80c+iz4zc0ycEFzBKOrMt/Umy0xRm4AU1R9ihe+w3dQ0MuW9b+pr0bEs+s+oT70q39mP8GkxpH2QPXYKo06ia48Tdo92RA2wKtmV5ecWWl5fHBBbYIrBxL+yhjbJ5BjxXspHGRY7tQL4s8byjum6LqO+25ATaCT2CN3hOtDe2M+l4V3mhplKR5GdbFNipj7q989qa+6/toPXajs9eW7uzY6c3Tbu43bPLwb5dDw5FLbsZtK07OI8PcfUG1zawW/Us+yLZYDcTFEE2vW95ywhkBH4XAtIjw1xA7Ff0tsLIgwJKJaWYio802qP42ETDgW6E+jpHp548OpX//7UIuLvh//CD+ARiCXwHfiL5jyWNN88rtp6NmKPUOLS7m7sbG76C9G1EHog8pO4ez6Ss9MxZ9VPno8/NmP6C3nHgt7lGHurnnp5nH7jxfIhx057i067GjW40/o5/xa8TA7X13ph49kj9Lvwd8Q0+Lfmp1+HzUjy8pTHV10Hb8uHb8mPJpzdHfnBX6e4d/9dUHFARvh/a1r3h/17jS3fC79+Npa7VD+lJfyZKAg9AEarDDwcisAI38OMdEu1IuqBxNtp1Tu/VZ9TXAFf3PwZTPfbB/+4+lhMyuKf3DwP1lXqK0280rgbu7fZpLC7cVEwEFtu/whE8dwPLpvADY/JsCzfwo33oB9FmtF9H7yFvb7vCazB6vuvxkBL9By7wg8xcfcda9A/BaPqDH/QhOQeWYOqO8bM7m3u6P8VccyHHDb2fA+Oaxi9pj+Jef5PnTxdCPQaDfnz4FUzOzs4j7mvewWNH/IMDNMGCPGAAFsgkKXEWcsvYA7Ej8ThyzjNTfQpzn+DB+Q+lfP+HIZBkIuk38lKWtbC3yB76S5+Fd31ffPGFffHFU733g57EWCV2mr5yvV4z9Jo2dsmqu5u7R8WQMYiYHhm70Ps19A47g+7saQwBudlTX+5I/b+2bOCF3qPxgbjuaMyJ+6Ow/JMRyAh8FAig6zMax8C3L2tckfEzbMWKxjuW1e9fWlrU+5C5sCXkna50pc+kFeGbu90bjV93NOZ8rvHOlnzzoWIYxs+aGtvYFu2o776jc7tBTfnkpnxVc5RO/DP5mjFmUPlmxrCxP/1+T/55GPbJ/a6NquronnwrNnBpacn4GADvZuARm0dsM6d3iPjemnyteyqnup8UnutT469gAiWMVmKsER/faDTCdnJPRWByf59z/X4/3l9MjzMeHYHRbmCzrfgl0XbgBB47ei+S8NkbY4a9Ted2R/l2dP+24ktoS3HlVhwz3sJYE+O9xAbEN9hkYthpv0Fd3T344P05uM0p3oO3hsYGwYE4vyhKw8eYNviBtPvgf3i9vr6J96A8H9/A36/gJ3b0DqOi5r32JyaBwIE0XW8a957oXRK+BTkgDoSPgfqEVMD9123I+UwZgYzAp48Atgabgt5jw7ABxJj8/RK+AdvGOa4P1E+E41JjDtiuhmz07Oxc9NVm9W57Traf8Qo+xvUm+8/9nzIVRRG+e052HD+FH0z+i3e5vN9cHr/fBCd3D59qD2zuqf8N/re3t/F3odhhYn36APgjbDVU2e2UNuWfmup/7o58V/Jh5G+Gz9/V9Z2g16935L9eB9Efff16W/fsRX/2RO9Pp/0X7Ys84MMqeqDaH9Up90L+taY2mQk5nJMMJprV8Zwho/U6/bBC9R5GjAOPOoj/7h4pP+6pPWiLjt6Z8u4UjGgL/OSOYgbaAmrKv+7uNqMN2OfctsY/thVr7O7uxphRFSNQDj6bduY5kPvd53Luj6SqLHilXdFf+KIeScZOJQPHEQsSz1D/6p0XcpJoK+QGmdke8Ua+HcUZ8NyUrMErNNlPstgUPk1dJ++2MNnW/ZTT1HnwPNO7TewM9ZqON6p6k1J3Usjd1c6lqKbxoXq8V21oXAe7g70p1T93n2Bqb9jc3YqCckrJTCqH2KyumLQuOUnxWGHuSRaqOlSpjbbqmDbtaHyLcR3ae2/Ub68wgd+mcOB4QnuSj0TIFeNC6Dxygt2t7G31DHe3UjaXujUUN2J3ltW3WFtb03jDmq2ob4EdQu5nYiyxNq4/bT9djmmjzkkWrtWvuIy/ESVepp7b0VY7Eeduq80g2rypdmtO8TG9X/HVHOUh/3aUsx3l0O6VPJEiZxVt6xnct6dxDrAgnm1r/LHCAp/EB+UYj6v4EAuf8f8hL2BsqPh72Nc+72MGnEq2a8y4Lo33p3dcF1wnHiDXuKe7Lui/QcqW/2cEMgIZgYxARiAjkBHICGQEMgKfPgKZg4xARiAjkBHICGQEMgIZgYxARiAjkBHICGQEPn8EMocZgYxARiAjkBHICGQEMgIZgYxARiAjkBHICHz+CGQOMwJvQ6B428V8LSOQEcgIZAQ+DQRiTo+buax6RUzwcZ0jtbx9sggUhRsTE5noyMQ/Jvqx0AbEcTXprygKY4IcE/4g9qeZdkcY0kSyfr8XCwJ3Oh07Ozs3Fh1iAh6T8jY3X9nm5qZtbGzY+nqijY1NnXtlr169MibzsSA/E2MvLy9i0jKTOHkmz6MekHt6Huf+yeTu5u4GJtUkTiac0p58GKdqv9powRTarSIbb677oUJl2Whhsq4xQZ+Jp0yaZBImHxOhrWi3ly/XLdFL++WXin5Rm65HW25v7xj3MGm13W5HWUy27Pf7RltSB/vMt4rH6bahHaQl8YGJ6/jo2WUswszk1O3tbenAlnRjoh9gDN7r6+vCdkPX0JHXMfkenaJtWKyXib1g+yZIqcs07tQp6X0jFmJcXV2NhcZYcGx1dcXQ/Xq9Lrkogtz9TUV/8ufdE2/uHhOhmeTMAmssDriysmqPHz82FpJmITZSFgpkIQp3D5sIttNk5uYOFcZGuyD7nc6V7OGZ7OFxTNBmsvKm7CG2EEptTDtPiOvYTSa67+2xQPSxoZOUxSTr6TZ1dx43oqH0bBj1c3dD7rAL2ITl5eVYUO7FixcGra09tsXFpZj0jlxA7tNljYpUUiR/YfCPjCwvPwp8wObFi+fGBzhWhBkLVJVlTXcMg8Cnqiv77j7CyHVdGjEcqr4Dg6eO/AY8MpF/by8tRAUGm/Ib6yOfQZp0Y31khzakHxVu7KNDm2GLuJdJ45RV2aOLi8vwUfgWFggYxgq1FnUybaqeftN/d4/z4FKv12LRx+URhujLkydPA4Pl5RXp0qKwmRXe8G7BUyobHCjP+Yl2GYpnnl8t8N9qndjBwWHIxsQWwMuG9H5jzB98v3zJ8Ubwvj6yDetT2CBPiRIGW1uv5Ftfx4R5FmTA3mA78LP4aDBHRqlPwoP6evDt7lHnN/8MxY8F0cbd7q389o1RJhPtsf88a39/z5iMT1tsbW1F22yqTSH8SqLEV+JlfczzevDI8YZ4Js96XONeytqWv2k2dwM/Fmufbl/qBNbu8AHd5cTdw8axAEJdNq/RaMQiagsL89HWHHON9rfRRnlpdxhtDGaVnrPwxMXFRSx8wOILBwcHatNdYd+MNtjaeh28v5nfDfG4Hvy9HPvZ9TjH8fpUOxMzYRt4xslJS/blXLhfSY+6ao9htF+q5+SXukMJF5OsliGzi4uLYQcWFhaCf/jGFsJ7WRYqa1JG3vs0EXD3X8n6wsKiYc8eP14zfAH7yAALoKAPZVmaWfJ1SWb4IIZNbcOQtaFsKB8sQe/bivkOZMuazabkfnsc19yVX2R8I3SB2BK9ID86c35+FvYZneKZ7m7UoyL3X+ux5e1vR6AoCsURddmP+VhscVVx5ZMnTxQXfGF8mIuPbiX60r766ss4x0e4nj37QjHJE/nR1Ts+1N1N/8f0tzP4jgrAPwsGEWexaCWEXSUeImZK9rQUP5U+DeU/hg+WOlR8gPwT26d46DD6VPg6dAXf93IUB6yHf9wIn7Eu/4Bv4Tqxz57ixlbr2M7Pz+WXr6N/5+5qpxnDxlc67u4P1uNjPenugSOYV3aBfXAjjul2u+p3Xqp/1Y6FKLejf/VK9mZzFE9VeGGHEm1svAofjU/d39+3o6OjO7hRNnQfE2wUxDV3D1sFrvTDaf+VlWXJ9mPRmmzto6m4oh55qbeZ26e4uXv4FHioKz6ueMaPwDc6gD9hLKLRmFG8UY/8pg28KtLh6L+bu0cerrFgFfEU40i0R7t9MopzOuEjaGf0hLx2b3N3Pa8Wsl7Va2VlJfpz9FewPdgoFt2uK/aDB3ePUiivojgx+iHWQ75ubpCvjuK8U8WdRxHbopfEZJt3+nXI2cZU/LYuPd2YOk7X0dv19U1d2wwZ3YzY+FXII7KLb6xk8iQW1ztTrNeRTt8o3rsNOyKTMaqlCUPIlbrd39zTOfQGm7SgWJd2ApsJLcuGKQE/3AAAEABJREFUL4Ws0nd0L1TMUL4+xfo6GP93d3P3OKYtaJM0vnFh9Gv21I8Dmw2N9dEvSbyui9eKwKAaO9qWnduLhYi5l7ZHBgaDYTzD3UdpoRTiOB6tug3Tzp/06+6hr8hKQ/0EZGpubj7GS9BzcGw0ZjWmWlfdko1/SIbcqXMi5KmrPhP9Bmw08U/C6+5Y0PrIxoMftCkZY7x0T/b9RLE/OIE5ZQ0GAz3frJJnd7c/cHtrUe4ez0W2GtJ3cHmsMZTnz58ZOkc8sKoxJsaasQnIH/UEJ2SHurNvo83dxYtHmZxPuncTth2/iE2gT4uv25D93piSsZfqP1W4TfaROeRtQ35gU/Qq4lPkc1v9SHSs1WrJxpzpGR3ZmOuRfhH3Jvm3N2zwQX8JucDno1MsZA3P2BriHHgnPqhpTBZ9haf75J54ViJ/PdDzu5bk40L+7GTKn22FrYDndfn9iqZ5ZR/iWkrXxXOidY3Db0LYmleb9np7y/b2t+3wZNfaF/t2fn1one6JXfdOrTe8tL5d28C6NtSekAgUVNNIzdgTufYKU3tBbvBgbnnLCGQEfg8C0h3XuGsiFSCF0n/tvOG/8o+vOFoqwtD0lbLgI+nt0AZQb2jDnvz5QPTnus5xlfLOXQTcU4O5e8QW9BOXlhbVV1ix1dXHisFSfwE/WWpMvShKs5FBrfyGvWObzufuVmpMp16vWUMxDL7o0aNFI1YnZl/Q+B/PKtSXtz98q3g1UzVELiqMZ0Hu6T1zb/Sxrsrntdun0Rdj3Lqpcd6dne34YEKKtTflzyrCp28orqxofSrOXtf5CaUYajN8P7EDvp9YCt9PHEZ8Tz2Iz8DPtLkT0yVdSXGKFGd0nvrX1YeYnZ3TGMZC4ImvJwYgBgJn8CYP+Lu77vxr/ru7ud8l6gtfxIzEUdPjdbwv2NzcGOE1Se9jRj+Z+Ov0tB19ka763L1eT30RcKmeN+GR501oEHVqTMWIT56sSe4fS+5XQu7BbW4uxdOFbOCkpLRXlkX07ebnF5R/WX3rtED63NxcnK8pxiqKQs+hzWTrsIOKXrjb3XXe2VW/waLOvH+6vKzGDPY1drkT/S/GJycxViVD4LIRsrepWBxZ3NYYAzi2Nf7JOGhXcT38ltI3dKohfSM+5JgHc40009+HQIiEHk+aaBiygH7rdIwf0G7z8/MhX8Ty9GO++eYb+/rrr/Xe/IuQV67TTy7DRldylZyqu4esuWM/KL9vLDyNfTs9PY2+7rb6HvRBdnZ2DDvEu8oT9fPp19H/pW9EfTJlBP5mBPLjRwjgW/Dnc/JRC6P3aKtT7zyePn1qKxr7xTbUanXZgEJ3usjkc7ADg9jnxz3ZBuKNfr836vNfxfgifwuBfcAP4Wcmvmjjjo/m/JberW/LDzX17u1A756xIfi0rnxz/1d/f5WeOdDY2kBjRgOl1AX/hL+akx9dGn2M69mzZ3qP80zvCO+OYcM/+d0TX9xfkbuH/aSs2dnZGCcDD2wo4yGMCTE2hJ8nT1XOtB2e9pHud58BP9hQ4jXiNvjl784YF9vc3BI24ANVPns94sF1jaW9jHcn6TxxDYQfn8aPsSDG487igxJX8SEw7PZAWKkF1Z4eVPFbyQO8MqYMX8TT4Mi5mZlG4EE+7p/mrSpjOh3GO9Wuxn6uxh/lwi80FQNTT+oMrY/GfqZ5eqmxr02N6yALexp/PTo6jr8dAi/qX6vVFCM1NFZZs7Is7vAxXYe8nxHICHweCAxlWOmf0bflvTJ/40uKTSDGxEdwHfvg7rILpexDPf4+CB+2oPdEc/J1xMP1OnYDSrbD3e1z29z9DgYLGhvBf+HX+XuGFy9eyB8+Nuw8sX8Rfc2EAxhCYG6jzT1d4xyE/6L/fXFxHuP62HbeZWCzN9WnnLbt6+Gzkr9al73Hvq/rHEQ+aFP2Hr+A/2s2d/SeYN94b/qQ/+L5VGeaRtX8aJNCYwD4LeQvyeOCYop5UUrnFK/MxEeKSsVXFv04+ISmmXKftANtQL+fdiBOou9OHEE/jHhrM9phcxxLgDNx1qawZtwI31phnPr8Xb2z0UCrHuju4VfdJ6lO/+n/pebiP8WX6DN6jZ5fXFwqBmhLJo4lGwd6Z70bf0sOHxWv8AV/iTbGfCNn0zL3chQ/vVScsS55XJcsgg3xaSWDyDJxGfEZH5rtK64dDPpRt2kQaB9oEPGnW1GU0jvikxmjTdG7R4+WQs84rnTN3rG5u8opZcNmZMMaolmNeUKNiH2QFeSpKApjow4Q+xW5e7Qhx33Fz8gJ+nR0dBTvqRkD29p6HeNA6yMcwOQuJRzBhvwHB4eh7+BCu3Q1TjSImNLiWe4uDIqIFRk3ZFyWsbH098ZPwubwXpGxRa7DA/WmfpTDvmlzd/3aGG+uX8cHXi/Vr2hr3OFIYw17Mc61qXiZNk88UN/1Uay8IRlYj/1f84Q92gjeuRd6pfeIyNLWuB+yq2fsx7NarRO9Vz0fvVe9UR/nVuMgE3lwp74VRdUDj7T3Gf5qeEghvvExrngfo3cyQ72T0etVNZr41fXRcKUO3uO/oANCR5xHFPs6/x53v2+WnC8jkBHICGQEMgIZgYxARiAjkBHICGQEMgIZgc8fgcxhRiAjkBHICGQEMgIZgYxARiAjkBHICGQEMgKfPwKZw4xARiAjkBHICGQEMgIZgYxARiAjkBH4SBHgT8E/0qrlan16COQaZwQyAn8nAl64uay6V6mrNiL9N+dHh/n/p4cAExHrsYjYrLGAxNLSotLF0QTXhZgMyQLjZZkWSqsm+1UT/uDYPQmAe1rco9frG5O7O3c+QLNvTBKenuy5vs5kvnVjEifnX716ZUxEZtE1FhFh8ijlMFmW57q7FUUhefM7ZP/wzd0DF9qIiZlMMmVRPyYsM3m10ZixsqzZmzbdLjwL4353t36/Z0ye7cSHcc5iITwWAKF91mPC6YaRvny5MTVJ86X2oQ0jH+3YbO4ZE0/b7VOjLbvdbky+ZMEZ2nNaht5Ut8/hvLsHtvVYwKA0tn6/HzpycXERE3NZ+CXpxyvbvDcBfF16Atbrwn5zc9O2tl5bs9mMSa7Hx0fG5GAWVOj1euOJtzzD3UniHFhXmLt7yAuy0mig94vG5F4m+/JhpZWVldB/5Gha3+wz3twTVvCLvqA7THZeXV0RNo9jAXfwYVI0E8MbjYZ0xmPCf4UrGAMRRbl7YGyGPvWlT91YsPDsVx8o3JT92wx9on1fjie3Jx1jgnPV3sgIk8D5ABu6ycdPqmebNnc3d9eejdp8oNSiHqX0n/aErzS5+4l9+eWXxoISjx+vhc3nOvy7+7icKGzqh+v1kb9Ik+QfCZ9VY4GKF6MPcoEZz6nVkqyzOIBqpLoMA6+qOMpy9zgEO3jB1nc6TBZnAc7jkHEWRgCDzdCLhMu6dAJKeK0LP6i6tiFMN3RuQ7qU9IVJ8CwOwMJW6YNNF9I/7FFP9q6vejHzOaoi3lPKr7vreELwDm8r0hF4fvbsC8nGmjB4HAtvsTAHCy/BOzyh54PBMHinvIq4NhgMZA97hu7+ekGOHdX9lfjYFCVe1qX/E1qXva14TvsJi43gG5+K7IAZ9jhNkH8t/7pjLFh1cLAfdh0sWBSgI1/NIi3YkFTntFCY2I8qV2kc3PuZbl9sO23IpH8Wezk7u5B9a8ezkN9mc1d12FYs8Dr8BHVMlOoNf9R9PdqXc/C4HrzCHzS5tiFsNmUPt6LM3d2mHR4e6Hkn8je0703gC87gTbXdXQkkiUwVV/sWVpZlLH6ADqDb+M35+YX4GAHH2Ep3172T/5QJUT6LTIBdt3ur9ryy8/OLWPCAhToODw+F+V4sfIEc0xbQpmx54p02hjai7Sb8wTvnSKeJcxvBO+U05QsODg7iwwfYl2qBB+rm7uLPJ5Ue7aU608bD4Jt4gQXllpaWZPvnbXZ2zuAbeYf3aV0dFfEXJvlRfxQC7h6yjrzTtrOjRfLwCWtrawaxj22n/afbHnlKcoOthCw21ChdG0rfbmOxjXa7rdjvQHHKrnR9Rzr6SvK6MSXfyPNGnEMPkGMWhdnd3ZWtOFZMcy77fBO2mbJ5EHWero/7r+WafJn+PgSwE9hQFolZWnpkq7E45ZrhJ1nAio9wVfTll18p/vjSWJSR2Orp0yeRf3FxSf3OWdmlMmyX+6fTzon/uuo/b9hSYsjFxcXwI7PSNRYSKhWLuXvEBOjTcDiIfVrN3UnGhE+5uuoYMR+xC/qR4qEt6c6m9Cnp0XrEBus6l3QKv4JeoVP7+3uGH8LPX19fh065u9FO1Ak7gG65pzqNH/6R77j7SD4KxbillcK1LNM4BTEMYwcssMVYAv6RPulmxJCbgVOFWUo3hOUkXsSn7u/vCzds0Vn4dMqchsTd43AoAwilthxGnUrFExW+tD82Fdu6tvbYkIlp+0regnG1VFyU+Sn9uLvwdyuFfa1WV+yQFl6F5xXFyegB/BJTzUwtSCrYQu7BzqY2FScMadPUloxFILt8VI7+D+15dnYWfgZ5Jt5ET+6XQ5HuLjtSG8s69aBO1YKwz549i9id8+iBu3PbuF6UCXHSPV2jnel7dTWe0YkxklPFnYeK75ryda8V124pdkfGNkOmknytj/bXx7FsOr8Rx9U+se+ENlXWK/nOLZW9I1/ajP5QwqAdPpIY++bmOha2GsqOUE/InbpCHD1M7q52KwKb+fn5kEuwWVlZtkQrsmGPZMvmYkEzd+xDFTcPAyPT5u76NbVZShM+t0bbpHZrRb2xRdglKPG7LkygjUjhe1MxMeMgTfUTDkaLljFGcnNzoz7aIJ7h7kqLqHtRFLGvp9tfsbm75LwMmSI+mpublW2fi5gZPZ9XnwGbWqvVVC+3hzZ3j2vUnevYFWTp6upK/YZz2Rzw2lO7vw47BS738QLDhNVrw06x0BlYgzn6QD/M3YVRIvf0TPsLNnfXc4vAaWZmJsYWHscHuZ4bizA/ffo0/PySxpqJE5JPZAHFYbTxUIYBstHmnuru7nEGvOAT285i9kdHx+pf7QZeYJLwmujepM+IrEHI20ZgC67cQx95KxaQ2xGeB2qDZPd5Bs8CU+Q6KqAfVVG/v/7v7tKV+tgGYuuJgZ4qtiHOeabxAnRsXvpWykdUJcBvRdW5JB8uTPoaP0r6hC7Q1oyR48+o96Z82qb0JvENf4ngG1qPvvT6HTuzHvHChjDYtA3duxmL6L2y19uvbPdg245aTTu52Bt9kKtlN/0zux1eWs+u4oNcA+3JElRVVeoi/Rf/7h7y7fi0wswhVyqyvGUEfjMC/+wbHL0RhR6VbqTm78CE6xDZhvoRRXjAx7h6Q2PRxyGLP0I6ZxqjvKvPuif//8sQcE+NhU9ojN7J4Dd4L8P7hoWFecVpjYg7yrIwd4/4q/IZpFTW3eOae0o5V1Hlv9w9fDPxLjEMvmhJ4374JWL2hYUF43xRlPbnba6ifVzXQnFcWU746ukdciiFAAcAABAASURBVBUT4fMYpz46OpJv3g9fvz36eM1m+L5Xo3h7Q3HkhJLvmz5mP/nG9fCJG+H/8KHEnPSr9/b2NY7aUhx2EeNPPb1TI94YhvKoyvFf+qMAYCCdGSrllLtbIR6I+4gJiQXBEyIGANO5ubnAFdxL+X53t79ic/cxzu5pn7pCA72DIL4hjjrU2HlTY8lg8eoV4wsbwnMaL/Y3hPUrxVrQa/VJdqPv09Y7XvpCtNnkgxUmTHz07GlOhzYQdpC7BybghazTLyOtcONvEmY1bgJm1He6FPY5R4yJDIMz8ktZYM152oM87nf1RYeqlwVh92hHiDiPmI8+5t7eQfS7wGNTcjaJr8AFWpf8bIxoM/pqyOWBxuLbGv+kb0Z5lEsdqA96VfHiPqmT5e1vRSCpsZykDWVXJRE6gXxSKWQIGUSHkS9k9PnzF/btt9/YN998HWObK+ozI4O0Mflpb+6l7UndXbpQSN7c2OifYVuur680tneqsfLDeIdFH4R3lXt7e9Kro3iXxbukqv/LvZkyAhmBjwMB92LU35+LcY7l5UcaT1yN92j8LQ39/uXlFY0RzStfzQr6xDIB2AXsC2lFNtoG8snYhq7eJXf0Xh7ffKCxMOIT/PKm+uuM/6QYZl0+ekOUUnwUebbjg1y7sisH8R6aGKqr8UreU1M+z+RxMkuyd9i8gd4L8B4ijbERn+CnsHvEn4zfMHbBGAb7jx4tB0+VPyO/uxij0Cly94g1sYuUhQ1d0Zgwf0fD34s8f/488MJnkyeVUxjbIGIE6oRdNnO/Wz48EJsRvzD2xbgIOPGOBP6J6xJO4AOtj8ZAJun6aBwkpZuKbTYV22zJFu8otmlGvNkafZy9o7FeMKRtBmoj03avSlHHer02Hv9Z0hjXgmJ3fAP8NxozIQfujG0nPwMfNtrc4RGC56HipEGM7VZjg8TBh4eHUTfaGf5o81R/ZADaGPO5KVkBiz3FtcTPyBJ4UX/8FPUhLYrS3FM8MqrKR5TkqmQEMgJ/BALYGuwX79Q68i0d2TRsC3Hojd4jVfaNfDyvVD+1Pvp7P2wYRN8Ku8H5Wq20oiiCyP+5kbtP+a+G3vMsGP4Lv/7l+O8nH+s92YLGZ2YCB/dkv8EQstHm7mFj3T3OcI22wB4T49PnxLbzd4rbGt/Af62vb476lxvy8dB62Pb7YxvJ/m+G/3r16rX817b6rpX/Su8yOmrvqn3xm1EJS3VJ+x//r7uH/0T+kMMFjVVNU3qfRDuUwQwYTxMn3RPP7ikFC/rpN3rHWPX9D9SHT/HWK2H6KtogYbwe7YDP3dh4pVjhtcaj9sbvizrSJ8qhXXnW36Eb6rry6KChxq2oC3VCz4kD2xqr4e9BeIeUZK2p99bbGr/YGvF6V+bgdX00XkY6kT2wgDaESUrJu6mxkiSDr4XNbmDDc/n7UrAm9hhOV1I15TidJ/600CPiEuaeEDfN673qksYoIdod2wO2uvWt/9099Jf8DY2rUhbUaDQM4jw2zj3FPtQDsnubu5u7RzyGvp6dnUb/fG9vV7q2IzkAu42xboJRopcjbNYj3RQ2jLEhX+g7f8dwddVRjNeNst3Tc9xTSv3g99GjR/F3xk/17pTxh7W1tXiHynmugxX1fhO+sFNdRxZoj7bGqIgJiQ0rWaf9NjY2VVfaNBF80O53iWvwRLoR+sG9m4o3N8UjtgsZYOwMfnlHzbPgmb9lYmyMeiCbqc7Eu4lnd1JqbIG5fc6b2B6qnzPsqS+gdzF8lCvezeidjFRXJ+8y73cOdXMcK+VCkH4KnQRD+pp6XyQQ9V/ndU5X8v+MQEYgI/AJIZCrmhHICGQEMgIZgYxARiAjkBHICGQEMgIZgYzA549A5jAjkBHICGQEMgIZgYxARiAjkBHICGQEMgIZgc8fgcxhRiAjkBHICGQEMgIZgYzAb0WAPwn/rffk/BmBjEBGICPwESHgqgvzeIJk1R3SQUq5KPrc/v+D+HF3Y9IfkxSZ2Lq4uBQLiywuLsbkYyb7sWBqUaQFU9PkubRIBhP8KqjcPSZ9cY5Jdky2Y3IqEw6Pj49HC/JuGxP17k/443hzNJGPich8LKTVOomPajD5kcmyTNZ0dyuKIp7j7lZt7pP96tw/KXX3wKWMyfO1mBhOe9J2aYJyw5g47+6jxVeGkdpoc3fdDxXGRhun9ruMxaKqheBZLGo9FjBhIuaEXr58ab/8kmh9fT3amImYLIzCvUz8ZKIzk8Epm7ZETnjW50zwKGiFbRH4M2mWdmCWZaUjTIxF1pkcvb29HROi0QUmt4Jloo3xBFl0ZWvrdUy239vbG3284uzBBeNNm3vSDeoC7hCnyrJQnWrGh1iWlhZjci8L7rCI0OrqSug+dqGUTBUP6Jx9hpu7q63K0J/5+XlbWloyFl9YW3tsT58+MT4awWRozoObu8ckarCtyEabu6usQrbKYqEjZP/q6soqe8hEeNqR9oTWQ69SO08mQLP44aaxkHm1SNvR0bHKOLVO58oquzhgQu/QYnOfbu+k5+4ebc2CR/C1vLxs8MEHMlgUCf6w91x/V3u7+5S/mLflWIAKfJ7aixcv7NmzZ5KllVisibKiUrHIXapLhZO7C5tE5BkMBoElPDFZm4WDjo6ODJyY0A0G6MU0Tml/YofWZXvWhWPSnY2YJL65+Ur4sTjFTpR1cHA4WqDq8lcLbrJGgLtTnTvk7lFX9KBWqwdvy8IQXfn/2XsXxrZtpG17htTRsi3JtizLjuMcmu52t+3u+/3/v7I9Pd1Tm7Zp2iaOY1PffQ0IibZzcNq0u5uS8QggCAIzNwYzAyik9vfn0o2Z8ZIqXsoHjtjesuyEjc1y0bbpcPcozzhgB/BxzRdyMK+xBfhK5LlMl+VFV/72t09X9uGTGoP1izw+C5vyxRdfCIf/k934Ujj807A34MsD8ujkkydPjJe0wA88w5/Y1V+S3czNguyFB/JxD/cyhshEm7woi5dI0de//vXveJHUl1/+3b6QDUO+z+T30f9ETTk+vfRygyTXJ5LzMnH/F5KNNv/xgpf4428geDPx7+6mP42BrHA9Z4rCrSyLmCPYPF7UMBwOZAM3Yqw5Z9zdC7t6ZLl5wSL9IDvznB9YexQvvvjG0Dn0GB7RY/j9THr56aefh45+Ip1tUhrPTyT/p6Jm+slK/qzjn3/+hcb0HxrPr+sXyT5e2QZkdkfeRJl3yiHGCv5L2fh+f6C4bxQ2jzhw2Hh5LD6rKEpz99xEm/6PIuDuVhTFStexVdgs7Bl+ADtGHh3gGvOhlH7oNs2ZZdhodAey1cFEWup6ZdiP9IOKj+zr+gW/XyquQU8//fQz6XvS56Tv6PNnsk+fyR58Lvo/2Yd/2jffPDTsBjaEOUVf7h58wwv8Q9Ye/3UIMC7EEcQZvMhxGj/ItRdxAfHB4eGRHR1lOjRiEF7KOJ/v1350GjYI3WOs3T3sjrv/18n6IobW8g9DDl6Yw0ulwQOZeMFQkosXMi4b8+lya+g8hP4/UaxHPPT111+H7/4y/OcXmkvMp09XPuGT8P2fqJy48VOln4XP/5fWCd9+++1qTjFHM5/4NsYr8ZQwpt/L3Pz3nGXe3BOv7oUVtf9GBuTCpyEjMTfrzkePvpN//EpYfClb87kI3D6rcfu0Tj9R+ukKs3/84x/as/iXbNE3ircfx48LMRa5/yYilEHJny7N3Vf2dRhxxEhx8tiu2td+/XLOzLd7kqnZ9n973t1DXnBHjm63Y8iMT5lMxlo/jQ07wBygPMtMfdNRxdplKd+RSEV1e65xTfEWL/JincxLxB5q/UM8iX/Az+AjGOeXjY27K7YrY003VEyT+JrI1uzFeoUXzGKj8Hfw7p7kMR15TJWNP3ePtNJaBf2CryeKmx89wtd9Ld/1j/Bh+LrPIr77NHQqzUvynyie+1Rl6Nonyqf0k4j/PpHufaprn0aKr/xMsTExMjHjl/Kh/1B8y4ut2FMhbl9j8ExrwfOwJYpqg0c+YNfdA0/3lFLeJMah3+9HnDvWWm4ymdhkReMYO2wXe4Duae1CH2BDOzl1X7fPWDAmjA3jhu35l2L/LxTzIxOxK4Tcf/vbJzUOn4bsnwk3ZGXviLj5W+0DsjY6PU0/yGWW+nF36cc6r1NrHpmvZtnbyLt76FO32zVwGwyG0vcN4TdS/Jz2TCnv1D/IBR+ZrHG4J94pynixbngcP9j9jez8v6RLycazlvuktu3gBXZJPz4Pm4ZOfCv7Dtanp6fShTPpwgVNC6PC3Nd9ReGv+OGe+kKvsAf4FuYcP7LAXCMGYC9lqj0m9lGYk9ShPjgxtyDysOme2nNPKWVp7j2zZNu/1x5Y2idAvz6NNdVnMYcyZp9ofoHbJ8KQFCIPfaqY9DPpHHP288//T2upv8tX/Ft2/9vY+6SPhOlzYVqFnUL/4QO6SsiRdQObgu1D9tmM/ZEDxUH7xvxiTpXaI+B+/FWiyzbQ3bkc+0esK+GDMWbuM+ZfKg7APsA/cqAXn0jWy/RJzK+/xR7BJ5pjmT5V/tPAiXs/k6357PPP7P++/ML++e8v7evv/mGPfvx3+kGu59/aaf2DXBd+Gj/ItbSLhMUyWIwPdzcnpw8vzFakc51Ze7QItAi8IQLMHRFzyXi5ouaVQSpLk+0V7VEnXybOgnjR47lZdb609csfzV708sd8a5v+Ngi4u+Ez+W5hq/5OBt/BGhJ/0dd6gbiiKEpzT4Ob/aS95qBeprReKrVGSTHMaLQRa1X8EjE759knv6bZN74M22vykKMoCqWFFbVc8Hlxca796OfxvRbxHzE2sT9+jzj4S8XDX2jf9zP8lggflujT8GufyNd/Er4w+7uU/k3xZir/VL7vE9Gn+r7yC8VR/1f7/n9pH/W7+O6Z70CJNYhHKs2dprDwuNSkyeXuHvzj+wcD9lI35efH8V0I45fWP8OIGalTxp6a2299uLv4BG8X5imeJ+5kf4F4+x9a94Lt59pXBs+E1SeBKdh9+uknsX7mOusS6rMe4X7WQk3M1FX0YebG0YxxwA4qtHZHr9F39h53d3fr71ImWjNvR0ydYsRu8E07TSqKItZ2zI+xvpOBEtYDlXel46XmVGHwwn1LmCAjcnd95r9lxHfEWcR83333XcSBfO+GnMh7GY+ECfhQnvTwcwO7r776ylijggftoSNFUcbY97XWyuNvjaPJV6O4zf5mCCwN1UhEHqqid2wu4zYajWyiPY38YzL8GBe0v7+O6bGbnfpHChhTiEbcPfTXPc25SnsI/Kj306enWmc81l7519Kdv2vNl+wQ62X2+9BDYv5TrX/5jsnao0WgReC/BoFC/gt7PtQ+L35ne3scPh8bkb/TwGbgnzqdrvxQId6T31lG/FDJ7jQW0bqKbTg/v1D8cxbxzyN9j4wt+DLW+1/I/34u+mzlkz9pxDr4IuIi/v8Vvjn5ou9ir4Q9uYuLi/BzSwyd+uKPbKX4pqrSNTOXrSo4mwoCAAAQAElEQVTj/3kMtWe6tbUVe9fz+Tz2L/DRY+0VIhN2EfnLl8Qz7i7/m9pKcdFIfn0c//+E733YE8Lvgx22sygK9e3GUclGVuIr8+ru5p6I6xDynGrPi71Q9sCQ9x/aJ/1S8eFn2tf59NNPAycwIn5JKWWf1PsiyY9TD+KeL7RPyf3/UCxEvEm7jx8/jrFY/x+JtL/mnvhxTyn8gwey4i/Y+yIFR+J6ZOxob5B68I9smTiH1BRJUCUMGDditBQHfxf/n+AfkvELxb/w/EnEuZ9Knk8l6ydKP1H6qSjFal9Kb/6l74AePnxYf5fxNHSgI32EH/hl/KJDfcCPkvavRaBF4B1DoJI9xbfw3RU2hTXKE32/TBx6qhgTW4NNrWR33D1sN9/9YLtG2icYKQbGtjXtPrbDPdk/e8cOd9cashO+sN8fGPKzT8J+Pv934fDwIHzj5uaW1ps9+a5CPiqBgB3NRIm7kwTlcrA+rf0Xsf5XX30d3zt/Kf+V1pzYceiTsOt/a+zj/017GRD2Hz8AJf/1hfYzvtR+xj/U1r/r7zLwX/wfv7P4PzqMr3b9al7XfAVz/8Uf+M2O/Cf6R/zBeDQJP4tPQyfBGDlJoaZY7i7Zm2ux5/H/QVlrPdL3uV9pDf+l/CY+Nn3H8lnsFa2x/ixiMPYG8K3ffPON/fADGD+NuI1xpT/31I/7OqX816dlxJXIf35+Lp6eRfyCfOzVwC8yEkfwY0xfKOZJ+oaciZC1SUnXUmyR83+r9TGn1P9McdcXik2IQdfY/BA8gAs8LRX7goF7GoOlgtBUTizsMY9YRzOWA33HyhhvbW3HPiVjzP+jQRfsNYe7r2wYOjPQ3hxpJtpHn3Jb8JHJdLi7PtOfu0fcxHzlR6WIp/h/nRk/Ym/kT8QPcf2tnrNgBrHX+Lnm5d8Vw30V+4w//PBD/H9N7C7y05O7h27CE7yh58Tb/J9t/s8xKTFz3hsGD+rB9xrfNP60lylfZ4/uxx9/iv8HjQz/0nfz6Drjn75r/lSxYyb4/iTk+ETrjL/J5nwS8WYqT/lPoz72Bww+0/jTFjrwpewYOkYczRrmW32fTyzNHht8sD8Gz8uVPljIrs86tXf7QN21lOBHuOL7mOeVkV+qzOSrNS0w02sSGi5KBZFZfUhthJmJ3LxQWopIRebWHr8CAm2TLQItAi0CLQItAi0CLQItAi0CLQItAi0CLQItAu8+Aq2ELQItAi0CLQItAi0CLQItAi0CLQItAi0CLQItAu8+Aq2ELQItAi0CLQItAi0CLQItAi0CLQItAv9tCPBfwP/beGr5aRH4X0eg5b9F4LdFwC0e7ilKs6LjxjskC/KFR7m7WTzsQ2qNgweNGqeXs6+8WFflgbI6+1aTdd/xsFOj7aUKoFS0rrd++ImyX4uv1GvzM/OS0/U1+Fif/ZKcu68eWORhxdFoI16Ctb29bTx4PB6PbTTajB/u4aE/HhJ093jYE76ukungwUIesksPgp7FA4c8ePjo0aN4OJiHQXkQkAf0IPI8qMd16p2ePjPaoD8emMwPT5JyzgskMh/qLnghfTG9Paxe3P71UjChlBQif5maPDXzl2vd5MzdDSygsizjwfE0jiMbj7eNceSBTnCjjjUOeIPWRR7Zqloa48fDkjw0+eTJk3iRBw+Mp7H7Jl4gxQO9/LALlPL/jgdNv/76G/v222/jgc/mw5foQ1VVGi+IefR62TUlg6fmx2We05UXlaUr+fP1feWavzSFl0wm45jGpWc8OMtYkDJGvOQAXaYuOOeHZL/99jt7+HCN8Vdffa1z6KHmzzcrXH/88cd4yJp719gmXGnTdJBCysYfvPR6/XiB9FhzezqdxgvweIEQD/rysh1ewDMcDoz55+7mniga+JkfzXFs8pPzOcXWNuv+zO5+9m2F/FopJ9fr9TRe6QUM4/HEwGWxmNticWC8jAHcmFvYS+wSWF2dX1kWdP78/CJehMCD17wIg7Hjwfg8p5hX2MI1PdSYP9R4fxsv92Me/fjjTzHe2EfmZnqB0nq8wRDs3N0YZ3iCt9Eo2QIe4maMZ7M9yQDNQi7kGA6HNxpvdw97g97S9nC4ETZmd3fHeGFTwmdf7e7Ei6nQJXSeuvAEvu5uCZvLvIMTduf8/DxejgBOPLj9+PEP0vnvZVO+Ex7fBC7g9NVXX8nefH2JKGfugCfziBcjPnr0vezXD/GSzadPn8SPKzx/vn4xRcZNTNV/8Fdn68TdYx6UZWH9fk8+Ebm3QkZkB1Pk5+V8+UH5LDdYlbLN7tf9ZpYXvTg9PZWvfBJ8Pn78WDI/0th/J7m/Xcn9lWxBk5C3SVn2tfzfRTu8QIA2eanTj7Ib4Pr06dMai+dh79EdMzd3jzEuJWtRFHHuTrldO7gn4beUXbfw27w48Fz6fnb2PMYRuegLP0Lf+Hh4eaRxgZgD38pfwDP08OHD1Rhn2a7LnOpQn/uZS7SLXPR3dnYWMqFTlfwZlPlECHfkcclZxotUNjZGoceTycTG8pu8YIV5w7xgvJlLhWyDXTuQO1El34bcvGjxrJY9yw1f8PdYusxYPFIsBN/fytZ/W8v+UDb/4Ur2h7Veo+PQWs9TnW9CL2jjsXSF9nmpDi/aOT/P45n4ynLn1N3DPqCX+CDkxAZgH7BrvPhipDiw3++HTSiluy+W3VYHerA6USaf06dOpRvJ/+Zzs3TOtURXz1XjelGq+prP1PfPvHnV9vr+1B4X1mWcvU3KfWR8ckofOb9cLjldUSp/c57cXXpfrHQAHcdOM/74B+wZNoy5gF5sbGzEHMEWWBzoFeOzjPkOH5mwZ8+fPw+78tNPTwydZ26ip8zVr79+WMeOSZ+Z399qDjySLaAu84U5VJaF/O9QccpGpMRL6CM6m+ZiskvBzht9uGpnUvad+VvrQdKldM64XBUxl+WU6+kecomunqfS13+6+0qvGK+h4kj0Z6QYBB3jBypIm7S5uSl/OlqNdV/+dT3G9taOpryvbzThl+o186nkZZ9FUWgN1gudRcaxYuzt7XH4lG2tqbe2NuMaLzlzL4wjYb0MGwmPEOVQ8inn4Ufxn/jvNJ8eRUyQ5tPD2ld8rbn1UL7zG/mG74x6PypmPJMvpE3mDvNoqFgPYlxIiXXBm/4yUT/lr8q+FJ/pym/xCTZNutqnu4e+dTrdiMv68ln4tCTnIOyW6QCDHxX3PJLfxd7gQ7E9XymGJAVHyr6VL6bO2qc+Ne49V0zKWKgpyQ8Ga8plpIw/PIzkPxn76XQn1lfY1p2d3YgXkw4MpCddo36huMIdm0QLv4TSWOWxy+nLWgTXl117k3J3N/dEZayd+jGXt7a2pPfjiKvIQyPZAfDhZVv0AY+V4rOrvLin9riOP8Ev4B/QacYmETE9a6LTGCN8D/Uh2obcPTAuFcN06he5bWkOEucQq/NS2OZLrhgzeER/qM997mteaBt+WXvRH7Ee6+8nT57K1/0Ycw79wd+hS/i8h4rr0LGvXhC7U/YwYj7WNd/EnP5W/pD709rlkdp8rLaR9cd4sS5YEOMS69E/vMgbr+RMOlXEuXvi3V5yuLshIzYAmXkxLhjs7OxojTgLmk4nsSeYbEVX9TvRNlg0yeqjUhwMMWeYO/DL3GPskC1hgs0irv1KNuvrsF9gxI+uPVaMjHzcT5OZP/rf2BjGXiS2rCjK4MPdVY21lVCQIsGTCuIv59dpFP/sD3ePPtENeMDWoC9jrRnAjLhpS3oPr9QpiiLmhumAB0jZS3+UoUvIm/FC1x/JVmWs0BF0BYywVZSD5Q8/PFas9SxsUuJnIHzWxFyjHD7olL4ycf4yEoyXLl09v3Txyom7h8zuHuuHoWKAzc0t2b6psc/EWnk2mxnzb6a9iInWXFuak9SD14wbfV7llfOsW9gFXpDM3Ev69Vhr3e/C94HP19qH/LqON8Ftjd/X0rmH4SfRN3AE68ePv495ltZST8Pn0gfjQp/0fUXUa6fuvtIP5tRQvpb1FDE1+wPZ3nDOvCIewg/3FfOUslHuCTvTQX8QfWf9gB/mxhPtyf7www+S93sRMn8reSDkeij5vtac+qqmr+vzr3We9hHRJzBC/u+++9a+k64xPx9rLfnjT4/tyemP9uz5T3Z2/sSeX5zaRfXMquVzrdouRMnPuBdWeGkOWSGOE++F/FlRupVdM7kDK0oz57K1R4tAi8CbIOCq7JpPrvlUdNyKrht5yszdTH/2oiOXKw07Wsk38iNc0HPFrs+WVj2rREtbcn6hOa2/FzX1+rLrN2K3XncffKU61+9P5b+/T/x0X2sYYorJZCyfOYn4mXPiM9aNxM7Uy+i8DmuuQ7k+99IGbdEm/gf/O4616rZi91Gspcry1zHa7m7uhRVFYfTRTClHLyrFkBcX50Z8S3yNzyOOZE/pp59+lJ/+UXv6jxUbfy//9yj2yfFlDxVrP1Q8nf0+Pn9NX4UfJBagzkPV/TbWe99FO48Vd9I+/RCHZb8PL+CXU/KaTQEnvPNyYL4HAcNJPWbEgrv1j0ux7gdj4oFSPp57IHePNn6tj8SnmbsH0SexFXzAD7EH8T765u7C+rm+f3gqbH8ITMEHrCAwJAVX4oZvtUZ5VO/ZEYswPsQmF40f/Mj9gxX5Zf3SXfggzkux84b0exxr5FnEhLPIZ8zgjbrg5u529aAt5GF+jBWDE0syBty/pTic8n5/oDi0GxgspVxNor3mOWOMHMjz008/hY4hJzHSVTy+qvcOvg0dehS4gQV6U8hmwzvrlUzEgsy3LA990x/9kyeFyP9WJDiudfUiHl5UdvnG/6wNz3LktMlb5p0Ual5L+Sbvy1hLUQ/iurtLfzqxl8T4oVes81i/zOfpR3bRXdY26N+W1jLUY665e+gd7TSJtqEL2Th0jX297777Tuv/h2GjeIH1P//5z/qF+t+EfUIfqXum75YuNM+4v9lmm28RaBH4bRFw94hhmOv4IWw86338f7IP+9pD2zNigel0Kl+3pe86NmRL+rqvvGYb8AdNwhcR/zD303r/Uexv4IseRpzzddiLhw9JH8p+fBOxEGt56nNfshlnq+/DsRv0QQqZDndXPFYavgkZiA3gF5s20x5NolnIgZ8lfujHnkUn7sMPu7tdPdxd14uQFYz6im039X0PbSd85toHSvuMYIT95PpQe0bwktolDmV/77JthnfkwN+yF4qc+N+8F5Ts6beByUPFesQvyWd/FfsgnEMPheNDXcePc8/33z+SvX0c/rwZDzIW2F36pG97weHuISu6gA8AJ+QBT2QbK8YmJsnyEdckGRN2tAtZfZBP/5/ieexxIyM8PdY+DbyuY17Gfy3Xw1om9pB/Urx8Vn8HRH+9+P9fxF1bjR+46IYu0h9d55R8pqtl+FooX1+njNP67Ga5pg9WxHj5dNXEVR5WF1aZl9y4uv4/nWmZf2MEmFeZ3vjmd+6GpdZg2LHT06fx/8ywldhM7Ao24kLxKPYNmefj7AAAEABJREFUwd094l5s9lD72Ngx1ousZ3q9nq6VYdvdPWwH97xr5J5kw26yZ8KaFRzW/utA/ms/vtfA57P25PpgMAxfim2H3F/tv9KYPIv/38mYZPuOT2K9/VD+CV+F//qq/h6Rc+hhbeupi094pL187mdN8ZPWsM39jAutGxjfZcNwi7W3OmzNtq83/HN8Q7MVl86V0r2uYqhefNeFP93SWh/sx+NJ/V3lIK4zbu4e+glfWXbykOmgDCKOYBzAizH4/vvvI9ZK+D9cxQwPNRb43W+1BwLO1Ode9zRfmBt5zgwGg9ADYh93V2+X/zIPOV1f/SV+bI0x7SbZLuz8/HkdQyQ9I45AP9CTx9r7Ql50Bx2CvtW+Rpb9YejYQ8WaELHG14HHV9oD+Ur6SPxJHep/p++TaOexYhRwBJ9kWy4MXqr4vn8ZefjLMrt7jC37ktiYTX1nONaeTpO2tLbGFlGHeWWvOdzTmDAetImurGmj/r84vYjZaKrSviM8NYnyTJSjI8Tk2E1ibHADq4fSC+YjBCb5uYivaoxIqfOd1vlgA/Zru3sR+w65H3cPnUV/0accR6Lju7s7sjkz47tEftB2V/uM4zquHNT6xn3u120O8qGrz5+fxffGT548jf9TgByMGbwhC+P4UGPOfh/yQF9pnJsp16hD3UTfxtqDdsAEGR9Lr9ABZKWvtbznGv+k42JTshYagyLGn70zKGPxc9KGebt2O2NIIemr6lHn1yb6X+q7F76Die9jTjUvzpbpR7n0nY2UQsHwa7hwE35m8VEoKUUdN+e7IlJ9d1R/PWvt0SLQItAi0CLwP4lAy3SLQItAi0CLQItAi0CLQItAi0CLQItAi0CLQIvAu49AK2GLQItAi0CLQItAi0CLQItAi0CLQItAi0CLQIvAu49AK2GLQItAi0CLQItAi0CLwI0RKG5cs63YItAi0CLQIvBfiYC7W1G6lR23bk/Ud+soLTtmPDTlhZu7Wz54wCjnc5oeu3rV2bJ+ySM1IYvnkPSZb1KaypV5C3/qr9FcejBrXZDO6YYyKOfFUZzGB4W/mMALUstqK7Wb+l/ndSH+cjn1E63l4DwqxUe6N7Kv+XB3K8vSeGCUF2Dw8qrNzU3j5RF7e3s2m82Mlw9tbW0ZDzT2eunhRXc3Hu7LD/iSz/yZDndf6QXl1EsPAj6PF53yYN6TJ0/iAWQe1uQabfCQJQ8V8kKt3d2duv8dm0wmRhm8cR1e3V16spaVftT1pb+EyxqnhLM+17ddqv8mJ6lt2krt0z9EGznN+XxOyn0Q194GuftqDBkfHt7kAc3d3V2N3Y5w24oHTxljdzcO+ADvZipJuNQg6i7rca7s/PwiXtrGS3B5IJUHbRM9McYyEw/7M77Uef78ue47v/QymJvKnuotNcbiLJ0ovx44eIcywylPfeqQ5iu/fQovED13ux3hP4gHxRkXHtznhy94Ic1stmeUMWaMj+lgrjAnwBZMSU9Pn8W8AU+uM3buHnPM3XVX+qPPTLkeV9w9dAT92NratF3NrcViYUdHh8aDvTPNc8rghQeWeYCZuWi/4KiHTC0wHmkM4U0F8ZfzzTTdk+pHpfi4eh6Fv9qHuxu+rSjKeKgfvHgx0WJxaLdu3bLj41tKjwI7XrLMyxnALI1fGgtkYox4WfpyGU/WGof7+vpSwjJG5+fnMbanp6dhD5k3EDrw/DkvUjqX3tOGabyh3IbpWMa11Bd1lqtxRqfG421D1xjrk5MTOzm5bYeHh/FANzYV2YZDXl7Qlcw3W7a5u/jwqI9uj0YbYZ95sT39oFMJp2NhdCQbvicbtG28zKJU4AC2El125eKSXbDG4Z76cPcobWL1XDYFfDJeaX6cGueUgxuYgu2yxp5m3F18FyJXm5mUfYM/d7dS/rLb7RpzBH/EfF4sDuz27RO7e/eO9OPYOAeP6XSieT8KPXJ3yVxpvBizZeStPtw98CyKzF+aL+llTOf1ixSSjMgJITdEHkJ2CHyy/OjFErDNQm7az+TudZ+l/D/Usa5sFYQuZ0Jed7fXH815mvLclqio+0qpe5IT1uCPsYLnszPig/SygFPZPH5kKtHTmBtZXuTkJVzUP5dfQs4X8Uf7QlKYV4H3UvpAGTyBQ7/fi5dSYfsWsoeHhwvp68ym02mUD4dDjV0/8HG/jMFSDV0m04HckLL6c3dzd6MvcCS1+uBe+D7X/GfMzs7OLtkB/CjyNulUNgK5qc996EdVv+CCZtUVSRDtQ1VVxTwDY87ho9/v22g0ku+ZRIyA/ceWzef7ITvX8BWdTineS8lQiDzafdkHbTevCZ44zeXNNF0Dp6XGJqop5Tzl8+f6nlzy5ilt0N/llH5f3F+qK61RRn/qkHpQKlOBeOXz51Jq6+rdqa9mH2se4X1df12+Lvt5OXQBu4wfQOfxFcQlxATMBV74QfyPnev1so9AD5Yxn9AtKPPn7qEn7uuU6+eao+j3qeb0qXQYnSa2IY8uc3/iZRDzbmdnV3HJPOwovpfYP83FnuZiRzpZhMDcF5lrH9cxFktXavmV8//N06w3cH85nzAAIyhdX5etzylbNnSac66+O5TlvyoR5U3S7FvhQHnz/Oq9LzrHvjNP0NUtrZnH43HY012txbCxpOPxttYDG/K13dBjd1efy2vzKfW/7sU96Svl5/IZzCf8IHMIYk6Rco06iZee7PymbPy08YOpaU3PnBopdsMXMPfcPXjg3kRZD0ghoRFJfKwZi9yLyuLCr/IBfzQslhWPdRSL9YTpULHWpvCeyIfvyX4ciOY6nwoD8O5wS/jCM8UZxBVPnhBXnIbfPZP/xRZlP0ll94Q5eYh+M1EP28a5u8dY4jOxldgv4gliYWxoGvup4uCx9lE2FFP0or79giPP9ZQupUOMTxoHeKJp0iZRplpRlzRRKn0bn4X2A9f6vyl5t20yGWsMJqKp4o3tkL+r+Bm+wXAZMVlV83SZi6UqUYdxQdfRcV7w9P33j1cvf+L8VH7lXD4mjwf3XW4pnaHng8Ew+Jhp7Z383KHWc7fs9u3bEbsTA00mkxWf3OPu4m8p3amUQglnFV/zd/RNXMaPCaBT7JfA36n8HjEdKXJA5CFko+655jXyVorpGBt3r9svImVOr8lDh0qtqcATQv9Iid3hm7ruqQ17weHudRulUR9bgN0iDjg6OgpcwAisGEd0m3iB9k1HpdgSQuZMKo4/92a/6OdS9uVCe0jnMd+QGwygjAsvjXN3zee+dGcr7NbOzk7sVxAHkIe/odas8OBOH6aD8VhqbC6TLkTZi1LKfg65+wqzhBf2dSfsK1jtam8FHgeDwSpWcU/6A1YQWJmOnLojh6tEoy6dpw56gD6gF6fSb2wVhK4wHy4uzkMnwGIsP4PeYnNYd8JDGq9RYMnY0tdF44WMnEeHjY9UlrHkAnnSn0fuHhigM+xH4HOSbh3anTsnojuhY/P5XGO9ozHf1j7BIO4REppv7BFU0ptE8Ae5e4yBe2Hu4AaZ6i3jHvBJ8+5U60YIO58I/CBwRd/Yo6livnm05U5qdd50uGj9p+FZn7wk557uQUfxsdiTudZWR9pvu3XrSHYGe3Os/ZHD8FXg0tQXmkVOxouUc3evebqcwnuyN8+1T/Bc+yDPakLuU+WT3KeyP8gNITsYoV+V5rAmido2c9lvCDvuTj/gm8hcqRVWeCnqWOldpT1Rx4qCssJc9xf6rqjTtfi+qNMzK7tuRWnRvrVHi0CLwM0RcFVl7jCH9N1r0S+s0Pev3jHNNUsHdaB0ZhZ5N3dLhwxWvPTxXL7xbGnVWWUX/BjXU9nK00rnS1ueGyYg1X/t59onZNukLnSX2kkZ5WlvXS8KVh/U4yRdb9xC4e+aiqKwvvYkR9qbw3/jN3iZf34Rdl/7dsR3pfag3VNMcVPAGCt3t6IorSMDTayIz8Evb9Yvv8UP5e95C/Fib/1w6WVhpfjvdDrBB3n6KuQ73LmeOoVfSEW6h3IX78WK3AtzEfqDD7tQPIQ/w6/h3/Bz+LxE+MDsD58p/jwLX0l9fCdtuKc+3N2aBzzQfibOuU7fPe2JMTbskRH78d0KMRhrvrliGmJWxm+ofWTkTPddbp+yt03wiEwQbcMrGKM7m/p+nzgafuGV2H6q7ym29L0g+sCe71JrsrOzs4idmvidKg4909oZrMFjWXfg7uaeiP4oh6jTJK6hd2A2mUzjuyniVfBivxHMwBIeqQdm8O3u3HqNuMacYL4QA3PvjvYOd7XfAvbT2MffjJiStsxSO03eyEP2kuNCMXNayz1TLPUsMGHNAqFj6JC7S5c7sQfBHKL/hb4TAmPi3clkEnsTQ61bkAu+TQf9ZtJp/DXPa3jfwDZHEzf6SG0nW0yf3JTTnL96LqsuXrDb6T7q/XdR5gsexW0SsuY5cYpMEGekVIHSOZ+JKOM6ZzlFh7K+YZ/39nb0Xeq+vlNdKKY/1lrmSDo90zpmS3a8HzrBWLuvbXVuyx1ddK1ZKq1ZzmWPzuynn55qX+OR8TLv//u/L+2LL76wv//97zr/t33zzUPjRde83Bq9Y17BW0stAr9vBNJczxgwvzLlspzm8pzKQtS2Yak01WLep9ybf+I7iZ8m2vPkezTigSPtox0fH2l/8Vas9/EHxATYEWIg7AM9MZ+hNW9m7tgIiyOXJ3/0PHzRqdb0p/LJEDbhTHvY+CPa4Sb36/dzDaIdUuKubrcjH9kPH4UPxR+fnNy2k5MT8Xykva0D2bVdS35sFLatKErjaHTB6SupVNyHD0T+vb1dox8w4v/UsB/EHixl+G18+hoj1/gsw1bCc8aClA7dPbByd05XdZExxYP47hT/4bcznQo/cKMOuFG/ir0gi/bAxj21adeOy3rHZXe3oiiCGFv4J5bZ0R4msQ2yMf7EKqP6uxfquXvIRv9QpT0ZZIN0acWLGbwkHM613w3fjPmpdCDLhDyUnWsvGf3udnv6/mOk/bVp7DURb6Gb8EPsR7zC/lyh+Jt+IfqFTAcppGz8kU9zJMlPHoqLlspS/mafzXtTnjYyXW8j9c91Sacbmue5topztk1/hwi4M0/M6sTaIyHAWhfbwPcI/AjL48eP7cmTn7Qefhb/T7eqbR82DLvU1fd0A32PMdJ+BDYbWzEcvp3vLxNH//2f7lmXPPYtsv/a1fc8c+3ps27Ff53IX96+fWzY+Mv+q5Qeru171bDtpsPd4zqYu7tKkl2jHr4AG49NP5WvgrKdJ+Wca9TB3lM/2UOLNt0Lc5G94Mg2kvovuGxm10u5B0pXkg1O+fTZbIv8ZUIu6l2+b90e115NwIOfKssixqLX64VvI97a25tpLcb/bdjR97tjxTIjxTSD+H8W7mv8wQhsM2+5R3c3d4/TSvOAemDKfDm94l/Bm+tUXvMwie8piZ8gdCD5+dHq+3765B4o5y+nS8UuXAUrcILS+Zt+0i7YkjbvRUSXThRFYYV8PuSe5KYe9ZEN2eMSUcEAABAASURBVJET+dGxU+kfOneVKIeoc6a9Ie6rpOOSgOZWRLuJnypiHepgjyg3c/FSCKduPZ6TGEvm197enmIXxpQ9lK3YYyGmcS/sdQcyZhtGHIYNG4+3pR/bWqOPjT0v5jO2jrbgCX5eRFynnBRKsiy1dr8I23mm2BsMmvg8ebJ+NiKXn0qXqAu2CauLwKPZNu1D7m7IAH/Ekhsbo/h/FHPtLRIr37lzR/sOt2L/gZgOvUNOdBJ8aLOSLlcaD/KQxeHRLm2rC+NAHurBE7why6nG/FT88n9lEj3VugN6Fj6DOsjCPegMlPtwd/Xh5g4Vdeqat4Wo1N4IlPaAu1p/dLQn3dGecKk1gnuqbzc44DvpGnOH+bImeLlKNEkZKZTuJ9ck2mie/0p5db7U9zLxY1xPKrsQRf65+r8Q6Y+eI3FySdLIUQiZLhRmXkJuru+KPL4rcisG9XnpRjVrjxaBFoEWgRaBFoEWgRaBFoEWgZci0F5oEWgRaBFoEWgRaBFoEWgRaBFoEWgRaBFoEWgRePcRaCVsEWgRaBFoEWgRaBFoEWgRaBFoEWgRaBFoEWgRePcRaCVsEWgReBcQKN4FIVoZWgRaBFoEftcIuFkha152zTp9yK2jfNFxK8p0zd3Ssz48HCRaiiyOVSbO+KBkTTnHlTU1H5Zal/6yXOKJ/qx+4HGpNFFumX6hdM61VJcy7idN19725+W+cuu5P1Iol4srZZMs5PM1eNSF1d/V89WFRsbdjYfyeBCuWz98zUOK0ykvtZ7FCxzIb21tW34Qm7rulx9whQfI6sPdzT0R5c0H/XiA7/T01HhAkZRzHuijXlmW8RDt1taW7e7uRv+7uzsGDzxIyYPhg8Fg9ZAt3XEf1MxzDiV84gofDcr4NYpumG3ius6v20v9qmddzHmabuZ1tda/uMLHzyJ3j/FjDMGOBzHBCKx2hd+usOMh+sFgaHnc3N044IdxIV1TXOFjRVzjpbUX8cI7Xvp6ZowblB44fWqkP/3Ew6dP63FND2wytrzM7OKCh07R80yr5q9lBNuVsoQtfHCBFCIPkYdSnk+hG7fERyrQ5/V2VfiW/+AjE9jSPLjz0C86zQtteDkLL0LZ35/b3t7MxuNxzC3qUR+swI0HYJ884eFX6DRe2MWDslynD3dfzTHuy8Q1+s5EubtLT0rr9fq2uZnmFi+M42VBvDSOl7TsSl/gBf3p9XqqX9jPPTLWpJBGZNUU/EEUXEopWL3QBT2Jgt/4w2tMi5AfHLa2NsMW5Rcv8EJlcONFQjwYPZ1O4+XtHTlGwax5LWmXlfGwOWOQZXT3S7JwDWJMGW/mUyYedIa4xnhTL918uQ2wpf1l9HehvvlBrsL68VLPoXRrWzq2Gw9s88KIk5MT5Q9lV2dhUzc3N6V7w0v2NPXz4k93r/FJKT4jPSTOA/T7tlgs7CheOn3LeGD81q1D9T+zZIMGskGl7keveJAdjC6E08WlB9LdPbDHpkGmA/kh/ARYQWCVfUhOKeMa9TJuS0BSG+6JZ3dSEx/2xoe7G3YWufv9frw8gIfgmUMnJ7ctPyAPDrMZGE9VZ1Pzrqf+PMYHOSD4gqw+3OHL6zN0aBm4IMvZ2fN4AB75IORtEroCnZ2dhZ3gHoh+coNg6e7Bh/s6LctCMnVCB5ALPe7GA/KdGK9CASDk7rmpV6TYXGhdxd01nlChtFD/pK7UjQMemSvwi74jA7IgJ9SUkzxlz55hD5/Z8+dn8TIE2gBLd4923VMqFGvMwTLpGWXuLpmLGBfmwM7OrnT3QHR4bW70NZc6nU60a/VBX3VW7atF6RhlSqJYzUd9cGuSu0c5laiPjkLP6x+Ze/bs2cq3IutVSrI/k9zPa7kv1H+l5pZq10RuHLQNgUsm+qEMWQaKoZAbe7+zsyOZ94wXyezv76/sAnKXiscS/6ld2n4VIT8kRFRtKd6WSnWWClfnKlFen3GZelFNH+QT6arO+YtKZN6QaOfqLZfbAo8mpdrUgThLKexDlKz5Smc/5zO1lfjLedqFF9rLaTNPWSJKE63vTedv+snY9mXH0IWpYn5ekkcsgC7g77J/Iyboan1Afamwxm4ZtgndSjwlnHL/7t7QxSp09UXzGn1m3nNf0su+fMWW/O2O9PEgKMUl2/Kxw5iv1CtL7IgbB/2TXqfLPJlR302s2bt5IC8kTUpJjFOWNeN0PV3VUKa+Ubn/9b80N8AiyYTcV+mqjOmepXC7euVm5+4efnQ4HCrO3lT8NTbiA3SYeGBvb0/6PQ5d7srHFoVHw/RbVSkmIoXPuFB/uLv01uOsqqpr8yn7CeYTvoQ67h7zhbmNjWdOLxYHYeunill5ORGxG/OfOUXj9As18/CWCByhhCll1Mt09TyX/5qpu0eMQpwO5sTqk8lEMeeefPmBZfu1sbGheh2xAsbnESOB2ZMnT2K9+iziibPwq/jJjJ+7B+7urnvTH/hwPROl7q54ooy4Gx52te4Ga2JhYkPGnjEYj7cVD45iXIqisJ9zXMd5WevremxoFz5Jm0RZuj/X5WrKk/ulhExd+YnhcLDS/7HWtxONyVT+hfxQc6OjtZK0qPYh8A8P0GUO4JfxQKefKTZ6ovUwP8DFiwS/++6RPXr0yDhH7/EjleYQxH3Q5dYsxmgo3liPMBfzGKUX6p3Ey632tS6HV3QGveoo9qOdSvOOfRDSdduuS664FipCV7gGz/BzFnH72Sp2R+cg+M2EXGeK25GRe7g39WE6PNp0d/WR2ne/XFYqRusIT3jlRWXg3xHPRVHGPYX0zN3tZYe7R71S7fS0P5Cw2a3XcUfhg8EKTLAlA8WOtG864LNJyK7i+HP34N3MjYNr1OVHkPhRWXB4Us8/9jpOT4lrz4MXXhC7pT1A+sz2M/EwNcqH0qFuF/nc1A3Naw68WH+4SN+k6FxKf96nuwd/YAUG4AUmzG3mObSjtQQ8IgN1qOue1n7w0SRrHO7Isq6HHqAP6Aa68kS6D2boC7rC9UL+g/GYTMaG3tL/bLYvn8ML7MayNZvaT+3L9pWBD/hDTR6aedhJ9iFyfNR0Hdv6wisTdK/T6cou9sXLhvzhdthm9k54ATPr5Vu3jsJO72gdAm6MLffQMOvCPOfgG6LcPWGF/JBOKQ4ZwQV8wAnc+LE39AvsIMrAFAJf6i+1f0ID7qldd9dposjq7KZ/7txn0kt8U0e+fiPWVPgi5D6KF3TfMl7eSX422wtcsh92d+NA1kzLelDcPdp1Tyn1uHZev5yZeZXlXst8Wq8p0z4idZAdjM61p7uS3026LfJCfYgKUZ038/qfyqy0wrqinpWu1DtWeGmu+ox3WbqVXV99X1R2zIrSTA1Ye7QItAi8AQLu5ppPrvnk/BhXX+fkVRbzyS0S42iaaJVbfQXTFnRuVj1fWvVMdLq0i6eVVU+XtjyrjB/sWm2925sdyTSpnbp/7BFEK6TXKa7wIXsdSftRI4D9JKYYjfCVYyNuJh4jxhgON+TLB7F26HSK+o43T+ijo/gQfzNULDwajRRTbYYPSmvCjeiDem/e+qvvcOkl7ZZlqZiksyLO3Qvjem4h6xXn7m7cd5Xc3Tjwk9kH4tuyD8TXN/0/51yjTvi/8/NYg6Cj7h59uLv4SGQ6uEb7+EmIczNXXY+1PvgRo7K+xr8v9B0Icdh8vq99rF2t97dj3JKMbr/2AX9gR2oxqT14BbuevtdDl9L6dKHvghbaD+B7Cl52vCk++waf3AtG4JXiCGKIFD9QDtaV1lqpH4vD3c3dI8/9UBVrpiowvrhgn9pDt8CM2J6Yfl97zvP5QfAChtPpjtaOI9VLvMC3e2o3Gm98cK2v/fmR5gsxMOOAbOxj0naOKYmRkYtm4Atq8sZ5o9mQwz31ST2+wyZuAg8ITJ5o7UL+XDrEvcypodYlzKFdfZeKLIvVfgv4joTvUHJ1VxjTNn03ibYgyhi/lFLydogxu9xSMty5H1Io1yEPcZ7vTWm6j3IolZH7z9C6/+SL1jwnPjmHMnfN/FWc07V0X65Pir4xh0aymexlMM7Mc+Y9ewg5nsdms/5D57jHPelSatdCv3I5ZeeK38+0V4BOsafx73//29Y/yPWP+EGuhw+/0X7H95Z+kOtM35syn+zdOVpJWgR+IQLMpWYTnDepeY18thkpZb5DXPl5xHzHBxC34df4Dg2bcOvWLe0tHsvHHcX+R9M+uK9tQ5NX8le5wF9caM3+XN97P9OeNf4Heqa9UehM+4jn8kfUe9H9lFXy25X88kX8n6wqbBG+qx/fA45i74j4hf2JO3dux48M4svwqdg8bF9fPjfZr6scvvqce/DFyI/tpJ+jo8PA5s6dk9gTIRaY6vuJ3E+32wkeE+8pliAP0Zu7x3XadneKtK5Y1jHHRezpZ9/N/g++O8WET2NfBMye6/v3q7i5e7Tr7mozk7Kv+YMP9ADqC9Otrc0a07khL3KD48bGSPtivYiB3X3FL2MDZflyd+4ufuSppKxcZ/zYS4V/dOBJvT9InjJkUtWIUfkBVGKj2WymfcKZ9tv2g4iRiFfg090DN/ptUu4/l6XzperCSzp7e5+pXdqD99xnM+UaRBlppvX5L5vDub23l/qlpgTzpfP25NdBwP0y7r9OL/87rTI/2EvHNjzR2oXv0L7//rHiySfx/dSF/Ap1kMjdY43S63W1ZhnEegybvaXvZPjBScqxc/Y7Odw9JMWmD/T9Fzjs6HseYv+F1vv495OTk/Bj8/lc9n4amPXlJ0ttgLsn23ohnwthvzPWNOzusu2JOOcadaiLHWfMsOv4r5zmPNeok/1XJf9OG+6pPfeUmpHaWziw0RD2n3RNNA7vEPnL1LTL3MNVyiDyNyN3135GYYxFWottGPHWTN+jzOTfdvXdO/51NNpc/d9WdLVqxDzwB1l9uION6yyN01IbpswV/CvYEluBN7EDecoYGxOm3W5P322NDB7QiR19j8UeBjHMeLyta9f305ZybplMB3kl4VOFap0q92bQxH1qmqaCcruc5HJ3F35QobQwd/IeqengHmRDn5AT/UJm9C5TwoL4CTpVHPUsiLrcB9bN/tRs/ce4L+tYJ8dyFn2vx3MUWPL/0JhLM40rmE4mY+1TbsWYJvvj9rqDcacuMTn7XjzHgh2DGBvm8WAwVIzUiaaQHd4h8pm4SJ4USrIhx1Lr8AvFmOfxf0qa+GBjM4HXkzo+A0twAttzrfvZF6vqOUvbTXL30HPi85727kba50KviCNPVv/f+FjrisOI58AJmfqKOwt9N0y7S+nyUgxX0n9S06FmNfYe5J5w5Bp1GPsz7UXAZ5aHFBnQf/KZqIMcEPdxP+2YDndX+0VN5DMVK5mQi/i+2+1aV3F+V4QewLu94SER446raRQ2PjJ/pJBmWcybRpXfLqv5nX6Qa2n8GBdU6buZpb6n0bBZEAKpXjCVhiqy+UMwmyaQmcbbO258V1T03IpBYYW+M/KumZcit/aa7Iy+AAAQAElEQVRoEWgRaBFoEWgRaBFoEWgRaBFoEWgRaBFoEfjPI9By0CLQItAi0CLQItAi0CLQItAi0CLQItAi0CLQIvDuI9BK2CLQItAi0CLQItAi0CLQItAi0CLQItAi0CLQIvCLECh+0d2/0c1tNy0CLQItAi0CL0fA3YyHeXjBYrfn1u2ZlUrLjllRurlDFkd+ZihO4kVQKZc/X3Y9ly91T3pAijvWpZz9clLrapJnm2grpynPNV3kRAQP6TplkArFW3zqgv6UzeXKvrW/1Gbqf53Pzedy+k8E36urynBPs0xFr/lzdyuKwsqytG63Wz98vRkvEOVByNlspvzUeGkDDzXyoB913b1+qPIi0vwgHjxafbh76AdlXD8/Pzce3OMhPh7oSw/4PY2HwblGHXgZDAbR3+4uP8g1Mx4y5GFXHqLkxRJc50E+6tJ23Z018+sycuBicR3cKHl7RNtQbn+dz33AF8R5SlMdzqFfypO7x/iBSa/XixfAbm+PA7ednd3VQ6xcd3fjgA+oqtCXTEkGrkN1VeFWxRgzRozf2Vl6wXQevydPntiTJ09FpE/iBeeML+NMXR5qvoiH/Su1heyZ6OUqvewa5Zf5g38ot5DyyJJLSNP5L8WYlm5K8JEJDDudrubVUOOwaTxUzItReBHKfL5vs9lelPGSg06nE12cn1/Ew73g+0TY5odgwRP8zzWPaJ/K7h5zzN05DXy5VlVVjBl5ZHcvQkf6/Z742IoXBfIiAV4kxst2eIkz8415NhqNrN/vR3174yON0/q2dA4PiZd0znXOr6brenFFH+v6OvnV/4DR3a0oXPIXwqFnm/UPmIHV8fGx8fKFo6Mjg+bzuezjxMCs2+2YmRsHsjXHgDJ3N3cnuxqni4uL1Y8rMGcYc1LGmrmTx5u2uJHbM2k2qGgZbXEdot+iKK3X69d2YDteAMVY8wA3xEuieNh9Op1IFzbjAfeubH9RFHaTw91DDupz32i0YehN8wVUx8fpBVRghI5vb29rDgzi5UOFsGWceeEB8me+4T337+4agyL6MR1coy66DybgA07gBeU85Rk36nMffZklnt1Tyrn9jMPdpRdl+ErmCP6Ily+sH5A/Cf1Y1C9iBBfq9GSXdWtjTqZxgz/T4e4hL5i6u3HAN9gkmZPNzXIicybKIGSHwId7kJ/7X9RH7oe0kL50OmWMDeMJdWSzut1OlJWKDRgzeHo5MU+hXIM8ZObuQUVR1DKmc10xjko+CF556eXz52dh+5ADmbKMOU1l6QUQvGTr7Ox5zJ9K9o62XkTIv1wme0i9pYB1d4MfxmVzc1P2cMcWi4Wt58a0nhsDzaVe4EB92uf+nKZ8krOZN0sy0k8m7oc4Nx3wAjFWz58/X8n9MtkTBqcRL53JB3NffpmDRFKLLlr/wQ9EHxAYc854EkMh92Qyjjhhb29m2DLm8LR+GRrYULcs0zzMfK97yLkkfzojj27LOpFVIX0qCTuV08QvFVJd1eaS6kTyVj7WfdBc6oeyNdE/19YEr83rOb+u8fZytJ3kXvNG6/CQ02aeshdRaudFV15fVmhOJju2KT82jXgEHSAmYC6Q7uzsyAeOYh4Ust3oAXxlnSLlHKJHrmfivNL8RlfPNFev6jbnXOPeUnam3x9o3m1JJ3cNmwoRl4zH4/Bn6CR2qShKmpa+pDHk/ih4wYfHtIgPS/kXVHoHirIeJCzQqTU2qUzaVle6fp4AqC+nk//hzyzHVTmvisT1Jgkh6RS1Mnbkb05FUSg26EVMxYtxxuNJzCt0mDiIdDzeDl3uKuZyL8zd1ecyYoNKfmwpX7WUAJDpcM+6m1LqMGfwGcwffCLEWoGUcuq4u+ZsN+YuNp25fHCwiBcyMqeJyYjdmP8drT3cEx/0C6nr+g8sIKGjZH1NJ9oXEaviv676GyS5f1J3l28uJWdPmA8k66bwnoQdOzg4CJ82nab4HBm5Bz94Jv+Z/OlTA7PT02fhV8EObKlnOtw9xkfZ+KMcAl/aIeXc3Y2x7ynu3lytFxaxRgB3xh7Mxys71o/69sZHwlwjEXfSd2RW48B1XWVQdIHrTVKR/lIdZeKvrhr5X/oBBug1e0WbiqvQMWQmzpgqrhg3dJ++UvxSSX+WIkouE7yDM+OCrjNmP/74k/Eiwe+++84eXftBrtzWZRlzq6V8DLyNNQ57e3vyMXPFfIfGeuXk5Hakc63LJ5OJ5uhQc7kb8b57mht5vBNmS+mG1bTWk8wz+x7PI559FjoG71fp9HQdzz1XDAghL/2YDnWr9lPb7h46A8buhblTXgR/6HZPawwI/Dkvy8IK2SN36iWyK4d7KqdeKWz69f4A+sraDVzQX17Gyxiylhlof66j9QJNVfLtEDI3yT21606a9JHryMb8Ojt7FvtEGQ9wgJDf3a2vOIA9R3SGebO7u6N17K7igp2ID4bDgeZ9JzAwc+Og/auUy3Oaxg1+ooSPNyZ3D1wTXv3gB/7ACSKP7UcGxgFsTUcl296kJq+6vPqjnHpgBR7YKrB5+vSJ9tieruzUhfbU3D3sHvqM3i607mRtv6N9P8oYL/go2bCXjbjQfgNtQ/Sz6rTO5LLLONUXf0bi7ppDHetrP2ljY8PgCd0ituQFzHfv3gkbCe87ijPBbThk3nXCHsDnmrARyxUX4Aq5u8ogrld2IVxYS7I+PJVdP9Ucyy9gfvr0acxFbAnYQhfCBLlpxt1Nf9FeSpWt/8AEqk9fmbjTjoeOIvdkMpUv2pesh9ofOBLdMl54fXR0GL4KO8m8QqeQicaz3PDGuXtq032dUl5pDiIDMqMrWW5kvUynK9nPFItDzMVKekkfalayq21ifEgFhRepjNSUh7y0wjv1j3F1I19EWWGF7is6bmXXrdMz64rKrqncTM3Zf9PR8tIi8F+PgJt56VZoPhV9pf3CeNmia455YWa6HmTrg6I4i4w+ZDL5wS1e/MiLHi//IFdl1dnSuGayI3HfjT/UcNTV/ZEljUwqfamxXNeJiu3HCoGyLOQre/F9Ar5yqrULvgE/zndE+FHiu1Kxmruv7sN+r05ekqGOu1upPrrdTqyZBoOh4tyNWDdt6zvDbe3T4696iiWLAgWzt3q4u9FuKf472mPuaN1JvijKKHdPMqE68AuZDooLfEtRmHthhVLIPcflS/n9C32/fK591PVeKr6f78+afpAy/P+Z1oD4THwn/bi7ua9J3SoGWQbhI6lHmuqa6hbW1RqesZlqbcN6E3++0D4y+bm+G2KNAabENKVktt/sYI7Be+rQ3QOzXq+rsR5FHL1QrEgcRrxIfMJ6baDYHj4r2QLwAatM4Jhxy3GDImnjcL+MG2WV4opMeZ2naoHZSN8xTqXbxIL0T9y8WBwauPH9KLz0tRaBlzzO7k6zl6goSulxfzVfiCGh3d1drRf2JOc04vNBLZfVRyX5qpo/xjNTfTkS96xblb5jeK64+0zxE+uW09XaBWzQC25AFxhnxpv1EvgupAvIOJlMhPtmxOrdbi/mIPfQL3yQQrlsnacEWkoPSZvEGDfPb5LnHuhq3VSW++UqeYg8lPJX+UjnzFfq/PfQZXkS74k78hBnKU11OUefU5lydXE+53ohu9PXWgb9xT6jZ+yXM4+O47vhI8XzM0MH+lrDlprz3OOedCm35e6yH4kYf+YT8409vO++e2T//vdX9n//93/2+edf2N//nn6Q65tvvtG+xyPjB7lYP/P9KTy11CLQIgAC9YQlK8pzTdnVH2VN0iy/ZFeTHbvczurmG2SY78RP2Hv8Gv9nhJiAHx3P6318A3tbTftA09gBKPNH2VXi2nn8/6DnK1+ED4Ku+2YLG2P1wb3It9T3C/hj/FYlP+juRhyGXcPv7u5ODX98+/ZtOzk50Z7FkfYu5vqOPP1fJWwfdcuyqFu+eVLKHg7ki7GP4ECMBEb8nxr6AiP6TjHAhtEPvBWyu0sxX9U+m5Tz3LO7R3xDPXc3Duqcn58rJnwu333ZbxPLsCeUccv7QAmTSjqBDniNH6kpL22hWPtopkPs6PPynzt1Xf69bGC6FXEIsiIbco/H24pZsnyl2k7+odk/8kGmw92jjnuq15QNX4AcOcZt6gH355iP/6dCLIK/ghIve+GrGBP3wmgX4j5IXQcWOb8+J5co40AKpdI3/2zem/IB9rWG4AXiQk7JQ+k+cv+NxBj+N/L17vOkafPuC/kKCfM8YW7nOPPx4x/s8ePHEU+eap8cW8l1msGOYqtZq2AbsPnYbPwW+xA97Q9gL6j7eyF3D7sOHmCxq++k9vfn+v5wEfv5fJ+B/8LOT7UfAGbZf7l72NYX2Xd37IIbmEPubhyMBWOCb8Kmn+p7jGzjc56Ua9Shbfx6Hmt3N/fC3EkhWnU+amLt9mIbW1d4TXL93tw3N5JPlPwmtrlJKpVvoebNyd1DHnBCP/FtGxuj+F6JvZbZbCZfuxPnxDKMFetyd1dfy9gjAiewTbytZXCn7cQL16kH/swXMM7Y8/1Kxlu3aP+hG76cmA+dYP+B+GU6nQQf8Md8gWfT0ez3an6NyZovMKNct974L7WbqnM/55y5I2Oiot5Pgy/3VEYdZIeQHTmhjAH6lnFI6ani0PV3atTjPu6nLXcnWRF8QJXiTvCtFM8hm7sbfIAT8wbsGMu5votnXMEUfLe22EMZag+pF/XtNYe7q243/u8x+sC8hYi/oNQe3yV3pVcWcxT+IHgjpYucpnx8Sp9MhE5VsT+E7OhJxoi1PAROKX2ifSPweqZ49Exx6bn0EbpQO5VoPeb0ALl72Bx0GGw29B3qVLaF2I34/O7dk/g/C+wz7e/vh+4jJ3bHHZ2vJNNSVEX7WQ53D/zA3N0tHdRbSpYL8fZc+6hn4vOZxheeoafiHyJ/GteQF7kZ8zyeV/twd2GbiP6gsiwUH5cam47SRMhIrF9qjVAUyW7ZzzzQeY3OSmZ4ykST5Emhdd044+M3Iy3FbPncrHpWxQ9yVU+qyPM9Dd/ZxFLjuloY5YlvseomfEWaz853RfpuiO+I0vdFbuQpN9Wz9mgRaBEIBNqPFoEWgRaBFoEWgRaBFoEWgRaBFoEWgRaBFoEWgXcfgVbCFoEWgRaBFoEWgRaBFoEWgRaBFoEWgRaBFoEWgXcfgVbCFoEWgRaBFoEWgRaBFoEWgRaBdxWB4l0VrJWrRaBFoEXgZyDwv3mLmxWlWdkR9cw6fbdOV2nXo6xQecGDQIU1nvdZxgND6aEh5ZVZilaFkTcdKuWpIlE8IKVUhfqjXLV1rr94qEqFb+mPtmue1Dj9Xqdm3818uk8l4umXskNbtJHSxINafilPie9U70V52uL+y2k6e/Wnu1tRFFaWpfFQ3HC4YVtb2/Fw32y2Fy8Yms1m8SJvXiYxnU50fTNe5Nbv9+MeHqSjDcjdzT2R6XB3fa7/3P1Kf8N4WRUPXO7u7kZ/8/nceMiQF3TxQCbXePEZD9jyEC68mo6X49HECFw4MA4OQwAAEABJREFU1w3SPe4h90tIwyQdSG2u8+uxpG36eR2JM6pGW5HRB/coudGfu6+wBvs0fkONz5bGb2qMF5ju7u4YNJ1O4wUcPPQKlv1+zzqa0GXZiTEpNJfN3PIBLxAPp0I8dAnxACbEw7rNlDx0cXFuFxcXQdxXVWCV8cmtvzylz59HtJn6Svencz5/S0p9J3nLsog5At48LIsuMy48VIuOo+vMr13pfhqfrZhbPIDb6ZSNcbFLh7ub+5qKIs3hTqdj3NvX3OQFcTx0PJmMY/zphwd3c995fo3HY0MnuId7S9kCd7/U36tOmAOXdbk5Bq/O0y54NdN1W5T+toTY7h7YgsNg0Jd9Gtl4vL3CcLE4MF60dHR0FHbq8hhOYo5tbY1iHBmDjCvzk/GhXXcPwZC9qqqYK5fnTLWyC2lsC83VTugSYwRf6BQPaaNXPGiObqFHM9lteFosFuLvQES6MMad69SFL9q5yo/d4HD3FT60QVvwkPun76OjQzsSPrxwaSG85vP9sO30P5UPgQfuQe+4H3loC4InCJyQHZYyThmrZGfWNobrkLsb93W7nZgHtMtLROiLuUB/o9GGDeXnBoNB1KGvQrZPt1o6PCVXPt095iPtcw+84pcmml/4qbn8FnOKF/Ql2RPmvJwry40eJT7gYRgvC7iqH0VRBr6mg7lVyX5m3biaVtIdCNlVPe4rimKlK7QNvqPRSH5hM3RzrPk+lS/gRQfYor09/Pu+/MVe/KBFevHKRrwQq9vtBp7u1zGhaN1XL+qjj4ztVGPMiynQCfrb2trSPNoMOwM/GfvcPu2Y8RKBpfS+ipcINGVlvKF1Wapj9eHul8aGdhkf+qE/+EIH4AXeGI+Z4pq59JIxW2iuMD/ABPm5jzYY58SbxeGecHB39VfGfKQueoCMyD6WrRgLY4hzysEfHqjbl9+FN9ouy8Lc3TgYQ8YSWsuZdPz8PKVcox6EneTWQrpLO7QHz7QN0Rd9Ijd8NOVeaE4eHCwM+WeyF+DBWFF3WP/gQVEk3twTf/D4Ykq+Ll+Dt0yUkc8p+sx5SiWBMvrTmNMGRE3KL6fp7M0/c19qMfpI5+jYzYj71qTcmsU3Z+YldzR5ogrnpFDOk14lcUOVkCsy9Qd41tlXJowvOtNXrICeoKfoCPbg4CD5DeYEMcPe3p5iyp3wg+gIusV96FupeIG23D102T2n6+7hnTPqUT/3y7zAfqJ/9DMPGzo39HOuuTmVnaJO6gd9hGjp5iR2gi8zNwuy3/r4VfvL471OUdLr+g0TeRxSmuqgR5fPVUIT3CDK7Sr7X/+XeIV5CDnWKTK+mlJ92qBeU1jKmucvyrt7+Ep0lbkxUpyB3cWnoNvNuYS+o9v4mpF8M3EKa9uO1mNFUcq3FOaOvlojtdWR+Stko0vNv9RnL2LO3Ode7dfpd1H7N/rl+nA4rGOfUn1lv5v0gbZfTk2MYCfhS05XUvIrf8Jb7qIoSvngFOthw7a3xxHHIO+RYlDsGPEXcQ54Y+Oy7KVwK4Sfu+fmVqm7B+7uKaUe9TuxvupGrEM72EL8PGO8JxuJzWriTRl+dTTajFgPv9zRus7dV329aQZdBIOrKe1QnlPyr6I8XtThnl9K7r7Sf/xDjru3t7cNDMCJOAldB8dCcYs7uidOlimegxfI6oM8L5oj/uHlTz/99CReJPjNN98a9OjR98aPdPEiLPYjLrT3kGOkuolV4u4RF6/n5jjWdMxNdIUXw6b1CnHRgfa89nV9V35vKr83Vvy8FfHraDTU+mEYOtBXLMfcQx70Az1xd8WvJlpqXVeJUux2Ue+J5PQqn9xLO+hIXz55cOkHE7aDB3BE13Z397Se2gv+mNOUTRVzo48DrWvgqcnPCoQrGXcPPc99DxX7MUeI3WeKj8FmHj75wNDrmWJFXu7KmDKWjDG85v6afbp79Oae0jhpfLin8UDeoezR1tZmrD/oY6H4dCGbNVcMwDnyjRVXj2RTqY/umPbzIHQEyniSz0R35HOa8k2bxZWbkbuvsAKvbrcTegAWjMFMeCVajw3jtaW1D7YJnOCdMeZ+yD216e7G4Z7SnHd32edCVIadG2hsR/IXY60vwGSm8cDGobesO2fiAT3YEpbUxaeAVaU1ZNVYK4LDVcpYXk/tZx3uLr6LmHNdrSPhZ0tYTBXToVfwvajHGf4XMd7zsN/IRlzIXjTyomfcD4b9K3OuLMGniLHBJiJnnmPNlHJkNh3uvrJV/Zhrg/Cd2OktYbclPqGh9gm4zpg1+7EbHEVRhI+Fd+YluoAfYh4hLy/qJgWHpOczzecdox46xT3IztxAdnSH8QTLxE8ZMsPKsrafSd71/ms6v5AtgqrVWgHeyqIUBh2NT8+6nb71OkPrlRuikfXLLaXb1i8mNiimNih3RLs2KJTqvF9OrF9uq86GdXRvR36x1PdCnSCzTs+t7JkVHTMvzcytPVoEWgTeAAHXnGHuuOZUwY9x6fvXQvOK8yDNLStUqVCjSvQZf5GND51WsuYXZtXzpV08W1p1WsXLHy9+qOz8p0rnS4sXQL7SJaaL2NZEukdFS53oL2zKOuXazcnCh4vPd/vvRtK5F1aWaS2Dzd/YGGnPFNrSvu2W4s9Noxw/UJalufuKXteBu1tRFIbv6MvfbWxsKJbdCJ9HHh+Fj+F6btve8uFeRP9DxZj4NmIYYoFdfT9J3JLWaXsRb08Vy3I9+cEt8bopSvzCJzKAQ+YX2dzdONBLfH32fVdTrkHUo767G/cjN34Mot2+4oy+sBoqNsUPJ563I0bFj8PvXLExcQvrB9K54lXkgXfu4V7aon37jY40F1NnEk0ZN3c35GKsx4qjWZfOxTtEPAIxBsRdYD5SnI3s8A4u7q52rv652qWM1IWhG3Uh+mJ8GCvaIpYirkm47RtYQanfNOap35HRL224p3bd3V50FLJ9Ha2l6QecGZ+JvovZ1XepxJfz+YHWSMRUuxqznVg/UQddp49utxOY0FcaH5c8iejP3UlqksFTjnod9dmt41nWQMiV+pxpP30elGK6mfqdxrwFBzApyyL6QPeyDpJ/Nalj2clcJ9tMxpkrb0q5nTdP6alp29M5n/9ZavK0zsMTMuaUfJPAcX2uszTEVBeldpRZ/bl76Hce+1G9DmPs0WPGHL1jbjGPxlqjUQf9LGWv7cqR+0YPsFHsX/Dybn4ogb2Nr7/+2r766iv717/+bf/85z8j/eabh8aeBz/MxZ7H2dnz2F+grSvNt6ctAu84AmnCovvYwpSmeXuzPPCs63OWKLWb8jf/LIoi4htsfdPf4WNZ519f7+8p1tkx/Af1sRX4MSj5p+4l/+Se/BGyYS+ahA1Zag9gCRBm8sVF2Cp8DvaK9th3pW36ob+x4gDs1Ex7SHPFLdgvfDK85niGa/CH3+RebBlturt6ebO/jA+8EIfw3Qf7jMRRqc8jI4UHeEm2dFcYTcN3wzN8cC8YwwuEfPCEjaUP98QbWEBg08Qq5atYtyCBuwdWtJN4Gyru3hRtiUaKO0cRJyf5+/WYFPaiw93Dv8MHPBFrbMd3Eruxn4xMmcAW/BmHkeKtoeLivmLObrcjfooYQ/fUnrtHd+4p5SQNta/6Q37wGCpeBadJHQvNZvuKtw5EC/Ew0/4a8dA01hQD7THDJ+2BU8aL9CYkr1nj+PPmDP0mOdSSMvSpnNrUZ31O2U1Id8R965TWfztiaF5FZm52iaw9fjMEwJ7Ockr+N6P/WEfMm9w536OdnZ1ZjjEfP/4h8s+endrz5+faI9ZmkSpju5It6cZ+w0hxLrYa+zvUfjg/1EUdVf1d/SFzV+u+vvYE8EFgwndh+C981tHRkR3pO+eFvtNY+y98/DT817a+B8Uu4xOGYev7ES/QJjYYzOnD3QNXxg7CLiefdRGxPnnKuEZFd5e/KNVWR2vnXozZRr13xNhBnA/lF+Cd/q72ZS85ZIIbV5KNp1/KU7qOn2563mjwjbPubu4u3+jhh4fCEb2c6jsl9hZYe830HRg+ljT71w3tdw303Vlf/rWJdcbb3e1Fh7tHf+AFbn2NPXgylvTJ97D0tdB3V4z5us9xxA3EXF35c9p+PT7yXAJWf/JjYJ2Ic+5/HYlV6UERuPR63fj/BsgNPsQC0FhrUgj+KUcW9BFsiB260m9kzbiYDvhG39C7TOfn55bosk5W+p5RtwRmtEFb4N0VBrQPfvQFX+ydwMdUe32MHfOIOHSufamF5tBcMSlr67HiVOr3+wNDLtp0d7p5Jbm78CjjHvodKcZKc3aqfaE90Uzft+1qj2aiWGisfZqtiPPgD15L7cUiA+R+vb81LpWwuBBlTNYpa3pwwr6SXsT/T7iQrYWWMc6vGl93l64XhszwBA5jjWHCa9/QOb73xe4QO3OOPqKXU82JiWLA9XeoG6ET6CRtdTXWjA1tuxeWDniqajtz3pDpoi67EO9VEPXd3cCHNmiPdpmTI/kMiPGF36nGmFgfvvMcJaWMOtQdKBbl/lK4u1/H215zMB6QZpFw1aeA5TwTt5PPacovVXc9z1JZ1ODj1yN1udRcqZ5X+j5maed8H/ODMOY7GX1PszyHf3Wvevp8+Z9w8tLN9V1Qoe+JvFdYAfF9Ed8VdXSt1O0uav9aBFoEWgRaBFoEWgR+SwTavloEWgRaBFoEWgRaBFoEWgRaBFoEWgRaBFoEWgTefQRaCVsEWgRaBFoEWgRaBFoEWgRaBFoEWgRaBFoEWgTefQRaCVsEWgRaBFoEWgR+cwTy/+z/zTtuO2wRaBFoEWgReDsI8AyPF25FaXb1RYudnqvMrOiKSjMvbHXwDNHS8qdSHozSOWWJqjiz+NR1S+dL0qirc1JR1KnTVQc3zMRt6iNVX8aDVzxwlaiKh8pSvnmtinpVRQpxLaVVRX5Nqd03/4Sv1K+k00nKL1/Cz4vKEz/5vpxe5gRcL5e87qwsC+v3e/ESislkYjwwx4ORx8e37N69u3b37l07Pj62xWJhs9lePMjIQ53D4dB6va4VRRHk7pYPd48yHvzjgT3q8lAyD+nxcN5icRBt0v577923+/dTP3funBgvMOEhTR4q5D7uL8vS3H01RpXGCQID0kycZ6qujJsg1/22Oqi3OrlRJmO7VDtrqsQLbeWUfKZcVjV4yXm6TDzldim5ObknvMGm3+/b5ubIGD/GKOF7y+7cuRN0dHQULwzjQUjGbjRKD2lmbMuyCHxv0ru7RzX3nHKa8pFbZzm9EWW8rqdrna9qnKnTzC+XlebQejyWAlV/db8/D9v65hsnqc/MgwWWpXQW/WdswJyHjPO4nJzc1ry6I72/p/RuzIWF5hdzbzKZxkPCw+FGzEvaoK1C88x0uPuqfcqZg8wT+phOp5qjM+Nh3du3b0f79+/ft7t370QfPLzL3GIe8kB22XgI1t3V+k3/Eq7gDMmiXZoTS43JUhea1ByznM9pqqdWdA8c1ImyqR9lfrM/dw/bBbbMjyngrKsAABAASURBVMFgYOPxduCKbbojG5Xt1vvvP7AHD94Tvnft9u1j4X6oebZvu7s7motj2dRNA+f0MHTXaI92IcYTci+smRZFaYw5xNhyL22kB9nHxssGeGidOZ15uX//nr333nvi5UGMOWOf9Wk8nsRLAnq9vvop7W0c7q62CivLQj6gF3JiW3hB3bH8BnzBE/hA90MHwejE4Hs+nwujXRuLt60tMNqIh8bBB7lLzR2okM5D7h79kaecOhD1mV+MEXNgNBrF3JlMJtE+us6D6qTMrTQuk+AXXGnD3c0dshsd8MB99Mu48GB58mmHluS+rzF4bzUe+LeTk7Xc8AF/3MeD9vDO2DDWtIt8ZVms5HWHt0RFjUcpfKiL/L1eL7Bryo++Mh7wtb8/l14uQj+xA/CDzv7hDw/sD394XzrzXlybz/dtPB5LVxiLvnSwGzxcBQUe6Bf5R/Ijk8k4XvjEuN5VrHDv3n07kbz80AE6SLu7u7uKG6Zqf1vjsxl9ZNn7ij2S7F3pUxlEH4ViUPcktzspmHjwxPUmBrQBjozH1taWwRN9zqVnR0eHIR+8ITfE/M3zdTabqf5E83RjJbM7/SWy+nD36Lvb7Yj/keSZaK7Ppc+HEbMcK0Y6kV0/lv5jZ5kLM8VLzFfGe/2ChKHGC+JFE72wCYwl8iCXu9f6eD3lOvWo3+12Y+715fvz2KNT+ID9/f0Yc/hBbuRl3LERxFqMDXOC8U7j0JfsnejXbnhgo5Pdzn5vnWa7ntNl7Q84h5a6eamySnERtIxzbH0mmCBPejNSE1GRNNGyERdU8k/QUumL6EXX8Ec0mfnIKWU3J3hJtbl/3bdaX/FS1bENKQQeOSXfpEqYpXO1oMbJK5e6uOGnu4cuo0/Yj9FoU/o8XenzsXQ52bK7WgPckX4fGy/9wHahM8Tyg8EwdBd9pB139NV0eLRNOTqKfo5kl7lvV35xLjtzpHj0RDYi6eR92c07EZ8sFodaf8zCTnCfu2sMGRsI/OyVxxoLeEl02Y688vb/sYtrXUJuaK0b6VolvYLStYRhFfpTCddch1QaJF3SZ+gk6f8KGMG21vtJxqXkqkKGSrJT9jp6Vb2bYiA1DduJrnVf4B+O5RPu3LkdceIdxY/oP/MAW42/wm/15QeZM+5Jb9d9+7X5hM3Otn4m/4W/Iea7rzgQuqt4n/Mj+T76wf+M5Ku78hnubmYujDTKAg/51wR+a1rKRi9VZ7lKl7oPMh3Mx5zX6W/wtxQvsO/uK0z68n9guKsYg3jjWLYL23JXsch9xZ337t2rbcuBbMuegQX1wRDbB+aQO7hYHO6+ah/M8K/cw3glvBcRU9D2fWFOf/hU+uc68Qftc+/aNq7btxscyJqrkV9TJR0H9yrGgrHjWlWlc/KX6XJ5FfOfsWP8cw/kU9m65OY5dw+8kLXT6Sq+GUSMjc3PeI/kAwZaS2XM3dHBpWSpLlGTd9NxcXFhp6dP7fvvv7eHD7+Ol1V/99138QNdvGTw2bNndvaKF1S7u7mvqdPpRKwHX4xVmjvH8nN3jbVKjokZW+bqsebuQvtVe3sz+ciJ8XIvZEEn0D3GmDbRobIs1FeioiB1nfsKm1JxO0R97uN+2kFX8KlpTue1y77RL3oFH+gZvL3/forZielOFG+y1ifOhy/ao/3ct93goC78cC+8oOe0R7t3tH+UcLijmP52zCPKwQ38wKE5prQlqEPmnJZlEbFlX/YttU+sMdGaYV8x6qHavK22T2Qb2Q+5HynrbGLY6XQSepTWaqX03Va6smzYpOqKrc/nOV3KbiQyHej5MtpSsc5f/+fuUcndNZZl7MswZuPxdqwzifXRE8YEYm2x0H7OTPE/MmzVa9ys+6X0wD21aTrcXe0WsfZBL4bDQawxaH9nZ1dx2b5isCNjPNADbNsd+RHG/0ixFP1MJmMbas+ItVQh3TPzwCq9EO4iXqyWMED2NVVhDyrVXZet65lwAi/72Qe8JJmGMZZT7VHNtS5Dr5GD9ViKA9/Tmvm+5uE9Az/mJWuUnZ0dxYPjuHeoPee+7D04orPgSPtrcuEIlYEldeib+tyHrtLGeq5NY/xm8qH8kMOR/OUi5vpuzPOhxoH7Uz9u7m43Odw96nIffaf4eseIoZH7RLEv44i9ge7LT4FF8tlHGu+5fNVuyJ10ZxQ2lbaQCaLtoihreQulRfTp7pEvpWNQR/EIOtEf9KQfAxtuDJWObKO/aRu9bdHERr0dG3X2RQe21Tm07c6xjbt3bdJ9T3Rf+Tu21T22TV0bqd6wO7VBb2S9vtag/dK6vcI6fbdOz6zsmBWlqDDxY+3RItAi8CYIuJmz99VxK7oiza0C0vwqBoUVvHRR5VFHdY2DVOQiTsN+ny/jB7nyj3Gd/3Bh548TXTyRvT+TXU/vYuaWa4RvhOQBwgdEmypIaRVlVe13c5quLePaOp/qrs+5rlajrZRe6/x3VuDuVhQaW1FXa7SB9law+5PJNGJO8sm398KvuaeBvowpuCZyT+2V8gG01+8PFPOOtPe6FZTjto5i9dyve2rT3vIBD0P57fF4rO9Q9oz48URxKz7/gw/+YB988MFqH/qu1q1cO1JMgx/G/7OumyoO5P4t7e3CO+vlgdYSfcWUvV7XkLGjuJ6+oKZM7i4/lCiXUwfiHu7tK6aAx5HWyPQxVYyyt7dnxHXEovhl4mBilQcPHmh//54RfxHzweeu9rXY3wVn2qNt+nL3t4zmi5vTVKovaE5rL4QTunb30BfkI+aZCseZYtKFYlNkIu5gTxjcc8w11/4c8ozH29KZDePeHHckmSzwlKrWaVHH9/2oD37cT6wDPuBE3EpcDIaML7HWVBgTQ+e2wcz9Zni5+2q+cH/qc1e6dWjIQR/0e/fuic5vG/IynmPpILHYQLrDOBVFqXY85LDGUUi4pBs9xUoDxZ4jm0wmEZOhE+gnfaDDYHiieA49WUTsuKfYcdsGmsOl5h/NMj55rmIrM+WynFKe88vG+kZWUjaVll5FL7+2FAMvprVtbvbdzC/FRxVrhGRbltFW7gt9y/lfP819p7TJT85XWsdUwmq5Spt1K/mraiUL/ML/MupTj5LXUVGUGttB2FHWJqxTk04cai17y460htjVXtSW1nxJx4rQL9pvEv24e/TNHgcv8ebHtn744Uf75ptv7J///Jd9/vkX9tlnn9uXX/49fpjr4cNvYh+EH+Zi36OSPLTTUovA7wkB5lGyieu5y1yg/HVEvaphA1J9tSZTINP2s2B0d/mRIqjb7WnvZtP4/h27gF/AF93XPjF7dxB5fAb+EZ8x0/4D/pD9v5H2SYlF8LvYD/xQKT9SyCddJffUL9epB/V6PfmsoXjYkI3aDL81C59/EPYp+2L8ftpPfGCUwedc+zLYNPiAh263E7bL3e1tHO4esQJt44vZZ1woFgEH4gP2QuAJ3ogVwI1rC/nVWQMj/i8MscNVjMABjNw9xoI8RDnYdBVbgw/3wQNEXIRv39E+G/HmXPEPNp38TLjtaP+JvVXq0gbtQe4vxqQoSuv1+sJ/pP0bYoY9xR8HikOOI268r72eE8W/R4px58IbXwEWjDt8dYV5WY+36XD3GINC4095VzJQD/kz7/C5EI7EPozlieIRsIPAj37QL/qAt676KLTGXMq343ugpZQfquRTSDNdPse3QposdZwpFuXD+HxTynOXuZfzqe3c99U080Ja1XM4p2L/EgPce6ngNzvxuidSqD5tk98MAXdwd80bE7lxRBGZ3wmh/5XmMnObWPHJk6f2ww8/BOX4ke8GqAck7sk2478GWh9hK/ADW1pzs95mnY3NoO7vldwTRuCBzc5291jfOd/V980PHrwX3yE+eHA/vse4q/0MbDK2mR9IxAaDKXYbf4Id78qe41ew7UVRht9y90iLooi0lD+gDnV78u/cx/0QbcEL8Qb8JN+1r72WWRD+hT7hmftpK7drrzyyTW7a51x2PUXX0KVE2HEo1VML8hHrfOqW85R7k094R0eRHb+Mf8a/Het72nv37gj3u3ZS+1fiL+QHH/QZ7MCRNqDcr7sHzpSBEd83Uh/cGLO5YgL8Nf6UuOTevbvRTx5f+qEe9/S1J0Uf7oVxgAsELjlt5tdlCa+q9msZM9p4FSWeezYcDrVPsRnx3v5+2mdjj+dEsQA6SHx3pLUpvM4US+0o3gEXZESHiCfAtK+9MDDoaG+w1Jc5SV9Kc8njji11c09E302ibkf7cOBMO7RHrEY/u9ojQzf5Xu9Y8wUMH2gv7YHmDPmTGLNDfS88jz1P+IGPQnGKO/29CoX1NXfqFlYUpWLNUvtXPcXBW/qeD0xYox8rDk4ELvADHpPJJGK2ob7z6yl+Q46iKCQrZHEwboxLk9xdddZERXcnqcsjqw/KIGXf4M/dQw7sL3YZewyWC8XEJxrb+1pXsA9FzPz++3yH+p6hp4w3e3Dse6GbjDP6OdReLGMDtl3FgZ1OKayKmlw85/w6LV9if0axX7qpOHesMZsK4119d7mveHchjG+JjzsR88Lf++8/WO3zgjt6CF/o3kB7ZcgH3jeFhngvjQd3YEugNIcoz1TJB5LPacpTd1nvETXvoS2NLo2n7Nv5rMNlmuVHty5Ol3b+o76LeXRhz7+7sIsfK7t4WtlS39nYxVK2Ut1yjyuFlGhgLLLMh9LM9R1Qkb8X6rm5qFAZ5V66WeFm6Q5rjxaBFoEWgRaBFoEWgRaBFoEWgRaBdw2BVp4WgRaBFoEWgRaBFoEWgRaBFoEWgRaBFoEWgRaBdx+BVsIWgRaBFoEWgRaBFoEWgRaBFoEWgRaBFoEWgRaBdx+BVsIWgTUCxTrb5loEWgRaBFoE/icRcLNC1rwo3cqOWafr1ukp7aW0VL5UeVG4uZvpz9LBE0RL4x9PFEWqM/K2rHjKKSiVV8aDUS+mdI024wEmPjh5A+KWTOm2pVVVomafVVVF+eWyVK+6Ul/Mi2d90jByrSj18KrPuGVVYal2MlWN/FK8pPNKfDV5Wgq/pRq5SjRJmbhSFvyVvOEfD8HxgN5oNLLJZGw8wHdwsDAemrx7lwdP8wtSF/GALw/R8VAgD/bxYGxZltKXwtyTJrh75CmHer1evCBka2sz2t/d3bODg/RyEB5uvX9//fDynTt3jBeW8uAmD3GmPjpWloXalJTCAWyahPyZKCef05TnPkABn2XgzdmbEffRDmmiSvqxFD9LjUvVGK9mnmuZqqif7s1lavHN2Khru3vk3F3YlMYDxDzYOJlMYvx4WBMc7969YxAPZ4LpdLoTLwtjrAeDgXW73bi/KMA3tZl5y6m94HBPdd1JXWOT6AVVX1sk+KJO7q8SlpWwykR5pTLSJuWySnWX9Tgs1RgErimNpn+TD/qD6My9MDAtZSiZW1tbW5YeomVe3YoHxhmX+/fvGQ8jHx/fMsaMB4OZXzxozgPJzB0emC1jjq0xpm2IcuYgD9vTB+M/m+2prUVC3M79AAAQAElEQVS8AObevfvxkmMe0D0+PjZehjibzWIeDocbRtuJXyd5Q2I+cctlnQaDRMmWka9eMH6UXyVaY+zWlEp+6093N7DloWzmCQ8zz4Tr0dGRgSVjxkPGDx48sPfff09jeEd43xa+PFC+r7HejYeUeRgdG9bvDyyNZUeYY8/KaJ8xLORHU5p1pohrzE3GFv1hrJjf4/G27ezsGHP56OhQenSivu/ZfdnQxM97kedB/MPDA9nrPZvIpjPf+/2e2i3sbRzubkWR+EQueMO2YNexOycniS9ePgXB2135kpOT27LvRzZvvIiIe9FfcKYtMAd7CFzcPeaSe0op4xr1wIh7uJf5gpzMnel0EmMATvTFyzDwa7wAajqdxosLuId2mKvu6H8me+Xh7jGG/X4/XkBJf7R9eLjQeNyJ+Ya8Dx6kl3MwNnfunKzkTjxM4iUBo9GGbPfA+hobZGE+wlNRlCFzIYyb5O4awzIoy98XH9h/9AwMwHM8Hl96QJ6XDjD/78of3JfNSQ/vP7A//vF98fte+HqwmkwmkmkUPHW7HXMHE7t0uLv8RifqjBQz0NdMNgV9ZF7QPvIeh01bhK6CDy8MoS52Ks8L+Gb80HP663SQrZB8hfqGXGmiQvPEnXwR2JSyidTnvl6vrxhjIN43YmyRA5zn8/2Yk7wAAN4eaL4+0LiAA2WM2f5+sodgR1vu9OHWPNx9xUdXPhO50aO59PhINgGdR17ahI40N7m2tzeL+Qo/6EmSeyN4Zdz6q3G/bBPcL8vuTv+FZV1Isnc0Dl2NQ38lN3Yq2YdZLfdt+f+7sgn3NM7348fXwIF4gDEby56MpIN96VCn0432m3LfJC+XW8dUL/YDVfjn69deVE5/tEf6cyj7E/xHyuODoHX/lXxRk1I9rl+uRzk8/BJ+uB+ijctEfzejJq/k4QtKMtJ6puyP8/nLU3c3d4/xRp/Ry6TP+3YkfUaHmcP37t0L/UG3DxSz7+7uyp9MYo4Nhy+OH9VstNvprPVzFHZiW3NhN+zBrVuHRvvJTt5XH3fs9u1b0tlF+Cz0GPuMviNz1dAh05HkV6bxl8vAmWJ3Dz7cmTdJXnsHDuTLsqIDEOeZKul3zr86va7v1F9DdHN9Wt/zn8jleSQkBA4yNAk8mpSvVdIpKJ+nNLdxcznck265kxZhk0eyqc35dKzY+0QxEX7njmKBI/kH/A4+Eb9A/WSDO4bOQ+60Z6YkyvJ8ot5I84n7uJ/YBj92+/axYsG7YevvaB1Nn0eay/ih6RS/viHeOmrPjQN5kb+SvlQrLNAJKGFKOfWuklCSzaeVTNTP+V8/dffApIz1VU+x1GbEe4vFImKZhPXd8Hn4O7Dh2kwxPFgQgwzrFxOBK/4UzE2HuwdGnFPe63Xlr4fqY0sx1STsE20RYxPr3FfszZiCN+MwUyw0Hk9sJB3odjvBJ225e7SrLt7oTyod9a+OwcvG5kX1qJtoPbbUS+P4y+e5e5INOZEZ2z2Sjo4Vh0LgTXxFeVfxE7i6e+x38cLASjoIP00KofXB9adPn8YPcH399UP76quv7dtvv43zn356YrzEmpdZU4/7dcsL/9wTj12NCbxMJuPwRUeaiydal6An77/Peu7BSm9ONGeP6zh2VusOvokYeyj/11f8hn40dYg4FXJP/bmnFJkh6naFQU/7Yn3FXWACP7Q5Hm/bZDLVHs5u8IaeEVuenNzRvL4fL7RKL6y9b9iSE/FNbL+3txf6SXv0ATEW7v5CLJqF7h7rGfgZak5gV2iPdu/IjqQY4I7RVxOLyYQ4YKT4c6C1bTfaQG4zN/c1wUdXmPfqGB05p1qDYf/Anrl5RzbxrtaH97U2YRxu3ToK+Zt9MNdNx8VFFXpThc1Keca9eoEOUb4m3aw9W+YTxNmbkLtH9bIsJG8/5je6sLu7E+tZxgkZ4P9Y9n6xOJCtYG0xjbEB267GvdS6pSiKwCga1Ie7h53oaP1DncFgGDEW+nC9/RSTgRljAoazsDnjsFPcTx+mo6ou4oe4wOZltMankk1fClvsAaQGhBefEPVIV3TDjLvL73SDN+zAVL6ItSZjDFasRTOxNqMM25ptKT4OHNAbMETHkbHb7VhZFoFbITyLWB+CaxHlpXCGusK894K5xthNpYe7imnRRV4Qd3h4ZAfa+6aMH9gYaI+U+drRuNDHTUR29xhb6kP0T3yNHPRxLHvC2KHr7I1AxMF3tTZP43kU+gQPk8lYerAV6zt4QQ7agx9ko/1EqU/3wtJ5scKgSxwuHwZug2HfNjTHNwYjGw62bNjftmFvYhvdXRt1Z7ZZHoiObLt7O36Ea9q9b9C4e8e2O8fxg1wbnX3Vnxg/yNXvd607KKzbd+vq+6Gya1Z2l1aUZl5Ye7QItAi8KQKuGzR/Cn3/Wui710LzqtD8KvghrkjdXOWuOuauyvUfWYjTSpHd+dKWZ0urTpd28VNl5z9W9vz7i/hRrvyDXEv5UKpfpbV/XMonpKuULfU9S6V7ljq5SlXtf0kv0zJ8SqX7qrpOvldcpsb1SZmS3+Wfu2soCyuK0rrdruHnsq+cTKavjB/ArUkZQHdXe0XEZdh+YkzahMhT1u12rJSfLIpC/bv9GkdZFpJnYPjbmWJo4pUTxdX4vD/+8Y/2pz+lH+TiPPt+YgPiJ/wyfhA/TQywpe+QWVfA/zDi775isZ6oE3Liq0vJA7l7yOR+PS0kL3Wo3xXeYIF/3dgYBdaTyUQx+F744cTv7Vhb5/XB/Vjz3Ym15kJrTnjc0nd87GfTJm27+68B5yvaTDGbpualOkVRGvKB22Qyllyz2GcjxkIOcL+r2Js4HFnZL0Ce7e2xYtyRgUtP8VNHMVApm+Tul3AthGXGcKjYgvXDzs6uEevc1p4esc5dxTYQ43uisecaYzrSGrmn2KTb7YSuurvd5HB31XfpbqGx7ylG2pRcuyHXsWJvZDvR2oj1C/kUS+4Z8hOLwScylWXSe3e/IlMZ+gRvA8WAW9I77mVdBD7oJ3Ld13oF/MgfK647iD3SPUNXh9LPjjAzc8POMUev2r+XlVF+mdSEYvE8tjml9HWU6+b24KEKW5zsMuXVFbvcLKtUdym7v1RDmbI8r+v7bV6n79TeUj4JEhfiqRLvlXjMRL0mVbrePL+eT63e9BOdYZ6jE8T02KiF1nqHh4eyB7ekg4ehi5ubW6Gb7m7uHs3DCxQnjQ/2Ls7Ozox9jh9//MG++eZb++c//3npB7n+/e9/qfyhPXr0vaUfVDjT2k6OvtFOm20R+M0Q+A91pCkfPZMua7vEnFqqACLfJMqgqrYR5JskK6L2ku9U5mf9ubv8USF/VMac39zc1F7xTsQP7AudyOfhK1L88H7s5eEzuHag/YaZ9m+wJfjOkfZNh/Kj+OyuYpOyLKNd0kK+1t2jL/KZuEbcQX38Gj6LWGZTNmgySbEMNupYvvHu3RPFMve0x/mesffAngu+GV7wbbvaz9pSLAMPtEkf7h42zN3t5x7uHm3AK23jI2eKBw8PD+y2vru4qxjkgb6fzzwRK4DRsfzqQjHWbIXRtuKSTcWUw8AameGTduE1kzv9FYEV16hDXQhsE0Ybivc25a/H+v5gJ/YciU3m833t3e3Ljs/0neVUdbajP+6lfXfa9hdCUZaF4q2eeBzZZDJWG3sG/8Qh6AD7qSfSh2asNR6Poz58dTrdGO+i8MCLTtz9khzU4//MbErPch8Jx9sGZmtKMep8Ppc+ap9nY0O89SO2cS/Cj1byj01qzg3K1+dVrOPW55o5mnP6tDc5uIU20j3MO3z5MtquYo7Sz2Wi/nWizjJkyNfghXxq+z/5mcZOw2buzfx/kqffS98eggp2peQ9xkAnv4s/9L9JObZ88uSJvjP7QfTYyJ+ePjN+kKvS/AeYoijC7uQ1z0hrM/wAhL3udntGHer+Hsk96VEpfwwe2Oy9vVnY9uPwq3fi/1fhv/g+A1uPT8PuHx4u5E9mssFT7YNsha2njZ7W1fiUjvboaRd83QtLqUdKnmvUoS6E/c/+Cx8AL8QPM/nTuXwXa5KZ/CW0s7OjPsfyXxvhL2kPck/y2AsP7HK+0LSx2NzLhK6hQ6TXqZJ9hnIbstBqOtXL7b9ZCu/oKP4P3URuZGZNDt7gTjyR/Sv/DxB80Oe+vq8FS8jdVx27e2BNOTj3+4MYI+Ix8OP7KtrDbxOXQPQFMb7EDPAxUuzW13e6Hflw+EROsKlWfm0pP1cFce0qUW9dZjc66AedQJ+2tE8xnU5C19A5cLij73DhkfiONeqB9ijQD+SaTCaKbbZi/2RDsQE6Bf9JLzsRJ4AJfUDubu6ZilWea9SDOtJl+GGNDE+j0eYqvprP03yBL7BjnhDzgeeJ9muO4v+r7GueTAJ/2nFf9+PuN8TELfOEPFuKZ9ED5GeuQvBASp+M71TfBTKXEgY9yd5VG6W50ydkOpbSZ0jZl/y5p7ruKTVzc3fjqBNl07kyr/1zd/HSibkLb/BIjE5MSZyHvrMH9eDBe7I/DxTX3zfGnPFGL/f29iKG3d7eDkxpA0wYY8aqLAvZ/UKyevDpfjktar9Qyu5Rn7mXxnYQ30vCz3i8rTGbKobejRga3QNb+CDezeP8hz/8Qfy9Z+gjepgxR08Ya/p6LSBRQUZE+2Fk03zBriw1r5b1+LwqrV5aR63ENdp920Tcq8bjR7fiOxm+j/nu3J4/0ncyP1R2cVpZ9XxpWtKaaVsHCc3c4qgTi7Exc/ZhO27x3VD+fogU4rshXfPCqG6/2tE23CLQItAi0CLQItAi0CLQItAi0CLQItAi0CLQIvDuI9BK2CLQItAi0CLQItAi0CLQItAi0CLQItAi0CLQIvDuI9BK2CLQItAi0CLQItAi0CLQItAi0CLQItAi8F+BQPFfwUXLxDuLQCtYi0CLwK+PgLsZD/OUHbOy61b2zDpKO6T9lOdaUVp64MdtdfDQUVA8LLW05bJSDlJeOT552mipSuSDIq86pNSP1HQvjyRBOb/q5oYZ7lUP0d46rarKMgUf6rOquF5Fn7nscsp1uqVN+CH/pkQbEPeTXqZKfNFnTsknavK1vketBL9wIRFJfhYVRWE8oMfDpJMJD3Pu2WJxYDywyIOSEA/XLeKlGHs2nU5se3vT8kN0ZVkabbj7qn93j7L0AF8v6vLg3kTt82AkD+PRZnoo8368IIQ8DxjyYC0PjI7HY903iBfU0Ye7h7zgkwl8yJNmunpOecbq5+KU7ltjT5vLWm+a/eV8Tpe6sUlV6FluR1wldbKfc7i75p8b2DB+vGiMseEBzCa+YMpDpzy0zEO46wcz+9brdeP+q+NnjSPz7576c/e46u7Rv7vHOR/u5CHTNbvhkfAQGjG+qb+1zlf1vEjlqW7Ov+raDTt/q9XgiwbdXfpfGvrf7w/ioefd3d2YV8fHt4yHj+/e5SXb96T7d2OurefXVPW342HXXi+9PIUxdi+Mw93N3Y0xuSZdEQAAEABJREFUo7zX62mepBfLMP48hM8DsTz0mh/WpS/65YHkNLcman+ose9EW/YzD+RNpNELXV+PWyqvwtamfBq7PGY5bV5L+cSMmkuZ3/jT3VfYMn48wIwtAldsE/MJm8hD0LxgiQeh795NYwi+zDPGGluHzcNO8gAz40R7jBljB7mnvtwL4zxRGXpDXeYnc5uXD9AWc5cH/3mA/KjxIvk0zumBbPInJ8fStUW8DAjese20Q/v2Cw93N3cPfpEFueAN24Ld4UFwMIIP8IHACoxO4kVER5YeFN+NB/W5N78MgLZ4MBvZ4dU99eWe+qOMPrlOPeoj12DAw+HDeOCch+/Bfnd3x9B1xoN0NtuLB8a5Rp+MCS9MLOLFRyaZEtlrDneP8aFfxpYxwacx9knu+4a86SH09yLflJsfpJxOp/KhW5qDG5q7A6Mt5CkVWCFjJvckfz7P6XUMBmpnWMu/GbjSB74A+ZM9ODbG4P79+/bgwX1jXHhAnjy+fj6f22QyVhsbK37o7yoclHU6XQO/0Wgj7gFf5kZq/57s24mhBwvFEegq+MDPeLwt27apPkaSfag2BtEXet7pdAy5IPqA3F3jAhWrlPKiKOu6nYgP+v1etIUebW1tGmO8K3uLTMwTbCG8MVch8sfHx/HyxNlsJrywhxsxru70lwjZ3VO+KIrQecYJuZFnPt+PNpCd9uiHFF1Ax2ehczsGrugJL6eAx8EA2fvyv/3gP8ue+yhCJ1O/ZqT0TerBQ6mYq9vt6P5u4IceotPgC19gDg8nJ7djzHkpwv379zTu78nf3NPYHMXcGI/HGoeNaIP23N1uciTbnOy5LH/Dby9X9n5t3/EBS9WpRKTLa3WqiIvU0ivioZfxBS+Q7l5VSX5kuerv5udrHlN7P4OhFRc5c7WNy3xVdXyTU3jN+ZxS9iKCx1Se+3p96u7m7is9woaORqN4acdcNuDo6MjQ4Tt37hg6k+bKLfmTg5U/QdfQ4W63q3ZKURFtmuW2PeZnVzraV/xD++jarmxy7uNEvuC99+7JPr4nHb0TfWKnmDPMFeyLu690JY2xJM4ZWx9gwFlOdZu5Z14yb9R4dwhZgSKlL9apfC3r0TpN9fN5rgc6KU/uf4MSBkkvEu/Llc5clW99fbmyDVXYnvU57ak1Xb+5/O5Z1zzsOfo+nU7ihZxHitOOI+Y/ke29a3c0r440x+byHcRy29tbKxuMH8AHuNNe6t/dNb+8MZ/68p8bih+2tRafhh1n3uDDsfPvvXdffZwY5/SDL5hMprpnJP/WreeFxbG8tIathNsyiPKlgEhUCYvlNUoYXbVt0eyv9gE/NO7uwqSQPKV8YF8xxVbEdgvtURzLrxOHEaPfV6xzX36PMq4RD00mE9XfDMyxfZcxd+Nw92g/+dlexFbEFYzpTPHCGu+7YSPp71hjTB9cpw/8fDfsY1Fjntq2NziSvAn7jDdlS43bUuNTXfEd+Zxr1+lF4/gGzLykqruHfOgteHUiNhzES76Ie8ACHR8pVhwOBxqvboybbgudgudMmedmV7xQkBdVf//99/bw4UP7+uuvVj/I9eTJT/bs2TN7/vzMzs8vor3mvTnvnnh0d/XdibGHL+JW4iTiNubOg/qFsMTunDOut24dh+9jXKd13D6Sv2RN1u/3Y74zzmXE7mXojXthHuTm7gY2UMKnE/ege9w/HBK3b4RO4vem00noMvYBfbp165bBx3vylbzs7w9/eD98Jvp9ovgO/omvt7a2jPY6iqPpy93tJod7woR74YUfIqI92r1b71GQ0tex5hblCYtx2BT8dLfbE66lZEVuV2oiUg/Z4amvGJ32iR2mwnGN/bGdKBagD+YqKfE016fCgvoDre9ow3RU1YVsVBW0fME8QJeWjbmxrOvk+aMm6j9sF1Sf3iBxd8lTCueedGgUNjite+d2rPnPmNzVXgB5xg57gwyMDbL3tFeDDlwdH3dXu4VxjbXQUPMEHdveHksXdsKPoAd3NR7oJSmYobdH8i+MB/EVOpl0sRT+Fi9sZ/5AGZelsLlKVe0Dq9qeqErMJVL7hQeywtNQes5YTmPs97UGuRX+kPXng3iZ3P1ar++F7wI/5AJfZONe5OtrzoEj+gBetM96aZ36CkvqQPTPPegRdpl12Pb2tk0mE+G7Gy8wZO8Cu77QmnVXa0dsFvW7imFzP+5uNzncXfh78EG/8I4c9ME4MnaMY1qDP5APuW93pTdpPI803vvBF3JvaT0Lz/BCW135FGQqy0L6UkQfRZHTdb9FUep6qXnZkc3tWX/Qkx8biDZsWP8g10Z/bBu9qW10d23U2Rcd2GbnyLY6t+MHuSbd+zbp3Y/8VvdY5YeqM7Nhdxo/yNXTnO71S+v2C+v0XGRWdsyKztK8MGFg7dEi8FYQ+N004m7O/k/HreiKNK+KXmHxo1wDpTr3rpmXrg9bH5y6x5yTy7PlhVl1towXPfIDXBc/XNh5/CBXZZzzY128+HHdwPUc9r/pK6rwE5V871L+oRKRrqla+Y912fr+y/Wv9/b7LHFnzNyKorBS+3rY9uQrt2J9N51OFBtuGWW9XjfqUNfdjWONb8KcMndftdeV/yJGGyn+3lKMCOFP+v2+dRSr02duzz21aW/xoH14H4+35Wf3tF+6ULx3O3zeBx80f5CLvcm7cY34Dz+M/8cXTxUzjMfjwIHvOWlvoJgQGcCku/KJ5QqfpkxX85zDF8S9ffkx2gQX8JkK89ls19jDPdJaHb989+497Z8+CMJ3E5MfKx6GT3jM8UJH8Tft0of728fzxUOzjGJ0wSzlKXB34VEY408MQrwz0570QutkviMi3matc0d7EshyeJhiD2KVscYLPPrSEzBCLmQqsE0Sy93D1lDWlY5Rj/qsH3a1zwd2x4qJwemu4ta7im+Ij0+0ZiEOAmPqE9PQNpi5u73ucHf16yv95n7GbFcx2+HhobHvQR8nWlPQN3IiL7H4WDo00tptIN3hvnWfbvlw98AMnqhD3YwdfSAXOkH79+v9BfrJOsvaidgSfSoVDKk542BsIGxkJs4hzkkTJTtZydZCqYy5Ha3w8YbEvehESlN7qQ/y1Sts9quuvSETb706vK9pLQ9lme+rKddeRM058zpG0Rl0Ap1jnrBORZ+PtA47lj0gRU+2FLd3ZZeYH7nNZt+UuXv4UNZn/CDX6emp/fDDj9rf+Mb++c9/2eeff26fffaZffnl3+1f//q39j++se+/fxQ/yHV29kx+WE6ehlpqEXhnEUi2az1Hm3ZsqTlQxRxqzq2r+Uq2NJc187SZYtwMHn3l/M1Sd7/ij7ra+xzF92n4CvwC/gFfwd7dH/7Aev+e4T/YC1hovwEbMlWMg9/AP+E78KfYD/wQNgc7ksnd5f8yFVaWhWK50rryw/isYewfbUS8NI1YZi/2MI/DH99R7HVPccx9g58H2vO8K/8ML/CL7YKPofZr6NvdQz53t597uPuqDdqkbXwxPnmhWORYdhMe0n7I+6t9oDt1XEKdJkb4Y9p4FUZFUdQYkZbCqCOM6r0QxTTcT/yxGT9aNo79Fr4rmes7UFL6I1bCxhPbUR/eadfdXwoF1+GLcVzLeBBxCXEj+7gnioGOFFfSF3hTj/rcRx+l1gHuxaoPdzfahbryKdQbDhnfzdjDgk8wIvYBs0wnioGONebIM5V+pT56gYO7a+6k+VMpBngR5Tmz1IKyijm0nmvMHdPB/Ml5nd74b6kb9Rdzl/vT+TLOr+arqrKrZem8yY9aefPpe2N+b1pRsBpEfXdX3sm29Jsj4IG9hqDu2ev095MwR4gtnz07ix/h+uGHH+zx4x8UPz6J783Oz5/LBlQBCLYFu9Pt9rTXMIjvdrB7xLHYPtbZ1InKv7MPd691ycN2ggc2O9tdbOxdrW9ZS+PDSLH1d+VXscl8r4A/wQbjW/MeBnYce55tPvhC7oWl1CNlXKgD9fQdEvcN5eP5PoS2xuNtxRs72l+Zxf8HmOk7avqbaa2f/Mu2vq/aUHzQlR8so013t1cd2Tav0ze1zdfry0K/qssbXQMXMMB3s9eAf8aPEr+wvwCdhH89vPQ9ysbGyHr1/6emDffL8rt74MJ4sL4bab+MseL/aNA+/po4jn0g+kh0xxhf1n/UYyzoo6s4jD7Arqr9Zk6Zk9ep0jwEr6r2f0JKN+vP0oFjy5RK8if9MDfRh83NTe0ZTkIPiAfA4c6dk+CROPRIa1R4nUk/wG08TntqI+2JbFz7Qa6udL0MfSlL9NHN/ToVEWdxvYi6ax0dyI4MIxamH/SQOIS5AGbMjQfxvR/7fvfE4219J3gUY8Y8gaeE47rPLPOrUvdUH55LxVHMFewY+zLsDx0r1qR/UghMmCvT6US8bmqvbCA96WmudEIf3FN79Ml4MHYaHU4vkXuq555SLro7SVDOkkJReIMPdw9ce5r3jDH2GCwXWjcwvvfv31O8fD/i+WR77htjzninseaZnWl8V80Y0waYoDOdTh7fMmRlLN1deahQWkTf4Mi4dhV74h/6/TS2jBE6t63vqaeKL8E4j/Gx4k5+/DfzB29pvfFejDVzinuQB55o232Nl73kYAzWl5gzGg0VMi4vo0rxLddIq0vzkfubtG75reU0bcUeTJrCaH0vs7TqtLJzfpDr0YU9/+5C+Qurni5teS4K/rip5kCYBCrxoTKlru9+ivzdUN+t0HdCkCt1lXPdtU9rqmvt0SLQItAi8D+OQMt+i0CLQItAi0CLQItAi0CLQItAi0CLQItAi0CLwLuPQCthi0CLQItAi0CLQItAi0CLQItAi0CLQItAi0CLwLuPQCthi0CLQItAi0CLQItAi0CLwKsRKF59ub3aItAi0CLQIvC/gIC7GVTIqpelW9k16/TMun237sAiX3bMePCn8MLKomudYmC9YtP6xbZoYoNix4blnm2Us5rI78ULHTcHM9ve2LfJ5r5Nx9DMdqZ78VKE6XRiPKTFQ5E8BFYUhRU8XGQ3O6jLfb1e33hpAQ+MjccT42Gx+XzfeEgNms/ntqb9Ok8aZDxYBnEfDxTy8BkPstF2WZbiqRBGAuo1bLm7lWVh3Nfr9eKBP3iaTCaSd2/VT+aFl2Lk/Fz8zsUnfEA8SAk/0+k0HrCDJx5mo13ady/sTQ93F39lPIQ4GAyMl5XCW35ZBg8sHh0dGcRDfqQ82MgDgdd53Q954DkTWPMQJvdA3E87PLAHcb5YLIT/vsZoT5jsxsPFPODKQ6MQDyDOZns2m+3X7e+r/rzOz5VP55kfHrAEJ+6dTMb1g5ZD63Y7VhSFuXuQ3eBwL3RfdzVu6AL4gw8yIl/qN/FAWSLO94NH+IGQAZ62t7eNh6l7vW5gn3myn3G4e+gWujkcDmPuwB/9gTcPKoM3OHPOWIA3BJ/wn9KM436NZ07ndlU+7snEvfTFGNEvsqGXPLSJTiJbofnr7iGdu5v7mqgD35ubW/EwMbjOZjPhNhMf9LredosAABAASURBVH0QKf3MNR+YB6RzzQuIvrkHfUFvt7a2NO+H0ueu0Xd0+ht+8OAn3UnEkLOUrWBseBgWbBj/vb2ZMD1Yzan1GN1S2aGtx+kg6oE/hLxzYTCX7JynMZjbYnEQ9zDGR0eHauMoHm5m3BlvMGN8xuNtze+R8BmETjMu8Pom5O6BK3J1u11DtlH98Pp0uhPzd29vr56rc/GPXkH7GtP9eiz3V+WMH5gwdugA84I2u425ar/x4Z70E/1BP+FnNBrZeDwO24R+gj9YM3bYsZSCex7DRYwLY5PGqTmW5MEm6TZtQfN5Lk/X8n0L2UcIvUh9Hml8b9nx8XFQHueF9ICxBk90DZ4HsunZzrj7W0HS3UO33bE9pXSgF/Zsc3PTGEf6h4+F+D6S78jYHB8nnuH3SHqKblIHyrKi2xB4vIguXwOvA+G8CAIfiLaPol/81qHRDmMGX+OYAxuyD/2wvabD3fV5sz93f4H+oxvb0v0d6X2e24srY4ReQIcxV7PsWe7LKeMPHYj3g3rOcJ4pled7wG9NtL+QDTis6ajm45bxIgLoWHoDPkcaA9rItgEbha53Na/RfffruLi7/E0p/Hoa937Yk4liGcb7SJjTNsSYJzoSH9DhJbkX0lX6vk7IeCC5U5rHO6eM5XWifqKFdA5s4QU9u0roB7zu7u5oPl+1h0Xotb3kcPfQmYHm1NbWpvzVVOO9F+NDv8iL7MfS86MjxvqolhnZF8ovpKcHQdflPjDkQk4oXZ9HWS6/XEb9RAthuZDci8WhsIaOZBfSXLt9+5bGP/HB/TPFUYwXc3UgORhrbNzLxtuuHO4eGHS7vYiJ0BlsDb4fuw+2EDLMG75qLp+VCB+wL18wE3YzzZld2YxxxC3EAUn/OtGH+3X9sysHPqzTKcOfcS9tbCkGQEZiwFkdSySe9mOsEh/zyKfylKc8+yNe9jIcboSOd7s356fJnruHreiIv55i/+Ewxddj+RF85UxjQZ/zGqeUrnnM4w6PM8kBvmsbNgr8aTeNX2lmbjc53N3cE+HHaWMYseOWxmKiOHxX2OxLXw+lO+hP0mXmEvOKOYS+oU+Zx7nG9+Ag8Z7KD+zgYGEL6eZ6PtLWkXQUSnrKdcZpojgdf8UYgpeZGy+TOj8/j7SqX6phjWMdayVZ3AtDj4uiVFrKTnVCj9J5Ye7euPt/L+vukqsIXR9o7o4Ud2Vd393djTmVxgF9ZiwycT63gwPSfdXbj7k3k/5lfeJlQgO1iS68qT7Zf+Bw9xUWQ82rrbDHk7AnyDXTfJmv5tVc+gwl2SkHC2guvc3zCh2kneFwKP/WVfs31xd3D/0qikL39hQPbYRNm0ymwnrP6OtI/vb4+EhzCv2HDmOOLcJ2H9Q8Jj7hq0ncf3BwoPm0EKX7juRvM+F7mJ/MTerOYmynMZ8nmlvYHGgiX82YM+ewK/PACFyu90s7c+EzE5bUZ41FG03fUZaFcII85Ldf6chzneYFdfTl7prjZdho/NB4vK34fCr7tVfjfSSssTkQeCcCo4XsEniuKcu/H+OQZSelbvKt3H9Y26/UNm2BI5hOhDPzCH1kHpVa+7m/OS7u6Z5CusRcHGhebtbrY+Y544GfgjfGJ6WJb3iZ12M619hB1OWepOdT7R1taQ04DDtCH+6pP/uZh3u63309Htgm4gJ0hn7hC6wX0nVSeKasSfMrfM/FP7yDLW0xxviHruLTssz2fGnxwqMb8O7uoavcD6ajWNMlnZlpviwWc43toYixPVIMdSxCd6DDS3P1QL7tQPMx0dyQB7q8hqP8YHWN64koO9A8zrRQfqH2ocPon3nNnCaWTHRst28nfvCnYAOu0+kk9reG8t/oSiGdcV+Ph73mcPfApJSuJlz6iuk3w27QPv0cSFb0HPsCHcmOcc5YJjrQnIHyHCJF9n3JfhCU6i0kI/IdxrxMct2SvIchP33NZGt2d/dkx3civkY+dGhX8Tr8oA/USXpDP/vqu5k28/uyvbNoZ1NrUzBiLQxOyOvu9qZHob0s7l1jNdI6YlzbnIOQ5SjsMnIehbxJ9gPhACYJJ/RgHvo+F//79bV0fSHbxBgfCecjtbXWg+PAbaE5hPzMi6n2gnd2JiFjyu+Il92Qe90+fczD77+oLGMKvjs70/BbYNXtdkI33D3s7ZtiRX13jxgMzLGJtIuPnU4n4nNPss819uB2FHPtWGvTY62fkBldQ8/AApkPNN+Yo2BHfj3XDqKdXM61Ji2E50KYLSI90Jgs6nE6rNOjVUobCYOt8CvwzXjneWU3PNwTZtyb5UYHJ/K/6DLjsBBPeXyRFbkhZKcc2amzqPlOMs1rXTmIdC4bCcF3olQeed1HOp9p7HcPbG/nwHYnc5tuzW08nNtWX9Q9sM3uwjY70GH86NZWqbQ8Uv6Wyo9sVM71Hc6evtOZ2qAztkFvw7DD/WHHekM3vhfq9NzKjlkBFSZ9sfZoEWgReEMEXPVlOsxLM++4xQsW+27lsBC5FRuFFf3CXPPM3dKh1M2NP+NY6uNCcRH0fBk/yhUvgPz+wp5/f27njy/s/KeL+GEuXg5Zqc5SddNv+XjY/DLigY4xz4m7trSnMpWv2dU6c6ZYie/i5iv/NQ/7Ow9btN/IU74fvgjfwr3T6aThX7pGP0UhmUTuksF+f4e7m3uiUkYUf8H3IGBO3Eucyo8qdToZLw+QWBNdJS64e2MMe9onGkaMONa+E0R7jGunU676dU9t2ls+GNuu4vWmDqE/+DT83LH8PT94lWLb41WMyzV84pFiIPw/tJC/XMinpfxBxA3JJzbz2T+SprgAvTzQ3ge0zh/If16mRbS/UHxwqHjgKGIt+DhWPAKRP1I8RjvoM7rM+CBbwvOXx0tvGX6Nb2HMsV6vq7nM/iPx6rbi692Yp2B5JIyPJBd4IyMpsQfXEiYHgRXYXSWwYAwWGheIe47UHm0ca2xpjzLqzRTbE7PygmQwQy/gDR1xv7n+ubvkSoQOgz06PR5vG+3TD7zAA/2TwhMEL1yDn6uyzGt7xrVEB9KFhSjFibSzbu9IOnIoHVxEXM2aZTKZaN00FuV0HHE5dm9P3/kSs8/DRs4D+3xOX5ST7u/PIy7e1Xon6deW1mPEWz3rdNAv19xOsru7XT3cfYWNu8c9xNyb9f7BXnw3OxPPs+CBsaPvRPsq31c5lHmcBT/ExBPJh02iPfSJcbva/9s+d0/yoCcQOkP/m1rPTbTfAk7IxBomycC8T7zn85Qmmai3Kx8GtugL7QwGw3ovpFxh9zI53D0wxUbDB3iACzyAZZ435BnP1Df80P/+NXy5vr+/v/KRU/lY2hxqT7Mje+9eBCvYefbDIfbCqwonH5fajxaBdxYBdzfsDHMfYt7hO/Ah+Ts07D3zmnnEfFrTer4xF6G5bHya/1PFocm2ptgK25rmmr3h4Z5slLvXvrZnQ+3HYVuwDbuy5fC2UHxxVPvZY8UUyZfckh85Eh2GLzk8PFB6YE37Ad/pnPK1fbtczrU10dfh4UK+a6G2jyKWOZY/hvBj8IGtoo3su+AXvvGn3W7Cwz3JZm/pYCy7igfpg3HE1k2nE9m/vZAZno9W8cOt2BNK/B5KlkTItlC8scbkQPeucZmvfCzxH9cgrh8EtguNw0L3LyJdCJ9D4XO06otyxgubPpU9BpeB9uA74X8Lc0+YuPs1VNy91oGu4m7irY3YH9yVzwFrMIeOaj1ANs7pM8kDn3P54OuUrh+EDOCU6FD8H4n/WzUdCaeF7t8PTImHpsJ3e3sc+g7eE/lx+GHOzDUf5oHXvu6Zv4D2w2eBB8R93A8mSVd64TvLMuFirzmKwqM+eBKzbW9vG+3tao4wj+fBz774gBI/4JbKOd8Pflh/Uh/5aANeiElKrVuL4ma8vIbVV15299ADM4/vH/DHlb6jPj+/sLOz5/GDR0+ePLWffvop6Mcff7Iff/wxiB/d5MeRIMp++umJPX36NO7h3vP4zrtSu79PH0+sA5YQWJydnRk/VvrkyZMay4zjDwaGTQJP6l3Fs6oufjd4ZtyeP38uXXxWY/c0sAMbsOTaxcX6x7iwbdhk5uVA8fBwuKHvsEeiDa0b+xHzurv9To6XioltafqvFIdMY42EfcaWH4X/uiV/chyEn6eMa9j5RAdG/Uxz2eBk5+Yqhy5f5xp1F+G3DmxR+661DziU/T8KX8C1fa0jsY/T8F9bEY90tJ6Af8j9ZWPpirfKGG9iraHWIVur/1uxF7Z3X+uVedhp+MQmZ9oPu811fAv98/8G4AEbjb0fyI/Sbid8qdubHu4e/pX7+/1e6CfrOPzHXBiCMXQU/vVWYMI5OIEfOFLvKlGerh8IW2ghP5p965HG8ZaI8TyKcuojJzECPgiays9OhTd5ysGAOtBceJFC5OfiNdG+/DS0F3syU7UB3sRG4IQ/g142Zu4JD+oOFXOC8UTr4pn2aBfSlaPQxSPhcKumo9ARyjMuYLOo9WmhezIOpHzHdpnmGuM07mCADNQjn+jAOKedRAvhtVCfh+q/ycct4XlL1w7V3r7mz27EAVvaZ0aO7Mvd3dzd3uRw97gHzNCTgXRuU/sfxBnoI2OwkLzMy+M6Dj88PNK4L4LgP9FcvEH7L0hz2dyQO+FA3XSeyvY1X2axJzXW3uum9iySbL2YX+7Fa8Vyd0MOdABZ+v1+6DzzCT2baU+Nvg8PwRdMj4Uz6S2laay5xv9fYZwP9F3+gb5HXdM8ZEv8Jt5pD1qXHUjGRAvpR6KEFW3TLik6RTybcD3W+B5b3tel7Ehzkn6ZGxPpKLra7/MsQk9zumPuhb3uKBQ/gkPW9y3ZJtoCC8YVvueaa1A63w/55ppvWR7KZ5of8MEacjze1h7bSPF6P2JTsAbz1/Fyk+v83xR+aKs6Xcb3LXwPc/7DRXwH81zfx/BdzMWTyqqzylbfwRD2cWPuQDqgPwMeL6XbXTd+gKsYFhak74MKyrgmfKhnbu3RItAi0CLQItAi0CLQItAicHME2potAi0CLQItAi0CLQItAi0CLQItAi0CLQItAi0C7z4CrYQtAi0CLQItAi0CLQItAi0CLQItAi0CLQItAi0C7z4CrYQtAi0CLQL/swi8/n/S/8+K1jLeItAi0CLwO0OgfqCHh3vKrll34NbfMOuPPPIdXsBYmpW8QKwc2bDcsVG5sK3ObRt37tm0+57tdv9ou70/2R7U/7PN+n+y/Y0/2+H2h3Z770O7e/iR3T/+0B7c+bO9f/+P9v6DP9i9+/fioTgeTBwMBlaWpRUFVJi7v3YQqMt9PCjLQ5qLxcLu3r1jf/jDH+wvf/nY/r//7//Z//t/f7W//vUvcf7xxx/V6ceRUufjjz+2jz/+0D766EP74x//aHfu3DEe5hqPx8aL0ngojofC3F/Pj7tbp9O1gWThATTkyjx98MEfo4+PxQNE33/5y1/E28c1L3+JFH4++uijqPvBBx/Ye+/dj4fd4Gk63YksHYmNAAAQAElEQVQXLcBTWRavxedqBXcPXN1T2umU4rUfD6ghLw8wLhYH6u+WcLxnDx68Z++//759IN7//Oc/2Ycf/ll8QR8p/Ui4JfpI2EHU+UA8//GPf9B9D+z+/ft2cnJi6eG8ufFgHJhs1Q9i8iDqZDJW+Swe1jw5uR3yMg609xeNIXiQrukvxnj+9a9/jfTDDz8Ufx9Ef4z9wcGB0QcPQ3a7XY1HRzpVhNxX8bh6Dh6j0Ybunxp484Ah+P/pTx+or49Dn/4a/f61HquP6pQx/IvyCZc///nP9mfh9f77DwJLcN3YGNmb8nOVP87d09gVRRHtoaM8sEkfyM5DknfunAjHe8LkfWMsPrg2fh+uxg58M4HxOp9ko+yvmj/QX/7ykf3pT3+Kdu/duxuy8cDjeLwtPRqIn07MYffC3N043D3KOp2O6gwDWx7oRDcYZ3D6SPp+uZ+Pxd/HwvPjVcp1xpp73nvvPbsjGWlnd3c39Jf27T9yLOPlD7wYgZdLwAJjU5adeFk/+sT48BDpfL5vh4eHxksJ79+/KxwfaHzel/7+MfSF+YWMH2k+YSM+Ei4fKU8Z18Ae+ZmTYHD37l2NwXHYUObWZDKNlzE2Xzrk7jEW7g5rb0Tu2LOOYW/Qs/F4bIz38fGxbMP9mu8/yxZ8GGP1l5U9+0t9/rFS8n+x//f//qJ6H4VtvhNjtzBeDgQ2g8HQStl+mHN/cz65722RuxvjB6FTA9lyHq6eTCbxIDljeHSUxvCufM19+TDs5B/+8L7G8o/C5IOYIx9++CfZyw8lM/SR9PhDEelHUfZx7XPS2P4p7sHOMF9pizbvy37SB/rCvMYm7e3tGbyMRiMbDgehY/Dp/tvi5p5w6vV64mMYegdfzMf5fB42H/t5R/703r170pf3pO/vx/hjj5CVuf+hfAoYfBS6DjZrAiOuJfpTzBHu4/6E0wPZuffkZ+7ZXc0F+lsoBmAu4AOyn4FHxtM9YeSeUnvDw92lG2X4FGx50o2RjceTWjfm8mMLzclbho7fl27gPx48YJ7/QbrxR43zByEHcn/00Z9DFz7SHEfWj+vYgPSjFR4fqs6f4x7wuiz/+8L1geS/b9jju9JHfGh6IP7QDuQLwQLbw9xFj5nH4IHOgAnk7vaiw90lbxFzE3mxA7TBOM9mM9mdA43zYchLv3fu3BUf94KfB3XswDj98Y8fXJI7yY5cjPWHq3mBf0H2TB8JF4j60J/lV6/Kjx3Elt6Rnh0f3xb+h2Gj0MPxeDt8A3yXssdZVncPm2gvOdw9rhRFKZ/Wld8aRDvYKrDk5Ru8mACc0TnGGvzva75muZnD6Cn8Yrf/rHgAWo/5R7XcH9dpOv9I4478H61k//DS2P9RMSptv/8+en+/1vvbBi+Md7IPY83HUfCdx9rdQ6Y3+SgUY/T7vZB9LNvPmGOHmM/IBZ+Zku3H1n8cNv+vfyX9OGTL8xe+0VGwI14hbt/Y2AgbRl+v4406yMM9jMX/z96fMEZxK/v/cFX37IsXjAFjG0IIYTG2Ofd5/6/if+/vnnPPmo19B+Nltuf7KU3bY4cQIJAAUeMa9fR0S1XfKpVKEi0tL58O+wN7sE6YJRy3FTtWPHB+nLbtlmIabIr6iUzvw0/Fr3vCtlQb1lJ7gd/BTvDX+G5sYkO2m+x7S/hsCZetSG8JJ2hbbee2eN5SuwBf4IuOeZ58FhYWDnVar9dUL1OZFQ9vm7q7ni2C6oqP2+22geXS0ik7q/iEto26jC1/q/iV+gsv8AS+8LcVfmpLMmzKN90M4vcN2fh1xf/oGZnRy/r6mmGX4AEuzWZLda8wFt/a39+Phcn29/ciZTGu4XAQm3IRS7m/XkZ3t7IsROXUF9einjYadX0vQzYzt8/xcHdzT1SXnrF1dL8sf4udUn/AF13ckg1vh91U9W4rbGpbdrQd17eko5vyHxtqe26o/b1i6BZ9kCcbCrVkr5RTFP7JweXuMzquR38cOyLux7bAAXvD9ui3bIfcW4FB9R2MoL/85S92S3UNW8Y2aS/wQ9g9sRTtob3j4e6hq6IoZHc1w1d21M9bWJhXPLCs9nEl2kbah8uXvxH+30oPV6MthGd0uCl/D1GnNsPnb0bcuCF/sbFxPe5HziuKIZCZ9ibFOMvRl6Luwn+z2VQc1rLkp0+rHVyRri8qPrqsPK5FHd2WTdySzdwSDtuHWG0LF+hW4LahOnxV4yf4xYvqj59VLLe4uCjsO6pjDemjNq1f9tEP1qk5IlausUO8i6IUP/XgCwywC/om+C985mXFXlcUgyALNoJcCfMNYbE5QzcDb37jnuvqK19VLE9cQTu3rr4OdkL9Y6FqfBg+E3sppHd3D57sPQ93F6ZlEHURrCmPsuGF2GFTNrIt3dGHIk2U7Hw79Ij+kg/AjpAFO0eG1dVV9bOWhFM78Jrl237jgfxVezyvWIvYo6qb8L4Z9nxTPmiW13RO/YQS/1uywa24j1gBmXn+iP/TEYM0Gk3JUBNWxXth7u7TetqK/LAb6j92A9/oGpu/pL4E9k/7d1V14fr1VGexjw3VyyO5kG1TfEPwT7o5ta2bU7u6ofSG6vyNqIe0p1dlX1dUn69cuaxY+WvFcF+prl4IXwEf1LllxTbY9Pz8vNr9nup2W/6lGbFSqTgD7FGfu5O8F7mDR6k86xErEtsvLi5E/IzdXNTYHT4HPcA3OsGubqpvmzBA1puSF0rnN9WfQ3/cxzPIiS3jb8kTrCmjo7iPekQbhB64thxt3JowuRxYYQvYM5TsJNn4turCdtj9lnzW0bUN+S7q/ar659RV5Gmrj1xXnFPhZe98uGyNhzzsDj/b1RghesHeic3WFeNcUt/rSvibb40YHQzAoor3kQHaVF3eVL1ANvi9rngJnLA1bI581sPnnJcelm1hYSFstak4vKG+Nv6HWBUfAaboBqy3hcl//dctjbPcslvy8dvCZ7Z+8R2ibMrlGZ5dlX8Aq7biQHxDZVvubr/1cHdhVqrO1WW7jbBh+F9Ue4KuVzTWTPm0aZemdQ4MwYI6BzbwCoElmMF/heOWYmW+H9FGxDqp3bweNnTt2rfRR0ZWbOMrjT0d4Xs22tCuxlLA9kPLjs2RL9hiiwvSJbrDZiq54Qe+Krmvaez8utog9FPJfWRDN6e+ZjPS1J9I51uyqY0bN+3qtzfs8lfX7avVa7a2fNVWFq/Ycu8bW2x+bXO1r0QXNG+zbr1yVXM4561TnhOd0ZzOUmzC1SzmreE9qxUdUVP+tmHNVs1a3ULzQYXV2/IZDbOiNJN6g8zNgiwfGYHfD4EvoqSoO/oozLzmVjRF7cLKfmm1XmllqzBvFGb6O6xjbjNHiovZYItFHsf7ExvtjGz4bGSDJ9DQBo+nqa7xG/dMxhMrCpdvLq2htqWldrI/17fTijvoZ+KT8EX4oU2NU26rfbmldgXaVtsCnWxf+I6fpu3jWdp94hniGNp72uFyJnaxP/kB/nX18Yn7u4opwIhz2oxarQz9uBfmnhTOmMhJcncD07pinKb6gORRtbELam+Ir7heFIV97MPdg5ea5vqQoamxnoof4iXs4LTmL4hvsQvaQNrii+pnXlL8lGLNy2qvv7GrV6+IriqWuqp2/Lri5+vRtmNfEDaZ2v1p+6cxqWSTfN9STEq6qfSm4u+NINpT7Jn29ZriAuIM2l3slFiKOAS+zmocbEnzigsLVezdUjtYNzCE3JM+7BM4sAfYSOlEc5EmIp2E3dRqdUP/6IE4G7mIu5D1kmKuyxqzZj4RTMBmQ/0bKGF7U/glDPlO/LWhGPt6xKzXNJ5xJWJ1sGP8mXzJn3KIebDJmmzhw2HmoQPsvSa5qCvYOnZ15sxZjQWvGnKhT/R6Nfpu12U7N6R/ZLmpuAnaVArdjOvIdVN9GuS/pvgLPIgXL8kmV1fXYlyUMrDhfr+neLwT/SUwpY6d1RjJuvoA2C82Rfy5JXvEV0LY5RFtG9du3bqlvsumeLseOFIWGBIXz83Nh87KmLMoQ4/2C4e7W8KjJp7aEc9iw+iVfgj62lSfg/JvzfhvfDXXqpRzcOAZZP9KcTL5oM+u4uOa9Ggf+XD3Q1mwWcoFd/o6l2Sr6AXbu6k+Jvz+5S+3AkvOj9O2sN2S7d4M/wEWjAkl+zwV/WnGiiu7dHd70+Gefgdn7Bo7wI/B10X1kbE12rxNxeDoHUwheKpSzqFKBxXvYM6z1+SPLmvMirZ3WW0wZWBf4FCv195oA2/iPf+WEfhcEHD3qP/1ekO+rBX/1426sLa2HjEBdT/5s5tRv6lPFVX17Kh+/SXuua6+NH55bW1N4ylnbGFhPsZCqcv2Gw93j3rpnlLybGiMhjn2fr8fvnhZY1rnNA9P+/DVVxdirO9ytLkpvoE/2p0Ntbv4NfzBkR/ZnLZTm/Jl0M1or7h3Q+0w7cz1aIuvRhuC36bt+0q+ez3GkFZCZsZb4Kfd7kS7gi93L36j9O/+uLurv1ELHsCI+V/Gnqr59HW1oRflT/H1jIV9qzlu4kDapITRDUPuI4xuHuKzpbGgisAPLDeEaYXRddnBNbXtV658qzkR5s6/tq+++mo6b37WGJeZn59T294Vf42wQyR0d5K3ItoT9E8bAd7gflax5KrGI9FJpXf4QB54hOAXgn/SivhtQ3pOvF8LHV9WGwFGYIVd0T7Pzc2pvrTFd1NjbJ1o37hGG0V7QvtEnrdu3Zq2l9tRN6q6Q3or5oS2heeWCDvbMHC/pBiIdo52GJmQjfr5NvZDfUDPCwsLEUNRB7HPqxr/RjbqLET5R7Qt3oiRtpRuiZdN2X4a1+M54rtltY/EBmCNLVOO+9vr6a2U+Qs38f/8RqORsckRmx2xKdTTp0/t0aOHdv/+fbt3717QnTt3LdGdSG/fTumDBw/s8eMn9uzZ89g0iTzIi3xTDP8LBX+Bl5EXuSs89/f3A5Nnz57Zw4ePDvGscATDiu7cuWN37961hOdj4fksNkBjc66Dg4GR70nI3H8fGzlZ7sf6jozp/1EcxCZvbMAFgcHu7l78n4rBYDj9/xRm+CfqCzEl9bKrMQfqM/9ftKkxoLrGEPid+9z9Y7H92ebr7tF+gRexOf4Qv1i1X/i3izGWcUltzOXw1/isyt/jyyF8MYS/31I/MZ1vTn3dzWjj8Y8b0X7diPEP2oCr6s9+++0V5V21XxfVfq0a8wm0A/MxV0j71RSfZejb3c090UngC43/1dW3aLVaajO6Ea+srKxEjHLjxjX53ZvB05GP3rbUTmzJN+Ont+L3TfUvN9X3ua5YhPaJtums+sS07X31l5sal8KmTpb/tt/dPW4lD9oe4pj+NL46c+ZM9Ptf176CH3xB4FzR5pRfML5x47rwvaaxJuKCyyE7bQxtdpLhlM2pP46+oXnFCEnnZ4T9+bgfnZAX8zG0Y5RDmgjMEm1rDHVTOFEmNkFbSPtM7NEXTugB+d7UnoEBv1NPwbWrvvm89I7+4Rf9irvW9AAAEABJREFUkSf9XdpuYl9iKWIA+Lyqtpe5tRvSL/3Omxr3uKn+NDHV1kwMtSW7RB7SWYJ/iPtv6tkUX12LWIG8Keey4ttL6q9TFyoc4W9BcUCv11Os0pJ91sI+kcc96TeU/Bs+3D3iNmy6wmZhYV4x8LJs5LxVmDDvDq/XFRPekP43FGMhD3JVsm7HGPem7Bsb35K9Q+l7+q2y/y3Vk80g8ATrdcXe6GJx8VT0YfAXZVnY+xxFUQRWx/U9Z0tLpyTXmfh/PsnvXLRK199G3Hw17Br54GtDvqSScVP2X8lZpdW1TdknY6s3ZRM8w/PghL2C2bfhfy6rrK/tK8XPF+Xv1hW3r2oe+dy5lXiXh/qBTaJr2hl0UVfbUmrsvywL6d3lk+y1h7vHdXcPXbZabdU/5F2yFc0XX1T/AD7g85bGs7ZVpxKhn1naDp1xH3IgA7bJ/xE+q5gc/qjP8Aa2hXC233qMJjbeGxubcA0eD23wYGgHj0Y2eDqy4fOx5mXGNt6d2GQgGp8ojP/oxCXEl1+20i3mgxpuBfNBvcLKbmkF80H1wqxwy0dGICOQEfizIpDlzghkBDICGYGMQEYgI5ARyAhkBDICGYGMQEbgy0cgS5gRyAhkBDICGYGMQEYgI5ARyAhkBDICGYGMwJePQJYwI5ARyAhkBDICGYGMwJ8VgeLPKniWOyOQEcgIfJEIuMVLUmXNrN40a3TMmqJGy61smBU1pfqxUXatVZ6ybu1cLO64UL9ki/UrttS4ZmkzrhvTdMPOtG/Y+fkNW2dDrpVN+2Zd9NWGXfn6etqQ6+tLdv78OVs8tWitdstKFiErC/Hh9jZHqXtbrVa89La0tKS8VoyXxHh5jJdI/3//v/+ytPDNrXg5aztestvS+aZoa/qyXXqZjhe3eGmLFzvPnj1r8/NzsbhBs9mw6Qtbv8pSURSxcBc8sRAaCzLwEhkvJ5I3ZUBHfGyJj/Sy5q3Dl8u2xNdN477r8YJr2pALnqoXXMm/LEt738PdA2PyaDab8TLuwsK8sYDDuVg8ZN14ue/KlaNFQ3ipjZf0qpf6jl7kS7zy28bGjXgJ8Gq8OMwLrry0V700fE75L9nCwoL01RO27VgYZX5+IV7iY/GnixcvxgJf6I/8KpzQZXUOThB65Rr3Xb9+LV5+RnfgDe68aF69BIhe3gYr8OAlPZ4HB17gZJETXkrc3t62/zqxwdv2oT1tSY9b0ttW6A2eeAkS/HhZko2Hut2ONRrJlijH3d+GpWP3uHvozT2l2CX8YqvY/8rKWVtdXbMKR16eBEvwQTcbhy9lborPzeAXPfLibZJlM+Tg/Ajz7bgG5lwDC/L9+uuvjRcxeRl9fn5e+mxFPUG2ovDg290N7CF4bauOg+3q6vnQM3yBE7ZOmZRR0bbw3p7iS7mccx8vE6MT6jn5IHe327OyrNkfcfAeZbWwxGSS3rJM8pah7yP98AIt+jlvFy9ekPxfG/ZxNV6QvmYbqjvYDS/DImci9HTTuA5xD5jxDC8VU0fX19cNm19eXrbFxVS3kn+oHdqKvefh7qFTfEQlB/peX1+LRQGuyz/BE7yiH3S3PaO37an+uH7r1i3Z3M148f2rr74KX82L6HNzc7KdtmE378nmB33M3QM3dIj/aLXa8o89wz9ia/hhfBUv7SMH9QB7ZLE46tqNeNH9uvS5MdXbzZB7c/oS9ObmTdW7TV1LlPS6oftvyHdeNxbBSfq9EjZCGZS1Gi88nzN4gBdedm6p7cOnlLJ9d/+gOLwpM3cPjNAZ5bfbRxih03NqQ1gUADu/dOmrkOPK4WLlRy+KI3uihBG+aJY2hdmm8OKeDfmuDdWRGzeuC6drBtZgTr6XL38dCyPgr8+fX4n2hLoARrwQ3mjUDV6Ryd1J3ovcXfkUotq0nW8avgd9oJezZ8+EXa+rTtIWUT8r27iqNvG62in4Rw5kmm1LN0PWzbCNCoN07absCNoIG+F58kH+q/IdyM8iANghZYLBuuonNspCHfiF9IL8nOy4G3WN+ow/xsbdPXRpv3C4u+QtD/1AimsW7MyZ0/I7K7YqX74ueS+q7UbXlcxXFDugn6szcuPrk+w3Zf+JkBU5SfHzKd08xGEz9H9TGJyU/1q0+VdkV8hO2dQT9I8ekszz0k83FqqqKbZ09zfKajrcXZ8W95VlMdVzK/KZV0xIviwCQjnrwhm8qaNJ7q/l078JvpAbHaErdJbk3pAcN6eybx7KeCQzMcSmfk908+am7kfuDQO76/K35Hk19H5FPvhy2P1FtSfwsrKyohjraMO+I/9Qhjz2jkdRFIFdt9s1bPzMmWUjnrl8+bL4uR58wnvl51O6bbemi3vxfTPsekO2uyHff9W+Ct9/Xn7slOLAOcWAKS6irF9jj3vwN13FUugCX7Mqvwj2167Bz83AlHK3ox3aVuwCbSk9IvijPaIOUnfwVcS+/f678XOS31IxOZj3+33DTqh/2CQ2iv6x7221iRVmW1vwluhWxP9bgSl8YTNXVIfQ7Tn508XFRdlgT/W3FTYJFifLf5vv7h62wPO0b7TrtMHwe1b9HvDEj1yWT8XOsDd4gadN1cVN6RP+E20F3ptxPen4unwcz11Rvbx06VLYC/mSP/6YxUkKxYej0dAODg5i0SgW4mJhsv39AxsMhj9bTGtCkDUVzt2nMWV56JeQA7sgPfJr9tke7klHyIKtp7p3RliuRr/sqnwqmN+KerYVto0tbW1xvm23ZEvQluxrU/pCd+jwiuzpwoWLhj4+lD19bJCxU+oVWLTbHdWrxWhj8fmztok9Ureg2XNwoK8I8Rv18Ntvv5Efuqh8ziu/U6pXXdlS7ddEee3v8AfBIzbYla9MfdrTRr3FX+Lz8DNX5bevXbsWvhOd3Lx5U/Udn0W6eViX0m8buu+Gcf9V6fuK6hMyr6utXVk5pxjndMT71F3KbCkWBJ/kF09Hu/zVVxfURnwTeYDJrWP2gq1sGdduyV7Y7GlL9kPZ4ErcknzPWVtYWJDfaYffQQ/I6+6vxePjXJwo20ksNO7uUf8rvPFf+G38S2qXU/8KrL799oranG8jXkTvyHaE+RHem/Jf/EYbm/D+Ntpx/Bf+e0XtKm0fdQbf3lY/tsKhwsL93fFw90NfTH7okDKI3fC/6AG+4Q/bpc1CV5wf0bbqf0VbsqfNiBlSff9GPmMt2lpwwj+CGzzbBzjIB5snb+yQGHhV8SDtMe0AfGN3UOJ3W7wmu0vfZ8/TbzyDzOjhsuKM1DYvReza1FhcJYO7v7ME8MvztEHUGeoKY2rJblZiPOOrry7Kx34d9SbFr99G/bmu2Av7wE4g+NyUb0W2WUrXbkoP0EboAnnSwmXXI6+r8gPYJnUMrC6pj0RdW1c8SVxJ3EA8Am/z8/OSvRdxUlNjdfCPrSCLe8LAPaXvCoi7R1yPDrG9FNsvKrY/E/4Dni5d+jrqAjzPYrCpOrO1hYybkjURdQtskJd7sd8ranMuK5YAV3whWONPwL897TfOzc3Ll1HuctgrdZfnN4UvtBWLwx3ZCn6qsp/Z8w31EXmW+oM/SPFG8lvg9a74cL8gUuKqp6Y2ojwWDxN/nlNshlzoEB+PXq8rBtpQX3VD/IAJMkDIAXEN4nfqKbYOvjxPPhcurKltWgk9LC4uSP/dGEtC/71eX/WZse7zdlF9LvDFLvELf/nLX4wUOsJn87DOVWVT7nXZM+WtKn4GK3SBXVX+wd3ttx7uHpjV67Xgn754WoR5QbIt24raMer3RfVfLqkOYCfIAxZgAjYQ/G7K3mYJWTZlHym9qXpW0Y1oN3nuuvRAXizqfGXafmKH62pDV+Wnzqq/vqi4GrunDnwo2d1d9pJkJ1+w7fd7trDAGPtSxF+Uf+HCevTf8AHwB6/UGfiGf+SGsJXNkH9TMcJNEekRbUY9vJn6WFc27Bs25Dp/1dbOfGvnFq7Ycu9rW2xcsvn6V5qzuShat35tzXrlinXLs2lDruK0tYtFaxZzVi96Vve21cqm1Rt1a7Rr1uwW1uq6NVryGQ23QvNBXpiZ609k+cgIZATeDQHqzZSoS646VTQKKztutV5hpahouxV1Ny/cfvFI4bHZyGy8P46FH9OGXEM73JTryTA26RrtjG18MDamKtzdarWaVT4K37y8fFpt8GqM2V5VvwM/hP+hPbmlfgLpdoytbEW7gv/d1pgGxDntP8/wLP58ddq+ECPW6/UorygKc3+DPL8o6Jf1g3shPOpGuw4+KSZqhT7KsmYVTrNQMRZSkelw97gPPTabDfVlO7GA6aLihoWFBX3vRf5FUdrHPtz9kBd0TZzd6XQ1ztePto84A/s6q3Em4lziJtrAi4pjLmmsCHshJqEtJI66di3F3jdiTuWG2jdoQ239hmLOm0Fb0fZt/qxN3FLMSJt5U2OoKd2I568r7mEOEfskvqc82t9Lij8uXLiguOu8YpMzGkc9ZSn27lpLc0D1et1Kje8Vn6DtYg+mI6UTS8NlE3N32VcZ+u/OjJkSdxEDITPyJ6yvBT4bilupw5uKraCtKb6c39R4Bb/fiDmYqzHOjc7QH/mtqJ/MXPfcdE4Pv4JdfijMJI7sy0MP5NtUf6jX69miYriziuVWFdOhQ/R5Rf2Oa9euHvb9j8+r3pTtbE7pZtjThmJ15OIZ8ACXrzRWTXx6VvaK7c5r/L+n+LvT6RgxHeni4kLYC/JTLs+SD/7wpL+s+ipch/hO7M4zPEtZy5rHpZxWqyXd1SRrIZlf7y/dPX4DX/Boa1xiUViAw2X1na8r/iX/TcWOFT+UC20f8+HJl3MfdYN+KbKTD336brcnPmr2sQ93Vzml4Tuwna7G0paWTkWdvCT/QH29IV+AHd7SWNYttUcVbU/boNmU++hHXFb/Ez9Dv5o+NfF+vd44xM7d7dcOdw/ewBj7XlY7ST/zK40XYGsbqjebqjNb8jvQLB/oefb7LM+b0s0N1Sf8EXziE5dlA5TR1nhnUz4d3aJjy0dG4AtGwN1Vx2pR//F/fc2jnT69HONyV9R/p57QNlGvZ+vY7Dl16y9/uRX/7496hz9nTOjIt6axbNpy+0CHu0dbS56NRlNtQydinkW1DadPn7aVw3GOixpbvKSxxcvRdl7VOCD+CbnwH8iFPzii1EYhH7Qp/0I7BgYb0V7diPbtquJ0fCN+m3aE9hh/h39i3BqfB5a0V021mXWNxxRv6k98IFxOZoMPq6sPAA/wwrj94uIpzWWcEUbn1e9Y15jWBY2JXFL/47LGHa8Ip6uGDq8rbgMnZE+UsNmU/wSbivgOgeWGfDLtH8+Rx1XhTVuLLV1W+/jVtH0/pzG8paWliPdoc+APXbp7iOCe0vjyhg/kazQaMVYL3sQMjHeuqg+ETi6rHboyjUvgCf6QBX7hf1P6TSkxCbQRY1nIfjV0fMWw5a80r0M7kfg+FfE+7VJzugFuTzHR/Px8jBNyH3YBHtQL6gc02x5tRyyQxkA22rEAABAASURBVN9T+ZuKiW7Ktq5KF1+FbpbUDiNTW2O2jUZdbeevY0K7hZ4XFZMQQxEj0Y4jC3JT1rbabeopaUW31LZvB09bEddvSsc3b96QLVyRL1hXbH46+jVgTRmzunqDet7rJ3ePuu3u8TwxNnPXbKLFnHW1IdfDh2lDrmpTLjaLYtMoqNpEimsPHjy0J0+e2PPnP9+QiwLIn/TPQMjKplKj0cjSxlL7sSHX06fPYoOze/fSBmfgljC8baQVpnfv3rNqQy6eQRdsRDUYHMT/ISD/Ckf3pD/3lFbXP+cU+cDt4GA/NuTa2XkVKRty7e3txv+tGAwGNhrx/1LpDxbRtuLf2ootqZvUZ9rahtotfDN1CXL/cnCyD3PI5xXqk9UN/LrqTzNehm+jjV1R33dd83f4edrgy2pfrihmuao253gbvyHfuhF9T/zf5qHP39S1m4eEv6Z9SO0X/9/xmuayr0abiD+nHaAs2hb6NcxFLSzMyy8yXtGMOMrdw3fZLxy0V+i8rX4jfTxkQQ589HX1HbfU99/6WX9m225N+10nfTTPIDexx1n1x8mPtohxIGzqF9h4q8vuHvjT9jCPRFtE/pQDBrTl9Nlp32nrwe7mzY0p1glXZNlUWwLN4ot+0BP6Qnb4X9VYAnnT7tEXo64knc/F/xmp2vVLGjdifomytqMt24xxUc4TJbxoe/lO2ej0qtpzsFpVbECMmHBqRf0sNfbn7nbycPfAACxp95IddiNuWVL8Ar/ojzb/oubUwGTWFokRKRd5ryueYk56Q3EkvBNXwtvm1B7BKtFWtMHp/KbObwpTaEPjRRuH8QmYX5Wtg/9lxTmUCw/Id+4c42lLMQaY5GyHnNifu7/RRu0dDnc3sMGmm+o3o7MFjYHSn16VPi9qnBG+qD/wel02vqEYEUL+Ldn7puxja2rzx+OSzRN63Yrv1b2bwo2Yjryxn3PnzspOFjV325O/aElvpb3r4e56rpiRqRn1O8V2pzSPuGxJ36v2lcYhkmwpbq7kgyfkQ8fYPASvFSHjkQw3w/9wD/fzHLZ6XbaCfrGfK4pfqWfoGNtnvA2/tyo7Jh4Fa+JeeOxrzrOtdqY57XOgm0rn9obD3eNX7sc34Wexb2RFTvjYlJ6O/FClC9JU3/gt1bdN2ekNxbLX5Tu/MXRz5szZqDPYB20fdck9lRkFv+fHZDyxUbUh16OhHTwcGBtzDZl7eT6yoeZe+H08mGiiRoUoMUin6U9fxIYXZl6aFZr3KZqu+aDCSs2/QkXLzXXddI/lIyOQEcgIZAQyAhmBjEBG4GMikPPOCGQEMgIZgYxARiAjkBHICGQEMgIZgYxARuDLRyBLmBHICGQEMgIZgYxARiAjkBHICGQEMgIZgYzAl49AljAjkBHICHxyCOT/Cv7JqSQzlBHICGQEfiMC8uxFza3eNGt23Bqiesus1nArdb0sa9You9aunbJebcX6tQs2X/vaFutX7FT9up1u3EjUVCo629mw8/M37cLpTft6ZcsuX9i0b766YVcuXzdequKl0pXzK7a4uGC8tFkrSyuLworCzd1+9Sh1Py9U8cIkL4GlF7a+ihdXt7e37S9/+YvollUvZ23HC5O8tFXRph29jLZpvHTGS4y8TMcLZbz4yctkb/vClrtbvV6TLK14cW5xcdHg6dKlr+z69WvxsltVHrxsi8fjtBX8bG5u2s2bm8bLdJcvX46XyM5OF4Xq9foGT7zYZu9xuLuwTQR+5NXtVi91nha/54wX7Hi578r0heLr168HLzdv3gwZ4K+Sg/PNzZvi96ZtbGzEfeCYXsy8bLwEmV7WOxsLKSxK1/1+39rtdixcAc7L08WNuPfy5W+kh2tRzrb0VREvDlbn6BPiOy8OXhe2lAfOKyvnwp7IH70hI1i5+6+ixf28pLcovZ07d064X4jFU65L/m3p6nUbcs3yxflm6G5DWNyQjV8RluuSeynsoV6vG2W8LT+vY9jdQ3/kQX7ICYa8kA3PLDzDS4u8NAkmV69ele1dD37AalO6gir9wTP0S5ty3bq1ZbfiBexbYZu8oJnq7iXjxd8zZ87Ey43Uw1qtbifxhk+u1Wq10DmLw7BQzOXLXxsvBmMz8HMrytg2cN6e0Xt1Do/cxzO89PrVV2zqdN6Wlk4FtrVaaX/EwaII4/HEIM7dXf6rEA61WFgRe6r809mzZ2w1Xgy+YMj/7bffhK/CvjY2bkQdSnVs07a2oJtRD5B7I+rWDWF2NewKDC5duiQbXVOdXTHq0OLiQrwAnHRRhp24J3ux9zjQHXrDRyAHdoa+eamV8q+r3m2Ib/hLekJ/W9LhlmwlUaVXUmzu6tVvY5EXbOD06dOHi8mUZS34hU13J/ndyd2DB+TGZlP9agWmCwsLqsen7az8MDrkReRL8uvosfKT2OZ1+Qowoa4lXSYdIvumfMNRmq5zD/fyDP4++c5vpeNvZCOXAyvwXo0XnpMPhRcWlaPuNxoN+ZSk698DMPeEkbsbGFE+fODT4QudHmG0btRT2vlvvrkimVhg86r80TW1EzdmfNKG7HzzNVRhtKG6sRH3g9F12R04YUtgjw4uRV1YNxb6ZIGMRflweII3eESn7m6/5XD3qNv4GmyDeoYeqBdLS0t25sxZ1cXz4Rdpy5LclyX3lajn165dl9zXQ46bN29I3iTfpnwydgFtTm2E862tm5IbOpL/uuzr+lR+/PCV6QvytNdfySdil/jl8+dX7ZzasOXl5VgYAB57vV74YOoz9Rr9Vbi4/xwb9yQv93E/z5EH2JIvbS12Sbxw8eKFsFV0cVkxy5Vp7HBV7c+1a9ek86TvDfmxm7FQxk3Jn3S+FQsg4C825Tc25T82I92S/JvChsUSeG5Dvibp/7qhf+T/5hvqydeWZF+X/s9LD2eiXUBmYhv4RgZ3j/rt7vamw93jPrCp9Ew+lR8/ozbv/PmkZ/D+6quLkv1S1Ff4uSKdXLv2rWRG7uszOt+QPqGbkg+q5CQ9kh+5oST7zXjmSPZrsqVvw6Yuqw29JB8E9rT76GNZsVQld6tVLfDxfv4BzMAOG19YWFAbsxy2TbnoAR5pl6HK/986jBdoC7Yl56b4R4Yb0tm3wol2e0X6WZLvT3FgVT/fpBN+Qx/cm9qiufDHq2pPsX0WEsWXgtmW7GmWH84Tj9t2axpnkGKH6Iv6QvzEwg+z/oIyf43cPW5x9/CHYN7v91TnTtk51T90gz1Q1hEfW7LxI4KXW7du6dp21IkN1RHw/fbbK4qfL0Sbs7hI296NvgU26Z7KtXc43P3QrtEt+SAvdo3/OnsYn1yMuJf6Rd2FF3gCWwh8E56bwS/XkG9D9RPfdFVt/BXVf/QCtvSnyL+vuB97Qo8sJMVGXGzCldL92KArLSA1MmKpWdH4zkLD7shQhB8uFTPgl5Cj0air71W3UtfKsgg5Z5//HM7dkS1RURQhD7a+sLAgn7as2HFV9edS1H8w31af5Jbq2/ZhvIx9b8mOoO1IuQ/doMPKntDHh7An+8iHu4eeKx3TH19cPBU+HtvCzq6rPUQ+7PGW6nbCIsnOOdeoW//1X7cCD3C4Iv+M31xdXZEfOqX4rhsxlL3j4Z50VWocAsI30U4sLMzLV55WLLCi/t+adPaV6tM38tnfWqpPtIUbqjs3p7QZfnJTbf9mtHc3FSNsRLtxXW099fDKtD7R3hDjLKtdX1SMQ92lzJZ8PXUZ37+sNoD26eLFVI/Jg3xvCR8IXI5o27gGRlyjDl+7dtXY8Jfnz8mHLcr3gD11jNgHWd39HdF639sn4Quo/+RAsYXGh+ABvOELDBj/wX8hNxjRRl2RnpEF+ZGrah82hXPyYQl37AfiHu4Fb9oFbGx9fV32tiJ9LmtcYTEWWgVnfA511N1/k68hDwh50OGidIp+4R9bgadN2UTSUaWrbdnLVhA6uyUfcEu63ZY/4N6NaD9uhM2tqt8ANvBMPaIcynN34PxNRD7N6cJX6IA2lPKIe+E94Z0w3paPuiU+t8Xjts6pr6SJtlU3t0OexP+NiJ0Yw6D9IN9utxf96dp0jMH93fl39/Cp4EydgWewqeI5+lnY/CX1JSgb+7k6jV/xGxtq36AjuW6q/m6KbyjpA7valH0luqnYZ0N1+UbU5Rs3rhn2eFXtI76YMtDzpYjhLoavWFU8c1Z9zOVl4vZTMbbSVzyB/pqxsBVtXBk25+6Rvq8S3d2wB+pRu92SH+yFjdN/WpXdXFRMTx2gLlwVDtQN5N+QfW3KJjclJ/JCnG/qGr8xRnQjFhm/Jj/yjeLir+0r9U2IUcl7YWEhxmzaGgNED/Pzc1Hu8vIZxZercT9lgTN5JxvZChvZntrPtmzoiLbjtw3pBzzxAbQT9FXakou66u72vgePuntghQ4Sz/NqO5bk48+F3i6FzXwz9fFXQ9/4FDCBkAPiHEK2DeF4Xe1XZRPgfEm2kHzO+Wjz8QeUh44ou68YilhqZWXF6HdcUbsA1mDxX//18/Hu7Slet8I/bIW9bggnyqW8VdkbdaAtXdQ0Rkeddn9/rGzmcPfADPzhnTLgH5mW1X6taKwWm8BfI/dl9Rvh6arqB5jAI7YEjtCm7K0isIQ2ZXMVcc+GMN2QfGCCD7oqu6Wu0Z5dvnwpMLsQG56B75mwu8q3UBcq+d3fDwN3jzrpnmRHb5XcCwsLspnTRvy1qvqF3OjwsvpxyE27A7/wjdzIgUz0fzclO/JWtC37r85JN9Xn2bhx065duaE5lut2cfWarS1/a+cWv7Hl3je22PxaczVf2ZzmbPrluvXKVeuW50XnrFMuW7tcsla5aM1i3hpFz2pF2+pl0xr1hjVbNWt1S2v23Bptt7JhVpRmXiSyfGQEMgLvh4C7UY9MMa2rTsUCjO3Car1SVFipc59dgNEtHVU6SV8VJNtkNLHx/iQ25Bo8G9nsZlyDxyMbPhvGb9xjutfdrayV1lQM11Y72Z/rpzGVtVX7Wj7pmsaw8EOb8rH4G/oIt9SO3FIcdxS/bavt3bJbuo4fol1LvveqEQfSFi9pjqbT6VojxqprVpZl+Ej7kx/0Y+r1mvBvxlxot9uJ8Z1Go2416YW2iHvMkrKrPhBpRe4eeNbUdjcaKZ+qjaWdZeyuqbixLAv72Ie7z/DSCFmQCX7m5+fV9p2KfhTx7crK+Yj1iHUuqp9K+4+9EBMT0xy1hcwXXI94ivYQwsagTbWJEHaHPR5PNyMu35Tt0oZunIgLsG3iAsqj/SU+vXBhXX298xpvOyNel2xhYT5iYupGvV4P2YqiMHcPsk/owB5ghzEys4ncQXIMNfWXWq1WxNtJB6ftnPr0yJpi+8saT7pi1zXOQL3dUOyUsL0ZseJmYFyd31RfZiN0QYyCjirs1tfXIl/6avSr2oonwawmuyw/UH13dwN/8qvXa7KvpvrjPWNO+ezh2OUFjbdcin4HsRRyJZkYb9kMm0h2ks43D+3jhjC4LiyO5le/mvbCzGwAAAAQAElEQVRZyJsYGbn66ot1u12VnTBdWFgIe0F+8AQTfCZlvM5f4iehv/zllvzmpvC8Ll6/DZ7p6y5r7IZyWtLZEXaF/dJR4cG9YA4W+Fz0go42ZPfIeEv+Gdqe9ge2FT/OEvWH+3iGWBTZyQffjbw1+aNf4uFDXXf3qGN11TV8FnE5uDMegn+gvl5Xf4n6DO9gCMbbU5mQoTonTfJc1TjI10asTX+D/HqaB8PHgp27R112d/u1A7sD4/n5ObWTS/IVK3ZRvgt/Rd3ZivmqzamNbUm/R1Txhg7gOfG+rTp2U/Xphl3TmBs6oz9EH3l+fk5tQjvaBnTr/uv8/Rr/+feMwKeMgLtH3NNQnEj9p57iD/Gt1DHq/obap021SdvyX9Ql0u1p/d+eXqN+/dd/3VL925RPv6bxpEtGHozz0aZ3Op3wMx8CC3c/9B/4h6Ziacak+xqnWVhYVLxz2s6pvaX8rzRPTBtBzIEvo84zb4nvQC78WtX2bqk/XxHyJrqp8URoQ+1GGlO8rnabfGh3wIgYCt+9HuPW5zWGdEbt46mYa4WvpmLBP8qfuKPfWvg0dMB8K+0V/g4fv64YAn9aYXRF4/dXp2NBNzR2CkZQhdGm2m4wqtKt8L8JH7DcUNt3Q+OQYARdnY4F0b5d1lgTbQplntV469LSUsR7XcXgYDTbNrytnfAMbRdtBPon/sbmVjXGhk6S3r+JGAO+4O9Ils1oN5ClImQgloB3dAwel9UvAyNiBewKvtnYjDL5P7TomHpDDMH/xeE+yiXPW4cxwJbqxpbK24r0lvpz29M6RDvFvfBFLHBJ45ropmo3Kadeb0Qc9mu4UB/Q80LESGejDqJbbBXZtlVfKY800Xbwsy1ebolX0i3Vg8TPRoytoi/kol/TkJ/AlsHd3X+Nnff+3d2jjpPBeDy24XCkueqBsSHXzs5Le/r0qVUbct27d8/u3r0rSumdO3eNDaTu3Lmta3enG0gdbciVNpAaGPkexfApdqe8L52Qe3ZDrpcvd+zZM/B8ZGxudvfuPeGXMEybcaVNuTi/K5zZ4Ozx48d65pm9fPlSOtkN3ZDvSezcPS65pzS+fMYf2MtwODT+DwWbcL169cogzrEr/l/F0f+nsKiz1Bf8G34CX0faUl+jqXYL38XvH7s+fa6Qu7vmD2sz7dec2tZFtfHL0RfAN13UnNklzeF8883X8ldX5Ou/jRgk+fsbarc3og3Hp20qjtlSm7UlH1fRpto0fC/+kfaB566rz3Nd7fxR+3VZMc3XRjxBf6Fqv+bn03hFs9mKOMrdw2+5+2shd0eeevRl8aeLiwsxnwX/+P7N4G9z6pNpK7Z1PktbakM2ow8Dz/BK+wQO8ETbTjvYVMyBTb2WiXe4SB74fNog8iX/o/b1ojC5rL70FYN3eAE/+KrkmMV4M3DeUN/ruvRzNfREXIDs6+sXpM/z6tefjXGgefX3aMcg2lXawlTuqnTwlfT8rXR6I7DYVpt2RNt2a9q23lJ7BsEPvNGeg9Wq5oFSG943cEI++tru/jNk3D3qMO0qdZX7uxqLmJfeyQOeVjQviE3Q30UW4kFs8YrmCdk47JrGdK+pr4k9wceG4mlsDTygrRP2yHsBW8fs80jfGz+Lr74V/t+EHigbHlYV+2ALbNS+sLDwUcfT3D3i+iNsOhHTLWuuET5S3bwUPB7HYEP6uxl2fCTrlmy9os04Px6rVL9tSe/QTdnSDY01XFaccyFsBzvBTonLyrKwdzss6m6h8cZS42dHMnXj/wTM6pv6dlHjEMRWlxXXVn0L6sF1+Q5iSHSF7aFjqJJzc1rHj77fDBywiQ3ZBjZyXb6HvK4qFv/2229CRspCx5S7rr4G+K5oPpdYHrnnVWeIQ2lfsFP4Rw7kcfeQzd5wuLt8WC18E3VuSXMI5I/P+/bbK8Ej/TzqFLStmBG6FfVtS/raFm3FfRuy0+vCgfoNr2c1Vjg/v6DxlU7UOXiDL/uNx2RkNt6d2PD5yA7YkOvB0AaPRU8196Jro5djG+9NbDIwY/Ouw+II9yBdkNhmMhVnPqim02ZhRbsw5oPShlz6rvmguM/ykRHICGQEMgIZgYxARiAjkBHICGQEMgKfPwJZgoxARiAjkBHICGQEMgIZgYxARiAjkBHICGQEvnwEsoQZgYxARiAjkBHICGQEMgIZgYxARiAjkBHICHz5CLy9hMXb35rvzAhkBDICGYHPAYFCnr3WMGPRxVbfrTPn1ux6fK/peq1eWr3WskbZs2axaO3itHXKM9YtV6xfOy9aC5qrpbRfX7f5hqi1bgvtdTvVEfXW7FT/vJ2aW7HFuWXrdRas1ehYrVY3FwPubgaZUnvz4V4YL1PxQjEvf7HYxvLy6XiplAWneHmLF8YuXrxgvBzIy1hch6pz0vX1NYNYgIjneQGMlz7Ty5E1Kyq+7M2HuxsvncETL6F1ux074mklylhfX1e6Ln5eT9Xv6+urxkIIvGSZXnCbj0W1eLmP/OHJfsPh7iFXrVYz5ARD+OUFwoWFhXgRdXl5OV4sPHfunK2ursYCaizwAG/rU8w45xovga6unhf2K8aCo/DNwgm8NDs/Px8vYvJCa6sl+2k0pLeaqBEbhPR6feG0YNzPy3Ir8VLp2mtwSnpElxcvXhSGF8TTWuBEmTxPWd1uN2RCF+Dk/uu2ZDq4t9FoBs7z83OBwdmzZ5X/ecNmKBOifGhduuQ6VJ2vCxfwWBVe4IbukA97AGvKgFTce/+5u7l76A9bIG+w7fV6Ni+swRws0AG4rKycCxnW1s5P9Qi20LrkWguc1yXLSTqS64JdvJjsdjV0fC5eQkc2FlXhpUsW6SjLInhyd+Nw90M+C9UheEU3vPgNb9g3+YEXZYPpxWldPSp7XTwm4j7q6NmzZ8JWsNNuV74oXvguKfIPIt6mnFi1GJ5ZkruceZEWf4Ls+JbFxcXgHwyO62c17HltbVU6WQtC5lXZ0pp0B14rqhtnZZPUzaVYRGYhFtsh76puVXbm7vZbDncPf0Z+DdVZZIB/9A7f8JN4g9f1sBF0mHS5HnpL59hPqqvUCWwT3WGv5EneZVnYp3C4u7knKmSzlexgW9UxMIB/cEAW9IhOVqKerURdW1U9WZMeE62FXtflGypCr+m3VeNe7HpFugUf8iLPZbVllEFZ1DPwoq7BC5jBWykbg093/93hc/ewD+o1/MAXGPX7PdnknMH3kS+iLTlj2A1yYjvIvBq2DT5HNj+LUfodjFYDV57j+QqnZbVR6GBp6VSUh26qutCcLjICRu4fBh93Dx9HnuA/KzeLWqCnJPepaD+WpUN0meQ+F+3jkdyrYRfJFtaivleyr8sfp+vcsyobWf2Z/OfOnYkFt06fXg5/gq0sLi5EGwAfyV460cY25SPhFV3Be2Uz7h72bvb6wz39zv2z8oIx+VPOwsJ8LGxO+UvySZXMs3KjtyT3ecmcZML+12fqxLpkPqI13Qdxb0p5HlpRPZvVP4s9UDa4o3/4wg6TzHXFlrXQmbu/XshfuOruYd9J7rq1FLtQ/9BzPxZcm5fcC0bZyH369GnpI9k5dRge4RWeocqWkRvdrh/KTtu6NqP/9UPZeWZVvoTnV37mH5bDxhYWFkPnldzwia7he1bX9o6Huwd24IifRmbq81m1v/CzHvpam/Hz6zq/MCXO16cyrYb9rkhv2MbCwkLEg+RJ3vDo7r/KnTv8lLGIAs/25WcW1ZayCETiZ1XlUWYqmxgiETyla/BMG0U8gw6QBZnAjjzfhR87cVBHqF/kQ/0gFsMuzqq9XpWfS2XP8sE5vEGcw/uadL8adf3cubOh3/n5uYhJ4Y383xYv2GPRJogFqqqFrw4ODozFxPb394wFnfgd3rGZTocFP+aiXHCFB/S2KhtclQxgBq3Ldo/S1dAvdZx7qffL8svoBv8AHtgi/LBA1M7Oq1jE7OnTJ/bixQt79Wo3FpWCF/iEH+6dpXRtEr6qLAv1HWqK8euiRtgDNg81GnXV2VrcZ5/p4Z7qQqm2PemkE+0pfmZZ7QkYg/1J2+b7uupkZd/Vd/QG4Y+wx/n5eUPP72NPvzek7h6+u8IC34v/wDZX5A9Xp3a5LntcD9nXrZIbHKCL6lNcnPYXuR+bZuFo8qHegwP523sc7h62VihWJA/sDzvsdDqGfwLrSm9n5TfRQcV31Q6gS2hdMpCuRj07P/UB5+zctJ1Hd/Dc78+F/qhX8I5PoH6Rtlpt+dZ+xEK0R2fle6iX5A0uv0QXhRG/wRP88RwYzc/Phe/BDpEPcvf3QOrDPeLuwtzCLmoaNwIDsEg+d05t8mLEQ/gh5EAe2gdkA1/GLMADqq6Rcs+K2iieWZb/Au/FxYWoe9hdu92Sr2lEm4i+3V18+HsL5u7xPHlB6K8bY0YLiiPOSP8r8qvn1aatidYt6ehCnKMraD1s/oJ+W7fqeyXLObUfVdtW6Y9y3P29eZ590N3la8vwwS3FRtSlhYX5wB4c4QNKPCb+Kh6r9ORv6Af7hxL/p1SP+oq9mvL5dWFfht7d310Gd49naxrzAmt4pp6iW9qp+fn5sJ0l9SXQ/9mor2eNOksdwj7gC5kSrUkXryd+516I56AV+auVqX1hm5SxpHgZ/4CdUT7xK34DO2i32yE3uoNf+Kb+fSgduic8yJO8KactG0eP8/OpHi0dYnF22ndZkU2uRoyyPvVX6Kw6R95V+eQVyYr+kDPF54uHMWpbciEPRN1tyXbQAzpgIy18O3hVea7LxiFspiK+Q9V30lX5TZ4FS3RK3pSBfO7vbi924nBP8Sc4wXNX44z96AcsKF46FWNi2MyKdAz/axqzgadZfDhPtCocz6uOnxeu51Tfz+r509GXWFhYkM/ph9+lHMpDhrKsyR5a8u894x7889nw7+cttXMX7eK0neP7LD6cJ1pVudCKxnbPhL0jR73eiLrxoWzLpoe7R77wjy7QCfrvys+BHfaOvpZUD5YV26A/ZKrq3KpsCVqbjqVUvjthuCY7rAiZoPOBKfUVPVQ2uCx/TntIXQM77Bs7h5eGxrbgz93DH7u7fYjD3Y18kZsy0CVyUy7lIzf8IHuS+4zB74rqDpuFIveqbHp1FRlXf+5r1tZs9fyanT+3aufOrNqZpVVbmj9vC90Vm2ucs25NVJ7VPM2y6LS1fEl0SnM3C1Oas0bRs7p3reZtK71lZdEQ1UW18LWNVmHNTmFtzQW1+5y71RtuRc3MfYYsHxmBjMA7I6A6ZFBh5jW32JCrW1ptPlHZLaxsefzm3BOVzn5+uC5NzCaDiY33xzZ6NY6FIQdPRzZ4NLT9+wPRMBaIZMFIfp/sT8xHyt/KiK3aaof7GlM5xZiK/CV+KLVjq2pf1tW2rCu9ID9Eun6Y0vamtmVd/ng1/C/P0vbj47oxRyO/ov4s/tDdxeyf/W+i+aJJLMTOmAdjMxWNx5P4DYTSnBJnidI4iPSsH9zdwJP2JbWrLfULU79zmEngLgAAEABJREFUbm4u4uZ2uxPxeVHIeOzjH+5ulAVfxJTw1lD72pJt0dZ21C8mNiPWm5+fN9pi+ii0g8QztNHYzdlp7L2iWArCDqHVaA9Xw86ICdYVgx7RumxybUrrumdNdHQvzx/FBeci/iEuoP2FB3iBL9pn+IRneEcOZHJ3c09kn+AhkxBX2A72YcFrUfgxGyH+wDaQNWG+HLFnirfOG/iCK/EVuJJCxF38BoYrik+IU9AR+gI7dNlXLFzhht6xgQo3+0CHu8u+oMLQC/rBrrqKxSu5lqZ9FniEV3QO70ku7GFtaiNrh/axqjiT+8AB+0Mu8pmfX1C83Ve9altlD8hWlY28lAuWPEeZ5LWuPgtjzK+Lw/GXFzXewj3gyTPY4aL8LmM7yFOv1yRnIR1CbmaQHTvc3dw97gPner0efYbFxQXp9Iz88Ir0eV4yrkne9fDdlAtP8ED5pBWhZ/ip9IqNdMN3N1VGab/H4e5hr+DbajWFfc8WNL8BPivyBegIPpEhyYJc0AXJR3pE6/INK7JV9JJ0OR/44CuxTXcP/Owtjwpj7KCyN2yf/MENvihzXboH0yrl/IguWGUXyMA92CXPY3v4QOoS+VMO9l3x+pZs5tsyAp8lAu4uP1PIr5cpHtVYFG0KvvWsxjlSn3hVvgxaVzpb1zm/IB9wQfULuqjzdaP+s9H7onwrbTv+Gj9JXbYPeLh7+BLqKvk3mw3Nu7fC31AudRoeljTOQduCz0Cmc+dWpn56VX66ojWdr4V8+IcjWovr+AvaGHzhinwi+ZxVvISPJH980sLC/OEYEu1Js9kMTGu1MjB29+PS/w7f3D3KxrcnjJrCqB0YoecKI/S9rLEgZDqnuY9z584FRvjIVcV/yA+ty78f+dwjbLjG76vRpp8PGyCPcxoPJ89l9W3ws5RDmX31eboajwKjyt++j324e7Rds7IRS1IGOqn0Dh8rapfgb3UqTyVL4h1ZVo3fsHnu5Rl4Jw/4Rr/wjT3TTlImuMI/39F5X/EYNndWdYd8L86MDdL2pDbpQtSTo3PKhlYDN8pbWFiIdrit+kj+2JD7r9sPGHI/2FYxEtivyGaRbX3aTlL20Tn8QOvB13roeDWw4DnsG7nQFfJS3yjHPvLhnuSl/0U/jXlsNj168eKlPXny1NgY6u508yg2i/rpp5/sxx9/spT+aD/8wPnt2GTq0aNHmv9+Nt1Aas8GgwMbjcYhQYrh4/SL/wDL8Xgs2UfCYGB7e/uBScLzQWxgdufOHbt9+3Zg+eOPP05TsPzJ+O3evfuW8Hwaz7IZFXiSL/l/ySAi42AwFG57kn0n6NWrV/H94GA/MB2PR4JA4zyyX+pto5F8Ln4JamsuJtWlevgu6pJ7snU9mP9mEHD3t2q/8FH4uaM2/lz4UtqvNc0Jra2tqh1fVfu+qnQtKPm5dF79vvqa9os8yZsyaAdoW/CHqR1oaaynrvipFny6v1mP7h46p+3ABrrqQ+PryZ/YAp4SrYcvxk+fpHX58ESr0UbDX+JrLtp18iV/7Mp+4+HuM/w2InbAhsGAMpcPY4azwQv4VVjCI23gEa1Gm4KcxAa0kTwProuLC4qdEv9V/UAGiD4ZONGeLSqmXFYswfPM0cxiQ3np+4WIR2lvuVaNo6yo/WfOhzzQH/mSP3UUrNxfrzt3D91yD+1fYzq2hv7B4ijWXIi5ROIc2nDKQjfIuaL2F7mxRwicViMOWQtbBKMLF9Zkn8TYVbo+/a2yWfA7LwzPB9ZgQN7gQZmzOMIX/28SGeEXvuHf3SNmdnf7UIe7Bz7EBeBJmWm8cc4WFxc0T7sU86zwuiIdVPInO1mbyrgme1+byr9+mF64sK7riZIuq9/W4p5V1dezisOXNP6ETWInxGLwgbz2Hoe7hzw8D278/yLqFHZJ/pW+iS+X1LdYVh04qWf4Wjv0O2uHMiYZ1sQ7tH54fW3qn3gOfMAJ/RKDkveybB6bos6BKbJSH5KeO68dK4N/xiLdPXRub3G4e/RZkg57hm+i3BXZLzZajaMgR6WbdH5BdW5dcq1PZVqd2ujZ0D+8Yo/giG6wFXd/C46O3zJRyHZsvuXFyAZPh7EZ1/694c/mW5iX4f7JaHI8o9lvhZmXbt4wK5qFlR23Wq84mg/SXKxr/tU0rmv5yAh8KARyPhmBjEBGICOQEcgIZAQyAhmBjEBGICOQEcgIfPkIZAkzAhmBjEBGICOQEcgIZAQyAhmBjEBGICOQEfjyEcgSZgQyAhmBjEBGICOQEcgIZAQyAp8FAsVnwWVmMiOQEfhkEciMfXoIuDx7venW7Ll1FxN15gtr6TubdNUbhdXrNauXDasXLat7R9S1RtGzZjEX1FDa8DmD6pO+laM5Kw7mzPbmbPKqb5Pdnqhrk72OTfbbZoOm2ahmNi7MjUOfb3hfiTsqct1aloXVaqX4qluj0bR2u2XdbicWEOBFx36/F+e8LDZLJ693u13jpUZe/uJFrVotvdRaFOKLguzXD3c37i+nC8/V64mnVqstnroieOke8gMPs3TEX7o38dQ+XAgKniDKsI90kDdlQI142RNM28KmLf47U+opnaV0Hfza7cQvGDYademmZmX5egzdXb8l3XF/W7rjRbnuof7A6zglvPpGmvACq67460j3bSMfeC+menN3c09kv3K4u/gpZEu1sKXWdBG5rmyD8vr92XJ7h3qEj/6hnXV1vSt8uuKpLd01lVdd+ZZvzYe95+HuKqcIzMEeLCoZ0E2n0w2+kKfbhf+ueCX9ZTqSqx/38iw6aoeem8KqEeVVOnZPWLu7zR7uLt5K3V8PHZEHefGybIVfX/hyDvWFJ8T5EXWFaSeoLVtBPupYqfrm7vbHHxNLC2qQjmOxxdlFIdw9/AP2Cd/wf1w/HekHmq1bXV3rSmaoI3tqBX7NZkNY1oRpLfK0j3S4e+RPfar4rng+qb9erx82Mqu3o/P0W6fTUT1tSYZG1AvyJG/3pD/3lNonerh74IHNwTt6TH6yJd20JVtbuoK6obdZjHq9pNfK5km78nUd1cuOcKFOYNe8xE2e5E0ZlOWecHFPqX2Ch7sf+jh0WhRl+AbkwF6Rq6W2sC3fgbzInqgbdgMexwm/1BWeUEdpJ/Dl+ZZ8c7PZlB01ZUeNKAesihm//3tD5O5T2yiCH+RGj/AJv/B9JHf3tfZR2UhXbQ7n4NE5tA8waE8xoA5BqR5RFvKX8oUVBvaRD3eXvgvJXEpeqCafVA99VDJXcleyV7JU8lVpkhV9pzqS2qf0vRN1A9m7U9nbqmvI3oyykuylfGEpXgrx5B9Zcosy3F3llSE7PNDmntR3kht/0An77UiX6BR5j2TsTu0/yXuECTbCc93ps23J35LsTdl90nvSeZLZ3Y3DPaWc/xZyd8lXBK5JvobKbYqHdthuJQey4OchzqH+TFuOnMiE7C3Vf2yD/OAdW4Xcf51n98QP9/MseZAXGHflRynnJE/wMkt9xRXpe1+Yd0OWZrMVdkSe5A25/zo/Nj3c073u/jO8WvJT+PXuYX1OOoYPKPHSUzzbF/XEE/bfDXzb7Y503RJvTdlYLfTwLvWb2INFm1hAjM2u9vf3bWdnx549exaLWD18+MgeP35sT58+tefPn8dvLOTEM2VZqNyGNRVntBVrteWzu4FxR7xBXaXdqV12IuWe5tQno5tSvgge2ACMhbLYfIvy7t+/Zz/GYmV3DB5evnw5XTxqrPiJ2OmoA8jzR2SBL3pK9aylcrHFzhS3TuBVr9dUPwv7HA93D7bdXTJ46PxI3lT3OvKH2E1/po7xHerP2Hc67wqbrnSFjtqBD9iBEfqBimmbaZ/Y4Z4wcPfQO7yCRTNssi3dd0Iu5IaSvKkO8b0irvenWHVVD6lXla3W1UcnX3e3D324+8/0d+QP4B29dEM/8Ir/gj+oo3aiIz0nPvEBjWhbaxrrKMtCtmE/O9w9ykOmpuphW/V21vdUGFBWRX3ZS1/Y9CPF90Cd8Ivwiq2Aeam6XEztxN1VvtsfcdC/OvIHla/AX0yCJ3iE3woDZGjLd4Fl99B/IeMsdcKWwKo1bZ+asrF6vSY8a2F7H1tWd1dZZei4GbrDvruyb6g3bRv6spXqvHfivD+9h/uhTuiQvOozNu7ugZO724c43D3yA3dshLIo8wjzI/vuvaZ/2FOfaJaSHSZZqA/ohPzIl/wpx90/BOvH8nD30DNlUBZEuU3FBsiCz8CGIOzoKM7oSkdJF5UcXfkYzknT/d2wL/JpKR6AyJu6RTnYK+VC7h542h90uKfywRl+4A8+4Rn+waEb9agruSvdprQruSF0BrXlf5qH9agMfN1T/ojn7nGNcsCAsugjtlVfyecI417YdrKNXz7nGZ5tqv6QH/lCyOLu9jEO8qYMeG9KVuylJR+C3jvy4fCUqBf1FZnSd/DrRB1thU00I96q+Hb/Ob/ufsxHtKblkCf21p/6cc5PUl/+nWvUKcqHN3TZFFbwXpZF2J27H6b2OxyF2pRSbQtywwf8QOgxUeWbKxsDR85JoW7YITJ1ZZcdtZnJ9tqH2JIfNkz+lEN57pW8ZhI5yH6nwz1hjOzwA1/wB5/odFZuZOqqXiXdIetRu9Xp9KzV6Mb8S23ctWKgORXNq4x2OjZ4AbVs+Kpl472WTQYt83HTfNKwwupWeCmZCzNzm5iOaFjHphvMi7EVtbGVjYnV22btvll3oRC5MTdUb7mVpek+M3MXmZkSy0dGICPwTghEtVEd0p+xIVfZLqzWL6x+qmYNERtzsSkXG3V53c1V76KuTSz6ysbhZu76MB1cH+k3NubaHdvw2cgOHgxt7/bA9n4U3RnYwb2hHTwc2kC/jXfG8g1mxaQw/GKj3jD8ED4IX1r5nl7Eaf1ow6q2JF3rnbiGj4I64X/Jq644uihKK4oi+HR3g8Ttn+rvZL+FcRnGZBj/eKoxGBYi55yxksFgYMPh6LVzSIAGflBN89SNmKdtKcbsRlvYmcYdtIOtViPGjriX5z4FqnghxSZKNSbIUa+nsWPkwW5aERe1w46Qpav2/Yi6YXfdads4a4tVjJOudQOXjuKCrp4n5sG2yZsyKItyKR9eIPj6FHB6Hx5oxlX79ejkyD/oG3/IBSEj8iI3Y9atVjMwBpcKp27gCsZQT3YFgSXxWDvur/AjL/Ikb8r5PakqkxQesCXkgjd03FYfJMnUlb10Q44qXkZGiN+hZBut8H/gUqvVwyeSr5kbB+VUKee1mfrXVr+lM617yfb6KrMXfZf0vTpP17lWlc+zTfU1U7m1GV9p5ioasjcc7h68VrKn+pJkphx8dl/9A86hvvoDEOdH1FVdQb8d6bdlYEh+YOouJuzjH+4ueT3kp1zKb6pfBT6dqMNHMiW++8fwTdcSzskPIEs7xj2bh32dMvJ3d+NwTynnb0vuHnkk/pqBG7pMttX9md4rvqq0wp60L72wsDa/kQeyNsMWGuG7wcH93Xm0fGQEPrE+af4AABAASURBVDME3D3qf1kW8meKgSO2oX4dHw+lrvTlw0hPEtf7qlNc70ab3476T1uPvy4Vb7j774KMu0/lKSVPGfUZPvBFVftEfU++raP2qRt05Ee68iWJkj/rhq/hfohn22rjyI9864q1ka+Yxtq/i5AfoBB3D38K78hQrzesKb/flB9sq12lbUZeCJ2CD3iQoueKuMbvFXE/bSF5gHdTbUBDNlVXrFnZQoWVuxuHe0o5/y3k7ocyURZlUj58JL7QN5T0m2Tohv67ir+4B7nhHeJZ8gAjdw+7spnD3Q/Lq8sO6pKxKou8+6ovfdWLvlK+z9LPr3XDzo7Krcl+oSLKdXf7tcPdxU8ZNt+ULqs4E7lmy+ac8o9TX3bfO6SER1v1uKlx0rp4Kd+aD3vPw90Py3BP58yND4fDmK/e29s15rSfPHlsbAzFBlE//ZQ2j/rhhx/s+++/t++++z7S77//zn788cfYRIrNu+jvsZnXq1e7tr9/oH7eaBqvqwP/nvx+To/BK/3h1+HJ/xG4d+/edCOu2/bDDz8Kwx8CS/D84Yfvde0H4flTbNoFnvSdnz9/YeDJ/zegb00ZFbl7dfrFpGCHrIwXYIfIv7PDhlxsxjWUTWk8V9K6e9QX/EFbbQV1iU1J+v25qOP4w6L48vCx3+lwT9i5e+B80teDOW0Qfq8T/cOO/FpXfr7yb934TluGbhLRLnRCPzzbVhuIL2++sf0yHS6fpeQt/txd/rkInmlTsA9sgXISD/BV8diLftasj8ZvJ0qy8Ay88jz5gANE+2of4XD3Q/4pJ/HfVBvRUv+1I3wTVbge8Qq/UCfuA1twhcgHft3dTh7uHlhxD/Jxf1v1qaN+KWWk/HvSZe8Qq+paf9rupvikG3pth06bMecP/mX59m2r/cLh7scwmeUVvUCUC8F3V/FxJ2yyK7zQN9QLGSreka2reITvif+Ea1fPzsYn5A0mYEO5peJsqCiSXPYHHO6u+uCHmNQVF8FfikWwk3boAlm6IePr5D+JR+9n+q0wAg9woAzKKstalG0f4XBPsoExVFe8R7nNiLVasu12EHXyTTpOOu1K54m4tyObTtSOPNqyc2Lx5hv8DyK6O8kHIXc35MKWKtnAFr6wxd5r/j9J/zC27YeOepq3QK9Q0k1T8WNDMWk98n4v2yREE7Gx1qiaY9F8yv69ge3fFWmuZf/2QZwPHo9s9HJskwM9oOaYmCdNuAon/RmHfkrXzFztcKF5nqJZpM24+qXVF0RL6gszH6TvZdPNS8tHRiAjkBHICGQEPjsEMsMZgYxARiAjkBHICGQEMgIZgYxARiAjkBHICHz5CGQJMwIZgYxARiAjkBHICGQEMgIZgYxARiAjkBH48hHIEmYEMgIZgYxARiAj8NsQKH7b4/npjEBGICOQEfjUEChKs1rTYgOuLgswLhbWnnNrdd0abbd6s7BavWa1smE1b4k61ii6op41yn5syNX0OWsUIqV1m7Ny1LfioG+2x2ZcUM8me93pplxtmwwaNhnVzSeFmbmlo0rTt1/6dHcrisKqF7aa0xfROp2u8SJWP16CPHoxqz/zslYvXuY6+q03fXGLF754qY08ydvdzd3tbQ93D57Ksgy+4ImX2brdTvBEOYmPvr7/nNJvPf3Wixck2+22NZstgydeSiPfii/7wIe7H/JOWZTZbDat3W5NX1rsBk+8fIgcidK1bpe0o3vb8UIsz9XrspNaLfJ0dzt5uLshD2VxP9jz0hx5pTL6wgHqHb5c15PewKgfugUjqBv88XyjkcokX3evdGdvc7h78IPuyYeXNnmZMfHTFw8V9cRXT997kcJTovSdFxzhv9PpWFO6Qz74qfTm/m582Vse7h5Ywz/YJ0zRX1v4tKW7jqgrnqHEa09231e96AeeR/L1dY3feod490JesECutuxyFu9Z2ezE4Z7k5R54gy+e76pOdGU3YHWyHL4fUVV2T/x3QpZWq23kU2Hr7idK/aO+poXwePFyluDG3cO+sAX4xsaQASzAFCyghEdPeoK6khlC7o7qV0v1q3noD2q1MnTu/nHkd/fIH57RXcXzz/nFdnphI0lvvSn/s9e7kqUj/tuHukv8l1FP3T+ODPYBD3c/hkelx1arFbo50mVHslLPukp7wiKd91TfKv+AriGwxM/wbEt23VJe2AVYgzn1xt0DI/sMDvfEa1kWsveazWKEbMiZZAabRNg8uMxSupZ+74av6Kjud4RzO2yIvMCI/KFSbW6heAD6o2ByR+ZSbX95KDe6bKsNbctnomdkT/J0wy6QGVmPCHuBurKdijo670h2qH0oP3lXGGArYODuv5v4BS+QF0nmer3SdV31uyEem+I31Yskdzv015XPr2i2PhzJ3w1c0m9dyV1RJ54HR3RP+9xUzFev14V3TbZWGrp3/7jyu7u5e5RVloXKrUnXtfDJjUZTsjcleysIXlNM05EcUJIlyZp0jJy0t9Ds9Qoj7AX8yKsl/9BUTNFUXEYbXxfmpeze3Y3DPaWcfwhyd8lXBr6U15Jvgg94q/gm7SlOgJDhJPXk85ALOdqqB4n3euQL74Xsx97y4F6egerSO3m1Va8qfiiL8ntTflLam7ZLPdnVUXtEvYMn7Ii8yBOijLdk5/A2dw+b4HnqIfk1FIsmvDoqt3uMh8TXES9HPHfjXuRJvLWsKRsnT/KGN3c/LPfXTohBWJyKRcRYvIkFm549e26PHj22hw8f2uPHT2Y25Ho1XRxsLNsuZc91lZ1sGfuDHwjeZolrEHpAXuRGfvhl0SgWl2ahLBaMoty7d+/bTz/9FAtuPXr0yFiEmnvgFbLp4Z7k5Br5sNCwu4ctUgZ6o8yO+nvwQ9pUvajV6uI/PTvN6rNK3BPv7h51BCwhZENeZIV6Ua+ObDp974edHdkTMTPUnfrOlvTaDAzRz7vak/0Bh7tH3YLXWRw66l8lHLohc++wzvem31PaP+zbVDi0wzeDJ/mBg7t/cMncXXZYBNaUQ3lt+b+2/FVnarP4RfwQaS/02VU7AXWkr3a0n9g59k4etffuT/fkVyrqH+LTE2Z99fX6wohz+OgIV4i6DM+UC/buHnqwP+yYqOTj/St8QlqE3IK3oiiFdykbx3c1pOemMGwL044IXLvCAaqwSNewI2RuSz/H8S5Dh+5uH+tw9ynvhXivhc9ty0a6EfPCK5R01peukp4q/l9/vasYC3k+pv7cj/gu1IaXikOwFcqEf8qHj2TfP+cTWWapF/Zf3deXnnqhO/LD7smfctzdPuTh7oG/u4e/pSzqG+ViC23ZBO1fN/Rx3I6SbOgCHWFLnCc/05UOIHBoS58QdQoib8oAL8qrZKvkc3f7vQ93P8TB3Q+xaCr+SDi05ZM6QciV9IWsifAdXWFUyYuclYy/JJ/7UTnc21T7DU5dYUf+2AdpT37q16l7aC/gWpXp7vYxDncP34D+KA/+E04tYdSWv+mIurJjCLuo7IO0q3ugtnxUO+o8z5NPZQN24nD30An3JJxayoNyuuHP+/LhiXoqsxfXetM61RN+/fAdPf3WDb6wafIhv6pM94+Dlb3mcPfADz2BIfJD2A2EHcBjZ9pWJpuA9yRDsrd0zm8Q93am7RfPkw8yQshJOZT3R8nr7lHHKB+CF/iq5G7L17TlK5IMyHpEvdBlkhfZO8Kl1ehZXXMwtUnXfKh5lWpDrudtG4hGO20b77fMhk3z2JCrbm41Y0Ouwgtzd4s21MY2Eekm83JiRW1ibMjV6Ji1+m7dRbfOglur51ZXdkXN41l3PZ7/MgIZgXdHgLojijqkD+pU0Sqs1i+tcaqMTbnqc6WV3dKKZmGuOmelq95ZOgiH05mZmwXpGgtFjg8mNtqdxKZb+w+Gtv/TwPZ+PLB9Fou8P7CDR0MbPh3Z6JUeOODRwmplTeNYdcNXVj4In5pinH60J6kN6Ru+KJ33dM73fvzOvTyDbyIP8sK/laX4l4zuMGpf/MGYxUlKQk9i4XV+G42Gtre3F+MfLCgOsbA2C2wzVjMajWJRbe7lWfeEnXtKi6KwmvqDtB1g3Zm2e13FYKl96IQu6xoj5F77BA73xLu7m7tHPFOWZdhdXeN5yILN0G5D7Wl7yBjqkXzdiF+60xgRm0PeI8ImoaP7usIkPd+OGJG8KYfyKBcc4QOc3N0+56PqD79OBuSDkBWZkR8cwDnhcxSzgitU4doV3l3h2FZ8UuFXYUee7h46fV25H/Oau0f27h72BE9HcqHvjuzlSC58V1eyVCnnELFmJRfPgw84FYVLLjs83D3OkZl7KC9hSCyeysE3VtRT7N07jN2Sn+xPY/VUbmdqk02NWzRUp0sjb3dXuR5lvenD3eM+noGfk7wk/VXl9sJP94Kn/tR3p2vouiv9JhzaU99RD0zd/U0sfJDf3D3kcE8p2B9h21JfJ2ELnz3hmTDsHZOB671D2brxTGWv6JT8yNfdg2f3lMaXt/xw9+CTfMiPPh+YgXPFW0/89Q756AXm/cP+V8Kd7/2pHaS0JzvtHtoCeaNP9Orub8ldvi0j8Hki4O5Rr7B3qFYr5Q+JR1uqE52oG9SxnupWP+pSqkdH36t61ld964df6MrPU//xib93fXI/Lg/+gvqMH4If2hp4m2134RcZ8SMnKV3vBg7cx3M8Tz74oKbG6ZCRctxT2e5un/rh7qF39yLamlqtLr03ov1BtrZiQPxrV21TooQBeKD7hBPXetI5aaKOxkd4rq14pa08EkZN5V2PeBOcIGzN3QMm95TGlw/w4e5TmWpRJrpPMrUP9diVjSID8hylyNA51n41NTaKfmuK+Sue3Y/z635UXlUWGJB3P9oaMKJu9FRHesIL4jvEOUTZtEUd1buW9NAI3qmPlAvZWxzuLtkLxTN1YY4+W8qvLbk7Krf7mvL7uk75x6nCpKP+TbPZCl5m9ebu5u72sQ53P8yfeWj6ZfTPdnf3jDlt5tDv37+v+ew7otvGxlvff/+DfffdD/b9zKZcbCx19+5dzbs/sCdPnsRmXru7r+zgYGCj0Vj9Qo3EqTtO/A59LHk+pXzBs/q/CeD54sVze/z4sbHB2U8/3Yn/J/DDdHMzsPxeuFbE/yG4e/ee8HxoT58mPF+9SniSL3JWfWfOIXcn+SIIGQeDA0NmNncDO8739/cMTPkd+d1d9bCMeoPvwRfMzc0Zm8DiG/Apb1unLR/HEHD3+O7uBob4Jfwzvhd/jb8C87baILDGhyV/35WvS4R/qwjdVL93fqX9wh9TXuqfwofLT9k7He5+jG94hld4oG2F+sdiLXz0EaXfepKlJ7/eDf+OzMiPXSX+CvHl9jEOdw/bBnPKayoGAu+EdTd46na7wV/CFl7T9Qpf7ofgmXzg2f3n/Lp7YFWv19Se1TVv1wx5u4pLEk5HuPSmfT/wqShdSzjxDDg31aY3GnW1kWXkjQ25+3vj5Z54RAaoPh1TQzbKQk6IsqGO2lR46SoGmcWndxg7R8CoAAAQAElEQVRjg1cibDTdcxw/8iFP8qccyqxwrOSxP+BwTzi6pxQ84AsesVH4xk660l/3F+RPuusrVknUm+r1KO3pt17YF3mQH3EmZSQckl7d/aMgAL4QckH1OnFWc2qbLcWPbVFH9QDqik90B7/pHH32pOuKkGGWGHcFJ/QLzeoY+cCU8t39vW32l4Bx96gTSa66UXarleSB76QbZOlLLlKoH/rgt17oKsmJTNh6q9VS3SWerYXfqHi3tz0Un3Er7epkOLHR7ljzrCM7eDiwfTbjgu4MbE/zLXw/eDy04c7Ixgdjm4z18JinzdxOHPrJJK+XZh4bcrkVncLKfmG1hTLNBy2WVtN35oi8cMtHRiAjkBHICGQEMgIZgYxARiAj8FoE8sWMQEYgI5ARyAhkBDICGYGMQEYgI5ARyAhkBL58BLKEGYGMQEYgI5ARyAhkBDICGYGMQEYgI5ARyAh8+QhkCTMCXywCxRcrWRYsI5ARyAj8SRHgJZ96063V9Vh8sXeqsM68W7PnVm3IVa+XVm3IVbeO1b1rDe/FZlyNcu5wM64GG3JN5qw2mrNiMGe2O2eT3emGXLtsytWxyX7bJgdNs1HNbFKI3Mxc/+ytDnc3XqjipTBeDuOFLV4e63Y705ey+kor4mWtnr4fp96Jl9F4vtFoWK1WM/Ilf3fxJLJfOdzTfTzDs8d56hovkVXl8cLY66j6nXu73W688Dn7gh/5kr+7/wo37/6zux/DExwqTHmZDX4qgj+o+k7KPeDHS28812jUD3F0/zm/7h4Yz+LEC43kBQ6z+Bz/Xum0H5hyf1U25ZJfhZG7m7vb2xzuPsNPw5ADecg/8dKX/VTUU9k9fT9O8FnhAk/oDn7Qm7sHL+5uH+Nw9+Af2wV7sKhkgBfkqAgeE6+9kON150nmnmRMMnMPz5MXuJA/5VDeL+Ht7ocycw9Y8BzPkxdEvqmsVE5/unBIv0/ZibgHnrmfZ9vtVrygSX4VtvaJHPGy5mRiVVqx5e5Rv8ALvsHhzfrpGvJWRN1ot9shN3WTPJAdXN3dPvTh7qE78qcc+KbciueKL3STdNWf2kpP6Syl69yXbKcVMsA/eZZlEeV8aP4/dH7uP8cDGdAjhG6gTqdzTG/YLbInSu1AhV1KO/HSNM+2p3ZNfuSd8Ck/C3zA2z1h5O5TWy9jIRDkgZCvLRvGlrtqp7tq4ypKOCV8OK+uV2mynXa0ie1fwKksE1bubr/34e6S2Q99MPqjviB3VWfaIXvnDfbRkz/uBlVyVynygxt5tCU/bQt5UwZlVbZSFL9PfXL3sMuyLF4rM7z9XO7jsiMbuk51A9mPiN9mCfnbwi9R8iG/JLu728c43D1kdk9pKXur1cqwcXTQbDbCtx2Xux31e1YWzn9Jbq7z+xF14vlK7iO9H4+v3P2Diuzusucj3dLWN5vNqH/wVuks+f7e1Of3lR5RuqdqxzrxLHmAVWWv7h6Y2q8c7um+hHktMCcvcEn8UG96qjs98XCc4OOIz8QfOPMsebwPPyfZdfdDvMiPfLED6mzi7zhPiZ/ES38a88An90I8x/OVjSN3Ma3b7m6/dhB/sCgTC4ixQNP+/r69erVjz58/MzbCglj86unTZ8YmXTs7O3ZwcBCLQJdlcYgvPIAT9Q++Xkf8xj3ci9zIX4hXeDg4GNju7q7KfR6LbbF42Y8/3raffrodfLCYFAtLwSv324mDaxWRZ1nWYlENyqJMykaXXbUnXKvXa6GHE9l8Vl/dPepEGf4lyQuuR/JiS5Xt9E7Y/PHrCZtu+BDwacpH1et1I2/wdE9lfYoAuSfe3D34he/moQ/qHLaj1Jv+if5C+l5hkdKu4g3sBRzJh/zAwd3tQx/uHjzj56jDlAf+lN2VrXbFC4R+4J+U7xXN8tl8jc7sxOHuUR4yNacY4UPIj/z74WPA4ZfthXsheIRX+Ib/CiN3D7u0P+BQl0p9Kg0TTaCJzhPpW3Dj7pK/iDGHCgNkQBawRK6KwBqqvpNyD/eCHXKTB3JXdcQ+wuGe8HT38FmUSfnwAU9Q0l1PbRq6gzifJa5BvfADPAORB3mRJ3K4H5VlH+hwT3mCEWVQFmVSdndq4+Dcj7oJj1BPsvSCV2SrKN3T02/c09fv3WPxAvlTjnsq80OI4J7ycvfAnzKQAf0jR2U/yIN9dKd1tkqRLVFP/ELdQ59U3cNzEHlA5AtRBmVV9etDy2bvcbgnPOBlFosKh8qfVLKRJvmP5K5k5RnkREbyIk/3lD+sufsh5mDAfdwPRilf8OzJHt6OeIZnyYO8XlemfcDD3Q/5pzz0Sdnt9s/j/YRRTzZyhFNX9QN+2+rL8RzPgwN8u7udPNxd/q08jMva6guBdVc22T/07X3hBVFWT+dHlOrZUfk8T7nwXpXp7r+bf3f3Y/jBB/xA8AYl+TrH6tQRlr0TeCJbJ+IcnoUqGwRb8q/wLYokp3tK7Xc63FN57h66hB/4QmYIfuE71bPOMbnRcyIWdRS1e9ZqdDXn0rWSDbkGXbP9rrEJ18HztkHDnZbmWVpmw5b5qGE+Fk3q5lYzd40TmBtHxNfVhlzF2Lw2tlpzYo22Wbtv1l1wUZE25NIcUVGaSYRDsnxkBDIC74eAqmDUpZpZ2S6sNldafVF9vlO1OC9ZmLHpVtTcVGXNCtOhIFif8eem66666IqJFQ0PRYNJLBY5fDaygwfDWCBy98eB7d0Z2P79oQ0eDo3fxjtjmwzMiomHP6p8ET4o+Zpu+Nj+L8Rv6Xov2pnj7UvnZ7GbuweP7m5f8oEv/SX5Uh9mIj1NbDgc2d7evr18uWNPNQbz9OlTYyzk1atdjcMMjHGbk2Mi7gk7dzfiKdoP2g30dbKtpA3hN+5xT8/ZJ3C4+6EdIEM5HePA9min4Rmq2sIk289jqln7TLbXk61CyWar36sUfMgLIm/KoDzKhQcIftwTf58AVO/NwqydVZm4J7mQE0Ju5AcHMMFeuopJu4onoV7v5zjOYshz5EFes7i5e1Xk75a6e9gUvMATvKHjI7m6x2Ip7AUZK6rk4hmeJY+6xhHJr5JtVhj3o/LAkOdSWSlmI//+YUzeC//YDx/KeV/f+2GrlF+VXZVLfa3KdE/lzJY9e+6efnf38Ad1jeuRD7yQN5R4OSq3H3zx/Yi4B31zP8+2p30S8gMDd7ff43D30CPyUy7lV/KAE/zBZ5KhHzj2p7giQ3VOynfub6ufhH7Ih/zI1z2V864yuafn3P0Y3rO8US7lzxLXoNlr/dBDJUNKK37hFbvCFip+LR+fCQKZzfdFwD3Vr9n6z3xnapuSD6f+n6xLR99TPUp1qxc+n/r/R9Un95/Lgw+CH3wSvEHdmXa3q/Y3yZja3+qc6xXhb3gOIh/yw1+QN/4C/NxT2e7+vur46M+5e/h7d5c/9WkfRH2fRn06j96MfgRyInMl/2ya8OmpPU32cfRb5y3HgopDHuwDHu4umYqQCT+ObtAT+jopzy/JgN1zL8/wLHn8kn7dj5fXEIap7nSETW/aVlI/OO9Nr/V0/YioR4kSlpQ9Wy5luyed2a8c7h6y1xVHYZvwQn6VHimnP227j1L4OyLuARt0ynPkUVeMM8uHu9vHOtz9mG3QtxsOh8Z8NXPaL168iDltNpC6cydtIMWGXMc3kfrevvvu+9io686du/bgwUP19+jrvdB8PH29g+jrkbd67hKFvj2k0y/4D3np3yY8B+oL838EXtijR2zIdW+6udlPgdv3Mxubff/9Dwa+P/74k92NDc4e2pMnCU90cjD9PwzkPwufu89+/ezPx+NJjBMgMxvDQTs7r4z/5wGm4/E4ZKQtKMsi5g3wI9Sl+fk5Y1Mu6hR1sygKy8f7IeDuhz6i1FgG/glM8Zv4K3weBNbdE+1890Rbz/cjetf26934d098o/uKb3iGV3hIvrf32nai8tdH9xy1F8iM/OBAvuTv7u/G3Fvc7e5vbF+7M1jThiReE59d4d7V78gKIfcsz+4/59fdoz2jLedenuHZpFditd6xtjRhdNSW8R0+ulF2N+Ia8jiJk/vPy7a3ONw97BC8wR0+yRuiHIj6D88QfEMVP6Twl3Dqhd6Pn89ix3nntfEV5VE2PMCLe+LrLUT44Le4p7LhA37gDd1ho2AAzWLwZvl7r9Fv7xAn8CM/MG6+xf/X+a3CuifZkAtKslVxcyvsC35m5YPHn8uI7aLP48RzVfxJPmDWbDbj/95R1kkd/1Z5Tj7v7of1m/Iou61xKfjCLvuH4ye9E3qp6lwvdIPMELKgG/R/knd3t7c9qrhiMprYeHcc8ygHmk/Zvze0fc2v7N0Z2P7tAzu4O7DB46GNXo5trPkYNuRiXNamoZ37UZlxHQYKN6+bFZrvYd6n1i+tzoZcSzWrMx/UK61ouXnJzZkyAhmBjEBGICOQEcgIZAQyAhmBjEBGICOQEfjjEMglZwQyAhmBjEBGICOQEcgIZAQyAhmBjEBGICPw5SOQJcwIZAQyAhmBjEBGICOQEcgIZAQyAhmBjMCHR6D48FnmHH8TAvnhjEBGICPwGxFwefayblZvuTW7HosvtvqFtftu7TmP7812aY1maWWtZkUhcqhuhddNv1jpDSMtrGE+aZiNGjY+qNtov27DV3U7eFG3vWc1e/W4tJ1HhVK3nSdmO08n9ur52PZeTuxgd2LD/YmNBhMbD83GI7PJWMSLTJAdHe4uPgorS6g0XrTi5S1eumo2G0b6tsRzPF+WZeTp7uaeyN7ycE/3F0UReZAXeZL32/JR3cczEM+TT5Wnu78lN+9+m7sH35RFmZQNwQdU8XYy5bdEtdBBrVZKJ2Xk5f56frlcFK77Cj1Timrx0jj5nMz/Td+5H4JPeIZ3dw/d2Tse7h48kw/5kS8LW1D+b7En98SPu9vHPNx9hv9yiuksrvV3qhPIfZzqUx3VIm9welu83Y94A1foeN6/Xl95BkI3ycaoZy5d2ydxpBcrJ8ZLmxBMVSnn7n6oH7BLctSmmNZ/QTcV5vXAnGd4Ftwhd7ePdbi7sE1EWZRL+egAeh/98Tz5QOTp7h+L/Q+er7v/DA/kQCYITCqq/MabMKrurVLygMgTqvBx9w8uy8fM0N0DJ/gvy0I+vjy03Xq9dmjv9XpdNg+9qe7Xj90PPhWVaquhoiiiXrl7lPsxZXtT3u6pfPgpy2Iqdxmy199Z7gqT4/KTz6civ7sH3sUU/0rmUnqpeCStS8+z9KY68brfZp8lv4oopyyLY7p39zep6IP95u4nZC+n+q6FvuFxlm/O38YnzMrPM7NEnlApfKFCuPuUjw8m2ExG7kcyUh5lw8+7yoFMPMfz5AO9D+/uJ/kpA2vypox3JZ6reHoffmagilN3D1skL2Qkb8p4V77Al+d4nnzID3L3sDl7y4PYg4WZoMFgEAuAPX/+PBYRY2Ose/dY+IqFxG7bTz/9ZCwqxuJiLBqWNux6Yk+fPjMWHmOx6JcvXxobd716pCI01QAAEABJREFU9SryYgEovkMvX7LZ14u4nwWyWFiLfCiHfKG7d+8ZxDXyh5e9vd1YkKwSCZ45J50lCR71izg8LcrBQiK9WIxjbm4uUhbsADd3J4vPmtxdInvYEzaALUDI9+721Ig2lOfJC1uC3FMZ9okf7olPeIZ/5AAH6G2wwGaq+3iG58mH/Nz9o0nv7q/VHzxQxyuejqdH7T18QvBalkftnL3mUFEqy1VHCvnEUlQLnaeyqlji11Puh6pyi4/cxtg7H2kQKPmG4w+7uzAohMFRW1yfibuO43yERX0anyAzVKp9RW7I3e33ONz9kPeKn1/i922ukweyVDK4fxw53P2Enypld8n2ftnGj7B/kyzIUOnC3aMcd7ePcbh74A9elAmBHwQfs/Qmnmd/m32Gc/KCyLsiyoPcPeSzP/hwT3y4e+ABn/Bcf4d6VFd94hmeRTbIPeVrM4d7usbv3MszPPu+dsOz5EN+kHvKf6bID3rq7oERZVEu/EPwAf2yHK/38eTj7va6g8vFa8ZLK3ubbeOqa7+cpvLhtSrT/fXlvo6XD3XN3Y/h9zoM34xj5UeSPNxbEbJVRL7QrKwq2v6Iw92jnrt7yA5fUMVrXXMrtVpd7bdIEzI1qGjEHIuP6zYZ1GM+ZcB8ysua7T+v2e4TqLTdp6XtPS9t/0VpBzulDfdKGx2UZiPRpDSVKFL5+rQgMxaIm/DhEytrZvWWWSvmf8zafbMW8z+iVs+tobmhWsOtKN2qxy0ffywCufTPFwFVo2Beqcu3F6pb1aZctfnSoDrpXGllT9QuzOtuJt9hh4e+V+eExpqEiMUfNX862h3b8MXYBk+GxqKRbM51cG+QNua6M7ADNud6NLLh07GNX+jhXTcfFFZOalbT3G5dDqFek4+tz1BD52+kuuI/qBZx+KzPrdj8ElL6H4yrsHEWC2CzEPje3p7GRV7Zy5cvjbEN6NmzZ/b06VN78uRJjLsw7vHw4UM7SY8fP9YzL4wFtsmPvCHKgdylGxF4QjW1E81mMxbFnZvrxwLbLFTKwqNcpx3kHu51908OcneXGbvBH1Sqz1URfFeEHCep8Ub7a2hOYZawxSOq8iWlPMqG3BM/7m6f56H6Szt+SD+Xwt1/hjk4QLMYvx7fn2NY4efuPy/sd77i7sdsCZmgSq7Xy9SY+qokG/cjE4RNEG+7v14291Qe9/Lcr5XzpvJ5HiIvynV36cne6XD3kJ88fgsvPAsvtfg/HIXyfHde7Dcc7pSXCCyQB37gC/olHF93nfshnicf8oPc/TdwmB51d2FTKE6vhQ29rvy3udZsNmLzGe6FV2iWX/ffzqvlIyPwmSDg7vJ9HnWLOktdoE40GvUT7XrjF79Tp47qUy3qKHl9qLpv73C4H8lD+fABIReEbBX9uoypnaru5/mKyJP8IXd/Bw4/jVvdXTqHiug3IE8lWyVvlaLbN1F1X5VW+ZAnBEaQu4et2Uc63FP+lEW5ELxUfJG+Xo5ZPR/ZL8+Tl7sfcTxz5u4hD/dwb1XW68v45frD/fDG8+RDfpB7yn+myDeeurt0mvRJXvV67b3byvrMmLJ74sPd7X0O+lPvQpTB/fTH6O8NBkOjv0dfjTlw5sefPXuuft4z9fOeqp837eupT0e/DqL/9/z5s+gbMn++v78XG3uNRsP4/4KpDD7/HFTheYTpwPb29qP//Pz5Czveb054gmOiJ8L6qfrLz43/lwCee+p7o5Oq70z+b0caAtWYiT4P9fB5aGBi4/HERqOxaKjzseqaq341YjMWxgLYtISxgfmFeVtYWBBV6UKMF/D/KGgrqdufh8yfLpfufsz34jfxeRC+a5bwr79MdenwOJFHonLaNhbSNZTKVNHvBYx7eh79QxXP8PrL/L2+3eAZCD7Jh/wgd38v3t7mIXd/LebwUdHr5TjCF36himd3/8Wi3T1w516egSjn9WW8HidiPJ6BeJ68Kpzcf7lse4vD3QMPdw8+yZf8IcqqiLJnCZ7eRYbZZzmv8qUciHIh98SP/YGHe+LB3QMT+Kv4hfeK3kX+19+bbIq8KQP5IXe3j3W4e+ibciDKheABqmQjfXsdJzl4JlEt+k/kR94VUR7k7h9LvEPZqjLhAZ5ej/8v1TeuJ5l4nrwqvt09yjgmwETfRPHO2Whik6FIcynjvbGNXoliPmVkg0dD238gmm7EtX/nwPY1n8I8y+DxyIbPR3H/eH+s+VcyJN9JjM7qLKUqXwyYF2auOdW0EVdpNc331BdSynlQV/5e869FzXWz5SMjkBHICJhlDDICGYGMQEYgI5ARyAhkBDICGYGMQEYgI5AR+PIRyBJmBDICGYGMQEYgI5ARyAhkBDICGYGMQEYgI/DlI5AlzAhkBDICGYGMQEYgI5AR+FMhUPyppM3CZgQyAhmBPwECLhm9cCtKs1rdrd60WJixM19Y75Roya09Z9bomJX1iXk5NivGNnHReGzj8cjGE5GNbALpfDgc2WAwsoO9oe2+HNrLJ0N7en9oj34a2oPvp/SfkT0QPfphZM/ujuzF47HtvpjExlyDamMuXoxScbw3DVk+MgIZgYxARiAjkBHICGQEMgIZgYxARuC1CEzUaRqNRsbmVyx2xWZZbIz1/fc/2L/+9S/761//av/zP//P/vu//yfo//v//lvp/7P//d//tb/97f/s73//h/3zn//Svf+2f//7P/af/3xn332XiHPo3//+t+75p+79u575W+RJvv/7v3/V+d90/R965nu7d++usTjZy5c74mdP/cOhiT1z90Pe4fckFfq93qjHYlP9fs/m5+dfu8AUi3Ww4MZhZvnkgyKQM8sIZAQyAhmBjEBGICOQEfhwCBAHVzTWnMdoOLHhYGLMg+zvTGzn6cSePxjb459G9lDzJQ+/H9n974Z2/9/DmE95cndoLx6NNH+iOZfdkQ0ORjbSHMx4MtacDDRRmigWoA3WJ/FZlGb1tlm775rvceufLqy7WGjOx63Zdau33GoNi/khheLxTP7ICGQEfiMCPn2+MPOaWyzK2Cqs1iuMzbjqp0prnKlZ43QtFmos9ZuXduygBkNxUZVTf3GqadhYUHLEPOrLkQ0eD23/7sB2vz+wV/8W/efAdv+9b6/+s2+7PxzY/r2BDZ7IZ+yI9iY2PpjYRP5nIl80GasE/cmBpLz/5J+MTzCmwkbne3t7sVH506fP7OHDR3b37l376afb9sMPP9j333+vcY/vNG7C+Mi/YhyEMZX/+7+/x7Uffvgx7mejrufPnx9uyEX+qS0A9AS2u1tRFFaWpTU0FsKC2vPzc3bq1ClbWlq0fr9vrVZLvxeH4ynulYHZBzlyJhmBjEBGICOQEcgIZAQyAhmBjEBG4HNAYLY/VZ2nftbYxvF/mN+cjvg/ztP76PtBw+HQ6AMeDAZ2kgYHugbpN+4ZDIbG/TzHRkpj9akp/3PA7mPxiPwVjYXvcJQwSnhN8Ts4sANRdW02Bc9ZStiO3kqf46kuKX881QXn2MbHkvdD5evu0c+v12saC2gYG3HPzc1pHOCUnTt31s6fX7Hzq+dtdXXV1kSrOj937pwtL5+O8YL5+XnrdrvxLGMK9pZHvi0jkBHICGQEMgJfHAIaaqftnxALaM6D+Y/YiGtnHBtsHTwY2N7tA9vVfMmrf+7H3Annu98d2P5PAxs8GNrwGXMnYxszbzIUQmORzYzBqwD9Mf3KD2aFkmozrm5h9YXSGss1q2u+p75YWtkrrWgW5nU35odM95rafstHRiAjkBHICGQEMgIZgd8JgVxMRiAjkBHICGQEMgIZgYxARiAjkBHICGQEMgJfPgJZwoxARiAjkBHICGQEMgIZgYxARiAjkBHICGQEvnwEsoQZgYxARiAj8GkgUHwabGQuMgIZgYxARuCDIeBmhbx7UXMr62YswMhCjJ15t/5SYf1TRSzOGBtyNSYWG3L5xMzGNp6MjtHE0vcRL1cfjOxgf2R7O0N7+XRoz6Ybcj1kQ67vhvYA+s8oFph8endsLx+NbffF+HBDLhakHI/MJpOJSMVRJKTT/JcRyAh80Qhk4TICGYGMQEYgI5ARyAhkBN4SgdRfos+UiEWrdnf37MWLF/b48WO7e/eesRg0G2399a9/iw250qZc/21pQ67/sf/3//4am2ulDbn++bMNuf7zn+9icy5SNuoiL+5lwWnyTPRXY1Ouv//977E4NeU+efLUdnZe2t7efixQBq8nxVJ3L/p7Veru1qg3rN1pW3+ub/ML80ELSiEWo2KB6kajoX5scTK7/D0jkBHICGQEPi8EMrcZgYxARuDLR4A5DVHEuywINzbT9ImNDiZpQ65XE9t5No4NuZ7cHtvD70eaOxFp7uT+fzSPovmUJ3eG9uLxyF69GNn+3sgGB2MbjcaKo5WZi9iYSwUQb0OaVZnurzOxojRrtNxasSGX5ns059NdcGv3C2t2POaDyoZbUTMzt3xkBDICHwoB6pPIVbcK6ljbYyHG2nzN6qdq1liui2pWmy+taBfmLMpoM4f8xsw3M1dmptqNHxlMrFpUciDfsH93YHuxIdd+LCj5ik25RHuHG3INbfhybON9kXzPZDgxNuTCUYTPoCxI+f+Z/8BiNBrFQuF7GsfY2dmxZ8+e2sOHD+3Onbv2008/xfjK99//EGMk//rXf+yf//zn4YZcjIcwZvLjjz9qLOaunntkbMi1t7enMZGRHS0QLj3KZ4O1u1tZFlarlcY4R7fbNsY9lpZOGZty9fu96YZcpXG4JzvgPFNGICOQEfjMEMjsZgQyAhmBjEBGICOQEfiNCKSOK323isbTTZnemGrcbAxpLI0+X0XMqQ/YkAs63HRroHG3g6CDwYEFHZDq+nBgQw3q8XxVXsXHbxTss3wc2WGcdKyxirF0MRqO7LWYCl825YKqDbnAvyIwrYh8jhG6U97Hrk2/T6a/TdTHhuDncyB311hAqbGAusYCmtZud2x+fi425Dp7lg25ztvqedGqaG3V2JyLjbqWl5fjHu5N/1+iaUVRWj4yAhmBjMAnhkBmJyPw+yCg0FAhgJniEIUEFvMemjsZ7U1s9GoUG20dPBza3k8D29V8yat/7durfx/E+a7mU/ZuD+zggeK7ZyMb707ieRspVb4hgNrrSPlOQaRu5oWo5sa8D5tv1diQ63Rd8z11qy/UrNYrrNC8bDHdkCvu13OWj4xARiAjkBHICGQEMgIZgYxARiAj8GUhkKXJCGQEMgIZgYxARiAjkBHICGQEMgIZgYxARuDLRyBLmBHICGQEMgIZgYxARiAjkBHICGQEMgIZgYzAl49AlvBXECh+5ff8c0YgI5ARyAh8Zgi4m/GyT1malXW3etOt1XVjQ67eklvvlFt7zqzRmVjZmJiXomJsk2rzrfHIxqLJzOZcvCA9GIzsYG9kuzsje/lkmDbk+jEtIPnge6VsyCV69MPInt7TPY/Htvdicrgh12hgNhqZ8jbjhenqXSbLR0YgI3tuvUMAABAASURBVJARyAhkBDICGYEPgkDOJCOQEcgIfFkI0G+iL7a3t2fPn7+wR48e2717bMj1g/3rX/8yNs5Km3H9j/33f0P/bf/zP/9j//u//2tsrvWPf/wj7vvXv/5tLCL93XdsxPV9LDT9n/98F9f+/e9/H1twmjzZiOuvf/2r8v9rLET9/fffW9qQ64m9fLlj8MPiWvDn7oeg8/0kuTqn9XrdOu229ft9W2Ajrvl5pQs2v7AQC1OnBaYaVhR5mNLykRHICGQEMgIZgYxARiAj8BYI/HG3TFR0kCY49GeaSrHRcGLDweRwQ65XT8f27MHYHt8e2UPNlzB/cl9zJ/f/M7SHmkt5cndoLx4NbfeF5lx2RzY4GCmPsY0nY83TTII0i6JU31UIMTbfVbRiZrN6yzTH48Z8T/+0W3exiO9NzQM1NB9U07xQWbrNhOo8mikjkBH4jQh4oXpVEzUKK9uibmG1uXK6IVfNGqdr8Z3fXPfZyQPn4booon4qMVV7G8t/jPcnscnWweOh7d8dGAtI7v57316JSIOqDbkej2y4M7bR3tjGByI9ryld5aUC+JPfUCl/+j9853A4tIODQYxj7Oy8sqdPn2ls5aHGOO7GhlxstsWYB+MlaXzkXzEOwpjK//3fP2Lc5IcfftT99/TcI43NPLfd3V0jX/KHKv8M4O5ujG2Upeyh0TDGO+ani3CfOrUY4yKtVsvKspSPxgIsHxmBjEBGICOQEcgIZAQyAm9EIP+YEcgIfMkI0Kc6SePxxMbTDZp+lqoTffLaSINzzKdD9NWGg4Exjw0dTDffOtC1A/UNIa4PBgcayxtqPG5ow9HIeHaivCd/8v408icaCxNoZGA6EH7QgXA7AFMR3yG+k1bE/RCYntQVY58/uzbV9UT489tEOpjofBKpBjk0Qvqp1wF3Vz+/sHq9Zs1mQ2MB7fg/EEtLS8bGW+fPr8QmXKurq7bGhlznz9vZc2dt+cyynTp1yubn563b7cSzZVlYPjICGYGMQEYgI/CnRSDaf0mveHAymmj+Q6R5kNGrsQ2ej+zgwdD2bw80b3Jgr/55YDFv8t2+7X13YHs/HRgbdg11H3Mnk+m8iY2Vn/7SaHz6VKihYX3FGXxl3qc0c+ZXNedTZ0Ou5Vqa79E5m3SVrcJcc69eunnhutny8VEQyJlmBDICGYGMQEYgI5ARyAhkBDICGYGMQEYgI/DlI5AlzAhkBDICGYGMQEYgI5ARyAhkBDICGYGMQEbgy0cgS5gRyAhkBDICGYGMQEYgI5ARyAhkBD5dBIpPl7XMWUbgM0Mgs5sR+IQQcN71kYdnPfOybtZom7X7hfUWRUuFdRc9Fmhs9fhtYrXmxIqaBCgm+pjYsX+TiY3H0DhetB4OxnawN7a9lyN79XxsL5+M7MXDsT1/MLand0V3RKTQvbE9E/Hbi0dje/l4bDtPJvbq2UTPj21/Z5I27Nqb2PBgYqOBaGixiOV4pHRsxktPPyOxKbasIjEsvvNfRiAj8GdAAP92KKd8HeeH16bfufY2xHOzZHqe7/HsifO4lj8yAhmBjEBGICOQEcgIgMDvQur0qBwWphoOB7a/v2evdnfsxYvn9vTpU3v48KGxOdedO7ft9u3b9uOPPxmLRH//ww9KoR+VJvrxxx/1+/Hz2Ws8B1XXflJ+t2/fsbt379r9+/ft8ePHKveF7e7uWiyqJX7G47G6YYlHYqiJvqn3Zq5+aK1WWKNRt1a7GYtHzc33bfHUgi0vn7bTp5dscXHR+nN963Y61mw2rV6vW5kXo5a2819G4A9AwFOZrhSKbzqP9Dd+RH7kBSkvvkM6zX8ZgYxARiAjkBH4/REgdBVVcwqH6Yk5CIW5R/MTmqMYab5iqHmL4f7EBprHONid2P7Lie2+mNirpxN7+WRsLzX38fzhJOZImA95qjmRZ/dG9jTmSkb27P44fnv+aBT3774Y2/7uWHMiYxsNJypPpDmY2QmPCfG1+KXtLEoz5nnqTbNG163Vd+suuPU119M7VcRcD5tx1Zoe9xWlGXG5u+UjI5AR+K0IzD6vOuWFm9fMWHyRRRhrvcLqC2UszsiGXPVTZdqUq1tY0RI13Lw0o99srzvkg0z1n8UlJ2yuhW/Q3OvgyTAWjzy4P7T9uwPbuz2w/Z8GtgfdObD9O4O4zu8HDwc2eDS0oeZrh89GNno5NhaoHCmv8f44Fq2MxSflb6Kc0cQiVdmz86+xMKX8Du7nGL2O78/gGot3swA4i4LvH+zbzqud2FDr0aPHxngK4x4//XRb4yU/HY6f/KAxlR9/TGMq/HbvXhoTef78ue3s7MTGXuTHmAhjIJDQFFwTwzZqtVLjIY3D8RDGPhYW5u3U0imNiyxav9+zVqtppcZALB+fHwL+W1jm4SlNk1/0C7+lmPxsRiAjkBHICGQEMgIZgYxARuBzQcDdigIqrCgTlUpL9asqqtVqVqvXrJy5dvK8Vs78rucL7i3LyLOcpoWul1PivCjS716o3ODBzcSPBVk6iNvT2Z/jU/K6u7nwcJ+mOi+gUjiJSlHgN5OWZcKSNHSj3yKd6uHwnO8V1UsrReg2qLqutNDzRVlaQVoU5irfXCqYJX39lP7c3fj/Dq1Wy7q9rs3Pz9uSxgHOnDlj58+ft7X1NWMjrkRrurZi/HZqcTE27urE/5loGfbujqCfknSZl4xARiAjkBHICLwBgYl+ex2dmHuIeYhqXoJ5Ckhzr2PNvY73xjGfMXw5sqHmRoZPR3bwWPRwaAf3NQ9yb2B7zIdojoR5kr2fDjRPItL3ff3GJl3MpwyfjW20M7ax5nIn5A8PmgzWH8P4GsMXr9O/aG4VYxR11zyOW6n5nFq/tNp8afVTtaP5Hn0vO4pHdJ/HZlxmEZdYPjICGYGMQEbgs0YgM58RyAhkBDICGYGMQEYgI5ARyAhkBDICGYGMwJePQJYwI5ARyAhkBDICGYGMQEYgI5ARyAhkBDICGYEvH4EsYUYgI5ARyAhkBDICGYH3QKB4j2fyIxmBjEBGICPwGSFQyNPXm26tnscijb1TbizSmEjXFov4rd4yK2tmrvvdLR0TizUg0xez6roux/XJeGKjgcVClHsvJ7bzdGIsPMlCk49+HNn9f4/s7j9Hdm9K9/81sgffjYzfntwZxyKULx9PjA26dvX8/u7EBvuJDjfoGqiM4ZRGZrFRl9J4OStelrLEi5iqXpqyL/zI4mUE/vQIyEdVvsqdLxb+SWc6sfc+que98JSf8taf+XvnmB/MCGQEMgIZgYxARiAj8I4IEHhMyau+mU8s/qkTNFKHaKhO2GA4sIPBvu3t79nu7qtYWPrlyxf2/Nkze/L0qT1+/MgePHhgbKjFQtN37t416PadO3Yn6G5suMVv9+8/iA2+Hj16FM++mC40vbu3awcHBzYcDm00HooHdcD0qR6YPsfqh4lixe7pdfFZlm7NVsN6/Y4tLs7b6eVTdubssq2snLPVtfO2cv6cnVpatF63ayyw5e7mfkSWj4xARuAYAh/7i6sAVUFz+kCFKRXFRTs8nO+H397iZOZ+ng0ib13n3JS+RS75loxARiAjkBHICHwQBJgzOEYKXRVW20RzDAqtY75hNJrExlgj5iGYjxAxP1FtwrW/M4kNuHY0//Hi0die3R/Zk9tje/jDyB78ZxTzIMyB3P1Hmgt5+N3YHv/EfWNj/mP32cQOXk1seGAqT5E9PGg+I9rE17SL/KSAO+R3taE1ze+w4VZ7vrDuomt+Byqsv6RU39t9t0bTrCzjEYv2Np3mz4xARuAjIODmFn+qc0W7sNpcaY2lmjWWRaehMhZtrC+UVvZKK1SHqcvGERXcooqn0/QZ9ZYPfWXudTK02EiLBSQHz0axOReLTu79cGC7/9q3nb/t2c5fRUpf/X3fXv1T9J992/3xIBanPHgwsMHhBl0jS5tzTSwWuDyYWGzQJV8XC1PK98UGXfKFkWruN3gI5ymmxVMwrNPP6S825BqPjTEUxjYY43iucZMnT5/Yg4cPY1MuNiJnjITNuUjZgOvBg4caU3lizzS+srPz0vb29mwwGBibcAXRiAiQiQg7qKjQeEi9Wbd2tx2bkM9rTGRhccEWlxZtic3JT2kspN+zZqtpRVl8TlD+eXl1iT5L+vqb/qZ5ubvpT+THsstfMgIZgYxARiAjkBHICGQEMgJ/FgTc3QrNS9E3Kuul1RvqSzcb1mw3rd1pGf2qjvpW7a7OO21rQ3wnraj6rjTu1fVOt2OcJ0rnXV2D4rdex9J521oqh/Ia6sfVGnXNW5caWyuCLy9M8bqZuVmQfeGH5HR386lOCnTSrFlDc/7g1BZWbeHcBsueMOx1hbNSfe/02nHO753pPe3QRdu4xnkQv+l6nCvtiNrkS6rfWkpb7ZZBTZVbl06wjaIogi938Sdl8PmpaaMsS2s2m9ZTn59NtpbPnLaz587a+dXztr6+ZhcurAetra8bm3KdP79ipzVOMD8/b+122xqNhtVqNdlfae5u+fjyEcgSZgQyAhmBzx6B6ZwBY/BB1ZxCNcdAyrwDxDzElGJ+Yn9ioz3RztiGL0Yxj3HwcGj794ax0dbud/tpvkPzHjuQ5kBiPuQf+8Zve7cHdrgJ14ux5j4mNlb+FjzMIHvYpE6MqQ6G840Prou8bhbzO/0y5nNifudwjqdm9cVS8zuFlS03L2fyzacZgYxARiAjkBHICGQEMgIZgbdEIN+WEcgIZAQyAhmBjEBGICOQEcgIZAQyAhmBjMCXj0CWMCOQEcgIZAQyAhmBjEBGICOQEcgIZAQyAhmBLx+BLGFGICPwZSFQfFniZGkyAhmBjEBG4CQCXrrVmm4s2NhZKKy/JDoFufWVdhc8NuRqtNzKmpsXZu6WjukLU7x/lC5Y+k3XeTmJBStZpPJgz4wNuV49m9iLh2N7cndsj34YHy5Eee9fI4Pu/3toD/4ztMc/ju2p7nn+YGwvH49t59nY9l5MYlHKwd7EWOiSBS9HA7PRMBFljYeTWLByPEppLAjHC1RTfuBTp/G+lOUjI5AR+PIQwDeJ3D18kbubpb9ITYe+6vMd//RQZDWbFvoif0j+Qe+Y5RdyexYjI5ARyAhkBDICGYHfGQFFIBF6uLsd9c0m6uqMbTwZxcZYQ3WUBoMDOzjYt/1qQ66dl/bi5Qt79vy5PX3yxNhc68HDtCHX3Xv3YvMtFpc+TmzKdc/u378/3ZDrsZ59as+Vx87OTiw6zaLVbP41Ho1sMhmLD3iZpXTNXD0xUVkWxiJZvV7XFhbn7fTykp1lQ67z52xt7byxwNTS0inr6vd6rW7uHvQ7w5yLywhkBCoE3FQHX0OmQ7/p853/4jE+RKriyt8t/Bl9LDfTn+UjI5AR+OQQyAxlBL5IBJjDCMEUqnJ+OJ/A/ILmFcak0HQOQmG2QWycxfzEYH9ig92JHW7IpXmMl7Eh19ie3B5pDmRkD74bHc6D3P37yNiY66GuxYbgZcaKAAAQAElEQVRc98bG/a+eK4/DDbnMxmNxJZ70Ge0ibSMUPHId4kcRbWitYWl+Z96ttwgV1ltSulRY95Rbq+dW1/xOUZo5GZkdppaPjEBG4MMjoHrm7uaaUy3bbmzIVWdDrjP1tCkX50tlLNhY6xZWNAvzEjao3KKqspNyOcjjU51uOQmzCb5JPogNuYZPR7Eh1/7dge3+cGCvZjfk+r892/mH6F97tvufA2PDLu6rFqRkM6/hy7HFhlx7Yxvvj21yMIkFKplzjY25NPcaG3OpTMrV0IMZfko0gUexHMxVaXz59D8mAnOsyeXBcGgHg33b3d21Fy9e2GONmTx48MDu3rtrd+6K7ty127dvG+Ml1fjI48ePY0Ouly93YmxkqDzIa8y4iDAhb5PKJhoHifGQwqwoC2s0G9butKw/17P5hXlbOLVgbMh16vQpW9R5t9+zZrNpJQ7704cwcwgCbuYiE6WUE3vvI+WhxzlRVuSrb/kvI5ARyAj8ngjksjICGYGMQEYgI/BJIOBeWFmWVmPzp0ZN/am6NdtNa6lPlTZraqt/BbXs2MZOHa5NqTtNdS1tBtWOzaFi8y391ul1pt91Xefd2ECKa3qOzZ9aTZXbsLrKr9VrVtQK88LNfEqmNMi+6MMlo7s+S7dCfdtarbR6XfpoNawlnbTBF+oKRzAUdYXnMXx1rS3qxD3CV/fzXOhO1+K8ulalXIfieyt0jw3Qt0Ynpfhw8eSFmVhMZJ/eURSFNVst6/V60fdfXj5t586dtdXVFVu/sGYXLlyw9fV10Zqtra3ZysqKnT592ubm5wxbbzTqwlv2p3zc/dMTMHOUEcgIZAQyAp8rAh+Hb80TMD5+OHfAPMIsHc4z6K7p3AMbZo2Zl4A0RzHeHdvo1diGz0c2YP7jkcbw7w1s76eB7X53oDmQPdv5u4j5j//bt52/ifQ95kB0z8H9YWzkxYZeY817xDyHeNCUgEHutKeQIBC/pjH9IH0lpnDFe8Xh/E5hDc3nNE7XbJbqp2pW65dWNAvjfh7NlBHICGQEMgIZgYxARiAjkBHICGQEMgIZgU8QgcxSRiAjkBHICGQEMgIZgYxARiAjkBHICGQEMgJfPgJZwoxARiAjkBHICGQEMgIZgYxARiAjkBHICGQEPhACxQfK5yNkk7PMCGQEMgIZgQ+BQCFPX29aLMrYZbHGU8XhYo29U27d6YZc9bZZUTNzNzPIdEzs8P0jfbP4jRNRvJs0tligkkUp2ZBr5+nYXjycxGZbD9mQ618ju/vPUSxCef9fw1iYksUoH/04sid3RlZtyMVGXnsvx7a/O7HBnuhgYsOBiSY2GkKm1Gw8mpLKZdFKaKLzyRhGxRR/1alSvmbKCGQEvhwEcE1B+sAfufwbZPoeUp5M4+Kvf8RjfIjIl/xIyTsovvx6PvmOjEBGICOQEXhfBPJzGYGMwDEEpjFJQap4JxZ3trH6ZmMbq1M0Gg1tODywow25do0NtFhY+vnzZ/bk6RN79PiRPXzw0O7duxd0NxaZvmN3bovuiO6KlHJ9dsHpp3r2+YsXtvNqx/Z296KMoTpnI5Ubi2mID6MTRhpExyuR28TKmlur1bBev2OLbMh1+pSdYUOulbO2unbeVlbO2amlRev1usZCXu5u7oksHxmBjMDvi4Bb1D8rlFakazYlkji39ztUteNB0iNSrvr7LflGpvkjI5ARyAhkBDICv4IA8xdxi0JVzollIx1rjgGq5hpIh7omirmIwSTmJRRuG5tyHWi+Im3INbZXzH+wIde9sT2+PbKH34/swX9Gdu/fIs2D3P1HStmk68lPY3t2f2wvH09s93BDrknMcRBOw0vwd7JdFL9xffpRqI2uNdyaHbfOvFt3sTDmdXqa5+kvufX0vd336YZcblWbO338E0wySxmBzxwBF/9TYlHoolVYrV9YnU24lmvWOF23Ogs36nt9obSyV1jR1AN08G3mmK3rqrj6M91l6lZHlzs2yGKudGeUFqR8OLS9OwPb+/7AXv1z33b+b89e/nXPdv62Z6/+vh/XXv1n3/Z+PLB93bev+wePR7Gg5ejlyGKBSxa6VJ7jg3FsyMUilWPNwaZNuCaxCRj+yTTnOoFwVOIT/wlfwb2+R/oZfMD3aCQMNKaxf3Bgu3tpQ64nT57YfTbkunvPGBNhI67bMVZyV+Mn9+3hw4dWbcjFWMve3p4NBgMbjcbSjUggCS0hMAUDxfnE2KCt3qxbu9u23nzf5jUmwiZcjIEsaWyEzbl6/a41W01jgXNlkP8+AwQcHvmgknL+vqQ8IgulVHYvlNH0nO/6lv8yAhmBjEBGICOQEcgIfGEIZHEyAr+MgLtbUYhqheaWS6s16tbQ/DL9pTabM6lf1a6I72+i6j6lnRnqxuZQHev02qKOdfmNTaSm11udljXbDY2piVR+WSutLAvzQuRmXpH9CQ5kRR+Snf5qWS+t1qzFZmWtdsvawgp9dMCuJyxFcc73Q2pbRxhz3zF6re5ayjNt2lU9QzlB6jM3ZQv0r2vio5CNuLt5IT246BP8K8vSWs2m9fs9W1xctOXlZTt77qydXz1va+vrduGi6MJ6bMi1vn60Idf8/Jy1221rNBpWq9Vkf6Xszj9BCTNLGYGMQEYgI5ARmCIwYQojPuJCTCHoq+nkaJ5B9zDvMCU244q5CM2/jpmj0Lwrm2jFhlwvxjZ4MrTBw6Htx4ZcB7Y7nQNh3qPalOvldB5k9z+a/7g9sIMHAz03spGeH+2ObaI53ihffARj+vBoUuMD9sSULurPXdcUV3jdrWwXVp8rrX6qZo2Y31HK/A60WFqN+Z2Wm5WWj4xARuCNCOQfMwIZgYxARiAjkBHICGQEMgIZgYxARiAjkBH48hHIEmYEMgIZgYxARiAjkBHICGQEMgIZgYxARiAj8OUjkCXMCGQEMgIZgYxARiAjkBHICHz5CBRfvohZwoxARiAj8CsIfOk/u1lRc6s1zBptj425OvOF9U4VNrecqLfk1tW1dt9jYcd6061WN/NS5GYGWXoXafreVLycxHtLk7HZaGTGApWDPbP9VxPbezFJi1M+nsSmW2y8xeKTT++OY7Ou2fTJzLVnnN8b2bN7Y9HInt8fG8++eDi2F49Ej8f28snEdkSvnk6MjbxYzHJX5e29GNvey0mUfyAe2NzrYHdiLJg52Jukjb6qdF/fpzRUysKar6XBxIaZMgbZBv4wGxgNLDb9i3Q4PY90YiPS4cRYMHI8XRySBRYPySbxD881kaOa2Fh+S0SqX+K6Uq6P5czIAxqNdEVULcAbZcsGUjrlYcpX9g+TP8w2MvYZ+2wD2QayDWQb+FJs4HUxxuG1oUfMM1Y6HrlNxqKJqErVORsTt6hDNhwOY4Ho/f1929vbs93dtEkXi0e/fPnCXr54YS9ePLfnL56Jnsf5C33nt52dlwa9evXKdvXsgfJgsemhAq7ReGzESBPFS+oSqmtYmLvIEhVes1rZsEa9Za1m1zrtvs31Fm1xYdmWT5+zM8srtrx01k4tLtvi/JL1e/PWavSsVjQlTxHy/a66VFyXy5vkGO5PageHvmXanxkJh0R21O/S+M4YUh+LfhJ1Xz0kVX8N/ricjvpQpj4VxPXJRNd1bSIyEelE/gLCd0Aj/NS0//az8g55sWyX0kf2T9k/ZRvINpBtYGoDB0pfR4zliwazVI35T9OYE9D8AGnMVexMYt5gT3MIzCW8ep7mFXY0v8A8w0vNObyANAfBXMSzB2NjXoI5itl5jDedcy/zHzzLXAb5Ug7zFfABv7TDCq0VW6vFrJpUtbAn/xRqW6l5mVrDrNFya3Y9NuLqnXLrM59zxq23VFh3wa09p987bgrFYz6nKE7mlr9nBDICHxWB0qxouBXtIhZmrM2XVl8srcFijWfr1oDYmEvXY+FG3cf9XrqpS22HB/GzvoRr0LkpFldobbGApGLEsXzeaGdsoxej2JyLjbYO7g/s4O7A9kV7bMB1e2B7P03p9oHtx/lBusZvon2Ie/XMwb2B7YtYuPLgwdAOHooeKf/HQ4sFMJ+ObAg9H6ncsQ1fKoWHV2NjocygXZ1PiQU0jxELa4pveD8k+fXxxybhxeKeQSprdDC24f7IBvuSd/cgxkpe7bzSGMlLjYu80PgI9FxpoheMn+zsaGzkle3t79n+wb4NhgMby4HTx5mgGOnKg9zKotD4Rs0aGhdpyRn32l2b17jH0vySQQu9Beu356zT6Fqr1ra6N6ycyHDUD/roWEj+XMbE3gmDWftRH5aFXBl3gyZsyKb6OVEfeEIqW5hMaaw+8iRooitjEekJ0nNj1e2J+sdsuFctRFvZaqSUn/X2bjrLeGW8sg1kG8g2kG0g20C2gWwDn6UNEGsX6hs1ioa1623rt3q22F+0M6fO2Pkz523t3FrQ6tk1Wz23aqtnf410H/dWxDOiNT23pmtB0zzXlZ4/e97Oav56aW7J5rvz1m111WdrWc3r5szJH4vNx58lxu/SF6I/YkO3YlxYaTVraB6/1+zZgnSyrDn+c6dXpJeV0EPoZiXpJ86F52pFwjp0dpj+kt7WQq+Hz0tP6P0c/7dg6Yydkl7oSzdrLSvHpWEvE/Wj4ZO+1M9k+4P9ALyBHfbTrDWt3Whbt9m1nux6rtO3uc6c9Stq93W9K7tvWcObVk5qsrlCk6Ru5POpyZb5mXzx9T/rOOs428Cf1AZOjt3zfU8xzwlis6tDirmB6TyB5gqGmq8IejZK8xaaTxhofuHg0dAONNcQcw73da65jH3NRTCXATGfsae5ir2fDjSPcZDmMGI+Q2P4kR4Ycxl7d5Qyn6FnYz5EcxiDJyMbMmeh8mM+QjEAY62MuWpQVhOw+tPYrelgvkWJmetPZJqXKRpuheZey25htbky5nPqp2vWPJuoofP6Qmllv7SiU1jRLMxrbu5u+cgIZAQyAhmBjEBG4BNAILOQEcgIZAQyAhmBjEBGICOQEcgIZAQyAhmBjMCXj0CWMCOQEcgIZAQyAhmBjEBGICOQEcgIZAQyAhmBLx+BLGFGICOQEcgIZAT+QASKP7DsXHRGICOQEcgI/A4I8ApQkLvpz8q6W7Pr1l10mz9X2uL50haUzp8tjA26ekuFdebcGh23mu4tSovnTAfvKE3GvKzEFxF/zseUpufcM9Z9bJTDQpMHuxPb3zFj4ywWo2RRSjbfevTjyB5+N7L7/x7Z3X+M7Pb/De3235T+dZr+bWh3/k+//X1o9/45svv/Ev0nPfPwh5Hx/OPbI3tyZxwbfT27PzIWzXz+cGwvH4keT2LzLsrceTqJDbxiE69nE2PxzSAW4hSxICcLZEL7O/D7Gnqla5li0zMWM8307vaQMXs/zPAhA/mRg10zziGwPFB9PNgf25BFFQdjG41Ecj5jOaHJZGQTG5muRDrhmr5PdCWuu37TPWPdH88Nx5HPQPlV+R/6ApWTyp9E+ZSd6f10mXHLuGUbyDaQbSDb93HTjgAAEABJREFUQLaBX7CBiHVSrEHMs//Kog918MptuF/aeFAzGzesmDSs9ET1smm1Uudl3cqiZoUX5pBNO2aKgiIGUhw0Ju6ZpfHIZq9NIkZSJ07PmE8iB3dXnlChtNQ1kZdWWN2K4KFp9bJt7Ubfeu1Fm+8t29L8ii2fWrVzp9ft/JmvlF6wxf456zZPWd275sOmTSTLcL9QXGW5b6E4M9eJX6gTGZuPXj8Ows8If42BxFiIMD/YHdtA/auR+kdj9a/oL43lQ5KPGMlDQOOUxvWRvMcovodPkW8ZQWwUqD5a6l+N5c/GsRlKZe/Rl5Pfq75/iWmWafLRbThjnDHONvAF2YDaosNxuJnzPZ3TRjF2z9zCIT2fju9rnJ/xfojx/5gHeDKxaoOtF2yuJXp2bxTzB49vj+3xT5pXYG7h+5E9mM5N3NO8w91/ai7i76OYj7iteQnop7+ONF8xtLvV/ITmMR7quSeak2DTrpeaf6Bs+KNtG+5PbDgwU1Nok/HE1EAGVdE5qfNhcVn3KOU2kS4ZvzEfU2+5tXpuHc3h9E8XNn+m0BxOYafOk5bWX/LYjKvedFNXwIrSzQszc8tHRiAj8LsioEpXuDl1UPOpZauw2kJpjTN1a63Vrb3esOZq3Zrn6tZYrsXijrGQY9vjGZs98BnQ1B8c/eSHp8zRKvi2WGByMLGR5jLYqIsFKFmIko21YkHLHwb26t/79uof+7bzf3v28n/37MX/7NqL/57S/+j7/9P1v+7Zzt9Ef9+zV//ct1f/EvHcdwe2973oR9FPIha+vDew/fsDO9zA69HQWFxz8ETpk5ENIBbchFiAc0rwxqKcbCYWxMZeFe2MbPTBaaw8RerbxEKh1SKhSoe7Km9vJD890lzS0IZy1qPxNJ0MNXs0ErzQWOlYLlyk8ZHJDFk4Wtena2ymtIbGRlpl27r1rs015m2xvWTL/TO2srBiZ+fO2YLGQtrWtULjOhPNk4/Vro2CxOMOJF4+OAY5z/e3K+lEtjJSX3WsvnEs6soitOojj9W/HQ2FLf1kxtfCSvRdljPWebIcvlffuCLiXoi5yMFIY3wi5T0Mvas87IAySX9GI9lzpvfX5++HXeYxY51tINtAtoFsA9kGsg1kG3g3G5jsmtWGdWtbx+Zq83a6e8bWTq3bN6tX7Oblm3br6i3bvrIt2rLNb6BNpe9Al/UM9E31jL5P89v+dttufn3TrqisC2cu2jn13RZbp6xX9q0xaprtuuLwiSjF68OI099NvlHE+5/PM/RVbc+tONDYxaBuHc3pn1L/dnVh1b5euWzXLl6z61/dCNy2vtmWXrZtS3huXdl6N71M9bGldCue3zb0saV8Nr7esGsXrkkv39pF6eVM74z1yzkrxdNE85nwCH262CZ7GUWfH/tJBM+JxkZ6/PfqGdLPx14+XR1kDLNuPr4NZIwzxp+1DUzH5RmvP6TnIxtOx/IHVcoYP+P9QUOLeQDNB7DB1v6DoR3cHxrzEPtsljXdQGv3hwPb/W7fXv1HKfMM/9yzV3/ft5fMT2ge4uX/27WXmqN4ydzEdJ7iJXMUmp94xfyEntllXuL2QeR/8HgYfI1eji3GaquNtzSHMuG/NpoOF1V/1TnzK6KYo9W98bPrR83hsBlX2S2nczi1mLdpnq9ba1W01rDWSsPqSzUre6UVdTd3N4s/fVg+MgIZgYxARiAjkBHICGQEMgIZgT8TAlnWjEBGICOQEcgIZAQyAhmBjEBGICOQEcgIZAS+fASyhBmBjEBGICOQEcgIZAQyAhmBjEBGICOQEcgIfPkIZAkzAq9DoHjdxXwtI5ARyAhkBL4gBHgPSBTvBRVuLNCYNuQqbOFcYYss4rhSGBtysbBj/5THYo7Nju5tmLGQo+t545hMbCIyXlbi+yzpHv3FFW4Zj8xGQ7PhwcQGe2YsqMnClCyMyUKYT++O7fGP47Qh17+GsSEXm2/dnm7GdedvQwv6v/TbvX8OjY27Hvx7FAtlPvp+FM8//mlsT+6kBTWf3RsbC2Gy4deLRxN7+WRsO9BTpVN69WxsQSza+WJiLOIJX1W6/3KSFonemQTPxxZ2ra7lNGGTccg4fGwbeDWxg12IjbjMBpzrWqqXY9vfHcu/iA7G8jciFsKT8xmzuJ2N5apGQePpeaT6bWLpOin3jlgsfjiywUB57U8iX3xWkMpjoXoW1R3smpFCwcPHlj/nn+vY+9tAxi5jl20g20C2gc/FBhRrEFcQX0BsxEVK/LG/Q+zhxuZVbGJlo7oVk6YV1rCyaFgNYkOuoq7vpRUOubl76pfpc6JoaKIO2mQytskYGtm4ipcmQxuLJsRK+t2UJtKDyqJQPq4OYZAVFvlbTWnNSnjwptWLtrXqfeu3F22h2pBrkQ25Ltj5M5fs3OmLdmrunPVai7Ehl42aNh7UJVOpuCr1EyPm+lz0lfnMvuVztwH5nORjJobvgWKzE8lFerA3MTbRGg7HNsJXiCbQTB9qwrl8BulYfmMS30fyNiP5lLGxkRcbeg2jfzU2+nSz5aTy8W/Q5JCP7AuEhfSQccg4ZBvINvCONvBltM1qn2grguQLaZOgaqz+2KZcjOuLXj3XOP+UdjT2/0pEypwAG2W9eKS5godje3Z/bE81b/BE8xFP7oyN+YRHzEtofuHBf0Yx53D/n6OYn2DjrTuaj7j9t5H9xDwFxDzF30d2T/cwN/Ho+7E9vj22Z/cm9lJlvHo6MeYX4H2wbxqjhCam0NsUhlt1KLSuTk2NZvw20Q0TFoTTfEv8qBi8rJnVWxYbcvUW3OZOFzZXbci1qvkczeX0lgpr9wvd5/9/9u6DsW0kyf/+rxuBUTk559m7/+3e7vP+38bdbQ6zOzse56RESiTwVDVIWdbYM7ZHtiToy1EZIAkC6A+LEIgadSvLg2ImhWAvFjcEEPiaAv6xC1EK/jksgmIvqljMVG7k6l4v1b1pca1UmQbkKlSu5srts5t1Y3qN5h9bOwbY4UB2ii2fan7zDcznferL2THDB+SqDu04Y+fu071KPujVwYupvEPM0Q8Tjbzzy38cKA3I9aexdv6wr515J5fe6aV3fmmx64//aaTdP4+1+9dxGpBr3163751m/mus/X8favT9ocYPLR5ZpEG5Jmk73gmnb/PQtnuYBuWaKE1nnXZ6J56+X0exM9VRJ58+v1tpsjMLnz+FmNo6UphJlaLW1GpIE5uf7E019cG4xjY9mGpi9aCpFbH9O8/UrotM7TvN1GpHU/t+U9l85dNQ2eHao5YPyjV/v4LNBEW7LpLbNZFS3ayrfj7UYmdRq/1VbQyPD8i1ol7oH3Ug3gzKVc06dret2j5PCJ0Hg3nuTO2cxPNnavXI6cjeKx/4bpY3U/ueXNn348o+rPbMPFMsWzxzPKrZvD9rYcv5o1Of+uvs9WkgPc/H9L43OZC2bfffnTbPnQcb9qE6FznK+8D7QA6QA+TApc8Bfh/Z+RKfg/Z8Dup9Kbd6sX2b0mKxpPXBhm6s3dSDaw/kA3L97lf/n377q9/pv7/5rXzwpv++/9/6pHhgy6f4rXxAr99+89+2HlvXbBCoX/uAXDd+pVtWx76yeFWr3TUN4lDlpJQPTJUGf7DvrNM0sFZ73Ccf+Bz59yBvdzbOVJhBGpDLTK5Zzf/+1fv6j1v/qf/yAbnu/0Y+eJYPovU7e2/cNsUnvz/2Xjz4bRrY63ff2Hv94Hf69d1fywf++ubGN7q9cSd9tx5mC/Z9ukgDWTWDWVXy9+ZD7TjrxyvzfTdquW0Ku+Z9/Lm33//8u59HxXHe/M76PWT75CE5QA60MgfsnCZdi/fj7Hal6SwmVmP16/eHs0G5/Jr+oQ/GlWLSXO/36/8vJjp4PtGhxcHTicZeJ/D44VCjhwdWRzhoahL/tPlvx6nO4PWG3b+MtGv1h50/jOSDb237YFxen5jFttco/jhKtYn9v481sppEqkU8OVSqO/h+2T5Xdo2/OqjldZF66kUSC81uYTadT/wpDx+0y6eqlWo4WVDoBGWDqGI5TzWcztVcnavFUS3HB+cq1zLlw6hg9R4rASiEINlPCnFD4KsJsCEEEEAAAQQQQAABBBBAAAEEEGi/AC1EAAEEEEAAAQQQQAABBBBAAIH2C9BCBBBAAAEEEEAAAQQQOIcC8RzuE7uEAAIXWoCdP48C6e+BguRT76CxOwgarsY0CNfKtUwrV5r5xY0o78yxvxRV9oLyIihmQf5HRQpSXc3Ce4Sr9fZmz9nP0f309FSq0oBcknfo7B1S7ntHma9qvXlWKw3I9f00Da7lA215h5be0WUTEz38k8dU3gGmd4Tpzz/5uy3/7VTP/mXxXaXn/57qxcOpvCPNV4+nqXPNN0+nSgNyvai04/Gy1q5t0zvG3HtdK4Xtx/7rSvtvPGqlwbhmA3Gljj53a6XpXt10aOpT4m0n2Vhg8RVz4MC25ZEGwxrZ8WTfYvbYwX6Vji+Tg2rWgeJUVVXZscqinqqWR5Wmld+3qNJj/vg0dYw3teWn08peb2HrORjbOvdre4+rdBzwbafw7drjBzYd29SPaYQ7EeQBOUAOkAPkADnwS3MgnWvY+Y2fYxyk8wzZuYi72nnPfkiDV1WHuTQtFepSmTrKg0XmUSqPuWLwiAqKOrrZF7M6RaXUWbCfC1nUFlU9scemR1HbmZGH7MzJNqIQQooYm2kIUSFFZlsoFEOhTB0VsadeuaBhbz4g1xVtrjYDcl3fuqOrG7fSgFyDzqpyDRWmHdWHhaajqHRe5e0mZu93zZRc+Go54McaP/b4wH8+8EtzDaSyz2Ul/341Pazk35OazsandmSwizwnvktVdizx40ltF4tqe66yqS+fOrX371i2jsOD2r6zVem7VdqGXW/xbfr2/djpx4FmP+qv1nbfLoE3OUAOkAPnNAfs98Rodj6QBuGaXbPfn0194Kv9bbum7zG/1j+beg0ghdUDvC6w/dzrEJXePKn0+nGlVz9Uemm1hGZALqsveI3hn1M9sXrD479P9OhvVov4y7SpSxwflOtPU/1gjz/+2yQN3uW1iZc+IJet17fh9QbfP//dNhnbb0QfJMfqIvZrUvYL9OjU3GfsFNsnTfh5utdbrM5S+4JBsh95PabohjQgV38lamE9aGkzaPlqptXrmU3tsTQgV1Bpy3m9x18Tor3eVyBuCCDw1QTsMxf8O7PVUYPVU7Oe1VWXcnU2CnVvlOrdKtW5XqhzJVe5matYzZQvZIo+IFdmezk7KNjhQPblXPIZPyZYyJ8LvozF/Mce92NLZafm9aFU2TEndRBqtU4fDCt1hvnDofa/O9DeP8apI8vdP4/kHV5u/9++tn1QLp9a7Py+eXzXO7z8yygN3rX393F63f4/x9r/14F8YK/R9za1dY4fTXTwxOKpxTOL5xMdvphFGpBrqsNXU01eTZQ67nxt895hpse2zVtMd6ap42zvPDvNp47N/bFZzO9/5tQtpnuVPNeSlnQAABAASURBVNKASjafpvu2/r2pJj4d2/TQ9nE6lX9vmVghOw3EZbD2SrsyMrWoZlGrCrV8MC77Vx6y9yTYP6EOykKmMpbqZj0NioEWO0ta8QG5FjZ1Zfmatha3tNxdUd/+i+Nc1Z69Z/Y7bmq/66a71VFH2z4//cw28zp7H0/JbmLvSXovPG/s2lzq6HVkuWA1w6nlzfTQcmNiYd91U87InvPvwSl8vrI5e94et71K//oj1Ty3vBZp6/B1Tay26QPFea56VJYXHvPtT61NE9sfj/SY3Z8SwsAyizwgD8gBcoAcIAfIAXKgJTmQBuSaFOrZ96WF4wNyXf9Gv7n332oGfPqd3g769N/67zTA1udOf5sGkvrtN77O39k2fqNvbFu3N27ryuIVrXRX5YM/lVbHltXm/Tx8YufkP/r+2hL/6Yl2VPY9KFi744Fduzgs1ddAq701+YBc967e13+mAbl+LR/I7Lff/Nbel9+Zp8dvP/t98fX81t+P2cBr/3XvN2ngrwf2vtzavK3NhS0tZAvKbZ/q3Xe/T5/c//Nx374Bes6k7/y1XQPwsO+K9lhlj1X2vW/qYfNTi8oen85iYlOP5j7n/dMT+cl9coIcIAfIgc/MgXQ9/thr7f5kHna9fuJhtQUflOvomv7sGr9f6/eaQ4r5oFzPDuU1CK8TjB9NNPJ4eKjRvw9SPSHVFawu4bWJvb+NtfsXiz+N5DWI7d/va8fqEkc1CqtV+P0de37P6xNWm9j/54G8HnHweJIG//J9SnUEu5ZaH9SqrfZqF2BlF+rlNy+h+NQu16fJ0T+VLWthF2ibh4Jkl/IVy5AG5MqXM5VWw+lcKdS9Vqp7vVDvRqHu1cJqOLmyYaZYBIUQJPtJIW4IIIAAAgi0UYA2IYAAAggggAACCCCAAAIIIIBA+wVoIQIIIIAAAggggAACCCCAAAIItF+AFiKAAAIIIIDApwjET1mYZRFAAAEELrBAkPxvg2Im5WVQ2ZN6C0H95aDhatTietTSVhPeyaM/5s91bZlO35bvSpm9Lsul6J3LRUlBzc07gbM5mzT9xVVKfcdVPp3a/ESaHDThHVN6Z8veoaZ3Vrn3qtbuy1rbzyv5QFpvnlZpYK3XT2ZT7yzT41GlVz718PlH0+b+D/b4sXhpz6UBun6w59PjU720eY9XNvWON1PMlnvp60mP2/Kz+bfL2mPpuXe3kV6f1s3jZ2rBe5A6km37e5A+z/Z59Xa+tvf8tc2/flyn48T2U2nvlTTeiZqMMtWHuepprlDniqFUFi1CocznU8zm/XEPlQqVvWaSazrKdbCXafQ6aPeF9OaJbcO25YMHHoVtP+2PTX1/CI6B5AA5QA6QA+QAOfBLc8C/e7z9DtN4vn7k5yHS68fSztNM41elpnsDxYNFFdMVO4NZUTeuqpevqV+sqpvb/XxRZbagMg5UeIS+8thTHrqz6CgLFuoo2hoym2Zp6udLTeS2bBa7KkLP1uHRt+nA1rmgTraoTlxSNy6rm62ol62pn29YbGmQX9Ewu6phfl2D7Jp64Yo69abt67rt84qq3QUdvO5q73mu7SdRb6xd6XzO2vlL/Xh9kzM44PAxOeDHm/ly/r3G4/h3ndf2HWj3ZdBoO2oyztL3K1WFogplwcK+Q+UWWWiOGW+nhaI95ssFW76eFKoOcvl3tNGboJ30/erYe2Tfs+bb9mmKdD3m2DInv3NxX/P3jil5Qg6QA23NgfT7IF2Lb67nv/LfDR7HHvNr+c1yx/Ngdg3flvXfdR6NkT9uy9njR7/v7HfQ0bzXGSxe+2M+nce8LuFTq1V4vSLVLp7X8jqG1zRGb2q7HlnbtcRah6Nak7E0PbSwOogPlON1kTSujhVM5tN3OogLUohB0Wo1WR5UWN2l7EmdYVBvMWhgNZsFr9dshlSzWdyIWlgLGqwE9ZeiuoOgomuvt9eGKAVfn4W4IYDA1xewz176HNpnOthnMusFZQtRxUqmYi1vOnbcKtS50kS5kavwgbmWcuXDqKwfFTtBoQiyk24169Lbmx1H0vHjaGoz09rqIBYTCx8EcFyrsmNR6rjZO9F8PdXhS4vnk6aDzKcTjR9bPDrUOA2uNZv6vMdDu//wQOM0tfnvDzWyee/8cuTzPiiXx78PUoeYozRvy6T7PrXwxzz+bfPzx/3+PPzx4+tK87bs8akv80vCtjW2bY9n60zt+WGiw8dTHT6bavqiUrVtfnvBrlVEZdNMudWH8rpQbt958mBTi+JYlHbdpLTvOh6d0FVXPfXsessgDDUMC1oMS1qx6zNrYV1rWtdKtaqlyYoWx0vq7y2ofNWRnmWa2O+ysbfN9u1o/2xfvbPSJszCnyc0OisDz5/5+2P7MPbceTLV5LnlzWup3pGCd1A/icrrlDGWNUWKo3uWO55HheWMPzN/PLcci5NMstdXti7Px4NHE/k2PE/TZ8q2P7LtjzwvbDr26VFcsvww/xFxdp8F7LEnB8gBcoAcIAfIga+QAwf2nXNi1+Tqp0HheabCvjv1dgdasO9SK9M1rdUbWq3XtVrZtPLpKYate9m2sXCwbN/bhiq3e8pflvbdLWr6RDp4aOfqfk5ukc7RffoVTM7yHHj8vbXZvwPZd9fJY/ve/NS+95hJd6ev4WhRSwcr6buuvzer/n6YYfP+/ML3xd9jX5etc2WyqqXDFfs+vZzel+J1R7LcOLQ8Gaf3xPbR3wuP8/Z++D75dzrfL5um7/1p3r7LzZ+zx0f+Hc+nHul5v85yKL7/HXLc9Xy4jEGbyX1y4MvmQPodZMfYD0zT75/jv5P8/fD7vnz6nWWv9cd83qf+eHref38dpN9f/jsvxay+0NQVDjW2cz2PkdUfPLwukaZeo/B4bMs8mVj94lAHzyY6fGHhg4FtV0oDsO1Xqsa1qjQQV63aayKVTa3oWvu0suu1dspi/6Yf+S3YP1YzVRYUcosyKOtFq8Nkypcyq9nkKtZzdbYs5vWaTXvM6jjFSq58MVM2iE29xtahIKUQNwQQQAABBBBAAAEEEPhFArwYAQQQQAABBBBAAAEEEEAAAQTaL0ALEUAAAQQQQAABBBBAAAEEEECg/QK0EIGWCMSWtINmIIAAAgh8ikCQQgjyjt3yIqgzCGlQruWtqNVrHplWbOqxfCWmwbr6y1G9YVDZC8o7UpbbOqKObrX/cdM8/I+cPI6efXcmPZX+0dEAXvPXpw4rJ0odWE4Oah2MpIP9WuPdWqPtWnuvK+2+qrXzon47gNfjSt4R54uHU734rtLz76Z69s9KT7+d6sk/LP5uYdPHNvV49LepHv11qscWj/4y1Q/z+PNUDy1+sPDpwz819x/+aaIm7L4/RpgHFg/Jg6+QB/7Zm+r7P87iT5V++HNln99KT/5W6/m/pDePMu29KDTZ6aoe9xUnQ+X1gjpxQd1sKUUnW9Q8ujafIl9SGReVVQuSvW66102DXew8zfXy+2DHjlqP/tJs76Ft9+FsH3yaIh0X+Bxcls8B7STXyQFygBwgB75YDtg5xsM/Tuy8amLnPD6dNuc7f6n15K9BL/6Za/fRQJOXK8r2r6g7ua5+dVPDeEtLxW0tlbe1WN7QML+mQb6lfr6pfrZh0/U0aFYvX7PzodUm4rJN57Fk50cedn/2eCfz+RVbZtVe67GW1jWwdQ6yK2kbC8UNLdp2l4u7Wi7uayV/oMVwT4P6rnqT2yr2r6t6taHRk0W9/q6r5//I9ORvwc6r6lkbD1M7v7c2f8/5lJlMCb5XfeUcmCh99vzYk+xnxx27LvL077VePQza9+9Xu13psK9sOlShhXS86Np3qE6+aPPvRpk198uwYN+vhgqHA9Wjng63O9p9VujV91GP7fvb22sttk3fvsf8OJDmp1/Zgu19sd9tKbfwxfdi5gDv21m9bxP94L8T/Lq8HUN+8PB5i/m1e7+On8Ku6afr+n6N3+Kxx+y6v9cCvCbw9J9TPftXJa8TPP93pRcPK/lgXq+tjjAfYMvrC7uvKu29sbrDTp3qDwejWodjaXIgTSe1KqtTVFOrYXjdw+oZ9TzeLXf8+J4v56+Zh9+fhS8cM6uvFFLeCer0pd5S0HA1amkzavlqtNpMplSnuZ7Z/UwLa1abWYwqu0F5LkXvSC5KQdwQQOBcCQT7VMag4J/RIsg7eyyWM5Wbhbo3LW6VNrW4YXG9SIN0Fd7Zoy2TeUeP9hkPZVCYd/Zox41URE0dTNbyjiZlx5U0QJfef/OXpOftgFV72Gs1tUctaj+mHdp6vCPLUaXpXmV1FYs3Ux2+sngx0cHzicZPbeodYv5wKO9Mc/Tdofb/eaC9by3+Ptaex9/G2v2rxV9G2vX4s83/aaydP9l9jz+OtPOHJnZ/b9Pf72vn/2x6FH7/tGOk7f+1+B/bjsXu/421/6cDjf56qAOrEU++N4enmfJt8x/31JsO1K+HGoShhlZPWsgWtGDTgUdYSANu+aBbw7CoBYvFsKTluKLVsKb1uKGNsKVNXdWV+pquVje0eXBNy2/W1HsyVPyu1PTv0oHVmPb/eJjavv2/e7Z/+2/ji1qctu1lWN8ovTc7ljs7lkd7vx9b7kx0+F2l6rEUX+bKd0p17Ltu33JnIMsdj2D54xHt/ixvBj6f8sges2X69UDdg56yN6WqJ0EH3061/9cDy8+xdv8wnuXHSDv/a/lhebE9mzafmctgTxt3/g8DDMiBs8gBtknekQPkADlwljlg57/+XdHOf5vvjCPt2jm4nx/v/cHOlVMcyue/ROzb+vfsXHzXpmm7ti+7Fs05+EiXMze83bNwC4tde0/cyWPfrE77vfB1zuPtusf2vo+bfLB9aN6Ts8zVj9i2fYfz/dz283qb3/bv/za/nebte958evwxm/c8S8vY52AnxUdsa/Y6fy2BFzlADpAD5MAn50C6Tm9uPp1fv/+j3bfr+bt+Xd8iXeP36/1/HjXX/r0OYLFnNYF9rw1YncDrBfvfHSgNNul1hEcTHTyxOBpca6JDqztMt6dpgK1qv1I9tjioVXuNwmoVqW5h9Q4rY8hDdvneZ3zyTvXj+AO2fKqReN0jxdslQwwKVpuJ3aisH5VbXbVYza0+k6t7rbDaTKGe12Y8btp13mulSqvP5AuZvC6jTAoh2D/ihgACCCCAAAIIIIAAAggggAACF1CAXUYAAQQQQAABBBBAAAEEEEAAgfYL0EIEEEAAAQQQQAABBBBAAAEEfqlA/KUr4PVfXIANIIAAAqcqkP5WyP9eyH4DxBiUF1J3GDRYCfLBt1avZ1q5HuUdPq5cjfZY0MK6Pb8c0nI+IFdRBsVCCrYO2br8D6FSVLUqizS4lv8BlIfsNp/abPqx+/bjfzf1NirZay2m3tmlNDlU6vzycFTrYE8a7dba37Z4XWv3ZaWdF1UzINeTWq8eV82AXN9Xev7vaeps0zvdTJ1v/mMq74jziXfK6Z1z/m0i76Tzkc2n+OtUPjjXvGPPow6i/zxWwyHiAAAQAElEQVR9T0fQE3uMeOidoxLkwlfIge+9U/ZZfP8H+0za/HxArsd/q/Xsn9KbH7LUYfyhD8g16itOBs2AXNmiut5ZvEdcVCcuqPSpPd7JltS16Nj9rBpKBwNN9noave7IB+R69e+op3+v7dhQyY8JHt//sdJDC9+n7/80lU/5LEyEAQbkADlADpxqDnBc/QrnF+cxZ7/3walSTNM5xg9/qvQ4DcildwbkyveuqDu5oX59UwvxVhqQa7lzW4vFDQ2LaxrkV9TPNtXPN9TLZgNyZas2v3IU3WzZzoOW1bGpR9fPiXw+No83z6+oG9fsNeu2vg0NbJ2+7mF+TQv5DdvuLS0Xd7VS3tdyfl+L4f5sQK47yvdvqHq9oX0fkOvfHT37R66n8wG57Fzu+z9MrI0Ty/Wp5gORPbyk7zvt9jwgvnoe2OfwoYUfdx7aceehfbfx7zseT+w70KuHUXvPC012ewr2PSkeDcjl369m36P8O5Z9ryrjYvMdy6b+3aoIi0cDclX23exgu6vdZ7lefh/s+1XVfLey7fk2Pb63/XiYwvPAjgkcC/QQAwzIAXLg0uaA/x6Yygfieui/K2bX5v33U4q/2HMes2v5fj3/kV3ffzy71v/Y5p/Y9f8UVg/wusCzf071/LtKL/5d6eXDqV79UOn1k0ppQK5ntXasxrD3qta+D8hldYfxntUh9q0uMZamB7WmVp/wwbgqr1tYzWJe80h1ECtu2E8qdbzvH3/Ol2tqJbXmr/XO5ILVU2ImZVZfKbpB5SCotxiPBuTymszKtWg1mkxrN6L8/sJ6VH8hyJfPiqCYSTEGeW1G3C6qAPvdQgH/fAf7fIYsKPpntReVL2VNh483SvVuW/igXDbf9QG5rhYq1/O0TDbIlHViep0yNTc/kNgBxSeyY5FHmm+eff+/vrw/Y1Nf3iMdg/w45oNyHdaqxnaM26/SgFzTnUqTN1NNXk914ANyPZvo4Omhxo8nGj+aaPTwIHWquf+vA+17R5v/OJB3vOmDce39Zaxdj3nnnN5Bpw/K9cexdv44amLWqeeOTbd/v6+j+L+Rtk85fDCjHe+Y+n9t3RbemfWe7c/ob9aeb6ea+oBcz6KyN4U64656075dXxlooKGGccFi0cKnFuFtLMj+C0tKA3KFFa3Gda3HTW3GLW2Fq7pSX08Dcm2Nr2rJB+R6OlT4rtDUroW8OyCXtd875f7f/Xc6d98+ZQfWZ+//Z5im/LG88c7Qd/5nlDp/99w5/Fel+nFQeJGlwdxKz52qyZtBGOptLGgY7b7F0PInPW655YO+eXQP+in3fF0Hdo6y/5dD7f35QLv22fBc9e1vp/wlP8jh0akfHzHFlBwgB8gBcoAcONMc4Hf7B87Pd+zxnTTg0lg+8JNHGpTpjwfa++OhhU8PtG/3Tzv2bJ2+rd00KNdYOzbd+b1N0/6MLuV7lt4Pf09m4e9HEwfa/YOFm1mc1nuR3gNb38lp2tbvbXv+fvyfvSe2PxfhGObf6Tz8O+W2fbdLU/v+/6Pp0XN78ud27P48ti9IW9nPy3mM4H3nfScH2pEDO/a7ZsfPd/yaZAq7Fjm/lu9Tu56+6+HX+v26v1//t9j761i7fxtr7+8H2rcagQ/INfruUKPvDzV+aPHI4smhDq2+cPhiqsOX01RzmFj9YbpXaTqqU12isvpEPalVe63Cah5eu1BlxQwvfFjYj7yWqvcVQG0xf86X8dfVVvPw+ymCpGg/XpfpBGWDqHwxU7GapfpMx+oxaTCum6V6s/BBugofkGuYKZZRweuuUQoh2D/ihgACCHyOAK9BAAEEEEAAAQQQQAABBBBAAIH2C9BCBBBAAAEEEEAAAQQQQAABBBBovwAtRAABBBBAAAEEEGixQGxx22gaAggggMAHBNLfCvnfC9lvgbwM6g6ChqtRS1eivLPHNBjX9WZ+eSvKO3wcLEd1F4J8QK68I2V5kK/naBN1Le+cMv2Rk82nP3DyJ/0PoHx6MuzxtJhNj143laqJNPU4lCYHSoNyjfdrjdOAXJX23tTafVVr50WtN89qvX5a6fXjKnWo+TINyFXp+XdTeYebT76dNoNx/WOqx39v4qijzmOdd84H43ronXp6/Hmqo84/vQNQQqkjVBxw+Oo5MJF30t5EZfOVfECux3+t9OTvlZ7/S3r9KGr/eamJD8g17iscDpTXQ5XeKXwaYGJRHe8s3sKnHj5Ql4cvk0+H0kFf092exq9K7TzJmw7j/1HrkR0PHv25at73P05t+9PZ/MSmHrP7X92F7XJMIgfIAXKAHCAH2pYDzflOc37h5zuP/iI9+Zv04ttcu4/6mrxcUba3pe7hDfmAXMN4S0vFHS2Vt7VY3tRC4QNybaXBuPrZhvrZus2vqZetqptixabHB91asvtLdp7UTLuZPRctspX0mp69ppf56309WxrmV7SQX9ViccPCt31XK8V9LRcPtBjvaVjdVe/wtor966pezQbk+q6rZ//IrB0hDTDm79n3PgCQRZpyDmXnlGf1WWa7no+XMb4/Guhlqu/nn0G/BmLxxL4DvfYBuV4U9v2om74nZVP7fqUFdeKiurkdMzyypdn3rea7VidrpmVYUF4N03eyetTX4Zuu9p4VevV9tO9vtX2Xs7yz7bh7cwyYqJlO7bMwsfAp4T4EeUAOkAOXOQf8unwK+53hg3EdXbP363Qes+v6j/86kQ/Ela73z679P7E6wFOPf0717F8WVid48f1ULx9a/eBRJa8jpAG5nlfatfrCrtUZ0oBcO0394dDqEIfjOtUlplaf8AG5vEO3VPOYdwxn9YxU+/DpyZqH3/fHLeqqTgNxNbUPm7fH0utsmRiD8sLC6iydflB/MWi4GrRotZjlK1kahMtrNKvXm/mFtZgG7Sq7QZm9LsusNhOld+oz4oYAAmcuEKRgn+/g9VP/rPajiuVMnc1c3tlj73ZH3ZulRaHu9VKdK3kzIJct4x1ERvuMB3td8M94kPyY4ccfpeOPHUfsuCILr636c7bE+39sgfp4+Gu8g0vv6PKwbjq+HNWzAbmmmmxPdfjK4qXF84kOnk40fnyo8Q+HqUPN/e8O5B1s7n871t4/LLzjTe+A8y/jZkAum+5455zeUeefRtr1+KNNU4eeI+341Dv5nId3+ukdTv/v/jsDU+34Y78obFv/62Hr/R+b/t9Ye3860Mh+Xxx8O9FkNiBX/sbsxz31pwMN7PvLUPZfXNAws4iLGtr3Go/BbLoQFu0b0aKWwpKWw6pWw5rW4oY2whVt6aqu1Nd0bXpDm+NrWvYBuZ4MFf9l36n+Lh3Y7y3vrNw7OX1j7fXOtretjdtm0ExtX+3+zhcNtvFxviN55+k7lkPb/7Mv73jec2fyXaXqUUgDcmU7ljujrvo+IFcYHg3GNbR5j3nODDyfLH/8vmWZBvXAruf1lL8uVD0OOrTzlNFfD1J+7voAdp4PKT9GavJiPt3Xx+07y+FEDpAD5AA5QA6QA+QAOXBRc2Bk596z+MNYe7+3+MOB9o+FD5z1JcIH40rbs23u2vfVXTsv99j5vVna+fnly6mRff+YhXt4+HviYd9b/D3w98WnpxG+ruNxtM60LbveYNcS/H25KO9H811uv/lOZ/mz/VNh1wC2Ld/eeY09tvOLw3KXdVge40AukQPkADnwoxyw30vpMT/PmccfzMl+3/r1+12/nu/X9Y9irHTN367973r8daQ9rwtYfcDrBKleYHWD0b8PNB+Q6+DJRAdpQK5JqjdM3kw03ZmmOkS1X6W6RH1QKw3K5fWKeaT6RyqHqLmFZqL51O7OaqxW9pDXSOaR6if2tGzZ4LUZq6/EblS02kyWBuTKVW7l8sG3jmozqUZj13mvFirXcmULtry9Lr0+2DbtR9wQQAABBBBAAIFzLcDOIYAAAggggAACCCCAAAIIIIBA+wVoIQIIIIAAAggggAACCCCAAAIItF+AFiKAAAIInIVAPIuNsk0EEEAAgbMXSH8zFKRovwnyMqjsSb1hUH85aLAa0iBcS1sxDdLlg3Kl+c2oxY2o4WpUfymotxDU6Yf02rwTUieSWR4UM4sohVkoKN38D6F+MuZ/VOUDc81iemxwrslYOhzVOtyvdeCxV6eBukY7tTz2t2t5B5p7r2uleFWnwbt2X9r0WPhgXjsvK+28OBHPK22fjGf2GKFtDDA4zRz46HXVjfvTSm/mr3le22c3aO9l1Oh1Lh9IS+MF5ZNVdasN9cOWhvGaFvMbWkoDRtzUok/t/oLFYuH3b9pzt+TL9ONVdetNFdNVxYMlVfsDHW53tP8q0+4L2bZse8+a/Uj7YPuyPbu/Pd8nps37hAMO5AA5QA6QA+TA6eRAOt+p07nIyM5JDnc6qkcDZZMllbWd82hd/bilYX5VC8W1FMP8mt2/PgubL5r5hfy6PW/h0/yG/HzovWHnSwsetszQl7XXp9f6fFq3rTNNr2qYWeRXbFtXNMi21A0bKrWqolpWPFy0fe1rYvs8ep3ZOVtI7dixNnHuVJ1OfvA5w/EX5kD6XjNfh302d+z7jX9G9+071uF2VxotNN+vtGnfr+zznl3Xon2PWipvpumiHScWZ8eL48cTP3b496uettSpN2wdK6r3h+n7lX9/8214bNv2tm27zX4037W25/vDtH35zXvKe0oOkAOfmgMnrs/v2P0Ux6/lp2v7dbpud/Lavw+ytWd1Aa8P7FudwOsFI6sbeP1gtFtrvDerLezXTa3h2ABcXouorB6RBuKqlAbUmtczqlrz/t00f2w+TcUP+ydYHSREycNrJFkmZVYvyb3+0pHKXlBnYHWVxaDBcpQPtOX1lkWruyxdybR8JaZ6jD82XIsarAT1bFl/TWG/orMiyOs5IUohiBsCCJxHAftsps+o1UmDff6988dsmClfylSuWmzk6mwV6lyz8EG5bNq9YvMW5WYh7wCysGWzYVTW8wiKVn+N/vm39QVfrx0D5BE0u9kByn7SwSkdrOxhO4b5QF5H4c/bY2mQQe/oclKr9sG5DurUEWY1qqw2UqXOMae7Nt2p0kBdkzdTTd7Y/Otp6kTz0Aft8ngx0aHHc5vO4sCmKZ5NUseb3vmmx/ip3Z+Hd8o5n/ep3z+lGD85VBOTND209U/tu0f1IijY9Yl8u1Rvb6CFgyWtTNe0bt93NqyetOkDa8WrumJ1pS2bemz6NFzRZriqzWhTD78ft7Qxi/WwqTVtaKVe07JWtThdUm88ULHbSdurrL40se89k2dTHaQ2Htr0eJhLepxp43O2DuOUP5M0GN2BzR8+naq23MleF+rs9tS378mLB8tHueO5sWX54bHp+XIi0mOeMxYb9h15tVrX0HKva+sKr3JVz6WJneP4dg4sV337vt359IDcsM/L2eYE78Fn+JO35C05QA6QA+QAOUAOfHIO2HckOx/2c+LDE1N/7EvGoZ3zH63f99u2P35q+zObv3zng9Z2b785pLb79CimVYjjawAAEABJREFUOjyat/PELzDv6/c4OP6++HYu7Pthnvbd0r/nfTjM0ttHcOwkB8iBi5YD7O/Fy1n/nfq+OHEt36/np2v8dq3/cB5eB3hh5wIeXht4ZTUDqxdMPLYrTbanmlo9IdUV9ipNffAtrzdY/bWy8EG4aq9HTGvVFppKKaxeIa9bzMPve6Tiqy3jjyvIfxQlZVLw8DqJRxkVuyHVUfJBVL4YVazkKtfzpgZz1a7rWnSvlmlAro7VYDrzGsxypnwhU9a3ddh6gtVd0naCuCGAAAIIIIAAAggggAACCMwFmCKAAAIIIIAAAggggAACCCCAQPsFaCECCCCAAAIIIIAAAggggAACCLRfgBa+IxDfuccdBBBAAIHLJ+B/PGQRgv8jZVmQdwzZXwxaWIta3sq0cj3T2s1Mm3ebWL+VadUe804ivXPIwWyAru5CUKcve72Ud2xduRQzyVctu6W/kaqkaha1Td+JWqm/uLTcsfn0B1f2+g/9hA898VOP2/p/6mmeQwCB8yDgH9TaDgEWfrCwXQoKisosCuWhp05cUj/bTINLLBV3tVw80Gr5H1or/0vrnd9ovfx1inTfH0thj3V+nZZZLX+lpeKeFvObGuRX1MtWVcShslAqKJMULYLtgx+fbD+aOXuMHwQQuAgC7CMCCCBwMQX8HMjOPWY7H+x8JIZcmZ2f5KGr0s5VOnFJ3WzVzoM2NMiuaKG4rsXippaK21pO50T3tGLnRSvlN1q1850Unf+w+f+0cyCP/2fnSE2sdfz+f9pz/vyvbPpNeu1yec/Wd1eL+S0t5Dc0zK/Z9rbsfGlNnWw5nTPloZf2K8q+/Gl2ziTfdztvmn2xs7n0Pc8eTj9N69Is/yCAwBkJ+Ocybdo+kME+u0FRMRQq44J9zjfsc3/TjiV2HCkfpGPGun1/Wi9/ow2feqTvVfadK01/rfU0/X92/PhVet1SfseOGdfVy9ZUxqF83VLwg4PSLR0ffO5oT/wOgQACCCCAwMcJ2O+vkwv+3H37LfTuIj96wJ729VqkX1Pz6ckaht0/Wd+wV8prICFKXg/JC6noyOokQd1hkNda+stRw7Wgpc2olavR6i1Rm3cybd7NtXE709qNqNVrWXp+sBLT6/Iy2PqCQpStP4gbAghcLIFgH9sU/hnOg2InKl/I0qBbnauFejdK9W531L/X0eCBxf2O3S/V9YG6tgoVG3nqQDJfypQNM8VeVOxa2LEhWC03xCDZj5cs6srOq6d2um3HKC+lnIw0MJcd13zZd0J288dt8t4fb8B7n/i0B9/ZxDt3Pm09P7e0r9okrIkOIWX2X6lSPfW1EBa1Eta0Ga/oRrylW/Geblvcyb7R/fgri290L87jge7a/N3svu7E+7bcXd2Md3Q93NLVeF1b4YrW4oaWwrIGYUEdde2qSGFbyxQU5TffF78Y4r9T7J2xh9IjNuXn/ArMssfetGDvpOdOX8P0Pq+HDV2JV1Pu3LacuBebHLkXv7G8+ZXFN7qf5pupz99NyzzQHVv+RrytzXDF1rWiXuirCKXlTG7ZkjXpYSi+dZvwgwACCCCAAAI/I8DTCCDQLoHazr/POlzU90F8bTMKR7BvJ2ni07MJfy/Se2J7xA8CCCCAAAIInJKA/36frerY7OyRz5yE8P4XHt+Az8/Dl57Nn6xjpPupzmEL2DmiLxqsDhKsHhKL0NRHrE7i9ZL5AFzFeq7ySq7OtVLdW4V6d0v1vd5i0bf57s1SnaulSq+3eK2lHxWtXhOiJNt3+7GpuJ1TAXYLAQQQQAABBBBAAAEEEEAAAQTaL0ALEUAAAQQQQAABBBBAAAEEEECg/QK0EAEEEEAAAQQQQAABBBA4LwL+v5Gfl31hPxBomwDtQeDCCATfU/snhKCYSz4gV28xpgG5lq5ErV6LWr8Vm84h72Za8wG57LHlLVtmPWq4EjVYjuotBHX6QUU3KC+DMv/jp0xKf7QkyTuEq7xTuHlM6/SYP56itvspbNnaX9CEz/ofWdu9d35sl+Vx9KDf8Th64GdmfMWEYZsTDjic0xywQ4J9/O3YMPtX9qkPyhRVKA89deKy+tmGFvIbWiruaKV4oNXyP7SeOoT/jTbSgFz/pXXvNN4j3ffHf2OP/ZdWi2+0XNzVYnFLw+yKunFVZRwqC6WCMotoW/b0eLsPvk+zB/0J4pzmDu+RyE1ykxwgB8iBr5cDp2Lt5xgeze8w23n7kZ2NBEX7L1dm5yd57Kq0c5VutqRetqZ+vqlhfsXOha5rMb9p50O3Le7Y+Y0PpHNfK+UDrdr5zqqdH3msdf5Daz4AV4r/Z/MWpYc9bsus+eBdtry/brm4b+vx86TbWixu2HauaZBvpe1245J8P3LbH9+vEHJJ9mXMG2BhP7NmWCPsx4HSYz5POAdBHpyPHJDfgn16gzIV6sSFo+9Xy4UdR+x4sGbHhnX7HrXR+Y3S1ObX/btV57+0fhS/1podS1aLX2mlvK+l4rYW8mt2vFhXEez7lYq0Ddm/fnBo3n7/jiVzsHv2448T7kGQB+QAOUAO/GwOGNFH/QRb6lgEm7cfe/A9P/a7yH7SptM/dsc7fT2K4zUNr2tYVBb+fFreVhyj5PWVrFSqkZS9oM4gyGstg5Wg4WrU4kbU8tWotRuZNu40se71Fru/Yo/7gF0Dq7d0B0G51VhiZuuMQT+57+9pDg8hgMAXE/i0FUcp+Gc4C4rHBuTq+oBcN0v1b5fq3e2of7+bwgfo6t4o1LlSqFzPVazmyhcz5cOozDuKtPprKIJCHqQoBc1udozSLFK91Y9Ps/uyL+N+rGri3dPv2at/PPEVB//nx0997iN2WE2HyzR9Z5/se8Gp3Lc9O7Yeu2dEmcpQqquehlpQGpArXNX1eCsNsuUDJd2N93Uv+8biV7qf/cqm3+iu3b+bPZA/fzves2Xv6Va8a6+7qSvhujbjVa0FH5BrRQP7vtNRV3kolNWZYh0MWRbWLpvYjL8Fx8IeP7afzfvCY2fvYO/U0ftSKdj7WKpUPwy0FFbs/d7UVrim6/G27lhO3LUcuWcxn95LueP5M49vZrn0QHey+7oZ72grXtFyWFXf/its3Zlyy9Eov3n7lT4cx/eDvHAXgjwgB8gBcoAcIAfIAXKgpTlgJ8B+Cuznwx5f+32ujs7/G1/fB49j+2Hf45rnLs9j/n3EwiH8/Tlh9LUdfDfsHbiE74O1+oztv/Z7zfZ4z8kBcoAc+Eo5YL9c/fzLw2Y//yeceGk4+cCx521j9mO/z+0cw2bsV5zNN+19p6Zh9Qyvbaiy11r44Fz2CslWHay+EopgNZaQ6iTZIKa6SbGSqdzI1dkq1L1eqOc1F6u3DHwwrgdd9e500mNej+nYcvlSpqwX5euS7bP9iBsCCCCAAAKSQEAAAQQQQAABBBBAAAEEEEAAgfYL0EIEEEAAAQQQQAABBBBAAAEEEGi/AC1EAAEEEEAAAQR+ViD+7BIsgAACCCDQfoEg/7uiFFke5B1F9haDFtailrcyrVzP5J1CbtzNtGnh8/6YD9a1uBE0XA3qLwV1h/bagUU3qOhIWSFF/yOoqHRLf0Q1+yOpeir5H0sdTf2PrPw5myotaM/bvP3YTPpJ65j/E+Yz8+nxB47Pz59v9ZTGIdBmATsKpGPC7A8wFRWUKYZceeipE5fUzza1kF/XUnFXK+UDrXqH8Z1fa8NifR5pgC7vML55fCN1Jv9ftvyvtGyvW8hvapBfUS9bVRmHykKpEDJJfkAJdljy/Tg6SIkbAggggAACCCBwmgJ2pnG0urfzzVywc5Jo5z7Rzk/y0JOfq3Tisnp23jLINtI5zEJ+TYvFTTsfuq1lO7dZKe7Z9L5Wim/sfOcbrZa/0pqdI62V/2lTj/9n03n4fY//sOX+Iy2/XDyw1/qgOndsvbfsXOuGhvlVDbJN2+66OtmyfD+K0FMWSkVltv+zgUyPnbu97TTFnuYHAQROQeB0VuFHFw+p+b7j08w+y2VcsO9XG/a5v2nHkHt2TPjG4j+13vkv+Xcoj3X/jjX/fnVs6seXVTvWLBfNsWNo39F62Zp8nTEUCrP/fLvzY4N90RI3BBBAAAEEvohA+MBa7XH7efdJ++VkP00Rwmbsx35F2b/+4+GXBH8qVNtvOSlEKbPT4rwIyjtS2Q/ygbV6C0GD5Sivt/iAWytXM80H5Nq809Re/P7KtSh/frAS1BkE5WXQvL4SgpQ2Im4IIHBhBOxzG0JQyJqIHftcL2Qq1nJ1rhbq3izVu9NR/15HqYPI+x31bnfUvV6q4wNybRQqVjKlTiKHmdKAXJ2oWEZbpxSilI4LteSdVNY+CJfVXmXh9df02OzYZYcpNeEL2/LzyWxqj7z9CbLVBgt9odv7Nnoam7IakjWytoZXNvU1ZspUqFTPrl0Mw6J8QC4fFOl6vCUfYOtOvK+78Rvds7gff5Wm92ze4258YM89kC9zO95LAyr5667G69oMV7QW1rUUlpsBuUJHuf2XWQRF+c2/89gvE/+xu97medhdfs6hQK2j/+y6lg/IVajUQEMtaUXrcUNb8ZquW+54PtyN36T88Fw5HvftcQ9/7K7l0J2UY/ctf27L82Y5rFg+9lNe5sfzRUdbP2bDLAIIIIAAAggggAACLRZIX5HsPNjOv/370zxODpQ1f/w0p8027JvjiW37Nlos/hFNS2+KXT84+b5UquxCQ2VeHu50muHrbKKy79Aeb7dvX5U+Yr9ZBIGLLsD+I4AAAl9LwH/X/8JtBcl+FPwfHbsdf2C+GZvaj51bzJbzO3Y+kX6/e+3C7tsphlJNw+oadmlfPiiXR1rGt2GX20MuBau9RquP+IBa2TAqX8xUrGYq13N1tiyuFereKtW7W6r/TbepudztpDpM51qp0ustS1mqs4Q8NPsfJHmIGwIIIIAAAggggAACX0OAbSCAAAIIIIAAAggggAACCCCAQPsFaCECCCCAAAIIIIAAAggggAACCLRfgBYigMBFFogXeefZdwQQQACBUxYIUrDfDFkeVHRC02HkMKi/GDRYiVpYC1rciKlTyOWtqOUrFlezNF2y+yk2bbn1qOFq1GA5pNf2FoJ8sK5O39abBusKym393qFkiiIoyzWLoGjbj5mUIirtUwh655b+Hsv/EGse/odZx2P+OFP9yAoTTC5kDvhO22HAJqrtgFBninWuqI5y9VWGRXXCsoV3ZreqXly32DgWft/j3ce6YdVes5xeX4ShMvVsnaWCrV9pO6H5Y1DbLp8lqcaB4wc5QA6QA+QAOfBFckDmejzm5x1vH4sKdpYS7MwnqLBzFjsHCj3lYSA/hynCQjqfKcOSyrgsH7CrG1fUxKpNPdZs2kQvrul4dO1+E76cx0pah6+nY+ss7FyrsHOl3LaXh17afpSdMym3c6XMIs5cvIMsu2sN8A4ybDJ73B8j8CAHzksOvD22yN4Uj2DfgaKifa7zo+9XdhwIq+oFP15sqBePh3+3+tUWrcUAABAASURBVHF0bflOWFFpx43Sjku+rqgirbu271f1B451/jhhb4X54IDDuckB8pFzmIueA8drBSfnrW3pd6FmtyAFj2hTi+iRBcVMSnWLwqYpgrIyKNU2rL5RWK2j7AV53aNjdRSvg/SXooYrQQtrsamleN3E6ygeV62e4lOLeS3F6y3D1aDBUlBvMaozCCptvbltJ2Zq9itI8hA3BBC4cAL+2bUIUQp+XLHPtncYmQ8zFUsWK5nK9UKdLYsrhbreaeS1Ut3rNm/RuW7z9pgP4FXaMuVGrmItU7GSpw4n84VM2SAq61v0oqIdP3zgr2jb8Q4qg02j1WBTB5NWe03TKKX9Cc30R8cXO0am7/N27PQOMH8U9nw6hn7W1F5kP5//etnJ4seEbcR+gn0HyazWk1ktqaxLddVTvx5qQUta1LLFiv3rsWrT4+GPrdhS8/Bll+x1ixrYv33719YkX2NRF02tqo72vcdQbbsyu+aczu6kGX3kfrOcjOxMo/LrWrYT9uO5k9v72/HMqQcaeO7Ui1pSkx/LOp4zH5735T3n+hrK1+XrjClfPGd4z2XWBHlADpxxDvA55Pc0OUAOkAPkwHnKAT8n/8IhW79/b+Mc5CPPQew7bvJKbvadyabNdYPTmW/eD0vC+XZslvfmI98brDh+kwPkADlADnxKDqRl7R/7+ezftfb7up7FO+uwx47u268x2aVyRTW1iMymHrlPg1KdwuoWXrtItQyvY3SifMCtaHUOr6F43cPrKLnVUfLlTMVqbrUUi81cHauldFLdpFSaeh3F6indq4W6/ty8lmKv8TpMvhBTDSV2o1LdJEpp/8QNAQQQQAABBBBAAAEEEEAAgRYK0CQEEEAAAQQQQAABBBBAAAEEEGi/AC1EAAEEEEAAAQQQQAABBBBAAIHPEvD/lfyzXngWL2KbCCCAAAJfXyAEKWZBWS55J5DewWR/MWhhPWrlatTajaj125k272Taupdp826mjTv2+K2o1RuZVq5F+cBdS5tRCxsW60ED72ByOahn6+kOg7yzys4gpgHAyq5UdGTbsiiUthsz2T5IIUrzP4BKf8w1lapPicqWn0V6vc0zlTDA4GLmQJ36Y/AOHqrK5qcWVSWfn6b7Nu+PTX3qYc+fuD/153xZi7Qee96n7mEP8dngGEkOkAPkwBnmgB+LCc5RyAHp7TmJn8vYfXvAz1f8nKeyc5f3R6V0nvPB52v7HvXx0azr+PnU8dfKjpV2f7ZftX8/s3k7LVPqc5rjiMhjzxHiIuSBfXRTvh4dX+yD7PM//f3KPv/HjjVp2dnr0vHJVuptt0lat88TfB7IAXKAHCAHTj0H/Bz0Y8PPT2t7Dyzkt6BUd/AaRJZLmdUk8lLyGkXRDfJ6SNkP6lr9wmsZXtPoLwUNVoJ8IK0Fq3f4oFrLW1FeL1m9HrV202okXjOxWonXS7x2smH1kw17zGsmXisZWI3E11dYPST3juZy24+gS3mj0QhcWoEoeceTaQCtXpR3Clms5fLBt3q3O+rfs7hv8aCjwTcWNvXH/LnuzVLdG2VatnOlUBqoaz1PnVLmPliXd1K5mMk7rPSOK33ALu9sMnVo2QnygbpSx5NZkHeKOa+9pg4z7TjpHW3Xdp5/amFfCPxaxqkf/21ff2qdqR1p23bc96m3yaaV1Yaatvm1jo+J+feeSvXstZWvazZfp/navvNY2O8jb2u6oPMz+/dT+85z/p6dQdj5gdv7ZyFNLV/S++vTWVT2vn9aeF5Y7vjrPVds6rnpOeLbIM7gfeazaccr3PnskQPkADlADnz9HMAcc3KAHCAHyAFygBwgB8gBcuA85IBdr7RrlOm6p1+v/NSY2OtPhq/Prq3Kb8H+sQgxyGsgXouIZXw74FY/KtUthpmyhUw+6FaRBt3KVFqNxOsd5VZTK+leL9Wzekjvtk3vlupbzaSpl3TTfP9uR/6cL1duFsqXc6V6iG3Ptxu8BhKCuCGAwNcVYGsIIIAAAggggAACCCCAAAIIINB+AVqIAAIIIIAAAggggAACCCCAAALtF6CFCCCAAAIIIIAAAgi0TSC2rUG0BwEEEDgFAVZxXCBIwX5bZHlQXkidXpB3OrmwFrRyNdPajUwbtyzuZNq8l2nLwjuWXL9pz12PRwNyLW5FLfqAXGtRw5Wo/rLFYlBvIag7COp49KMKW3/RDSo6QVlpUUhZrrQPIdhUUurYvZa8Y2j/Y7BqWr+3Q3nv8OydsOV8eY93XlPZ609Eep1tqCbMuybIg3OWA7L9sZh9bv3z6seD9Lmedf7uHcFPbX5qy7w/qnQMSa+zZfy1zXqUHk9/9Mv7bs58/vk9QA6QA+QAOUAOnGkO+HlK5ecnkp+rpO8y6X6dzlkqO9+p0jLz+2+nU3vubdSa2nIfH5Ut38SH1v/28Wbf/HzKH0vnUbaPaX/P//mUzvT9xQf/85QD9rltPsO1HV+q5jqLHUf8sebYUdlxof7JqGbLN8eDSn4cqOzYk44L56mt7Is49tUY8DkgB85zDtjvDv/98aOw6/vpd8zJqS3vv3Pm8c7rTi7r9315b79qhWARpZhZWB0iK4Jyq0vkVp8orU5RWr2i0w/qDIO6VsvwekbPB+RaDhqsRi1YvWNxM2rJ6h/LVi9ZvZ7JB+Rav50pDcbl9ZK7Vj+x++u3o1ZvNMsOrUbStXWWto289G0H2xcrfvCDAAKXR8CKnt4ZZbRjTmbHmnwxU7mWpUG2vANJH3xrcL+jvg/E9Y1NPe6V6t2xuFWoe71Q51qhcsti02ItTwNyFd5xpQ/ItZApG0Zlg0yxb9NeVLRjTixtasc633bIpBCD/aN0s0Oj0rHUjpV+/eGjwo+p9l0infPbtBloyFZ3fH5q9z3SY7Vkr/kaMd+n1KaqTm2rpvPvKZWq9P3Fp3ZuaPt0fLlmvrLXNNEsW9trmmief3c+eaX1yF7XhOw+8fXe81Oxtg9Ckzv17H20qX8m7L1s8sBzwh6z+/M8eP/Ul2ui8mVnufd2WftcfOXPxKn4WFtYzwXLad4zkbPkLDlADpAD5AA5QA6QA5cqBzj/4zsAOUAOkAPkADnwwRywa5J+rd4jXZu0+8emzXVRvXtd1K+NzsMH4prPn5im2oCdctgaU90h1R/yoGj1CK+DRKu9ei0k1SsGMdUvcqtjeG0kDcq1YjUOq5GUG7k6VvfoXC1SHaQ7G5Crf7eTBuEaPOgqDcrl9RN7rHerk5bz1xVWG2kG5LLt2rbTPgRxQwABBBBAAIF2CtAqBBBAAAEEEEAAAQQQQAABBBBovwAtRAABBBBAAAEEEEAAAQQQQACB9gvQQgQQQAABBL6aQPxqW2JDCCCAAAIXUiAEyTujzHIpL4O8A8r+UtDCetTK1ai1m1HrswG5tu5mTSeTd7L0mHcuuXItavlK1NJm0KK9ZrgWNVwNGiwH9RajvBNL73jSO7Us+836fUCuvCPbnuQdYMZcilFvO6SspdRxcCVVU6m28Onx8D8IO7rvy70nfJkU9vo0tWXm0/R3aMfuzx9nat646PTyAM+Ptaws7zya5Y93dCd5R3aVPVnZB7ea1nZcqCx8+jExW9Zfa9F0hCd7j2sLnzZhq7ftNPPNPjCPAzlADpAD5AA5QA6cbg58+HzDz0tqOxeZRTrfsfmj6ex85uj+8efm876Mx/z+h6a+jMeHnvfH3/e8W9R2/nQ8/DGCzwk5cB5z4P3HG//86u2xxr4ffdr3q2PHBn/tLJr2N+tu5n0bTczvX46p7BhJ8F6TA+QAOfBzOZB+R/n1f7sW+M6y77mGP38+vcaWn9cD3lcvOHrOlvPXybah2c1rIMHqDzELyq0WkZdSYfWJoit5PcRrF51BkNcxeotB/aWowUpMdY6h1TwWN6wGshVTvWT1erSaSaaN2xZeL7mXpZrJxp2odXts7UYmH7xrsNKsr+gFq4MEZZne1j/EDQEELoNAOvbkQU0nlFHe8WSxlr8zIFf/fkeDBxY+GJdNe/c66t0p5R1Qdq6XtqzFlVypo8n1XMVqpmI5k3demS/YOoeZMu/Ysh8VfUCuTlToBKUOMHMpZEGKam5+XJwPROTHXLvGkAaY+qmpH1OPLauTy9p3gqbm4t8HLPx5f81XC9vmyX3w+74f74R/l3lf1Ee1ph9b+PK11aiPha/7R8Hvfv+9e/HCPhApT+39Te9p9c57XU0ry42fi9qWacLzx2uY/nlQWl9t3w/nQY5cvPz4ufeM53lPyQFygBwgB8gBcoAcIAfIAXKAHCAHyIH25wDvMe/xBcwBvy5+8vqkPzaLd6/xz9o3e66eD8bl03nMnmsG47Jrql5tCEGyH1n9IXgdoghKdYluUOxGZVar8EGz8mG0uojFYpbqGoXVN0qrc5SbuTpbFicG5OrdLdW/11X/m64GFl4/6d3pqHe7VPea1Uo2irQeX7fXXYJvNwtK+yJuCCCAAAIIIIAAAggggMDnCvA6BBBAAAEEEEAAAQQQQAABBBBovwAtRAABBBBAAAEEEEAAAQQQQACB9gvQQgR01L0OFggggAACCHxQIP1dVLRfGpmUFVLRCer0Q+qAsr8YNVgOqfNJH6RrcSNqcTNqyWJ5K9PylSZWrmbywblWrsbZYz615bYsbFl/3cJ60EIasCva+ixWQlp3fymqvxTknV2mAbwWgroD2weLNIiX7Yt3jFl2g+ZR2D4Wdj+FzefHIj137H56rgyp48t8Pi2k3CIj0nuOQ5P7OJydg38ePd59D8KJ/KyP3ff5j4l5m3zZ+bxP3123b9vj3e37cgQmFyQH+H127PjAe8bnlhwgB85nDvi5hsdPvz/vnqO8XdbPZT4Ux9v7oWXmj3/MsseXOT7/oX07vgzzb98zLLA4uxzwY43Hu+/Byc+wHxfm++jzPxfzZX3qy/p0Hu+u27ft8e7258syxYUcIAfIgV+UAxf8+7//fkgxv04/n/r1/OPzfn8W8+v9x2sBR4/1glLtwGoInVl4bSENrjUMqebQT4NsNbWIgdck0mBbMdUqvOax4DUPC695+GBay1estmF1jnm9I9U87L4/vmQ1kSWreXiNJMV61HAtaLAaNViOaXs+uJfvU27tyXIpZlKIEh3CiRsCl0sgKH32fVAs7xjSO4j0jiLTQFpLWTO41lqmcqNQZ9Niy+JqE965ZPd6oSbKNEBX94ZNfZAue7wzW67jg3XZ60p7ferI0juzXMtt3RYrufLlTIVvyyJfzJQvWAyjMo++TT28c8zj4R1mzsOOw5nVYpuIip0TUdp9O9ZFD1vW25jm/f5XjmDbextSKH9pBFvHPHxdzfxZtY/tBp22QZjljK+3mZe9578kmhzxdfk6iXDq7xmmmJID5MClywH7XUWbyXtygBwgB8gBcoAcIAfIAXKAHCAHyIGPzoH5dXqfzr9T+vw85tf+j677h2YALX/c6gTRptGnFl7PSDHImpqC1RcyrzMsxjQwVuH1B6tDlKsa2gWoAAAQAElEQVS5Unh9YsPmNy28bmHRuVKo6/WMazb1sBpH18PrHTcKda6V6trjnaulfNmO1Tw6W/Z6X0+qdWRpW17fyAZWj/D9mw3E1araq7ghgAACCCCAAAIIIIAAAggggEDrBWggAggggAACCCCAAAIIIIAAAgi0X4AWIoAAAggggAACCCCAAAIInKlAPNOts/FLI0BDEUCgvQIhSP4HS1ke5B2FFt0g71CytxQ0XA3ygbaWr0at3ohav5Vp847F3UwbNvXw+z718OebiFq7kdlrmli7HrVyPZN3cLl6zeZtfcs+0NdW1LJF6thyI8o7xxz6gF5rzbabzjOD0nTZprPwwb3m4YN8HY+jAb8Wot7OB+YXMCAfLkoOyD6vHh+7v76sx8cuz3J8FsgBcoAcIAfIgZ/KAZ47j/nh5zoeH7tvvqzHxy7PcuQ9OdDeHPBjgcfHvse+rMfHLs9y7c0d3lveW3KAHPglOfD22nzPrksfXb+3msP8ur5PB3Z/MLvmfzS1moTXJXwQrAWrE6TYCKlO4QNleSwfDaiVaeWahdUfVq3+sOpTq0usWS1j7WYmj/VbURtW19i4Y1OraWxabeOdsMfWbVlfz9JWpsX1oIHtk+93pxeUd6S8CIqZxIBb4tYyAZrzhQW8/mq11+jHkG5UPogqFrOm48qtXD4oV+9mqd7djvr3Oxp807Ww6QObPuikx9Lj90r1787iTqne7Sa6t2xq0bV1pLhRyAf46lwv5QN6pU4wrxTqbBUqvXNL7yzTovDwji7nsZKrSJHZ9Fh4Z5spcuXLubxDzLOPaPsR1XQKmtn850ezjmZ9Z9+uz28H+/5Tds3727zXP7Xczz/XrKNZH+Y/74URRuQAOUAOkAPkADlADpyvHOD94P0gB8gBcoAcIAfIAXKgJTmwZO2YR7p+n82u6+c29Th2f9Xuz8PrAhapVmD1glQ38PrB1UI+YFaK6zZv4XULrzn0rP6QwmsSqTbRUe9Ox+oVs7hnU6tt9K2eMbDoW23DaxoeXvfw16aahdcobNuF1xmGmTKrl/gAZMHqJyELUrAQNwQQQACB0xBgHQgggAACCCCAAAIIIIAAAggg0H4BWogAAggggAACCCCAAAIIIIAAAu0XoIUIIIAAAggggAAC7xeI73+YRxFAAAEEEPhIgSDFLFgodSxZdIK6g6D+UtRwLWppM2rlStTa9Uwbty3uNOEDcXnHlRuz++u3Y3p+7VYm7+hy7aa9xju/9E4w7bU+ENfqtUzL16J8gC+PpSuZlraabSymAbmCFtaChqvxKAYrUYPloOFKSFOf79v9/lKQDxrmU4+jTj0X7XGPBZsOo3pDnxI4kAPnMwf0E59Rf+5j4kPvrb/2Q8/x+PnMB94X3hdygBwgB8iBy5ADv+QcxV/7MfG5jr7uz30tr+Pz+8k58BPfBVjX5+XTT32G/bmPiQ/Z+2s/9ByPf977hRtu5AA50NYcsGvyfm3ew6/Te9h836Z+Hf+d8Ov8Fn7Nf+DX/70WYHFUH7D6xMJ61KLF0maQ1yrSYFxWr1i5mmnlatSq1RtWvf5gdYg1r0ccDcYVtW61ihRe17CY1zM270Ztzgbm8vqG1zJW7fW+7gWrU3hNomf7XPaDvF6SFU0Nhf7gxA0BBD5FwA4a3plkKIOi1V6zQVS+lKlcy9XZLNS5Vsg7tezfKeUdVHqHlQPvsHLecaVP73XUs+jftamHLdvz8A4wPW6WSp1j3ijV9bhuU1+vhQ/K1fGOLrdylbY972izWLd5277vQ7maqZjHis0fj1lHnrlNfZ8L22+fHsViprPtwDUqW/xlkdvr8zNvx1k7frXtky/k2hnnwGXJddrJcZ0cIAfIAXKAHCAHyAFygBwgB840B/jux/d/coAcIAe+ZA74dXpfv039mn3h1+/nYdf3c4tiHvNr/zYt15q6ROn1gQ2rEWw24fWDzmxQro7XFjy8zuBhtQevX/R8UC6vRXhYbcLrGb27pdUtSvW9duEDcqXoyuscHgO/7/WMmx11r5Xy7XhNwvc3W4iKvSivm4QiKEQxHpe4IYAAAggggAACF06AHUYAAQQQQAABBBBAAAEEEEAAgfYL0EIEEEAAAQQQQAABBBBAAAEEEGi/AC1EAAEELpxAvHB7zA4jgAACCJwrgRAk/2OmLA/KiqCiG9QZBHnHmMPVKB8oa/lqptXrmbzzSu+gMsXdTBvzuG3zFv78+q1ZR5c3M3lHlms3olY97PUr123e1uUdZXrnlh5LW5kWN5vtLK5HeQebC2tRQ4+V0AzEtRI1WPYI6s866PSp76PH0WBcC0Fp3qZdQhgEDC7E50Bf4H36mHWSHxwjyAFygBwgB8gBcuCscuA8nqucx306q/eH7XJsuMg58CU+y19inRfZmH2/eMcI3jPeM3LgLHLAB7RKsRiaa/Y27Vv0lkKqPQzsOr9f42+mfu3fYlYPGK4GpVgLWrDwGoXH0lbUsseVTF5b8DrDyrVMxwflWp0NyrU+q0+s3/LaRVSqadyJzUBcd7I03fL6hs2v2bIr16J8/V6fGNh+9Oy6aqdn9RIfRMfqJjETHcKJGwIIfIpA8PprFhTtGJJ1o7JBptRJ5lqeOqDsXivSYFq9Ox2lDiq/6ahvMfimq4FPfXCu+x0NvFPLe6X6d0r5sr3bHXW988tbpboeN8u0nu6NQp3rhboWPthXGpDrim1rNhhXuVEodbi5nqtYyyxylatNFKt2f95R57LNW+QWhYVPfSAu33ef0rF1RqeyixjwOSAHyIHzmgPsF7lJDpAD5AA5QA6QA+QAOUAOkAPkADlADrQ/By7xezwbjCtdt59dv/fr+Cnm1/j9er9F6df/rR5RpMia+sBGro7XCjZtumVxtZDXKlJYbcHrDN2bRao59Kz+4OF1iJ7VJPpWy+j5QFs27dvUB9/yGFgtY/Cgo3n073flz6fX2jo7W0Xatu9jPsyU9YJiGRRyC6uhKIgbAggggAACCCCAAAIIIIAAAu8R4CEEEEAAAQQQQAABBBBAAAEEEGi/AC1EAAEEEEAAAQQQQAABBBBAAIH2C5xeC+PprYo1IYAAAghcVoHUKZz9RvFOJbNcysugohNU9oJ8cK7uMMgHuuovhTQw1nAlaLga5Z1hLqzZdDaQ1uJGVBNBPsjW0mbU0lZmEVMHmd5J5vLVqBUflOtappVrNu+DdM3nfZqej/LlUlyx+aPI5B1uLnmnm7Pw+XfCt3ksmv2Js/1iigc5cD5zwI4ZG6cZvM/n833mfeF9uaQ5cHR+RPv5DJAD5MDxHDjNc5/TWNfxfWOeXCUHLnYOnMYx4fg6yIeLnQ+8f7x/5AA58HVzINUEjl2fT/ftWv78Gv78+r7f9/llqx+kusG8BmD1Aa8LrNg0hdcMrI6wOpuuHE2tbuDz6XWZfB1LPlBX2laW6hNeo/D3f8G/l3sNw2sZFkMPq3EMVqLVO0IaIKy3EOV1kE4/qOwG5VYfyQrJayYxSl5D0c/deB4BBBA4LhCk4MePLKSOJX1grtiJynoWg6h8IZMPcFUsZypmHWOWa3nqmLLcsGnqELNQ6Z1ibhXqXGmi6x1kXi3VuVY2HWVeL+SDcHVv2P1Z9G7a/LFI92/Ycv58Wt6eT1Nb5zV7fL4um0+DednUO+D0Qb18ez5NMduHZl9y2yei44OeEeQCOUAOkAPkADlADpADlysHeL95v8kBcoAcIAfIAXKAHCAHyAFy4GvmgNUF/Br9O9fr7bF0Hd+u5/t1/fm8T7t2zT89NqsDNPWDQj2vEcwG3OpaDaG5b/UCm2+WsfnrHk3tIK3D12/b6hyvD3jNwmoY5WahVM/wmsZ6nmodxWqmYiVL9Q+vg2RDq4n0o2LXogypXhK8bhIlBXFD4HwLsHcIIIAAAggggAACCCCAAAIIINB+AVqIAAIIIIAAAggggAACCCCAAALtF6CFCCCAAAIIIIAAAggg0AoB/1/QW9EQGoEAAl9GgLUicNoCIUghBmW5lBVBRceiJ3lHlT54V28hqL8Y1V8OGqxEDVeDFtZjGhBrada5pnekuXo9au1GpvWbFreiNm5n2riTafOuTS02bd7v/2T4a94T67PH5tO07tljzJsvFk2+4YADOUAOkAPkADlADpAD5ECLcoDvOnzXIQfIAXKAHCAHyAFygBw46xyYX5M/OU379THX/G0Zrw14nSCF3ffXrt+OWr+Vae1m1Or1TGmAritRPgjX0cBbayHVJAZWm+gvBb0zyFYvqPCBtkqra+RB0Tt6C5rdjmZm95kggAACZyAQglInlFZ7jWVU1rXoReWD7O3gXStZ6tCyXM+bTi6900vvBPNaqe71Ur2bFrcs7pTq3+2of28W9216v6v+A5s+sOn8vj+f5u1xf/4o7L4/96Hw13zoOR5/644FFuQAOUAOkAPkADlADpAD5AA5QA6QA78gB46+17MO8ogcIAfIAXKAHCAHPiYH/Np9us5v1/jTvE+7GqT5rvo2HRzVCDrq2Tp7Vk/o3S6VBuiyOoMP6NXxuoPVH8qNQuWaxWqeBtkqljLlixbDTFnfohcUrf4ajw20pRDEDQEEEEAAAQQ+TYClEUAAAQQQQAABBBBAAAEEEECg/QK0EAEEEEAAAQQQQAABBBBAAAEE2i9ACxFAAAEEEEDgywrEL7t61o4AAggggMAJgSDFzCMoL6S8I5XdoLIf1B1YDIN6i0GDpaiBD8i1FrVgsbgRtbQZtXwl08q1qFUfkOtmlHegue6d4N/J0mBcR51s3onyjjaPBuTyZU6GvSY9P3s8rWc2n17LfGP4dRzYFs7kADlADpAD5AA5QA6QA+QAOUAOkAPkQPtzgPeY95gcIAfIAXLg03PAruX79XuP9167t+fTQFxua/N+3d/v+9SX99c1A3JlWrsRU41h+Wqm5a2m7rCw3tQhhqtBg+WovtUnvE7RtXpFp2/1i15Q0QlW0wjKcilEqekQLogbAgggcB4Egh2OQiZFHzSwDKkTy6wflQ0tFjJ5R5fFcq5i1ebXcnU2LLYKda4W6npct6kPyHW7o56HD8jlcb8zG4irM+t0s9Pc98ePd8x5zx4/iqZjTu+cs+fL2eM9i9QR+Oy+P0eYmXsQqSNX8qGV+cB7y+ebHCAHyAFygBwgB8gBcoAcIAfIAXKAHGh/DvAe8x6TA+c9B+bX5983Pb7v/vzs/vFBuPzard8fPLBrmBY+Hfiyd0v173TUu1Wm6N6wmsP1MtUdOl5/2MxVrFtYTaJYyZUvZSqsXpEtRGUDi55FJyoUQcFqG15/9VqHuCGAAAIIIIAAAggggMB5FGCfEEAAAQQQQAABBBBAAAEEEECg/QK0EAEEEEAAAQQQQAABBBBAAAEE2i9ACxG4tALx0rachiOAAAIInImA/5GU/7GUd1qZFUFFx6Ib1OlZDIJ6CxaLQf2loMFK0HA1yjvDXPQBubailq9ErVzNtHo909qNTN6Jpod3qpk6ARoDwQAAEABJREFU1/TONu9mOpr3Djg9/PF5+P3j4Y/P7nvHnL6uZjob1Gv2nD9OmC0eIg/IA3LgIucA+07+kgPkADlADpAD5AA5QA6QA+QAOUAOkAPtzwHe44v5Hkc11+azo6lf60+P+XX8D8X8mvXs+flgXPPpxi1b362otZtZqi2sXMuszhC1ZDWHpc2oRas/LKzFVI/wuoTXJ7xWkQbkGgSVVr/wWkZeBmV5UMxCMx6XuCGAAALnRCBIwY9NVnuNVnvNulFpQK5BpnzBwju6XMlUrOYq1y02CnW8Q8wrNr1WqHu9VM8H5PKOM+901L9bKg2ilTrf7M4G4bLp/H6adtT3Qbm8482j+/7YLPxxi/mgXN5pZ9/uE+aDg8gD8oAcIAfIAXLg9HIASyzJAXKAHCAHyAFygBwgB8gBcoAcIAfIgU/Kgfk1/fm16nR/XgMwS7/2b4/5QFypDvDAHnvQld8f+HOz1/XudtS7bWH1he6NUl2rN3SuWt3B6g+l1SG8HuF1icLrE0uZ8kWLYab5gFxez4hWf00DclmNQ0E/ceMpBBBAAAEEEEAAAQQQQAABBBBovwAtRAABBBBAAAEEEEAAAQQQQACB9gvQQgQQQAABBBBAAAEEEEAAAQS+vkD8+pu85Fuk+QgggAACCkEK9hsoZpJHlktZIeWlR1DRsegGlR69oE7fYhDU9Rja1Aft8pgP3LUU1F8OGnisRA18IC+bDleD5jE4mo8azjrWHK7avMWChz22sBb0bkT5YGAEDuQAOUAOkAPkADlADpADn5wD65hhRg6QA+QAOUAOkAPkADlADpAD5MAn5cD8Ov3622v1w/SYOdp1/Pk1/bfToOHRtf/ZvNUGBhZDC68VeO2gvxzVX7KwmkLPY8HqDF5rsOgMrP7QDyo9rB5RWF2i8BqFRV4G5UVQllsNwyJmSrWNEMQNgbcCzCFwXgTs2BSilAbmyoOCHb+8I8vUoWUnKvogXb2oZqAumw6i8mGmNGCXd4LpsZSpWPbIVax42PxqpnLN5teaaTNv931grxRFGuSrSPN5mvdONssNm7fo+OPe8abNzx8r0317HVNhQR6QA+QAOUAOkAPkADlADpADFyQH+P7C9xdygBwgB8gBcoAcIAfIgYuYA5u5OkfX52fn3us2nYc/59fxj6JQut6f6gJ5qg94XaCc1wpsWngs52rqCZlyqy2kwbYWbN7qDtmwqUGkeoTVJbw+kaITlOoWVr9Ig3B5LSML8tqGgrghgAAC50OAvUAAAQQQQAABBBBAAAEEEEAAgfYL0EIEEEAAAQQQQAABBBBAAAEEEGi/AC1EAAEEEEAAAQQQQOCYQDw2zywCCCCAQIsELlVTgpq/v/JpipD+KCtmQR5ZHnQ88sLue0eax6Mj5Z3QDAbmU+90k1DqfBQHHMgBcoAcIAfIAXKAHCAHyAFygBw4tznA9zb7Lk9+kp/kADlADpAD5EC7cmB2jT5dsy/t2v3xa/k+79f4PY5d+482H1NNQIpRqUbghYPg/4gbAggggMAnCQQpWPg/Pk1hx9g02FcmpWOuHXdTh5l2PA52bE6daPrUjuGhExVTBEX7HZ2liMrmg4L1bJ5Q9okGLE/ekAPkADlADpAD5AA5QA6QA+QAOUAOkAPtzwHeY95jcoAcIAfIgVPNAbsuH+1adPSpXauPFpldx4/zsOv6oYzya/zBr/fbtX+vAaTr/zYfMllRIEgxSPaTwv/xeXFDAAEEEEAAAQQQ+FwBXocAAggggAACCCCAAAIIIIAAAu0XoIUIIIAAAggggAACCCCAAAIIINB+AVqIAAIIIHAxBOLF2E32EgEEEEAAgZ8RCPI/60r/BPvtdtTxZi7FTMpsmqKweYvcIksdeUq5D8ZVBgbj6poBITqz/+Q8wIzPDTlADpAD5AA5QA6QA+QAOUAOkAPkADnQ/hzgPeY9JgfIga+TA53Z9UmfWuQWxfxavk/92v6JiHb9P2ZKtYAQrUzgEYJCCHYn/YgbAggggMCnC/hh1A6m8o420/HVjrVHnXAWQfF4WK01ddg5m3pnnpkPypU6+YxKnX2mTj/tdfY71Tv9JLAgB8gBcuBc5oAds9kvcpMcIAfIAXKAHCAHyAFygBwgB8gBcoAcaHkO8P3/Ul2nbq7RZ3a9Pl2392v3HmkgLnvOrvX7YFzza/4+n2oBWVDwsNqrPEKQZGE/4oYAAggggAACCCCAAAIIIHARBNhHBBBAAAEEEEAAAQQQQAABBBBovwAtRAABBBBAAAEEEEAAAQQQQACB9gvQwl8o4P87/C9cBS9HAAEEEEDgnAgEyf/GK4X9hotZUOaR29SjsOmxyG0+L4M8Cu/U82R0gxicCQNygBwgB8gBcuC85AD7QS6SA+QAOUAOkAPkADlADpAD5AA5QA6QA+3PAXuPT1yr90G5/Dp+btf0s5Ph1/5n4TUBjxDD21pBkOQhbggggAACnyTgx06LVHf1qR9bre4aPOy4mzrjtGNy6phzPrW6qw/KFe04Po/M5jOruR5FLyojMCAHyAFygBwgB8gBcoAc6HFeyHkxOUAOkAPkADlADpAD5AA5QA6QA18lB2bX6OfX7d+Zzq/rz6/z+3ReA/Cp1wQ8UrHAqgxWL7B/+UHgEwRYFAEEEEAAAQQQQAABBBBAAAEE2i9ACxFAAAEEEEAAAQQQQAABBBBAoP0CtBABBBBAAAEEEEAAAQQQuLgC8eLuOnuOwFcWYHMIIHBhBNLfegUpTe03XTgW0eZTZFJ8X+T2uEVGCANhwOeAHCAHyAFygBwgB8iBc54D0fYvZLUUK9VhqlqTFJVNq7qZlz0e7Ploy33UOa6tk+VE7pMH5AA5QA6QA+QAOUAOkANnlgN+nn8U77uO74/Ztf7wvghNbUA2FTcEEEDgpwR47uME/Hh6LH507LVjchqkyzvkPBneWSehNHgZDjiQA+QAOUAOkAPkADlADlyQHJCd49exVhUqTe2/ST21yuvU5mZhj1f2fG3L6YK0iXPycLk/f+Qp7z85QA6QA+QAOUAOkAM/zoGT1/P9frTzxhP1V9n9VHcNH1dSYCkEEEAAAQTOTIANI4AAAggggAACCCCAAAIIIIBA+wVoIQIIIIAAAggggAACCCCAAAIItF+AFiKAAAIIIIAAAl9AwP+3+C+wWlaJAAIIIIAAAp8rwOsQQAABBBBAAAEEEEDg4wTqutZ0OtXh4aHG47FGo7H290ez2Ne+3T84ONTElvFlP26tLIUAAgh8HQG2ggACCCCAAAIIIIAAAggggAAC7ReghQgggAACCCCAwEUS8Jqq11a9xuq11v19q7nO6q9ei/WarNdmvUbry16ktrGvCCCAAAIIfEkB1o0AAggggAACCCCAAAIIIIAAAu0XoIUIIIAAAggggAACCCCAAAIIINB+AVqIAAIIIIAAAggggAACCCCAAALtF6CFCCBwuQQYkOtyvd+0FgEEEEAAAQQQQACBuQBTBBBAAAEELryAd/Lmnb0dHk40Hh9ofzSyaAbl2tsfaWT3xwcHmkymqupavvyFbzQNQAABBBBAAAEEPk2ApRFAAAEEEEAAAQQQQAABBBBAoP0CtBABBBD4xQJeS/WaqtdWvcbqtVavue5b3XV/NLY67CjVZL026zVaX/4Xb5QVIIAAAggggAACCCCAwKcIsCwCCCCAAAIIIIAAAggggAACCLRfgBYigAACCCCAAAIIIIAAAggggED7BWghAggggAACCCCAAAIIIIAAAgh8JYEzHJDrK7WQzSCAAAIIIIAAAggggAACCCCAwBkKsGkEvpyAd/Lmnb0dHh6mzt9Go3EahCt1Cucdw+2PdXBwqOlkorqq0o74a9IM/yCAAAIIIIAAAggggAACCJyiAKtCAAEEEEAAAQQQQAABBBBAAIGLKjCvoXpN1WurXmPdt1rrfqq5jlIN1mux4/GBvDbrNdr5ay5qm9lvBBBAAAEEEEAAAQQQQAABBBD4kACPI4AAAggggAACCCCAAAIIIIBA+wVoIQIIIIAAAggggAACCCCAAAIItF+AFiKAAAIIIIAAAggggAADcpEDCCDQfgFaiAACCCCAAAIIIIAAAggg0AoB79TNO3c7ODyUd/i2t7evnZ09vXmzrVevX+vly9d64fHqlU1f6eWr13ptz73Z2dXO7p68w7iDgwMdTiaqZgN0tQKGRjQC/IsAAggggAACCCCAAAIIIIAAAu0XoIUIIIAAAggggAACCCBwKgK1rcVrpoeHE42thuq1VK+pvtneSTVWr7W+ePlKL1Lt9XWqxb56/cZqszvyGu2+1WpH47G8dus1XK/l2ir5QQABBE5HgLUggAACCCCAAAIIIIAAAggggED7BWghAggggAACCCCAwFkI3Dmx0W9P3OcuAggggAACpyvA2hBAAAEEEEAAAQQQQAABBBBAoP0CtBABBBBAAIFzLMCAXOf4zWHXEEAAAQQQQOBiCbC3CCCAAAIIIIAAAl9WwDuEG48PtLu7J+/s7fnzl3r67LkeP3mmhz880fc/PLbp2/jh0RM9evxUT+z5p89e6PnLV3qzvavR/kjzTuG8YziPL7vnrB0BBBBAoE0CtAUBBBBAAAEEEEAAAQQQQAABBNovQAsRQAABBBBoq4DXRucxmU61Pxppe3tHz1+80pOnVnt9+izVWL3W+jDVX5+kGqzXYn+w+16bTbVXW/716+1Uu/Uartdy22pGuxBAAAEEEECgvQK0DAEEEEAAAQQQQAABBBBAAAEE2i9ACxFAAAEEEEAAAQQQQAABBBBAoP0CtBABBBBAAAEEEEAAAQQQQAABBNovQAsR+BwBBuT6HDVegwACCCCAAAIIIIAAAgicnQBbRgABBC6twLSqND440M58QK4XL1OncI8eP1PTIdwjff/Do9Qh3MNHj9NjPiCXdwrnnce9ePEqdSa3PxprMplq3tHcpQWl4QgggAACCCCAAALnWYB9QwABBBBAAAEEEEAAAQQQQACB9gvQQgTORGBeJ/Wa6chqp2/SgFwv9dQH5HriA3I9kddbHz6y6Q+PrQbbhN9//OSpnj57rudWq331+o12d/dTDddruWfSGDaKAAIIIIAAAggggAACCJx/AfYQAQQQQAABBBBAAAEEEEAAAQTaL0ALEUAAAQQQQAABBBBAAAEEEECg/QK0EAEEEEAAAQQQQAABBBBA4IIJMCDXBXvDzsfushcIIIAAAggggAACCCCAAAIIINB+gfPXwmpaaTw+0K4PyPXqjZ49f6mnz17IO3176B3BPXyshx4/eMdwT/TDo8eaD8jlncc9f/FK3pncaDTSdDpNA3Kdv1ayRwgggAACCCCAAAIIIIAAAgh8TQG2hQACCCCAAAIIIIAAAgggcFkEamvoUdR1qpnuW+30zfaunr98pSfPnlvt9Zl+ePxUP8wG4/I6bKrBzuqwj548SzVar72+9gG59vZ0cHCoqqps7fycXwH2DAEEEEAAAfoayg4AABAASURBVAQQQAABBBBAAAEE2i9ACxFAAAEEEEAAAQQQQAABBBBAoP0CtBABBBBAAAEEEEAAAQQQQAABBNovQAsRQAABBBBAAAEETkuAAblOS5L1IIAAAgicvgBrRAABBBBAAAEEEEAAgUsvUNd1GjirqmpNplONx+M0INfrN9t6+eq1Xr58pRcvX8/C5mePvbTH3j7/St4hnN/f3tnV/misw8OJplWVOoabb+PSYwOAwFkJsF0EEEAAAQQQQAABBBBAAAEEEGi/AC1EAAEEEEAAAQQQOHuBo9qr1UmnldVMD7W/P9L29o7VXV+nmuqLF6/SvNdbj+qwr15ZPdbjtU1fN89bXfb1m51Uux1ZDXc6maqard/rr2ffWPYAAQQQQOBMBNgoAggggAACCCCAAAIIIIAAAgi0X4AWIoAAAggggAACCCCAAAIIIIBA+wVoIQIIIIAAAggggAACCCCAAAIItF+AFiKAAAKXQIABuS7Bm0wTEUAAAQQQQAABBH5agGcRQAABBBBA4HwKeEdtHlVVaTqdpg7hRqMD7e7u6832jt682dab7V3t7O5qb29fe/uj1GGcD7jlnb7t7Y/tuT1bZkevXr/RawsfkGvPlhsfHGgymdh6K/n6z6cAe4UAAggggAACpynAuhBAAAEEEEAAAQQQQAABBBBAoP0CtBABBBBA4MMCtT3ltdFUe7Va6fjgMNVYvYbq9dSXr96k2urO7p7mNdfRaGQ12HFazmuyuzu7aZnXr7fl9dpdq9OORmOr5U6s9jpNtVev8XrY5vhBAAEEEEAAAQQQQOCLCLBSBBBAAAEEEEAAAQQQQAABBBBovwAtRAABBBBAAAEEEEAAAQQQQACB9gvQQgQQQAABBBBAAAEEEEAAAQQQaL/AWbaQAbnOUp9tI4AAAggggAACCCCAAAIIXCYB2ooAAp8h4B21HXUKdziRd+a2u7en7Tfbev1mR9s7O9rZ2ZM/tr/vncFZjMZpOb+/Oxu8yzuQe/V625bd1f7+vg4ODjWZTGedwtXy7XzG7vESBBBAAAEEEEAAAQQQQOCkAPcRQAABBBBAAAEEEEAAAQQQQKD9AhezhbXVRavKaqSV1UonVjM9sNrpyGquu/Ja6qvXb/Rme0e7PiCX1V69NusDc3nd1WN3b18+WNf29q7VarePlvXlDieHtt63A3JdTCD2GgEEEEAAAQQQQAABBBBAAIF3BLiDAAIIIIAAAggggAACCCCAAALtF6CFCCCAAAIIIIAAAggggAACCCDQfgFaiAACCCCAAAIIIIAAApdUgAG5LukbT7MvqwDtRgABBBBAAAEEEEAAAQQQQODiCNS1VFW1ptMqxaEPyDUepw7gvCO4N2+2tb29o53dXe3t7Wtvf6T90UijFOM0v7O3pzdvdvTq1Rt5B3LbO7upU7mDg4PUydy0qlTVlWxTFwfmZ/eUBRBAAAEEEEAAAQQQQAABBBBAoP0CtBABBBBAAAEEEEAAAQQQ+DSBt/XXaaqVHowPrca6rx2roXot1Wuqb7Z35YNuNXXXsdVem7rr3v6+9qz2urOzp+2dHavBblvsWO12XyOr4XotN9V1U/21pv76aW8NSyPwEwI8hQACCCCAAAIIIIAAAggggAAC7ReghQgggAACCCCAAAIIIIAAAggg0H4BWogAAggggAACCCCAAAIIIIAAAu0XoIUIIIAAAgggcN4EGJDrvL0j7A8CCCCAAAJtEKANCCCAAAIIIIAAAgicikCtuq7VDMrVdAp3eHiog4NDjcYHGo3GGtu8d+52OJmkTuMmE1/OYmph84f2/PjgIA3ONRqNNLbX+eub5aeqppXqqpZsO6eyy6wEAQQQuEwCtBUBBBBAAAEEEEAAAQQQQAABBNovQAsRQAABBBBAoEUCVnu1umhVVVZbnepwcphqr15DHVnt1Qfh8nmvv3rddTqrufq8h9dYD6xe68uMRgcajcf2+gMdX76y2qvXeKm/tihtaAoCCCCAwOUQoJUIIIAAAggggAACCCCAAAIIINB+AVqIAAIIIICAdEfv3r599y73EEAAAQQQQAABBC68AA1AAAEEEEAAAQQQQAABBBBAAIH2C9BCBBD4aAEG5PpoKhZEAAEEEEAAAQQQQACB8ybA/iCAAAIItF/AO2urqkpTj6lNLfx+bff9OdWNQQxRMZ6IECT7kd182aqqVdnrprYODx+My+/7c7YIPwgggAACCCCAAALnVIDdQgABBBBAAAEEEEAAAQQQQACB9gvQQgQQ+PICXlr12qjXSD3eqZlaHdVrr8H+8RJrCGFWf/Wph9ViQ5yXX+XrqWf1V6+7+uBdvk4Pf1zcEEAAAQQQQAABBBBAAIH3CPAQAggggAACCCCAAAIIIIAAAgi0X4AWIoAAAggggAACCCCAAAIIIIBA+wVoIQIIIIAAAggggAACCCCAAAIXQSBehJ08x/vIriGAAAIIIIAAAggggAACCCCAQPsFaOEZCdS1UkduVV2pmk41raZpQC3vxK2yJ2vZArZvIQSFEJQG5QreEZzPN4/Zv7YS+/HlLdJrq0reIZyvzwf6SutqViVuCCCAAAIIIIAAAggggAACl1aAhiOAAAIIIIAAAggggAACCCDQbgGrifpgWdW0tnppUzNt6qd1qsvaP6n9IQSrvc7D668eVnm1x60wK7/5gFyV13Gt9lpZHTfVXq2mW9t9f85Ks77YeQz2CQEEEEAAAQQQQAABBBBAAAEE2i9ACxFAAAEEEEAAAQQQQAABBBBAoP0CtBABBBBAAAEEEEAAAQQQQAABBNovQAsRQAABBBBAAAEEEPhFAgzI9Yv4eDECCCDwtQTYDgIIIIAAAggggAACCCBwGQVqVbVFVSkNoDWdD8pVq64s6sYkyP7zgbhiUEwRbRoVgj8uuzXLNp3JVbaut+GP+bo0G9zLFuYHgTMUYNMIIIAAAggggAACCCCAAAIIINB+AVqIAAIIIIAAAggggMBZCdSqZ4NoNfXXKtVOa6vH1l5/9Zqp1WCD7V4IIdVcm/prMx9CUJDdbJnalvXXVPa6qb1+Oq3Suiqbr63GS/3VnPhBAIFLLkDzEUAAAQQQQAABBBBAAAEEEECg/QK0EAEEEEAAAQQQQAABBBBAAAEE2i9ACxFAAAEEEEAAAQQQQAABBBBAoP0CtBABBBBAoK0Csa0No10IIIAAAggggAACnyHASxBAAAEEEEAAgfMmUNfyDtt8YC7v0M3nUyj18na0tyH1/Ob/vI0Q5vO+mC1vE1tdWl9dVaoqX7d3BWdTe44fBBBAAAEELo0ADUUAAQQQQAABBBBAAAEEEEAAgfYL0EIEEEAAAQROCDS1UquP2kzttVIPn/c4Xn+1OmsI81rrfCqFYPMestvsNal26+vx8MesLEv11Xz4QQABBBBAAAEEvpYA20EAAQQQQAABBBBAAAEEEEAAgfYL0EIEEEAAAQQQQAABBBBAAAEEEGi/AC1EAAEEEEAAAQQQQAABBBBAAIH2C9DCry7AgFxfnZwNIoAAAggggAACCCCAAAIIIIAAAgh8lkCYvSpN7R/7mT3yM5PQdA5nSwWL5uftXHOffxFAAAEEEEAAAQQQQOC0BVgfAggggAACCCCAAAIIIIAAAgi0X4AWtkEgKP3ng215/FyTgi/g/3j4/ImoT9znLgIIIIAAAggggAACCCCAwIUXoAEIIIAAAggggAACCCCAAAIIINB+AVqIAAIIIIAAAggggAACCCCAAALtF6CFCCCAAAIIIIAAAggggMBlEmBArsv0btPW4wLMI4AAAggggAACCCCAAAIIIIBA+wVSC4/6jPP+4OaRnuEfBBBAAAEEEEAAAQQQQAABBBBogQBNQAABBBBAAAEEEEAAAQQQ+EyBVEs9VkP12Z9a1dHz85n51F/EQFyuQHw5AdaMAAIIIIAAAggggAACCCCAAALtF6CFCCCAAAIIIIAAAggggAACCCDQfgFaiAACCCCAAAIIIIAAAggggAAC7ReghQgggAACCCCAwLkQYECuc/E2sBMIIIAAAu0VoGUIIIAAAggggAACCCBw2gLep9vxkN/5wEZSB3LpuWCLBZvzeDuxOX4QQACBUxBgFQgggAACCCCAAAIIIIAAAggg0H4BWogAAggggAACCLRMIJVOg9VRZRHsHwvJ5vWzN1/S42cXZAEEEEAAAQQunAA7jAACCCCAAAIIIIAAAggggAAC7ReghQgggAACCCCAAAIIIIAAAggg0H4BWogAAggggAACCCCAAAIIIIAAAu0XoIUIIIDATwswINdP+/AsAggggAACCCCAAAIXQ4C9RAABBBBA4NIIfE63bkFvB+aSgrghgAACCCCAAAIXVIDdRgABBBBAAAEEEEAAAQQQQACB9gvQQgQQQOCMBFId9Xhh9SP2I72GCuxHSLEIAggggAACCCCAAAInBLiLAAIIIIAAAggggAACCCCAAALtF6CFCJw/gTsndunbE/e5iwACCCCAAAIIIIAAAggg8KkCLI8AAggggAACCCCAAAIIIIAAAudW4NQG5Dq3LWTHEEAAAQQQQAABBBBAAAEEEEDg1ARYEQIIIIAAAggggAACCCCAAAIItF+AFiKAAAIIIIAAAggggAACCCCAQPsFaCECCCCAAAIIIIAAAggggAACCLRfgBYigAACCCCAAAIIIIAAAggggED7BWghAggggAACCCCAAAIIIIAAAgi0X4AWIoAAAggggAACCCCAwKcLMCDXp5vxCgQQOFsBto4AAggggAACCCCAAAIIIIAAAu0XoIUIIIAAAggggAACCCCAAAIIINB+AVqIAAIIIIAAAggggAACCCCAAALtF6CFCCCAAAIIIIAAAggggAACCCDQfgFaiAACCCCAAAIIIIAAAggggAAC7ReghQgggAACCCCAAAIIIIAAAggg0H4BWogAAggggECrBBiQq1VvJ41BAAEEEEAAgdMTYE0IIIAAAggggAACCCCAAAIIINB+AVqIAAIIIIAAAggggAACCCCAAALtF6CFCCCAAAIIIIAAAggggAACCCDQfgFaiAACCCCAAAIIIIAAAggggAAC7ReghQgggAACCCCAAAIIIIAAAggg0H4BWogAAggggAACCCCAAAIIIIAAAu0XoIUIfB0BBuT6Os5sBQEEEEAAAQQQQAABBBB4vwCPIoAAAggggAACCCCAAAIIIIBA+wVoIQIIIIAAAggggAACCCCAAAIItF+AFiKAAAIIIIAAAggggAACCCCAQPsFaCECCCCAAAIIIIAAAggggAACCLRfgBYigAACCCCAAAIIIIAAAggggED7BWghAggggAACCCCAAAIIIIBA6wUYkKv1b/HPN5AlEEAAAQQQQAABBBBAAAEEEECg/QK0EAEEEEAAAQQQQAABBBBAAAEE2i9ACxFAAAEEEEAAAQQQQAABBBBAoP0CtBABBBBAAAEEEEAAAQQQQAABBNovQAsRQACGy4elAAAQAElEQVQBBBBAAAEEEEAAAQQQQKD9ArQQAQQQQAABBBBAAAEEEEAAAQTaL0ALEUAAAQQQQAABBM5OgAG5zs6eLSOAAAKXTYD2IoAAAggggAACCCCAAAIIIIBA+wVoIQIIIIAAAggggAACCCCAAAIItF+AFiKAAAIIIIAAAggggAACCCCAQPsFaCECCCCAAAIIIIAAAggggAACCLRfgBYigAACCCCAAAIIIIAAAggggED7BWghAggggAACCCCAAAIIIIAAAgi0X4AWIoAAAgi8R4ABud6DwkMIIIAAAggggAACF1mAfUcAAQQQQAABBBBAAAEEEEAAgfYL0EIEEEAAAQQQQAABBBBAAAEEEGi/AC1EAAEEEEAAAQQQQAABBBBAAIH2C9BCBBBAAAEEEEAAAQQQQAABBBBovwAtRAABBBBAAAEEEEAAAQQQQACB9gvQQgQQQAABBBBAAAEEEEAAAQQQaL/AxWohA3JdrPeLvUUAAQQQQAABBBBAAAEEEDgvAuwHAggggAACCCCAAAIIIIAAAgi0X4AWIoAAAggggAACCCCAAAIIIIBA+wVoIQIIIIAAAggggAACCCCAAAIItF+AFiKAAAIIIIAAAggggAACCCCAwJ0TBP88cf/i36UFCCCAAAIIIIAAAggggAACCCDQfgFaiAACCCCAAAIIIIAAAgh8pAADcn0kFIshcB4F2CcEEEAAAQQQQAABBBBAAAEEEGi/AC1EAAEEEEAAAQQQQAABBBBAAIH2C9BCBBBAAAEEEEAAAQQQQAABBBBovwAtRAABBBBAAAEEEEAAAQQQQACB9gvQQgQQQAABBBBAAAEEEEAAAQQQaL8ALUQAAQQQQAABBBBAAAEEEEAAgfYL0EIEEEAAAQQQuPgCDMh18d9DWoAAAggggMCXFmD9CCCAAAIIIIAAAggggAACCCDQfgFaiAACCCCAAAIIIIAAAggggAAC7ReghQgggAACCCCAAAIIIIAAAggg0H4BWogAAggggAACCCCAAAIIIIAAAu0XoIUIIIAAAggggAACCCCAAAIIINB+AVqIAAIIIIAAAggggAACCCCAAALtF6CFCCDwBQUYkOsL4rJqBBBAAAEEEEAAAQQQ+BQBlkUAAQQQQAABBBBAAAEEEEAAgfYL0EIEEEAAAQQQQAABBBBAAAEEEGi/AC1EAAEEEEAAAQQQQAABBBBAAIH2C9BCBBBAAAEEEEAAAQQQQAABBBBovwAtRAABBBBAAAEEEEAAAQQQQACB9gvQQgQQQAABBBBAAAEEEEAAAQTaKcCAXMffV+YRQAABBBBAAAEEEEAAAQQQQKD9ArQQAQQQQAABBBBAAAEEEEAAAQTaL0ALEUAAAQQQQAABBBBAAAEEEECg/QK0EAEEEEAAAQQQQAABBBBAAAEE2i9ACxFAAAEEEEAAAQQQQAABBBBAoP0CtBABBBBAAAEEEEAAAQQQQAABBNovQAsRQAABBBBAAAEEEPjKAgzI9ZXB2RwCCCDgAgQCCCCAAAIIIIAAAggggAACCLRfgBYigAACCCCAAAIIIIAAAggggED7BWghAggggAACCCCAAAIIIIAAAgi0X4AWIoAAAggggAACCCCAAAIIIIBA+wVoIQIIIIAAAggggAACCCCAAAIItF+AFiKAAAIIIIAAAggggAACCCCAQPsFaCECCCCAAAJzAQbkmkswRQABBBBAAAEE2idAixBAAAEEEEAAAQQQQAABBBBAoP0CtBABBBBAAAEEEEAAAQQQQAABBNovQAsRQAABBBBAAAEEEEAAAQQQQKD9ArQQAQQQQAABBBBAAAEEEEAAAQTaL0ALEUAAAQQQQAABBBBAAAEEEECg/QK0EAEEEEAAAQQQQAABBBBAAAEE2i9ACy+AAANyXYA3iV1EAAEEEEAAAQQQQAABBM63AHuHAAIIIIAAAggggAACCCCAAALtF6CFCCCAAAIIIIAAAggggAACCCDQfgFaiAACCCCAAAIIIIAAAggggAAC7ReghQgggAACCCCAAAIIIIAAAggg0H4BWogAAggggAACCCCAAAIIIIAAAu0XoIUIIIAAAggggAACCCCAAAI/JcCAXD+lw3MXR4A9RQABBBBAAAEEEEAAAQQQQACB9gvQQgQQQAABBBBAAAEEEEAAAQQQaL8ALUQAAQQQQAABBBBAAAEEEEAAgfYL0EIEEEAAAQQQQAABBBBAAAEEEGi/AC1EAAEEEEAAAQQQQAABBBBAAIH2C9BCBBBAAAEEEEAAAQQQQAABBBBovwAtRAABBBBAAAEELqgAA3Jd0DeO3UYAAQQQOBsBtooAAggggAACCCCAAAIIIIAAAu0XoIUIIIAAAggggAACCCCAAAIIINB+AVqIAAIIIIAAAggggAACCCCAAALtF6CFCCCAAAIIIIAAAggggAACCCDQfgFaiAACCCCAAAIfLXD7xJLfnrjPXQQQQAABBBBA4NwKsGMIIIAAAggggAACCCCAAAIIINB+AVqIAAIInLYAA3KdtijrQwABBBBAAAEEEEDglwuwBgQQQAABBBBAAAEEEEAAAQQQaL8ALUQAAQQQQAABBBBAAAEEEEAAgfYL0EIEEEAAAQQQQAABBBBAAAEEEGi/AC1EAAEEEEAAAQQQQAABBBBAAIH2C9BCBBBAAAEEEEAAAQQQQAABBBBovwAtRAABBBBAAAEEEEAAAQQQQACBFgl8YECuFrWQpiCAAAIIIIAAAggggAACCCCAwAcEeBgBBBBAAAEEEEAAAQQQQAABBNovQAsRQAABBBBAAAEEEEAAAQQQQKD9ArQQAQQQQAABBBBAAAEEEEAAAQTaL0ALEUAAAQQQQAABBBBAAAEEEECg/QK0EAEEEEAAAQQQQAABBBBAAAEE2i9ACxFAAAEEEEAAAQQQQOBrCDAg19dQZhsIIPBhAZ5BAAEEEEAAAQQQQAABBBBAAIH2C9BCBBBAAAEEEEAAAQQQQAABBBBovwAtRAABBBBAAAEEEEAAAQQQQACB9gvQQgQQQAABBBBAAAEEEEAAAQQQaL8ALUQAAQQQQAABBBBAAAEEEEAAgfYL0EIEEEAAAQQQQAABBBBAAAEEEGi/AC1EAAEEEEDgkgswINclTwCajwACCCCAwGURoJ0IIIAAAggggAACCCCAAAIIINB+AVqIAAIIIIAAAggggAACCCCAAALtF6CFCCCAAAIIIIAAAggggAACCCDQfgFaiAACCCCAAAIIIIAAAggggAAC7ReghQgggAACCCCAAAIIIIAAAggg0H4BWogAAggggAACCCCAAAIIIIAAAu0XoIUInFcBBuQ6r+8M+4UAAggggAACCCCAAAIXUYB9RgABBBBAAAEEEEAAAQQQQACB9gvQQgQQQAABBBBAAAEEEEAAAQQQaL8ALUQAAQQQQAABBBBAAAEEEEAAgfYL0EIEEEAAAQQQQAABBBBAAAEEEGi/AC1EAAEEEEAAAQQQQAABBBBAAIH2C9BCBBBAAAEEEEAAAQQQQAABBH4kwIBcPyK56A+w/wgggAACCCCAAAIIIIAAAggg0H4BWogAAggggAACCCCAAAIIIIAAAu0XoIUIIIAAAggggAACCCCAAAIIINB+AVqIAAIIIIAAAggggAACCCCAAALtF6CFCCCAAAIIIIAAAggggAACCCDQfgFaiAACCCCAAAIIIIAAAggggAAC7ReghQgggAACCCCAAAIXSYABuS7Su8W+IoAAAudJgH1BAAEEEEAAAQQQQAABBBBAAIH2C9BCBBBAAAEEEEAAAQQQQAABBBBovwAtRAABBBBAAAEEEEAAAQQQQACB9gvQQgQQQAABBBBAAAEEEEAAAQQQaL8ALUQAAQQQQAABBH5a4M6Jp789cZ+7CCCAAAIIIHARBNhHBBBAAAEEEEAAAQQQQAABBBBovwAtRAABBBA4FQEG5DoVRlaCAAIIIIAAAggg8KUEWC8CCCCAAAIIIIAAAggggAACCLRfgBYigAACCCCAAAIIIIAAAggggED7BWghAggggAACCCCAAAIIIIAAAgi0X4AWIoAAAggggAACCCCAAAIIIIBA+wVoIQIIIIAAAggggAACCCCAAAIItF+AFiKAAAIIIIAAAggggAACCCCAQPsF2t5CBuRq+ztM+xBAAAEEEEAAAQQQQAABBD5GgGUQQAABBBBAAAEEEEAAAQQQQKD9ArQQAQQQQAABBBBAAAEEEEAAAQTaL0ALEUAAAQQQQAABBBBAAAEEEECg/QK0EAEEEEAAAQQQQAABBBBAAAEE2i9ACxFAAAEEEEAAAQQQQAABBBBAoP0CtBABBBBAAAEEEEAAAQQQ+GICDMj1xWhZMQKfKsDyCCCAAAIIIIAAAggggAACCCDQfgFaiAACCCCAAAIIIIAAAggggAAC7ReghQgggAACCCCAAAIIIIAAAggg0H4BWogAAggggAACCCCAAAIIIIAAAu0XoIUIIIAAAggggAACCCCAAAIIINB+AVqIAAIIIIAAAggggAACCCCAAALtF6CFCCCAAAIIIHAZBRiQ6zK+67QZAQQQQOByC9B6BBBAAAEEEEAAAQQQQAABBBBovwAtRAABBBBAAAEEEEAAAQQQQACB9gvQQgQQQAABBBBAAAEEEEAAAQQQaL8ALUQAAQQQQAABBBBAAAEEEEAAgfYL0EIEEEAAAQQQQAABBBBAAAEEEGi/AC1EAAEEEEAAAQQQQAABBBBAAIH2C9BCBBA4VwIMyHWu3g52BgEEEEAAAQQQQACB9gjQEgQQQAABBBBAAAEEEEAAAQQQaL8ALUQAAQQQQAABBBBAAAEEEEAAgfYL0EIEEEAAAQQQQAABBBBAAAEEEGi/AC1EAAEEEEAAAQQQQAABBBBAAIH2C9BCBBBAAAEEEEAAAQQQQAABBBBovwAtRAABBBBAAAEEEEAAAQQQQACBRqDNA3I1LeRfBBBAAAEEEEAAAQQQQAABBBBoswBtQwABBBBAAAEEEEAAAQQQQACB9gvQQgQQQAABBBBAAAEEEEAAAQQQaL8ALUQAAQQQQAABBBBAAAEEEEAAgfYL0EIEEEAAAQQQQAABBBBAAAEEEGi/AC1EAAEEEEAAAQQQQAABBBBAAIH2C9BCBBBAAAEEEEAAAQTOvQADcp37t4gdRACB8y/AHiKAAAIIIIAAAggggAACCCCAQPsFaCECCCCAAAIIIIAAAggggAACCLRfgBYigAACCCCAAAIIIIAAAggggED7BWghAggggAACCCCAAAIIIIAAAgi0X4AWIoAAAggggAACCCCAAAIIIIBA+wVoIQIIIIAAAggggAACCCCAAAIItF+AFiKAAAIIIPD5AgzI9fl2vBIBBBBAAAEEEPi6AmwNAQQQQAABBBBAAAEEEEAAAQTaL0ALEUAAAQQQQAABBBBAAAEEEECg/QK0EAEEEEAAAQQQQAABBBBAAAEE2i9ACxFAAAEEEEAAAQQQj4gDgwAAEABJREFUQAABBBBAoP0CtBABBBBAAAEEEEAAAQQQQAABBNovQAsRQAABBBBAAAEEEEAAAQQQQKD9ArSwlQIMyNXKt5VGIYAAAggggAACCCCAAAKfL8ArEUAAAQQQQAABBBBAAAEEEECg/QK0EAEEEEAAAQQQQAABBBBAAAEE2i9ACxFAAAEEEEAAAQQQQAABBBBAoP0CtBABBBBAAAEEEEAAAQQQQAABBNovcEotvHNiPd+euM9dBBBAAAEEEEAAAQQQQAABBBA4QwE2jQACCCCAAAIIIIAAAgggcLoCDMh1up6s7XQEWAsCCCCAAAIIIIAAAggggAACCLRfgBYigAACCCCAAAIIIIAAAggggED7BWghAggggAACCCCAAAIIIIAAAgi0X4AWIoAAAggggAACCCCAAAIIIIBA+wVoIQIIIIAAAggggAACCCCAAAIItF+AFiKAAAIIIIAAAggggAACCCCAQPsFaCECCCCAAAIIIHBpBBiQ69K81TQUAQQQQODHAjyCAAIIIIAAAggggAACCCCAAALtF6CFCCCAAAIIIIAAAggggAACCCDQfgFaiAACCCCAAAIIIIAAAggggAAC7ReghQgggAACCCCAAAIIIIAAAggg0H4BWogAAggggAACCCCAAAIIIIAAAu0XoIUIIIAAAggggAACCCCAAAIIINB+AVqIAAIInL0AA3Kd/XvAHiCAAAIIIIAAAgi0XYD2IYAAAggggAACCCCAAAIIIIBA+wVoIQIIIIAAAggggAACCCCAAAIItF+AFiKAAAIIIIAAAggggAACCCCAQPsFaCECCCCAAAIIIIAAAggggAACCLRfgBYigAACCCCAAAIIIIAAAggggED7BWghAggggAACCCCAAAIIIIAAAgi0X+AnWsiAXD+Bw1MIIIAAAggggAACCCCAAAIIXCQB9hUBBBBAAAEEEEAAAQQQQAABBNovQAsRQAABBBBAAAEEEEAAAQQQQKD9ArQQAQQQQAABBBBAAAEEEEAAAQTaL0ALEUAAAQQQQAABBBBAAAEEEECg/QK0EAEEEEAAAQQQQAABBBBAAAEE2i9ACxFAAAEEEEAAAQQQQOB8CjAg1/l8X9grBC6qAPuNAAIIIIAAAggggAACCCCAAALtF6CFCCCAAAIIIIAAAggggAACCCDQfgFaiAACCCCAAAIIIIAAAggggAAC7ReghQgggAACCCCAAAIIIIAAAggg0H4BWogAAggggAACCCCAAAIIIIAAAu0XoIUIIIAAAggggAACCCCAAAIIINB+AVqIAAIIIIAAAp8owIBcnwjG4ggggAACCCBwHgTYBwQQQAABBBBAAAEEEEAAAQQQaL8ALUQAAQQQQAABBBBAAAEEEEAAgfYL0EIEEEAAAQQQQAABBBBAAAEEEGi/AC1EAAEEEEAAAQQQQAABBBBAAIH2C9BCBBBAAAEEEEAAAQQQQAABBBBovwAtRAABBBBAAAEEEEAAAQQQQACB9gvQQgTaI8CAXO15L2kJAggggAACCCCAAAIInLYA60MAAQQQQAABBBBAAAEEEEAAgfYL0EIEEEAAAQQQQAABBBBAAAEEEGi/AC1EAAEEEEAAAQQQQAABBBBAAIH2C9BCBBBAAAEEEEAAAQQQQAABBBBovwAt/CUCd068+NsT97mLAAIIIIAAAggggAACCCCAwPkQYC8QQAABBBBAAAEEEEAAAQQQOAUBBuQ6BcQvuQrWjQACCCCAAAIIIIAAAggggAAC7ReghQgggAACCCCAAAIIIIAAAggg0H4BWogAAggggAACCCCAAAIIIIAAAu0XoIUIIIAAAggggAACCCCAAAIIINB+AVqIAAIIIIAAAggggAACCCCAAALtF6CFCCCAAAIIIIAAAggggAACCCDQfgFaiAACCCCAAAIIINBuAQbkavf7S+sQQACBjxVgOQQQQAABBBBAAAEEEEAAAQQQaL8ALUQAAQQQQAABBBBAAAEEEEAAgfYL0EIEEEAAAQQQQAABBBBAAAEEEGi/AC1EAAEEEEAAAQQQQAABBBBAAIH2C9BCBBBAAAEEEEAAAQQQQAABBBBovwAtRAABBBBAAAEEEEAAAQQQQACB9gvQQgQQQACBMxJgQK4zgmezCCCAAAIIIIDA5RSg1QgggAACCCCAAAIIIIAAAggg0H4BWogAAggggAACCCCAAAIIIIAAAu0XoIUIIIAAAggggAACCCCAAAIIINB+AVqIAAIIIIAAAggggAACCCCAAALtF6CFCCCAAAIIIIAAAggggAACCCDQfgFaiAACCCCAAAIIIIAAAggggAAC7ReghScFGJDrpAj3EUAAAQQQQAABBBBAAAEELr4ALUAAAQQQQAABBBBAAAEEEEAAgfYL0EIEEEAAAQQQQAABBBBAAAEEEGi/AC1EAAEEEEAAAQQQQAABBBBAAIH2C9BCBBBAAAEEEEAAAQQQQAABBBBovwAtRAABBBBAAAEEEEAAAQQQQACB9gvQQgQQQAABBBBAAAEEEEDgHAkwINc5ejPYlXYJ0BoEEEAAAQQQQAABBBBAAAEEEGi/AC1EAAEEEEAAAQQQQAABBBBAAIH2C9BCBBBAAAEEEEAAAQQQQAABBBBovwAtRAABBBBAAAEEEEAAAQQQQACB9gvQQgQQQAABBBBAAAEEEEAAAQQQaL8ALUQAAQQQQAABBBBAAAEEEEAAgfYL0EIEEEAAAQQQQOBjBBiQ62OUWAYBBBBAAIHzK8CeIYAAAggggAACCCCAAAIIIIBA+wVoIQIIIIAAAggggAACCCCAAAIItF+AFiKAAAIIIIAAAggggAACCCCAQPsFaCECCCCAAAIIIIAAAggggAACCLRfgBYigAACCCCAAAIIIIAAAggggED7BWghAggggAACCCCAAAIIIIAAAgi0X4AWIoDABRdgQK4L/gay+wgggAACCCCAAAIIfB0BtoIAAggggAACCCCAAAIIIIAAAu0XoIUIIIAAAggggAACCCCAAAIIINB+AVqIAAIIIIAAAggggAACCCCAAALtF6CFCCCAAAIIIIAAAggggAACCCDQfgFaiAACCCCAAAIIIIAAAggggAAC7ReghQgggAACCCCAAAIIIIAAAggg8LkCF2dArs9tIa9DAAEEEEAAAQQQQAABBBBAAIGLI8CeIoAAAggggAACCCCAAAIIIIBA+wVoIQIIIIAAAggggAACCCCAAAIItF+AFiKAAAIIIIAAAggggAACCCCAQPsFaCECCCCAAAIIIIAAAggggMBFEbhzYke/PXGfuwh8WIBnEEAAAQQQQAABBBBAAAEEEECg/QK0EAEEEEAAAQQQQACBFgowIFcL31SahAACv0yAVyOAAAIIIIAAAggggAACCCCAQPsFaCECCCCAAAIIIIAAAggggAACCLRfgBYigAACCCCAAAIIIIAAAggggED7BWghAggggAACCCCAAAIIIIAAAgi0X4AWIoAAAggggAACCCCAAAIIIIBA+wVoIQIIIIAAAggggAACCCCAAAIItF+AFiKAAAIIIPA1BRiQ62tqsy0EEEAAAQQQQOCtAHMIIIAAAggggAACCCCAAAIIINB+AVqIAAIIIIAAAggggAACCCCAAALtF6CFCCCAAAIIIIAAAggggAACCCDQfgFaiAACCCCAAAIIIIAAAggggAAC7ReghQgggAACCCCAAAIIIIAAAggg0H4BWogAAggggAACCCCAAAIIIIAAAu0XoIUIJAEG5EoM/IMAAggggAACCCCAAAIItFWAdiGAAAIIIIAAAggggAACCCCAQPsFaCECCCCAAAIIIIAAAggggAACCLRfgBYigAACCCCAAAIIIPD/s/c3MbKk6WGo90Zm/ZxT53TPkDR1eW3AusaFINigBAMjUItZ2CDEBUEQF+BKEGhgCAHceGGLO9MAdQcwvaO9EyBAEKehhbwxbBCGFoIvPIC5uILkhSAY94oczfSwZ7r7/FSd+v/PiPu+kZl16lTX6fPTVacyo56a/CoiIyMjvvfJt6ez6/0iPgIECBAgQIAAAQIECBAgQIDA8AVESIAAAQIECBAgQIAAAQIECAxfQIQECBAgQIAAAQIECBAgQIDA8AVESIDAXQuYkOuuPwHnJ0CAAAECBAgQIHAfBMRIgAABAgQIECBAgAABAgQIDF9AhAQIECBAgAABAgQIECBAgMDwBURIgAABAgQIECBAgAABAgQIDF9AhAQIECBAgAABAgQIECBAgMDwBURIgAABAgQIECBAgAABAgQIDF9AhAQIECBAgAABAgQIECBA4B4L3JsJue7xZyx0AgQIECBAgAABAgQIECBwbwQESoAAAQIECBAgQIAAAQIECAxfQIQECBAgQIAAAQIECBAgQIDA8AVESIAAAQIECBAgQIAAAQIECAxfQIQECBAgQIAAAQIECBAgQIDA8AVESIAAAQIECBAgQIAAAQIECAxfQIQECBAgQIAAAQIEFlHAhFyL+KnoEwECyyyg7wQIECBAgAABAgQIECBAgMDwBURIgAABAgQIECBAgAABAgQIDF9AhAQIECBAgAABAgQIECBAgMDwBURIgAABAgQIECBAgAABAgQIDF9AhAQIECBAgAABAgQIECBAgMDwBURIgAABAgQIECBAgAABAgQIDF9AhAQIECBA4J0ETMj1Tlx2JkCAAAECBAgsioB+ECBAgAABAgQIECBAgAABAsMXECEBAgQIECBAgAABAgQIECAwfAEREiBAgAABAgQIECBAgAABAsMXECEBAgQIECBAgAABAgQIECAwfAEREiBAgAABAgQIECBAgAABAsMXECEBAgQIECBAgAABAgQIECAwfAERDkXAhFxD+STFQYAAAQIECBAgQIAAgdsQcEwCBAgQIECAAAECBAgQIEBg+AIiJECAAAECBAgQIECAAAECBIYvIEICBAgQIECAAAECBAgQIEBg+AIiJECAAAECBAgQIECAAAECBIYvIEICBAgQIECAAAECBAgQIEBg+AIiJECAAAECBAgQIECAAIFvLGBCrm9M6AC3LeD4BAgQIECAAAECBAgQIECAwPAFREiAAAECBAgQIECAAAECBAgMX0CEBAgQIECAAAECBAgQIECAwPAFREiAAAECBAgQIECAAAECBAgMX0CEBAgQIECAAAECBAgsncB/caXHn1557ikBAgS+ImADAQIECBAgQIAAAQIECBAgMHwBERIgQIAAAQIEhixgQq4hf7piI0CAAIF3EbAvAQIECBAgQIAAAQIECBAgMHwBERIgQIAAAQIECBAgQIAAAQLDFxAhAQIECBAgQIAAAQIECBAgMHwBERIgQIAAAQIECBAgQIAAAQLDFxAhAQIECBAgQIAAAQIECBAgMHwBERIgQIAAAQIECBAgQIAAAQLDFxAhAQIE7kTAhFx3wu6kBAgQIECAAAEC91dA5AQIECBAgAABAgQIECBAgMDwBURIgCVzLqUAABAASURBVAABAgQIECBAgAABAgQIDF9AhAQIECBAgAABAgQIECBAgMDwBURIgAABAgQIECBAgAABAgQIDF9AhAQIECBAgAABAgQIECBAgMDwBURIgAABAgQIECBAgAABAgQIDF/g1QhNyPWqh2cECBAgQIAAAQIECBAgQGAYAqIgQIAAAQIECBAgQIAAAQIEhi8gQgIECBAgQIAAAQIECBAgQGD4AiIkQIAAAQIECBAgQIAAAQIEhi8gQgIECBAgQIAAAQIECBAgQGD4AiIkQIAAAQIECBAgQIAAAQIEhi8gQgIECBAgQIAAAQIEFkbAhFwL81HoCIHhCYiIAAECBAgQIECAAAECBAgQGL6ACAkQIECAAAECBAgQIECAAIHhC4iQAAECBAgQIECAAAECBAgQGL6ACAkQIECAAAECBAgQIECAAIHhC4iQAAECBAgQIECAAAECBAgQGL6ACAkQIECAAAECBAgQIECAAIHhC4iQAAECBAgQeLOACbnebGQPAgQIECBAYLEF9I4AAQIECBAgQIAAAQIECBAYvoAICRAgQIAAAQIECBAgQIAAgeELiJAAAQIECBAgQIAAAQIECBAYvoAICRAgQIAAAQIECBAgQIAAgeELiJAAAQIECBAgQIAAAQIECBAYvoAICRAgQIAAAQIECBAgQIAAgeELiJDAUguYkGupPz6dJ0CAAAECBAgQIEDgwwk4EwECBAgQIECAAAECBAgQIDB8ARESIECAAAECBAgQIECAAAECwxcQIQECBAgQIECAAAECBAgQIDB8ARESIECAAAECBAgQIECAAAECwxcQIQECBAgQIECAAAECBAgQIDB8ARESIECAAAECBAgQIECAAIH3EzAh1/u53c27nJUAAQIECBAgQIAAAQIECBAYvoAICRAgQIAAAQIECBAgQIAAgeELiJAAAQIECBAgQIAAAQIECBAYvoAICRAgQIAAAQIECBAgQIAAgeELiJAAAQIECBAgQIAAAQIECBAYvoAICRAgQIAAAQIECBAgQIAAgeELiJAAAQIECBAgQGBwAibkGtxHKiACBAh8cwFHIECAAAECBAgQIECAAAECBIYvIEICBAgQIECAAAECBAgQIEBg+AIiJECAAAECBAgQIECAAAECBIYvIEICBAgQIECAAAECBAgQIEBg+AIiJECAAAECBAh8Q4H/4sr7P73y3FMCBAgQIEBgAQR0gQABAgQIECBAgAABAgQIEBi+gAgJECBA4MMJmJDrw1k7EwECBAgQIECAwKsCnhEgQIAAAQIECBAgQIAAAQLDFxAhAQIECBAgQIAAAQIECBAgMHwBERIgQIAAAQIECBAgQIAAAQLDFxAhAQIECBAgQIAAAQIECBAgMHwBERIgsLgC38uuXZ1UKzd5ECBAgAABAgQIECBA4J0FvIEAAQIECBAgQIAAAQIECBAYvoAIU8CEXIngQYAAAQIECBAgQIAAAQJDFhAbAQIECBAgQIAAAQIECBAgMHwBERIgQIAAAQIECBAgQIAAAQLDFxAhAQIECBAgQIAAAQIECBAgMHwBERIgQIAAAQIECBAgQIAAAQLXCPwwt/1/sv3X2e56Yq7qw59mP77Bw1sJECBAgAABAgQIECBAgACB4QuIkACBtxT4X+d+38t213/3yy70j+pL9al/4hcBAgQIECBAYJkFTMi1zJ+evi+PgJ4SIECAAAECBAgQIECAAAECwxcQIQECBAgQIECAAAECBAgQIDB8ARESIECAAAECBAgQIECAAAECwxcQIQECBAgQIECAAAECBAgQIDB8ARESIECAAAECBAgQWC6BT7O71f5xLu9qYq6aiKvL81cfPsmlBwECBBZfQA8JECBAgAABAgQIECBAgMDiC/wwu/i/yvaTbDUZ1l1NzFXnrj7U3/+qT9mdJXnoJgECBAgQIEDgNQIm5HoNjM0ECBAgQGAZBfSZAAECBAgQIECAAAECBAgQGL6ACAkQIECAAAECBAgQIECAAIHhC4iQAAECBAgQIECAAAECBAgQGL6ACAkQIECAAAECBAgQIECAAIHhC4iQAAECBAjcoMD3Z8eqG/LWTXHnE3PNNt/Kos51eSKuOkndjLdarWsECBAgQIAAAQIRAYEAAQIECBAgQIDANxT4ZPb+P81lTYpVk2PV3+by6a0/6lx1zjp3nXP+d8hbP7ETECBAYNkE9JcAgeUTMCHX8n1mekyAAAECBAgQIEDgrgWcnwABAgQIECBAgAABAgQIEBi+gAgJECBAgAABAgQIECBAgACB4QuIkAABAgQIECBAgAABAgQIEBi+gAgJECBAgAABAgQIECBAgACB4QuI8H4I1CRY1ebR1s1xa2KuulluTZo1334Tyzp2HbOOXee4fEw35L2sYZ0AAQIECBAgQIAAAQIfTsCZCBAgQGC4AvV3vx9cCq8mx6q/zdVkWfW3uksv3dhqHbvOUeean+PTPPrlfuRTDwIECBAgQIDA8gos6YRcywuu5wQIECBAgAABAgQIECBAgMDbCtiPAAECBAgQIECAAAECBAgQGL6ACAkQIECAAAECBAgQIECAAIHhC4iQAAECBAgQIECAAAECBAgQGL6ACAkQIECAAAECBAgQIEDgAwhcNxlW3Sy3Js2qm+fWJFrfpBt1rDpGHauOefVYdTPeujnw1e2e3xsBgRIgQIAAAQIECBAgQIAAAQLDFxDhHQl8cs15a7Ks+ltdTZ5Vf7u7Zpd33lTHqmPWsa8e87q/P77zCbyBAAECBAgQILAoAibkWpRPQj8IEFhMAb0iQIAAAQIECBAgQIAAAQIEhi8gQgIECBAgQIAAAQIECBAgQGD4AiIkQIAAAQIECBAgQIAAAQIEhi8gQgIECBAgQIAAAQIECBAgQGD4AiIkQIAAAQIECNxvgZoMq9p1CnXz3JpEq26mW5NqXd6nXrv8/KeXn+R6vV7vqffWMXLTtY/rbgp87Y42EiBAgACBbyTgzQQIECBAgAABAgQIELh/AvV3vx+8JuyaPKv+dleTadXf8l6z29durvfWMepY1x3j03z3686fL3kQuAUBhyRAgAABArcsYEKuWwZ2eAIECBAgQIDA2wjYhwABAgQIECBAgAABAgQIEBi+gAgJECBAgAABAgQIECBAgACB4QuIkAABAgQIECBAgAABAgQIEBi+gAgJECBAgAABAgQIECBAgACB4QuIkAABAgss8P039K1upluTatXNdWuSra/bvfatG/DWvvWer9u3bsZbNwX+un28RoAAAQIECBAgQGCpBHSWAAECBAgQILBgAp+8oT/zv+XV5Fr1t7037N6/XPvW3//qvV/3njf93bE/mF8ECBAgQGAZBfT5/gqYkOv+fvYiJ0CAAAECBAgQIEDg/gmImAABAgQIECBAgAABAgQIEBi+gAgJECBAgAABAgQIECBAgACB4QuIkAABAgQIECBAgAABAgQIEBi+gAgJECBAgAABAgQIECBAgACB4Qu8T4Q1KVa1N723bq5bk2zVzXb/l1d2/nY+rxvw1mt1Q958+saHG/K+kcgOBAgQIECAAAECBAgQIEDgWgEbCRAg8LYC9Xe/H7zFzpf/tld/B7zuLfV3v/r7X+37un3m7/s0V97mvLmbBwECBAgQIEBgeQRMyLU8n9VAeioMAgQIECBAgAABAgQIECBAYPgCIiRAgAABAgQIECBAgAABAgSGLyBCAgQIECBAgAABAgQIECBAYPgCIiRAgAABAgQIECBAgAABAgSGLyBCAgQIECBAgAABAgSWUOBdJseqm+3+V1di/N/l87ohby7e6lE3462b8r7VznYiQGARBfSJAAECBAgQIECAAAECBAgQWBKBT96hnzXZVk269WD6novf/79cq9fqb4O5+sbHu/y98Y0HswMBAgQIECBAYFEETMi1KJ+EfhAgQIDAzQo4GgECBAgQIECAAAECBAgQIDB8ARESIECAAAECBAgQIECAAAECwxcQIQECBAgQIECAAAECBAgQIDB8ARESIECAAAECBAgQIECAAAECwxcQIQECBAgQIHCTAjU51g9v8oBvOJYb8r4ByMsECBAgQIDATMCCAAECBAgQIECAAIFvKlB/9/vBOx7k8ZX9/6dXnn/d0/pb47ue7+uO5zUCBO6DgBgJECCwJAIm5FqSD0o3CRAgQIAAAQIEFlNArwgQIECAAAECBAgQIECAAIHhC4iQAAECBAgQIECAAAECBAgQGL6ACAkQIECAAAECBAgQIECAAIHhC4iQAAECBAgQIECAAAECBAgQGL6ACAncE4G6Se4nHyjWuhlvne8Dnc5pCBAgQIAAAQIECBAg8GYBexAgQIAAgYELfKi//RXj9+uXRoAAAQIECBBYRIFv2icTcn1TQe8nQIAAAQIECBAgQIAAAQK3L+AMBAgQIECAAAECBAgQIECAwPAFREiAAAECBAgQIECAAAECBAgMX0CEBAgQIECAAAECBAgQIECAwPAFREiAAAECBAgQIECAAAECBD6EwA/zJNVycasPN+S9ntdWAgQIECBAgAABAgQIECBAYPgCIiRwVwL1d78ffICTf5rn+BDnydN4ECBAgAABAgQ+vIAJuT68uTMSWFIB3SZAgAABAgQIECBAgAABAgSGLyBCAgQIECBAgAABAgQIECBAYPgCIiRAgAABAgQIECBAgAABAgSGLyBCAgQIECBAgAABAgQIECBAYPgCIiRAgAABAgQIELjnAnWz3E9u2aBuxlvnueXTODwBAgQIvF7AKwQIECBAgAABAgQIECBwTwVu+29/xfr9+qUtgoA+ECBAgAABArchYEKu21B1TAIECBAgQOD9BbyTAAECBAgQIECAAAECBAgQGL6ACAkQIECAAAECBAgQIECAAIHhC4iQAAECBAgQIECAAAECBAgQGL6ACAkQIECAAAECBAgQIECAAIHhC4iQAAECBBZZ4IfZuducMOv38vgeBAgQIECAAAEC90FAjAQIECBAgAABAosmUH/7+8Etdqr+rnibx7/Frjs0AQIECLy3gDcSuGcCJuS6Zx+4cAkQIECAAAECBAgQmAr4TYAAAQIECBAgQIAAAQIECAxfQIQECBAgQIAAAQIECBAgQIDA8AVESIAAAQIECBAgQIAAAQIECAxfQIQECBAgQIAAAQIECBAgQIDA8AVE+F4CddPc77/XO9/8pts67pvPbA8CBAgQIECAAAECBAgQGKyAwAgQIEDgnQQ+eae9321nf/97Ny97EyBAgAABAksoYEKuu/vQnJkAAQIECBAgQIAAAQIECBAYvoAICRAgQIAAAQIECBAgQIAAgeELiJAAAQIECBAgQIAAAQIECBAYvoAICRAgQIAAAQIECBAgQIAAgeELiJAAAQIECBAgQIAAAQLLKPDDW+r0f31Lx3VYAnct4PwECBAgQIAAAQIECBAgQIDA8AWGEmH97e8HtxDMp3nM2zhuHtaDAAECBAgQILA4AiayeQMtAAAQAElEQVTkWpzPQk8IECBwSwIOS4AAAQIECBAgQIAAAQIECAxfQIQECBAgQIAAAQIECBAgQIDA8AVESIAAAQIECBAgQIAAAQIECAxfQIQECBAgQIAAAQIECBAgQIDA8AVESIAAAQIECBC4UYG6ee7v3egRI276eDfcPYcjQIAAAQLLIKCPBAgQIECAAAECBAgQuBGBT27kKK8e5PuvPvWMAIH3F/BOAgQIEFhkARNyLfKno28ECBAgQIAAgWUS0FcCBAgQIECAAAECBAgQIEBg+AIiJECAAAECBAgQIECAAAECBIYvIEICBAgQIECAAAECBAgQIEBg+AIiJECAAAECBAgQIECAAAECBIYvIEICBO6TwA9vONgf3PDxHI4AAQIECBAgQIAAgdsScFwCBAgQIEBg6AL1t7+b/Hvdpwl2k8fLw3kQIECAAAECty7gBO8lYEKu92LzJgIECBAgQIAAAQIECBC4KwHnJUCAAAECBAgQIECAAAECBIYvIEICBAgQIECAAAECBAgQIEBg+AIiJECAAAECBAgQIECAAAECBIYvIEICBAgQIECAAAECBAgQIEDggwjUTXS/f0Nn+r13PY79CRAgQIAAAQIECBAgQIAAgeELiJAAgTsV+OQGz35Tf0e8wS45FAECBAgQIEDgdgRMyHU7ro46bAHRESBAgAABAgQIECBAgAABAsMXECEBAgQIECBAgAABAgQIECAwfAEREiBAgAABAgQIECBAgAABAsMXECEBAgQIECBAgAABAgQIECAwfAEREiBAgAABAgQIECAQ8YP45j81sddNHOeb98QRCBAg8FUBWwgQIECAAAECBAgQIECAwH0V+GEGfhN/t1uGv/9lqB4ECBAgQIAAgZsRMCHXzTg6CgECBAgQuAUBhyRAgAABAgQIECBAgAABAgSGLyBCAgQIECBAgAABAgQIECBAYPgCIiRAgAABAgQIECBAgAABAgSGLyBCAgQIECBAgAABAgQIECBAYPgCIiRAgAABAgstcBM30/3+QkeocwQIECBAgACBDyLgJAQIECBAgAABAgQWUuCTG+iVv//dAKJDECAwFAFxECBwHwRMyHUfPmUxEiBAgAABAgQIEPg6Aa8RIECAAAECBAgQIECAAAECwxcQIQECBAgQIECAAAECBAgQIDB8ARESIECAAAECBAgQIECAAAECwxcQIQECBAgQIECAAAECBAgQIDB8ARESeH+Bb3JD3ZuY0Ov9e+6dBAgQIECAAAECBAgQuG8C4iVAgAABAu8m8MPc/QfZ3vfh73/vK+d9BAgQIECAwNIKLMSEXEurp+MECBAgQIAAAQIECBAgQIDAWwvYkQABAgQIECBAgAABAgQIEBi+gAgJECBAgAABAgQIECBAgACB4QuIkAABAgQIECBAgAABAgQIEBi+gAgJECBAgAABAgQIECBAYCkFvslNdX9vKSPW6W8k4M0ECBAgQIAAAQIECBAgQIDA8AVEOCiBT75BNN//Bu/1VgIECBAgQIDAUgqYkGspPzadJkDgPQW8jQABAgQIECBAgAABAgQIEBi+gAgJECBAgAABAgQIECBAgACB4QuIkAABAgQIECBAgAABAgQIEBi+gAgJECBAgAABAgQIECBAgACB4QuIkAABAgQIECBA4OYF3ufGuj/MblTLhQcBAgQIELhxAQckQIAAAQIECBAgQIAAgZsRqL/h/eA9DvVpvud93pdv8yDw1gJ2JECAAAECCydgQq6F+0h0iAABAgQIEFh+AREQIECAAAECBAgQIECAAAECwxcQIQECBAgQIECAAAECBAgQIDB8ARESIECAAAECBAgQIECAAAECwxcQIQECBAgQIECAAAECBAgQIDB8ARESIEDgXgm8z81132cSr3uFKlgCBAgQIECAAIFlENBHAgQIECBAgMC9EPjkPaL097/3QPMWAgQIEFhUAf0i8PYCJuR6eyt7EiBAgAABAgQIECBAYLEE9IYAAQIECBAgQIAAAQIECBAYvoAICRAgQIAAAQIECBAgQIAAgeELiJAAAQIECBAgQIAAAQIECBAYvoAICRAgQIAAAQIECBAgQIAAgeELLE6E73KD3R9mt6vlwoMAAQIECBAgQIAAAQIECBB4o4AdCBAgcLcC9be8H7xDFz7Nfd9l/9zdgwABAgQIECAwDAETcg3jc7yzKJyYAAECBAgQIECAAAECBAgQGL6ACAkQIECAAAECBAgQIECAAIHhC4iQAAECBAgQIECAAAECBAgQGL6ACAkQIECAAAECBAgQIECAAIHhC4iQAAECBAgQIECAAAECKVA32a0b8+bqGx/vMnnXGw9mBwIEPoyAsxAgQIAAAQIECBAgQIAAAQLDF/iaCD/5mteuvuTvf1dFPCdAgAABAgTujYAJue7NRy1QAgQILLWAzhMgQIAAAQIECBAgQIAAAQLDFxAhAQIECBAgQIAAAQIECBAgMHwBERIgQIAAAQIECBAgQIAAAQLDFxAhAQIECBAgQIAAAQIECBAgMHwBERIgQIAAAQKLL/B7b9HFmrSr2lvsahcCBAgQIEDgHgoImQABAgQIECBAgACBxRSov+n94C269mnu8zb75W4eBAjcYwGhEyBAYLACJuQa7EcrMAIECBAgQIAAgXcX8A4CBAgQIECAAAECBAgQIEBg+AIiJECAAAECBAgQIECAAAECBIYvIEICBAgQIECAAAECBAgQIEBg+AIiJECAAAECBAgQIECAAAECBIYvIEICBL6BQN1st27M+3WH+P7Xveg1AgQIECBAgAABAgQIfBgBZyFAgAABAgTeQ+CTt3iPv/+9BZJdCBAgQIAAgQ8l8OHPY0KuD2/ujAQIECBAgAABAgQIECBw3wXET4AAAQIECBAgQIAAAQIECAxfQIQECBAgQIAAAQIECBAgQIDA8AVESIAAAQIECBAgQIAAAQIECAxfQIQECBAgQIAAAQIECBAgQGB5Bb7uhrs/yLDeNGFX7nJPHsIkQIAAAQIECBAgQIAAAQIEhi8gQgLDEqi/7dXf+F4X1af5wte9ni97ECBAgAABAgSGLWBCrmF/vqIj8FoBLxAgQIAAAQIECBAgQIAAAQLDFxAhAQIECBAgQIAAAQIECBAgMHwBERIgQIAAAQIECBAgQIAAAQLDFxAhAQIECBAgQIAAAQIECBAgMHwBERIgQIAAAQIECBC4BYG6KW+16w79yXUbbSNAgACB2xVwdAIECBAgQIAAAQIECBAgcIMCX/c3vu/f4Hkc6h0F7E6AAAECBAgshoAJuRbjc9ALAgQIECAwVAFxESBAgAABAgQIECBAgAABAsMXECEBAgQIECBAgAABAgQIECAwfAEREiBAgAABAgQIECBAgAABAsMXECEBAgQIECBAgAABAgQIECAwfAEREiBAgMD9E7juxrs/SIbXTdSVL3kQIECAAAECBAgsuYDuEyBAgAABAgQI3A+B+htf/a3varSf5obrtudmDwIECBAYkIBQCBB4g4AJud4A5GUCBAgQIECAAAECBJZBQB8JECBAgAABAgQIECBAgACB4QuIkAABAgQIECBAgAABAgQIEBi+gAgJECBAgAABAgQIECBAgACB4QuIkAABAgQIECBAgAABAgQIEBi+gAgXSKBuylvtcpeum6Tr8uvWCRAgQIAAAQIECBAgQIDAWwjYhQABAgQWQOCTa/rg73/XoNhEgAABAgQI3D8BE3Ld1GfuOAQIECBAgAABAgQIECBAgMDwBURIgAABAgQIECBAgAABAgQIDF9AhAQIECBAgAABAgQIECBAgMDwBURIgAABAgQIECBAgAABAgQIDF9AhAQIECBAgAABAgQIECAwF7h8A94f5MZPs3kQGIaAKAgQIECAAAECBAgQIECAAIHhC4jw6wR+mC/W3/xy0T/qb3+Xn/cb/SJAgAABAgQI3EcBE3Ldx09dzAQILLWAzhMgQIAAAQIECBAgQIAAAQLDFxAhAQIECBAgQIAAAQIECBAgMHwBERIgQIAAAQIECBAgQIAAAQLDFxAhAQIECBAgQIAAAQIECBAgMHwBERIgQIAAAQIElkCgbspbrbp6eXKueq4RIECAAAECbyFgFwIECBAgQIAAAQIECCywwCeX+ubvf5cwrBJ4VwH7EyBAgMCwBEzINazPUzQECBAgQIAAgZsScBwCBAgQIECAAAECBAgQIEBg+AIiJECAAAECBAgQIECAAAECBIYvIEICBAgQIECAAAECBAgQIEBg+AIiJECAAAECBAgQIECAAAECBIYvIEICBAh8U4G6Ke8P8iCfZvMgQIAAAQIECBAgQGAxBfSKAAECBAgQIPA+Aj/MN83/9lfLfOpBgAABAgQILLCArn0gARNyfSBopyFAgAABAgQIECBAgACB6wRsI0CAAAECBAgQIECAAAECBIYvIEICBAgQIECAAAECBAgQIEBg+AIiJECAAAECBAgQIECAAAECBIYvIEICBAgQIECAAAECBAgQIEBgiQXqpry/9+b+24MAAQIECBAgQIAAAQIECBAYvoAICRAYoMAnGdP3s3kQIECAAAECBAjMBEzINYOwuMcCQidAgAABAgQIECBAgAABAgSGLyBCAgQIECBAgAABAgQIECBAYPgCIiRAgAABAgQIECBAgAABAgSGLyBCAgQIECBAgAABAgQIECBAYPgCIiRAgAABAgQIECBA4DYEPr2NgzomAQIE3lvAGwkQIECAAAECBAgQIECAAIGbFPhhHuwH2RbroTcECBAgQIAAgTsUMCHXHeI7NQECBAjcLwHREiBAgAABAgQIECBAgAABAsMXECEBAgQIECBAgAABAgQIECAwfAEREiBAgAABAgQIECBAgAABAsMXECEBAgQIECBAgAABAgQIECAwfAEREiBAgAABAgQIECBAgAABAsMXECEBAgQIECBAgAABAgQIECAwfAEREiBA4DoBE3Jdp2IbAQIECBAgQIAAgeUV0HMCBAgQIECAAAECBAgQIEBg+AIiJECAAAECBAgQIECAAAECBIYvIEICBAgQIECAAAECBAgQIEBg+AIiJECAAAECBAgQIECAAAECBIYvIEICBAgQIECAAAECBAgQIEBg+AIiJECAAAECBAgQIECAAAECBBZM4BYm5FqwCHWHAAECBAgQIECAAAECBAgQuAUBhyRAgAABAgQIECBAgAABAgSGLyBCAgQIECBAgAABAgQIECBAYPgCIiRAgAABAgQIECBAgAABAgSGLyBCAgQIECBAgAABAgQIECBAYPgCIiRAgAABAgQIECBAgAABAgSGLyBCAgQIECBAgAABAgTeVsCEXG8rZT8CBBZPQI8IECBAgAABAgQIECBAgACB4QuIkAABAgQIECBAgAABAgQIEBi+gAgJECBAgAABAgQIECBAgACB4QuIkAABAgQIECBAgAABAgQIEBi+gAgJECBAgAABAgQIECBAgACB4QuIkAABIhTHjQAAEABJREFUAgQIECBAgAABAgQIEBi+gAgJECBAgMAABEzINYAPUQgECBAgQIDA7Qo4OgECBAgQIECAAAECBAgQIDB8ARESIECAAAECBAgQIECAAAECwxcQIQECBAgQIECAAAECBAgQIDB8ARESIECAAAECBAgQIECAAAECwxcQIQECBAgQIECAAAECBAgQIDB8ARESIECAAAECBAgQIECAAAECwxcQIYHbFDAh123qOjYBAgQIECBAgAABAgTeXsCeBAgQIECAAAECBAgQIECAwPAFREiAAAECBAgQIECAAAECBAgMX0CEBAgQIECAAAECBAgQIECAwPAFREiAAAECBAgQIECAAAECBAgMX0CEBAgQIECAAAECBAgQIECAwPAFREiAAAECBAgQIECAAAECAxUwIddAP9j3C8u7CBAgQIAAAQIECBAgQIAAgeELiJAAAQIECBAgQIAAAQIECBAYvoAICRAgQIAAAQIECBAgQIAAgeELiJAAAQIECBAgQIAAAQIECBAYvoAICRAgQIAAAQIECBAgQIAAgeELiJAAAQIECBAgQIAAAQIECBAYvoAICRAgQIAAAQIEPrSACbk+tLjzESBAgEAEAwIECBAgQIAAAQIECBAgQGD4AiIkQIAAAQIECBAgQIAAAQIEhi8gQgIECBAgQIAAAQIECBAgQGD4AiIkQIAAAQIECBAgQIAAAQIEhi8gQgIECBAgQIAAAQIECBAgQGD4AiIkQIAAAQIECBAgQIAAAQIEhi8gQgIECBC4EDAh1wWFFQIECBAgQIAAgaEJiIcAAQIECBAgQIAAAQIECBAYvoAICRAgQIAAAQIECBAgQIAAgeELiJAAAQIECBAgQIAAAQIECBAYvoAICRAgQIAAAQIECBAgQIAAgeELiJAAAQIECBAgQIAAAQIECBAYvoAICRAgQIAAAQIECBAgQIAAgeELLEOEJuRahk9JHwkQIECAAAECBAgQIEBgkQX0jQABAgQIECBAgAABAgQIEBi+gAgJECBAgAABAgQIECBAgACB4QuIkAABAgQIECBAgAABAgQIEBi+gAgJECBAgAABAgQIECBAgACB4QuIkAABAgQIECBAgAABAgQIEBi+gAgJECBAgAABAgQIECDwtQIm5PpaHi8SWBYB/SRAgAABAgQIECBAgAABAgSGLyBCAgQIECBAgAABAgQIECBAYPgCIiRAgAABAgQIECBAgAABAgSGLyBCAgQIECBAgAABAgQIECBAYPgCIiRAgAABAgQIECBAgAABAgSGLyBCAgQIECBAgAABAgQIECBAYPgCIiRAgAABAgSWVcCEXMv6yek3AQIECBC4CwHnJECAAAECBAgQIECAAAECBIYvIEICBAgQIECAAAECBAgQIEBg+AIiJECAAAECBAgQIECAAAECBIYvIEICBAgQIECAAAECBAgQIEBg+AIiJECAAAECBAgQIECAAAECBIYvIEICBAgQIECAAAECBAgQIEBg+AIiJEDgxgVMyHXjpA5IgAABAgQIECBAgMA3FfB+AgQIECBAgAABAgQIECBAYPgCIiRAgAABAgQIECBAgAABAgSGLyBCAgQIECBAgAABAgQIECBAYPgCIiRAgAABAgQIECBAgAABAgSGLyBCAgQIECBAgAABAgQIECBAYPgCIiRAgAABAgQIECBAgAABAkMSMCHX9Z+mrQQIECBAgAABAgQIECBAgMDwBURIgAABAgQIECBAgAABAgQIDF9AhAQIECBAgAABAgQIECBAgMDwBURIgAABAgQIECBAgAABAgQIDF9AhAQIECBwOwKP87C/nu1/n+2fZvvX2f7/2Z5mO8rWZuu0YBAM/HMgB+SAHJADckAOfJAc8L3L9y45IAfkgByQA3JADsgBOSAH5IAckAPDzwGfsc9YDsgBOSAH5IAckAPvngM1hqfG8tSYnhrbU2N8aqxPjfmpsT81BijLWR6XBUzIdVnDOgECBD64gBMSIECAAAECBAgQIECAAAECwxcQIQECBAgQIECAAAECBAgQIDB8ARESIECAAAECBAgQIECAAAECwxcQIQECBAgQIECAAAECBAgQIDB8gXsR4Xczyv9Ttv822162/ybb/zXb72f7jWz/i2y/nO1BtiabBwECBAgQIECAAAECBAgQGJiAcAgQIECAAAECBAgQIECAAIHhC4iQAAECgxKoMTw1lqfG9NTYnhrjU2N9asxPjf2pMUA1FqjGBNXYoEEF/77BmJDrfeW8jwABAgQIECCwTAL6SoAAAQIECBBYcoH6y1+FMF/W+jdtdazL7Zsez/sJECBAgMCdC+gAAQIECBAgQIAAAQIECBAgMHwBERIgQIAAgfcVuFwcrfX3Pc6V993goa4c2VMCBAgQIECAwD0WEDoBAgQIECBAgAABAgRuXuBv5iHrhjs/yuWfZ/s/Zvu72TwIELgrAeclQIAAAQIECBAgQIAAAQIEhi8gQgIECBAgQIAAAQIECBAgQGD4AosTYY0FqjFBNTaoxgjVWKEaM7Q4PfzAPTEh1wcGdzoCBAgQIECAAAECBAgMWUBsBAgQuHGBJiIf+auJpmlyGfmTy/z9Po/pO5to6s31q9r0WW3RCBAgQIAAAQIECBB4CwG7ECBAgAABAgQIECBAgAABAsMXEOHQBZq+Str0YU5/96vv/CvfW4+s5eajf3fT5IZ+zS8CBAgQIECAAAECBAgQWHQB/SNAgAABAgTuhcCvZ5T/92z/fba64c5/mUsPAgQIECBA4B4JCJUAAQIECBAgQIAAAQIECBAYvoAICRAgQIAAAQIECBAgcEWgxgjVWKEaM1Rjh2oM0ZVdhv/UhFzD/4zvW4TiJUCAAAECBAgQIECAAAECBAYk0N+qrWkiH9FkXH1rIup5Pu0fta1fedOv2jFb/9781UT9701v8joBAgQIECBAgAABAgQIECBwRwJOS4AAAQIECBAgQIAAAQI3KNDksaatyUppRNM0+SsfuYh3+JnvXstXWh4vH+9wJLsS6AX8IkCAAAECBAgQIECAAAECBIYvIEICBO5G4Lt52v9Xtv8m2+9ke+3jV3/1V+N73/te/Mmf/En82Z/9Wfz7f//v44svvojDw8No2za6rtMYyAE5IAfkgByQA3JADsgBOfCmHPC6HJEDckAOyAE5IAfkgByQA3JADsgBOTD8HPAZ+4zlgByQA3JADtxRDtQYnhrLU2N6amxPjfGpsT415qfG/rx2YND0hRo7VGOIaixRjSmabr0Hv03IdQ8+ZCESIECAwG0IOCYBAgQIECBAgAABAh9GoIkmT9S3i1+5IR/1NBfv9aj3Tm8GV2vvdQhvIkDgXggIkgABAgQIECBAgAABAgQIEBi+gAgJECBAgAABAvdJIOuj9chWUTd9NTbXmmzv86j3ZeE1H7N314bZqgUBAgQIEFgoAZ0hQIAAAQIECBAgQIAAAQL3RuCXMtJ/mu3Ps/1Wtq881tbW4u///b8f/+Jf/It+4q3/8B/+Q/zpn/5p/MEf/EH89m//dvztv/2341d+5Vfi4cOH0TTL9Hffr4RqAwECBAgQIECAAAECBAgQIDA4AQERIECAAAECBAgQIECAAAECwxcQIQECVwWapunH8tSYnhrbU2N8aqxPjfmpsT81UVeNBaoxQTU26Or7Z89rLFGNKaqxRTXGaLZ5uAsTcg33sxUZAQIECBAgQIDAEATEQIAAAQIEBiLQdV28e4vId81arneJkcfJ3/mkf/Srb/2r3n9p5zpUHb+O1K/nr3ft46XDWSVAgAABAgQIvL+AdxIgQIAAAQIECBAgQIAAAQLDFxAhAQIEblDgXeua0/2zMpo10Szc1qPvzbRemqtXaqm55e0e9b48Zj5m+9cRs+X26Tlr/e3b7CAWBAgQIECAAAECBJZXQM8JECBAgAABAgQI3K3A7+bp/7tsv5/tK4/vfve78c/+2T+L7e3t+Jf/8l/G7/7u7/YTb31lRxsIECBA4OsFvEqAAAECBAgQIECAAAECBAgMX0CEBAgQIECAAAECBAgQIEBgiQRqoq4aC1RjgmpsUI0RqrFCrwmhxhbVGKMaa/SaXYax+Y0Tcg0jTFEQIECAAAECBAgQIECAAAECXyfgNQK3JfC6m6y1XRfVXvf6dHsbbZv79S3Xu2pd9K9d6nAe6tKzr1+tfbv58do2put1zFzPF/tjX7OsvlZ73etff1avEiBAgAABAgQIECBAYDEE9IIAAQIECBAgQIAAAQIECBBYboHX1SurllmtXn9da7PeWq/1Ndhcr2XVS2tbqXT16y3afL9a1nvbrK+2/fHarO+2fQ22y+ddbn9da/O1aq97/S26YRcCBAgQIECAAAECBAgQIHCvBQRPgAABAgSuEfinue1fZPvlbK88fvM3fzP+9b/+1/Hnf/7n8Q//4T+Mhw8fvvK6JwQIECBAgAABAospoFcECBAgQIAAAQIECBAgQIDA8AVESIAAAQIECBAgQOCmBWpsUI0RqrFCNWaoxg5dc44aY1RjjWrM0TUvD2OTCbmG8TmKgsAQBMRAgAABAgQIECBAgAABAgMVuHwTtbqpWttPhFU3Ymv7G7LV81fa7OZrtW+X+758rZvdvC2XuU9x1U3eavnWLd9Xx21rUq5ar+PX8nKrbVda9aNa22/vst9dzON663PbsQQ0AgQIECBAgAABAgQIECBAYPgCIiRAgAABAgQIECBA4BYF5nXKtmqefWujapnV2r6e2WY981Kb1UK72rfL7fW81mvfXM9HXK67Xl5/XRj9e/LXq33JY186bl+XzX2u61OX567Wv5b7zI9Ty9ed03YCBBZOQIcIECBAgAABAgQIECBAgACB4QuIcDkE/mZ287/N9vvZXnl85zvfiT/7sz+Lf/Wv/lX8xm/8xiuveUKAAAECBAgQIECAAAECBGYCFgQIECBAgAABAgQIECBAgMDwBURIgAABAvdUoMYM1dihGkNUY4muYagxRzX2qMYgXfPycm8yIddyf356T4AAAQIECLyzgDcQIECAAAECBAh8KIG6WdrlVjdTq5uq1baLm691XdR6bbtoFzdfe/laO7tx23yfiiHfWot3anXzuDpGnbPN89Syq5vO5fH7vuW2Lg88b/X6V1sb3fw9l/Z9p47YmQABAgRuWcDhCRAgQIAAAQIECBAgQIAAgeELiJAAAQIECNwvge5SbbKt+mbVLPs2ratermte3ndeB+1fz/e1WRPtW3+8iC7/97aSVW+d7t6v5Wq+++KYXdZ+22xddLmty/P0rT9Pbstl34dLy76fuV/1p1/P1+bLt+2T/QgQIECAAIGhC4iPAAECBAgQIECAAAECBL5G4Nfztf9vtr+b7ZXHH//xH8e/+3f/Ln77t3/7le2eEFhMAb0iQIAAAQIECBAgQIAAAQIEhi8gQgIECBAgQIAAAQIECBAgQGD4AiJcVIEaQ1RjiWpM0TV9rLFHNQapxiJd8/LybiwjJ4sAABAASURBVDIh1/J+dnpOgAABAgQIECBAgMAiC+gbAQIE7onA/GZobdvFZNLG+fl5nJ6excnJaRwfn8TR0XEcHh7FwbwdHMZ+toNs8+V8vZ7P23T/w3xftaM4PDrqj1XHPTs7z3NNouvabNMbvUU00TTVcq2Ztrj46XK/iLZtp/07O3u1bwfVv8M811Hft3kfall9q1br1Wq9Wr9+OH3PYcZ4dHzcH/Pk9DSqf+eTSX++Nl26bt7Hiw5ZIUCAAAECBAgQGIqAOAgQIECAAAECBAgQIECAAIHhC4iQwAcUqNpim3XNalVzrNpj1SD72mvWJKs2Oa+l9jXLrLvO65fXPa9t1ebvqdptHaPquHXM07PTrKFOa5sVZp2/ltWy/Jo12Ji1LMJG/mTts4suamKtSdZE5/2remnVdPvj97XhaS21zn25VV+r1bbLy2n/ji7qwtW3qg1X7blq0JOsRbez2uvlPmaPPAgQIECAAAECBAgQIHAzAo5CgAABAgQIEFg+gf8qu/z/zvbL2S4e3/nOd+Lf/Jt/E3/4h394sc0KAQIECBAgMBOwIECAAAECBAgQIECAAAECBIYvIEICBAgQIECAAAECBAgQeK1AjSmqsUU1xujKTjUGqcYi1ZikKy8t71MTci3vZ/fGntuBAAECBAgQIECAAAECBAgQGL7AXUZYNzqrNmnbfoKss7OzODo+ibpx2s7uXrzY3omtF9uxufUinj/fimfPNuNpLZ/nMtf757Pls9w2bVsX+9Z7NjdfRLWtre3Y3tmNvYOD/hyn5+d5zjbmN12r279NbwiXa7WSME2T67nsH13X7183bTs4OIrq39Y1/atzPpv1se9P9u9ptuprtZfr034+39x6tX97B/1N4uo8dfO5ugldmz7l1PfDLwIECBAgQIAAAQIECBAg8B4C3kKAAAECBAgQIECAAAECwxeommLVFqvGWLXXk5OTqAmu9rIGWbXSqplW7bRqlBd1zaxlvqxhbsbF+uvqr1m7reNULXd3b68/fk34VTXfOv9cuWlmtdZcNk0zm5Qrosv/TfvYxunZedZuj2Nv/yC2t3ejjru5uR3Vv77mmn276Oe8P7lt3sd+mdufVn02t9e+FV/VmKt/VdM9ODiMmpyrPMqlzl39rDbv65CWYiFAgAABAgQIECBAgAABAgSGLyBCAgQI3JBA3fjm/5nHarJdPL73ve/Fv/23/zZ+7dd+7WKbFQIECBAgQIAAAQIEPryAMxIgQIAAAQIECBAgQIAAAQLDFxAhAQIECBAgQGBZBWpsUY0xqrFGV2KosUg1JqnGJl15aTmfmpBrOT83vSZAgMAiCegLAQIECBAgQIAAAQL3WKDtuqibntXNz+omaMfHx7F/cBg7O3vx4sVOf9O155vb0d9w7flmPynXs2db+TzX63m2p9n6ba9s34q64VrdrK0m9Np8sR3becy6mdtRnqOf7Kpto+3a6Mo//2zXNP2vyN/RNPW7XojILuY+XdRN5OpmcgeH2b/ZhGF13LqpW53rWd3orfpSrfqS7WmtX2n9DeH6bVux+fxFP+HYVsa6XROG7e9f3LTu7Pw8zieTaNuu78O0N34TWFoBHSdAgAABAgQIECBAgAABAgSGLyBCAgQIECBAgACBOxSoSabarIFWjbHqoScnp3F4dBR7e/vRT3iVNcm+drr5IuutWXN9thkva5ebuW3a+hpn1jr7Gmxf16ztW339tWqjW1l7vZjw6vAoTvM8bdY16/yXw2+aJpraUMtstZqF16x/tlH7V3346OhkOiFX1kr72uvWi3ie/Xvr+mvfz81Z37fyvdtxuX9Ve57Wh8+iatLlc7Wffb/8IkCAAIF3EbAvAQIECBAgQIAAAQIECBAgsNwCv57d/39ke+XxR3/0R/Gnf/qn0TT9X3Zfec0TAgQIECBAgAABAgQIECBAYJACgiJAgAABAgQIECBAgAABAgSGLyBCAgQI3IpA0zT9WKMac3TNCWpsUo1Ruual5dpkQq7l+rz0lgABAgQIECBwjwWEToAAAQIECCyaQD/RVdtFO2n7iadOz87j6Pikn5Brt5/waje26qZwm9Mbwj2tm6k934qXN4DbjGf5vNrT+Y3gZvs8659vRd2sbXNrO7ay1YRX+/uHeY7jqJu7TfK8XZ6/ZruqywWbpokmkZqmfudKPfrZuqaTctUN2uqmdQeHR7G7d2nCsP6mcFvZl81suez7sDnt56x/z55tvpxMLNefZqs+Vv+28v1bL7Zje3unv9lc3RSvznN2fnZxU7jsQfVGI0CAAAECBN4oYAcCBAgQIECAAAECBAgQIEBg+AIiJECAAIHXCdSEU5PzSZydn0fVHA+ztrm3vx/bOzt9zbRqk1WjrFrlRY21appVv6xW69kuXutrn1kDzfrr882teD6rbdaEXLu7+3FweBgnp6cxadtru9Q0zUUNtsk9uuiizUJx7V+Thh0dH8f+/kH2b7fv3ysThuU5n2VfnvV92Lym/rp1se1pv89W1Pu3tnbixfZuVM354OAwjrMGXeeqem/ViNusEWcXsjceBAgQIECAAAECiy2gdwQIECBAgAABAgQI3ILA38xj/t+y1Z9sczF9/Mmf/El8//vfnz7xmwABAh9UwMkIECBAgAABAgQIECBAgACB4QuIkAABAgQIECBAgAABAgQIEBiqQI05qrFHEa9EWGOTaoxSjVV65YVle2JCrmX7xPSXAAECBAgQIECAAAECBG5XwNEJEHgrga6rG621cV43gjs9jaOj4zg4OOhvivbixXY829yK/iZw/U3fNvv1/mZrzzfjed10rV6fTdRVz6vV63UTuH6Z+9T6Zu6ztbUdWy92+pu47ec5juqGa3neSTuJtmujn3OrbgQ3axVA0zTRNE3/WvW1Wt2c7fT0LOqmdTu7+/1N3Oq4dfznz19M+zU770Uf8nmtP8t+9MvZ8+e1fLbV3yDuab+eMWZMdayaOGxvby896uZwx3F6dtbfwK76UK36pxEgQIAAAQIECBAgcMcCTk+AAAECBAgQIECAAAECBAgMX2BJIqwaYrW+nnl2HlUPPTg4jN29/ayR7kTVIKe1ys2oiaue9jXYrYv6Zv9a1irnNc2qZVar7VVz7ZdZ03yeNdGa0Gsr67k14dVO1jSrdnqa9d46d/WhWrE1zbTe+sp6bssycbRtGzU51tn5Wfb1OPazr9s7e7GVNd3NrO0+z9rq8+zP8zxnf+5c75f5fL6t72tunz7fzHryVrZcZmxPs6b8LJd1jBfb29FPHJbnODo+jupr1ai7qhNXZ6qDGgECBAgQIECAAAECBAjcbwHREyBAgACB+yXwSYb7y9kuHnVDnD/4gz+4eG6FAAECBAgQIDBIAUERIECAAAECBAgQIECAAAECwxcQIQECBAgQIECAAAECdyJQY49qDNKVk9cYpRqrdGXzcj01IddyfV56e08EhEmAAAECBAgQIECAAAECBBZVoOu6mLfJ+SSOT077iad2d6c3WHv2fCuePH0eX3zxND7/4kl8+eRZ/7y21w3Tnm++iLq52vPnL6JaTbhV2+at3y+P0e+T+9YN27b6G8LtxO7OXn8zt+OakOvsPOqmcG3b9f2ZezXNyxvDzbfNl207iZPT0zg8Ooq92c3ravKwOkedvz9nnTtbPZ+3vo/V3+zP87opXLZn1XK/p8+e9zF+/uXT+CLbl0+fxdOnm1FxbL3IPud5jo+P+4nL2kt21SeNAAECBAgQIECAAAECBAgQGL6ACAkQIECAAAECBAgQIPB1AvPaa9U9a6Kpo6Pjvpa5mTXSZ883s9a6mfXI530t8vOswfb1yKxRVj2yapbz+mXVXqv1tc2+rvkinuey9nuedc1nuV7Pqzb6IuuY2zu7/XkO83wnp2dRtdTr+tk0r9Zf+/5mjbZqtWdZsz3O2m1NyLWTtdwX2zuzSblm565z1rmz1bnnre9j1V+zzfv1fFZ/fZKxVY358y+fZL35aR//s3xtKz12siZ9cHjY13zPJ5O+Ttz3J+uw1/XdNgIfUsC5CBAgQIAAAQIECBAgQIAAgeELiJDAAgj80+zD38128fijP/qjqBviXGywQoAAAQIECBAgQIAAAQLfSMCbCRAgQIAAAQIECBAgQIAAgeELiJAAAQIECBD4qkCNQaqxSFdeqbFKNWbpyubleWpCruX5rPSUAAECBAjctIDjESBAgAABAgQIEHgvgflNzSaTSZycnMTBwVHUzc+2trajbuZWE3JNb5D2JL548jTqpmlPn00nqZrf8G1zcys2t7bied2E7Up7Vs9nN2WrG8JtvdiJFy928xz7ea7DqJu61c3d2raNrmszhi5bRNM0Mf9popmv9suu6/oJvE5Pz+Lw8Ch29/ajbjJXN4Xb3HoRz6vlOftz1/mvtM2rfa2bw13cAO9ZfPHl02zP4klNQPbs+WxCru3Y2z+Io9mEXF3f3y77PG19x/wiQIDA7Qs4AwECBAgQIECAAAECBAgQIDB8ARESIECAAAECSyhQNcyXrY2z8/O+tli1zKq9Vm21aq01CdfnfT3yadRkVU+ebmY9cjOeZ83yomV98ys1zdxW9di+Bpq10KqJVv21aqRVK63zVO309PS0r6VWXy4zNpdqrk3TzF7qos0a7SRrn1WzrdptPyHX7l7WdHdi68V21oG3o877PM/Zn3vWj37bbL36WjXjfp/aL1vVlJ88fZ5116f9ZFxVg33y9FnUPnXc3TxH1aarRl216upvtVnHLAgQIECAwH0QECMBAgQIECBAgAABAgQI3F+B383Qfz/bxeN73/tefP/73794bmUwAgIhQIAAAQIECBAgQIAAAQIEhi8gQgIECBAgQIAAAQIECBAgQGD4AiIksHQCNRapxiRd6XiNWaqxS1c2L8dTE3Itx+eklwQIECBAgAABAgSWWEDXCRAgQGAoAnUzs3lr2y7OzydxcnIaB4eHsbOz199c7dnmVry8SdqT2Q3hnk9vCJevXb7J2vO6QdzVbbMbsD2bLTdzWTebq5vC1aRfB/vTCbnOz8+jbrJW/ei6iKZpXmnRxMXPyz63UTeTOzw6ir2akGt7N/u8k207ql/zc9b6q20rqq/Vl3778614lv1+msunz55njNObwtUN4b588jxq27Pnm/HixXZ/nqOjk/7meW12tO/LRc+sECBAgAABAgSGJCAWAgQIECBAgAABAgQIECBAYPgCIiRA4KYFsoQYVUOsumfVQI+OjvsaY01AVTXHp083sx75LL748lnUpFzzeuTTrFVWzfJ51i2fZ021r2W+Rf21jrv1Yie2s1a6t3cQVTs9PT2Ltp30/ai+XMSYNdemaaJpXrbqb/W1arXTCcRO4mD/IKqWu7W9E1Xb3dzcjurTs+xXLb/atqLqr69uzxps1lir1lyTjn3+xZM+3icZ/7OMsY69s7vf16aPs0Z9nrXqi/prduqVfl8EYIUAAQIECBAgQIAAgffKtQwtAAAQAElEQVQT8C4CBAgQIECAAIEFE/il7M//JdvF4zvf+U7883/+zy+eWyFAgAABAu8u4B0ECBAgQIAAAQIECBAgQIDA8AVESIAAAQIECBAgQIAAAQIE3k2gxiTV2KQr76qxSzWG6crmxX96PybkWvzPQQ8JECBAgAABAgQIECBAgACBbyrg/R9EoOvi4kZsdZO107OzOD4+6W98trd/EPt7B7G3v9/fJG6vnmc7ODyKw6PjvtUN5I6Oj+Mo39O3o5Pot+Xr1y5n+52cnPSTf52enfcTgbVte9GPtw283lN9Ps9jnJye5vFO4jiPO+1H9ul1fag+zvrR97HWZ/tWbAcHhxnzQezuzeIug2r7h31sp3muSd0QLvs8vync2/bZfgQIECBAgAABAgQIECBwRcBTAgQIECBAgAABAgQIECAwIIGaSKptu2izlliTTJ2ensVh1lP3s9a4mzXH3axB7s6Wff01a5NVo+zrln3N8iRrr1nrrBpmtapt9ttz23XL3KdqpH39NeuYVTutGmqbfXhb1upztXbe56q/nkzrr33tNfv/sn/X9aP6PG/T1+f15IptP2PcyzrzXsa+V7XnWs92cJj11+z/WdaoJ3nu6kPf3rbj9iNAgAABAgQIECBAgAABAgQWS0BvCBAgQOBtBf7PueMvZ7t4/JN/8k+iaZqL51YIECBAgAABAgQILKyAjhEgQIAAAQIECBAgQIAAAQLDFxAhAQIECBAgQIDAYASapokam3QloBq7VGOYrmxe/Kcm5Fr8z0gPCRBYIgFdJUCAAAECBAgQIECAwNAFuuiibau1UTc5Oz8/j7op3MnJaS5P4yyfTyZt5C5TivxjWtM0MRqNZi3Xm1E0o1y+dcv9m3p/018w2DRx8dM0l55cbL1+pWma2fubGNV69amOm+ujUW57Q2ua2mfaj9F4tsxt0UT/Uzd7K5MyKJPT09OoCcvq+flkEpNymd8Yrn+HX8sqoN8ECBAgQIAAAQIECBAgQIDA8AVESIAAAQIECBAgQOC2BbouomqMbdYQa1KsalVbPDs9j77WeHoW5+eTqNezTBt9aTJrk03T9PXO0Whes8x66htqnaP56/17a/98b643TZPHnbZ4y5+maS72rNWmaaKO3zR5zFG16fPR/JyvWTa1vZnvX8vsVx4rZj9tAp1njfXsLD2yHl016VrvTbL+Wi61TyLO3mFBgACBdxfwDgIECBAgQIAAAQIECBAgQGD4Akse4Xez/7+f7eLxx3/8x/Frv/ZrF8+tECBAgAABAgQIECBAgAABAhEMCBAgQIAAAQIECBAgQIAAgeELiJAAAQIEPoxAjU2qMUpXzlZjmGos05XNi/10tNjd0zsCBAgQIECAAIFrBGwiQIAAAQIECNydQNfF5ZvC1c3Ozs7O4uT0NE5OzqJugFYTT9U+XTTT/zVNf0O48Wh6E7XR7MZqTTOK5k1tVO/J9+d7miaPN2uRP03T5O93fzRNE03T9H0a1XFHb9GP7OfFDe1y//Go+lXvmx4r8qdinkwmcX52nh5ncXp61nuUUW1v20l0bRe1X/7Kd3gQIECAAIGvFfAiAQIECBAgQIAAAQIECBAgMHwBERIgQIDAvRaY1g7bro1J2/aTb1WtcVp/Pevrjefn51G1xr7GGNPa5GhWuxyPpjXLUdY8a1uT29/YRvWepq+VNs30ePEeP03T9O9qmiaaZtpG1Y9szajqqG9u1edR7l912PEo+zU7TtM0fTm1aqsVe5mcZO315OQ0znI5NWmjndVepzZ9d/wiQIAAAQIECCyqgH4RIECAAAECBAgQIEDgfQX+D5ff+J3vfCf+8A//8PIm6wQILI6AnhAgQIAAAQIECBAgQIAAAQLDFxAhAQIECBAgQIAAAQIECBAgMHwBEaZAjVGqsUq5evnxylimyy8s6vpoUTumXwQIECBAgAABAgQIECBw1wLOT4AAgVcF6kZm1eqGcNVq4q262dnp2VmcnpzFyelpnM1uCNd23fTNTROjanUDtVdabh+9Rcv3Ns30Bm5N8+oy3uOnaV49RtM0s/7l8m3680oMo2jyeRPTn7Ipk7PzSZymxUmanJ6eRT9JWW5rJ220XRu13/QdfhMgQIAAAQIECBBYBAF9IECAAAECBAgQIECAAAECBIYvIMJFFajaYU0s1baTmEzO+3prX3/NOmMtqx7btm10+b+KoYn8X1/XHEVNZPWyNfn8LVqT77+mxXv8NM31xxrl9tGoebv+jK7Eke+NjDHyp2z6+uvZeZycnGY7i6lJWqVXVy79pFyRNdh8gwcBAgQIECBAgAABAgTuvQAAAgQIECBAYGACv57x/Fa2i8c//sf/+GLdCgECBAgQIHBfBcRNgAABAgQIECBAgAABAgQIDF9AhAQIECBAgAABAgQIELh7gWvGKtVYphrTdPede8sejN5yP7sRuBsBZyVAgAABAgQIECBAgAABAgQWV6B52bVudgO4Wsym4upf7Hdpmmiar2nv9Fp/2G/8q2luqD/VkzpWNLlWLRezx4VJ/zxfy0e/6hcBAgQIECBAgAABAgQIELiPAmImQIAAAQIECBAgQIAAgWsFpmXE+l1tuktfa+z639MN+bt/NX81WZtsmvx9Ay0P+40f2Y1omhvqTx1n1qO+7pwGs6e56LfkMh9dk788FlJApwgQIECAAAECBAgQIECAAIHhC4iQAIEPJfC/vXyi3/zN34zf/u3fvrzJOgECBAgQIECAAAECBG5PwJEJECBAgAABAgQIECBAgACB4QuIkAABAgQIECDwNQI1VqnGLF3Z5ZUxTVdeW7inJuRauI9EhwgQIEDgLgSckwABAgQIECBAgACBNws0TdPfSG3UjGI0GsV4NIqVlXGsrq7G2tpattV8vtJvb6KJi59L90W72DaAlfm93/pI89cofcbjUayMx2myEmvpsrqykibjGKfTeDTu3Wq/8EOAwJ0IOCkBAgQIECBAgAABAgQIECAwfAEREiBAgAABAgSWSaAZNTEaZe11PIq+9pr1xaoxrq2sRi2r9jjK15umiSrBNvUrIua1ylwd5KPJqJqmiXHWXstlLWuv61mTrtp0mYzHo96tSb+maSIf4YcAAQIE7peAaAkQIECAAAECBAgQIECAwMAF/mbG9zvZLh7/6B/9o4v1+7IiTgIECBAgQIAAAQIECBAgQGD4AiIkQIAAAQIECBAgQIAAAQIEhi8gQgIEllfgmjFLNaapxjYtRVCjpeilThIgQIAAAQIECBAYhoAoCBAgQIDA0gs0TROjUbXR7OZnK7G6uhLra6v9BFQrNfHUeDT4G551/R3uaqaxJiKa6f96m3GM02B1ZbV3WVldidWVlX6SrtF4HDWZWdPk/tnCDwECBAgQIDBUAXERIECAAAECBAgQIECAAAECwxcQIQECBL6xQNM0WT/MNsra62ic9desK2atsa8xVp1xdTVW8vl4NOr3yypjXP7pS5aXNwxsfZRV2PFolAYrsba22reqTa9k/XVctdd8bVp/DT8ECBAgQIAAAQIEbkvAcQkQIECAAAECBAjclcD/5vKJv/vd78Zv/MZvXN5knQABAgRuTsCRCBAgQIAAAQIECBAgQIAAgeELiJAAAQIECBAgQIAAAQIECBB4D4Eas1Rjl6689ZWxTVdeu8unXzn36CtbbCBAgAABAgQIECBAgAABAgSWXED3CdyeQNM00TRNjEejGI9HUTeAW12tm5+txdraWqysrsRoNI7cK6Lmq4rh/Uwn47oUVxORJNmaGI9G/eRb5VAu/WRcsxvCjUejtBnlfqPwQ4AAAQIECBAgQIAAgW8u4AgECBAgQIAAAQIECBAgQIDAsgs0zbSGOB6PY2Wl2kqsrqzGvNY4Ho9jlHXGpmkiHxFNvPIztEm5LodX8Y7Go7RYifWsRVc9ei1r0+U0Hk3dmqaJpmnCDwECBAgQIECAAAECBAgQWG4BvSdAgAABAl8R+PuXt/ze7/3e5afWCRAgQIAAAQIEllJApwkQIECAAAECBAgQIECAAIHhC4iQAAECBAgQIECAwPAErhm79MrYpkWOeLTIndM3AgSWWEDXCRAgQIAAAQIECBAgQGCwAk3T9Dc1q5vCra7Uzc9W48GD9XjwMNv6eqytrcbK6krU66PRqN+3MIZwM7irk3ElRYyaUYxG41hJi7ox3noaPEyPauvra/0N4lbG49yn9mvSozQG0oRBgAABAgQIECBAgAABAgQIDF9AhAQIECBAgAABAgQI3JpAX28cNX0tsWqKfb1xbS0ePniQ9ddsa+vT+uu83phvaJomLv8Mow47jahpmhiPRjHOeKvmXLXnqrlWLbrqr/W86rKj8Sjrrk3fIpqIvoUfAgS+iYD3EiBAgAABAgQIECBAgAABAsMXEOGyCHw3O/pfZusfa/k343/wD/5Bv+4XAQIECBAgQIAAAQIECBB4o4AdCBAgQIAAAQIECBAgQIAAgeELiJAAAQIECHxAgRq7VGOYLp2yxjbVGKdLmxZzdbSY3dIrAgQIECBAgMDbCdiLAAECBAgQIEDgwwk0TRNN87KNR6OoG8LVZFyPNh7G442N2Nh4EA8fPojatr6+Gisr4/7mcXUTuJrMat5iiX8uxzBKj/F4lA4rsb62Gg8frEdZfPT4cTx+9CifP4i11dX+hnGjUfOKX/ghQIAAgbcWsCMBAgQIECBAgAABAgQIECAwfAEREiBAgACB+ybQNC/rh1VLHI/H05pj1lsfP96Ijx4/io1HD/va61rWXldXVvq6Y9M0UT8v65ZdPV3KNo+hlhXAaDSKldWsva6v9bXWjbSo+uvjRxsXFqtVfx2NZ7XXyOW0hR8CBAgQIEBgKQR0kgABAgQIECBAgAABAgTeKPCbl/f4nd/5nXj48OHlTdYJLLyADhIgQIAAAQIECBAgQIAAAQLDFxAhAQIECBAgQIAAAQIECBAgMHwBERIogRq7VGOYav1Se2WM06XtC7U6Wqje6AwBAgQIECBAgAABAgQWU0CvCBAgQOCSQNM00TRNjMajqJudPVhf7yehelQ3QXv4MB4+eDC9KdzaWqysrMRo1ET91E3UqtX6srd5HM1o1N/0rm5+t5bxPpjdEK5ujvf48aN4mM9r+zitmqbp3ZY9dv0nQIAAAQIECAxYQGgECBAgQIAAAQIECBAgQIDA8AVESGDhBJpmWkesmuLq2mpfY6xaY9UcazKqqr+uZy2yaq/j0ShGuX90XT5qIq5qCxfSO3Woaq/VIkMZZXwV53o6PHiw3ltsbDyMqkWXRdWm19ZWskY76muvTdO807nsTIAAAQIECBAgQIDAvREQKAECBAgQIEBgmQX+3uXO/9Zv/dblp9YJECBAgACBlwLWCBAgQIAAAQIECBAgQIAAgeELiJAAAQIECBAgQIAAAQIEFkDgmjFMr4xxWoAuXtuF0bVbbVxAAV0iQIAAAQIECBAgQIAAAQIEhi+w+BE2TXNxrq3YvgAAEABJREFUY7PxaByrqyv95FsbGxvx+NFGPNp4GA8frvfb1tdXZxNyTf8EVTdR67qIeYsl+5n2f3pju/l60zT9zd5WVlZifW0tHj5Yj7ohXN0g7/HjjZhOyLWa+4wv3JqmCT8ECBAgQIAAAQIECBAgcJ8FxE6AAAECBAgQIECAAAECBKYCTdNc1BHH43Gsr67FxsMH8VHWGh8/ftTXHmtiqrWsRa5kbbb2aUZNzV2VddeqXS5z/fVl3/v6a0TUhFyrK+OoeCvuqrdW/bUm5KrletZjV1dX+/2aprmwi4X80SkCBAgQIECAAAECBAgQIEBg+AIiJECAwI0LPM4j/t1sF4+/9/eW4t41F/21QoAAAQIECBAgQGB4AiIiQIAAAQIECBAgQIAAAQIEhi8gQgIECBAgQIAAga8TuGYMU41xqrFOX/e2O39tdOc90AECBAgQWCwBvSFAgAABAgQIECBAgMBbCDRNE6NRE6srK/3N0GoSro2NB/0N4epmaNOJuR7EdFKucTRRN1Pr6vellqtL+qhJxZqmifF41Busr6/Fg4fr/c3xKv7+BnkbG1E3ibt8Q7jwQ2BRBPSDAAECBAgQIECAAAECBAgQGL6ACAkQIECAAAECBJZGoGmarL+OYnVtpa8xzmuOtawJuqruuD6blGs0GkXuHl3+L6uw8bLl6lI9XtaPa0KuimllPO7rz1V7rprzo6y5bmw87OuwNTnX+tpqrKyM06rpDcIPAQIECEQwIECAAAECBAgQIECAAAECBIYk8GuXg/nVX/3V+JVf+ZWIyxutEyBAgAABAgQIECBAgAABAsMUEBUBAgQIECBAgAABAgQIECAwfAEREiBAYEkFagxTjWW60v1XxjpdeW0hno4Wohc6QYAAAQIECBAgcO8EBEyAAAECBAgsv0DTNDGuG6KtrsT6+no8fPAg6qZojx9txMcfPY7Hjx/Fg9y2srISdTe0uolatVjyn5qMq0JommYa/9pa1M3fKva6Id681Y3hHqTL6uyGcOGHAAECBAjcQwEhEyBAgAABAgQIECBAgAABAsMXECEBAgQI3IxAM2qiaqvr62uxsbERj7LeWrXHjay/Vu3x4cP1WJtNSFX115qPq6a0upmz391RpjXkLkNqYiVrzxVn1Zo/qppzxv5o42Ffj13Puuzq6mpfo22a5u467MwECBAgQIAAgXsqIGwCBAgQIECAAAECBD6IwN++fJa/83f+zuWn1gkQIHDrAk5AgAABAgQIECBAgAABAgQIDF9AhAQIECBAgAABAgQIECBAgMDwBW4jwmvGMr0y1uk2zvlNjzn6pgfwfgIECBAgQIAAAQIECBAgsMACukaAwC0KNE0T4/Eo6qZnD9bX+pug1Y3gHj/eiI8+ehQfPX4UDx+s5+srkbtG3UitJrOqZfQ/Xf97GX7N+1z9r/72Pc+g6oZ4axV7xrmxsTG9Md7GwyiDsqib5dVN45rGDeHKTSNAgAABAgQIECBwSwIOS4AAAQIECBAgQIAAAQIECAxfYPARjrKmuLqyEg+y9vioao6PNuJxtlqv9uDBg35CrvF4nPXXJrr8XxZh4+VPX8V8+XSh16Z9fVmH7fqYpvE/yHrro/j4o8f9pGQbWYd9mLGvr09rz+PRNP6FDk/nCBAgQIAAAQIECBAgQOB9BbyPAAECBAjcd4H/+WWAv/W3/tblp9YJECBAgAABAkMREAcBAgQIECBAgAABAgQIECAwfAEREiBAgAABAgQIECAwMIFrxjK9MtZpEcMdLWKn9InAsAREQ4AAAQIECBAgQIAAAQIEhinQNE2Mx+N+wq31mpTq4YN49OhhPH40vTlaTUpVN4urm6Y1TRNRN4TrW65+ZVnbFrO9vAnctH9dv+j6G8JV/Otrq/HwYca+8XAW/0YuH2V7GA/qpnArKzEa+TNcz+YXAQIECBAgQIAAAQIECBBYagGdJ0CAAAECBAgQIECAwO0JNFlTXFldifWsMW5k7bHqrY9qQq5s9fxh1mPX1tZiZaUmpHrZj35iroun3cXa4q7M+zhdVj22WpWUV1dX4uGD9fjo8aP46KPHWXveiIr9Qca+njXp1dXVvkbdNE34IXB7Ao5MgAABAgQIECBAgAABAgQIDF9AhAQWVuB/drlnf+Nv/I3LT60TIECAAAECBAgQIECAwDsJ2JkAAQIECBAgQIAAAQIECBAYvoAICRAgQIAAgQ8lcM1YplfGOn2ofrzLedwJ+F207EuAAAECBBZZQN8IECBAgAABAgQIfGCBpmn6iaZqUqqVlZVYW13tJ6CqG6I9rhukZav19Qdr/aRdtd9o1ES+Leqnbqo2u8VaPp2u5coCPerWddN+1Vo/oVgTGXO1UX+ju7rpW9347tHjjXic7dHGw6jnD2Y3g1tZGef+o/BDgACBGxNwIAIECBAgQIAAAQIECBAgQGD4AiIkQIAAAQIE7qVAk1GPR6NYzRrj2tpqPzFXTU5VNcjHj7Ie+ehhbDxYj3ptWodsoqn6a9RPVTSrTdf72matLlSr2uu0j1Urrq41TcQoY654VldX4kHWlqvG/DhrzTUpV8X+YD1jzlp01aTHo1Hu32TNuQk/BAgQIEBg6QUEQIAAAQIECBAgQIAAAQIEvirwP7m86a//9b9++an1ZRTQZwIECBAgQIAAAQIECBAgQGD4AiIkQIAAAQIECBAgQIAAAQIEhi8gQgIE4pqxTK+MdVpEIncDXsRPRZ8IECBAgAABAgQILLCArhEgQIAAgesEmqaJ0XgUq2ur8fDhej851UePN3L5MOomabVtfX01VlZXYjQaRd1mrW6y1nVtdF09i/yZ3oBtenO4u1+vHmTnsq/zPnbZ94jxeBSrGcd0Mq71ePRoI7718eP4KFvdHG5tfS33GccoTZqm6W8G1zRN+CFAgAABAgQILJOAvhIgQIAAAQIECBAgQIAAAQLDFxAhAQKLJdA0zUVtsWqNK+NxVE1yY+NBfJy1yGqPsga78fBBbl/ta5ZVu2xGTdY0s+Zaddeqv/bPIn+q4rk4re/JvI+5rLrwqK+9jjOetawzP4iNjYfx+NHDmNeaH2TteW1tJeuvo2gif9Iof3sQIECAAAECBAgQIPAOAnYlQIAAAQIECBBYKoFfvtzbv/bX/trlp9YJECBAgMBrBbxAgAABAgQIECBAgAABAgQIDF9AhAQIECBAgAABAgQIECBA4C4FrhnL9MpYp7vs2+vOPXrdCwu8XdcIECBAgAABAgQIECBAgACB4QuIcIkEmqaJpmliPBrH2upqPHyw3t8k7fFHj/rlxsaD2NhYj/UHa7G6Oo7RuIm6uVpXN4Prutnt4HLZLFbr+1i96/vY9n1umibGFzeFW4262d3jxw+nN8DLeCvW9bXV3GfcmzRNxRp+CBAgQIAAAQIECBAgQOB6AVsJECBAgAABAgQIECBAgACBKwJN0/S1xqpLrq+tZa0165FZi/zWx4/j8eONeFi119xetdfapxnVAbLWWvXXWX2zr3UuTv01uuxL36eoflZrcy1iPGqyhrzS15Kr1lrtUcb4Ucb76FHGmrXntaxBj0aj3qSpUNOnFhoBAgQIECBAgAABAgQIECCwUAI6Q4AAAQI3I/DR5cN861vfuvzUOgECBAgQIECAAIG7FnB+AgQIECBAgAABAgQIECBAYPgCIiRAgAABAgQIECBwrcA1Y5leGet07ZvueOPojs/v9AQIEFhgAV0jQIAAAQIECBAgQIAAgTcJNE0zvfFZLutmb2trq/Hw4Xp/I7iPHm9E3STt0aMHue1BrK+v9TdTG42a/rDt/IZw/a3Wuty2WK3Lfs1b39emi7qZXcW5urqS8az2N7urm959/PHjflKujY2HuX0tap+maS5sMjiPhRXQMQIECBAgQIAAAQIECBAgQGD4AiIkQIAAAQIECBAgsBwCTfOyxjgej2NtfTUeZQ1yXo98/OhhbDx8kDXJ1b72Oh6PYpTvqbpmX9Psaq2LmvxqEdu0d11UX6t/o+z/al97Xetryo8yvqoxVw222sOMtV4fj0YXtdcmo/MgQIDA9QK2EiBAgAABAgQIECBAgAABAsMXGHyE65cjfPDgweWn1gkQIECAAAECBAgQIECAwD0RECYBAgQIECBAgAABAgQIECAwfAEREiBAgMCyCVwzlumVsU6LGM9oETulTwQIECBAgACBeyXwIYLtIrpqbUQ7mbbJecTkrFoX56eX2kkXZ1fbcW671E5z/fSoC42BHJADckAOyAE5cDkHzo6baM/G0UzWYhwPYnX0MNbGG9kexfrKo3iQbS23rTQPYtSuRZNtNFnN9dVcr+Vari9G6/vWTvvV5LL6W20c67HSPOxjWx9txHrGtz7O+LKtZWzjbi2685WYnDRxdhy+L/nOKAfkgByQAy9zgAULOSAH5IAckANyQA7IATkgB+SAHJADw88Bn7HPWA7IATkgB24oB6rWWDXHyNrjKGuQVYusmmu1aQ12I2rbatZeq4ZZtcx5jXOU9c2qcU6fL079tfpUfasa8bxvK31deaOvJU9jexRr42k9dpy12ch6ctWgz7L+erk2bd1YBTkgB+SAHJADcqDPgeMuzq62K+Pgz/P55bHyk7NuOob+fDqmvsbWd230Y+2ji7f7sRcBAgQIECBAgAABAgRuT6C5fOimeeXp5ZesEyBw2wKOT4AAAQIECBAgQIAAAQIECAxfQIQECBAgQIAAAQIECBAgQIDA8AVEeGMCTfOVsUxf2XBjJ7uhA5mQ64YgHYYAAQIECBAgsIgC/SRc3fQC4bpQeDKpC4i76CfcOu76G+CcHHRR7Xi/i6O9WdvNZbWdLg5n7SCXB9td9O1FGwfZ9qtttbFfbTOXWuwzYLDAOSA//f+UHJADt50DBy+6ONpu4mRvHOf7q9EePojmZCNWJh/Fenwr27djrftWrE4+7retnD+Ocd8+ymW1+fO7X0779lGsnF9q2e/q+1r3cax301hWzj+O0dmjiJOHMTlcj7OM+3hnlN+Vwr8T/TtRDsgBOSAH5IAckANy4E5y4La/9zt+63P1z7YckANyQA7IATkgB+SAHJADckAO3HkO+O/z+/Hf5wcvIo53R30Nsj160Ndex2ePs976UV93Xcua5eor9dequb5sK30t9nHWYu++Tfsy79vjrMNmyzryavtxrM1qyVVTXpk87uNsZ7XXk91xHO00cbDV+efO//fKATkgB+SAHJAD0zHrNW79RRsH8zYf377TXYx7P8r1oxoLX202Pr7GyteY+Wo1mVc/kdfJdGx9jbHvZpNydV1MJ+cKPwQIELh7AT0gQIAAAQIECBAgQIAAAQIEhi8gQgIECBAgQIAAAQIECBAgQGD4AiIkQIAAAQIECBAgQIAAgbsRMCHX3bjf17OKmwABAgQIELgDgelFwV20bbbziPOzbCdd1EXEdTHxyWEXdYHx8V4us80n5Trc7aJvO20cVttu46BaXby83TmDbBwAABAASURBVMV+toMXuay21cWexkAOyAE5IAfkwL3PgboJ2tFOE3VTtLP9tZgcPYg43ehv8FY3g3vQTCexWms/jpXJR7k9W798HK/egC23n99Fe5x9mrWz2XJ+k7rs52q19luxlm29y2W2imM6IddG1E3wLk/I5fuR74hyQA7IATkgB+SAHJADckAOyAE5MOAcuPd/B/HZ+udbDsgBOSAH5IAckANyQA7IgdvOgaq/Hu+M4+xg9aL2WrXJlcnHL2uWWXutSa2qbrkymdddH0/rnldrnndSg/0o+5LtLNu89jrrx0pff/04qva6HtNa8jhfqxpz1Zqr9nqyN46j7VGUxW17O/61/0z7739jYeSAHJADcmChcmA/P4/9F130Y9hrLHu1fmx7G4fb2WrMe7XZOPj5uPj5OPkaM19j52sMfY2lPz/p+rH17Xn0Y+27rjMZV/ghQIAAAQIE7qGAkAkQIECAAAECBAgQIECAAIHhC4iQAAECBAgQIECAAAECBAgQGL6ACAkQIECAAAECBK4ImJDrCoinBAgQIDAEATEQINALdPm7b9MLg7s2YnLexeSsi7OTiNPjLk6OstWEXAddHO1nm0/ItZvrdTFy37o43Jm39uWkXC/a2N96TdvM7VrsM2AgB+SAHJAD9ywH6kYndTO0492VOD1Y7Seoak42YuX8o1duonZxQ7jzx/natI1z/e5b3QQu26Ub061kv+pGcCsZQy3X2o/6m9utdd/ql7VtdPo4IuOcHK3H6f5qHO9Obwjnu4DvhHLgtnPA8eWYHJADckAOyAE5IAfkgByQA3JADsiB4eeAz9hnLAfkgByQA3JADtzfHDh4EX3tsSamao/XI04exihrmVWjrEms5jXLef11nDXN8bWTcn00nRQra5/ju2jZ54vzztZXsh8VR/W94njQfDtryt/u68fz2mtNRHayO46jnWY66cY9q7/7Z//+/rPvs/fZ388c8Ln73L8mB14zXv3gRZvfEbJdTMTVvTLm/WinjaMaEz8fH7/fxfFBFzUhV42hr7H0Naa+xtbXGPsaa9/Nxt5Hvww/BAgQIECAAAECBAgQIHCjAg5GgAABAgQIECBAgAABAgQIDF9AhAQIECBAgAABAgQIECBAgMDwBURIgACB5REwIdfyfFZ6SoAAAQIECNwDgbqIt29tRFvtPPoJtM5PaxKtrp9E63Q2idbJQRfH+10c1UXCu93FBcQH211/cXFNlrW31cbeZhd7z9vYfZbteTdd1vrTfJ5tJ9vupbbzpI3a9pX2ZBIXr9U+l9r2pfWdL/P9l58PeV1s05zgwEEOyAE5IAcucqDL7xpd7D+POHg+iqOtcZzursfk4GHE8eMYnXwU49OPY3z2rVipdv7tXFbL5+fZatudt49j5XJf+j5+K1Zz2+rZt/u+j88yhoyjOXkc7cFGnO2tx8n2ShxmvAebTew9i/w+1cmLi7xoWbCQA3JADsiB5c4Bn5/PTw7IATkgB+SAHJADckAOyAE5IAfkwPBzwGfsM5YDcmARc+Bp19ceDzZHfS3yZHutr01WjbLpa6/fmtUvs5559u2+prmSy1frnd/KmmzWQO+yDpu11r4+XH3I9dWqwVar57Paa9WS4/hRnGdt+XR3ra8172fNuWqvu+mw80T9dWcRc1Sf/H+nHJADckAOfIgcuDQ2/ZUx6/NzP21nn8MkvjL+ffbabi7nrfaZr/fj62tc/WyMfY2578feb7VRY/H7Sb+2u4tx+vMJvmoMf43lr8m9amz/dHKvLmrM/+Qsoj3P1kb01wV00+U9uBRiOULUSwIECBAgQIAAAQIECBAgQGD4AiIkQIAAAQIECBAgQIAAAQIEhi8gQgIECBAgQIAAAQIECBAgQGD4AjcQoQm5bgDRIQgQIECAAAECNyFwccFtG9FOun4irrOTLupC3bpo93Cnm060tdnG3rPphcPbX7bx4vM2tn4+ic3PJvHsp5N4+pNJPPlPk/iy2l9O4ou/OI/P/+Okb1/8x/P4Ird9+aPz/vXa7+mPJ/17nn6ay2zP8xjT1sZ0OZku/yqf9y2f57nqfJs/m0S1rXo+W9+svszXLXufMtKmucKBgxx4vxzgxm1pcqD/HtDG1s+y5fqLL7rYezqKw+ercfriQUz2HkUcfBSj42/F6ukvxtp5trNfjNWzX4p6vlCt71f2rfpZ/cvnK6e/EOPjb0dz9K3oDj+K891HcfxiPQ6ejWP7i4gXP6+4s1X8vgf5HiQH5IAckANyQA7IATkgB+TAO+bA0vy3n7jkthyQA3JADsgBOSAH5IAckANyQA7IgffOgXf57/+tdJ7WXtusRXZ9TfLg2Upfozzf3cia5eOsXX7c1zCrlll117Wsa66eZv21ltWy3rm6CG3Wl7VZ7bVqxau5rTn6dnQHj2OStdeTrCkfZW1578koXnzeZd15EltZg93M+qsxacZNvMs/O/aVL3JADsiBgeXAz1/G88qY9c8m8bzaX+WyH+PeTse8XzMWfj5OvsbZ19j5GkPfj7X/0XRsfT/e/i9m4+3/4jy+rPH2/2nSj8mv99QY/Ro7v5V9efF5GzWGvybLrDH9+5ttHLzo+km7asz/yVEXdQ3A5Kzrrwno2riYmOsmrjlwDAIECBBYDgG9JECAAAECBAgQIECAAAECBIYvIEICBAgQIECAAAECBAgQIEBg+AIiJECAAAECBAgQIEBguQVMyLXcn5/eE/hQAs5DgAABArcsUJNxRRdRF9z2k3FN4mJCrtOjLo72su22cbDdxd5WG7vP29h52vYX8774YhL9TUfqguKfTuJZTcj140l8+aNJfPGX5/FFf3FwLmsyrlz/YnaR8JN8/UnuVxcJ10XGzz7N99b75+3i4uRJPK/1On62zc/aqPZ8tqz1On9/85eftdEvf55LLeqGMJpckANyQA7IgXuVA/13gUlszr4HbH8eUTdLO9pci9PtB/1N1LqDj2N09O1YOfuFmN9sbfXsF6cTcuW21btus5vRrcyWfd+yf31fa0Kuk2/3N7Wrm8LVTe5OXqzF/rOV2Lk8Idcs/iX87H1/8dnJATkgB+SAHJADckAOyAE5IAfkgBwYfg74jH3GckAOyAE5IAfkgByQA3JgCXPgRfa5apL7z8Zx8mI9qlbZHXzU1y7HWcOsSbfWsq45r2/W84uaZ9U+76oOmzXW1Wwr2eZ9m/bzl6K2jY6/FRVHxXP64kEczibkqlpz1Vv7cWk/n4QxacZeVD5o75QHwYuXHJADg8mBfkxafp65rO8G/dj1z9q4PJb9+WeTfJ6txrz3rY1nuayJtC7ap5OoMfM1dr7G0NdY+svj7b/4j+fx+V+c92Pvawx+vVb71dj85z+dxGaeo85fY/f7CbmeTsf07211cbDdxtFuF0f7XZwedtMJuc4jJpOItu3i4lqB7pYvSnB4AgQIECBAgACB+yYgXgIECBAgQIAAAQIECBAgQGD4AiIkQIAAAQIECBAgQIAAAQIEhi8gQgIECBAgQOCWBEzIdUuwDkuAAAECBAi8j8D9fE9/gW2GXtfXdvmkbSNqUq7zs+gvxj057OJ4v43DnS4OX7Sxv9nF7rN2NiHXJF583sbWzyfx/LM26oLhulC4Lv798kfn8eVfTqIm4Pr8P06iWq3Xti9/NIkv/9Mknvz4PNsk6sLifkKuTyfRL386ibpwuG9/1UZNyLX5V5Oo1q/XBcXVfjaJrWybWjDI/JAH8kAOyAE5IAcyB6Y3cqnvCG1sf971E3Idbq7GyfaDON971N9MrW6qttrf9O2XYvWs2i/mMlttu+t2+SZ1V9ZX8vn4+NvRHH4ccfBRTPY24nhrPQ6ejWPny4itn3fx4mdtLlu5kLng+5HvR3JADrw+B9iwkQNyQA7IATkgB+SAHJADckAOyAE5MPwc8Bn7jOWAHJADckAO3EQObP28ndUgu74mefBspa9RVq2yapbN4beiaphVy5zWXi/VX7O+uTpvd1WHnZ//leUvxVrVibNPo6NvRbdftddHcZo15cOsLe89GUXVmqeTcE1rzzdh6Rj+mZQDckAOyAE5cBs58OGPuTUfl1Rj2bP1Y9svjXN/XmPfZ2Pha2x9PzZ+Nka+xsw/+fEknvz4vB9L34+rvzre/i/ztdz25Y/Oc79JP4lXHafG6teY/Rq7v/3lpB/LX2P697faONzu4nC3jeP9Lk6Ouv4agPOzrr8moK4N6GpSrpj+dHXRwHTVbwIECBAgQIAAAQIECBAgsCQCukmAAAECBAgQIECAAAECBAgMX0CEBAgQIECAAAECBAgQIECAwPAFREjg/gmYkOv+feYiJkCAAAECBD60QBdRF852bUQ7iZicR5yfdnF23EVNtnVy0MXRXheH220cvOiiLsrde95dTLq187SNnSfVJrGdy+0nk9j5so3tLyfZajlrX+Qy24svJvGiX7YXy+18Pt9/J49Rx6wLgHefdVHn6ttmrlfb6vpJv6ofF63vV27PZfXxajusi4i1/Aw7bVnyQD/lqhyQA3Lg1nLgIL/THNZ3hlrudHG818Tp/ijOD1ejPVqNOF2P5uxBjM43YtzO2mQjRgvWxtmfr7Tsc3P2MCL7352sxyTjOTscx8neKA53Ig4z5oM+t9pc973gsLfgwEEOyAE5IAfkgBy4wxzwfcT3UjkgB+SAHJADckAOyAE5IAfkgByQA8PPAZ+xz3jwOdDGRQ0ya5JVm6wa5eRoLapmWbXLqmGOs5b5lfpm1jwXpQ77St9mdeKqGTdZe60a8rT2utLXlo+zxnyYteaDrL9e1J4H/zl3/ln2GcsBOSAH5IAceMscuDqOvZ7vv+hiv8bA98s212dtNjZ+r5bVnnf92PkaQ7/7rO0n1aqx9ds1Nv+LSdSY+6vj8Gtsfm3vW+130SZx8d4vp+v1vG957Dp+jdHf32z7awQOd9r+moG6dqCuIahrCeqagrq2oK4xqGsN6pqD6D70xQ7OR2BJBHSTAAECBAgQIECAAAECBAgQGL6ACAkQIECAAAECBAgQIECAAIHhC4iQAAECBAgQIECAAAECBAh8QAETcn1A7Munsk6AAAECBAjcD4G6KLZvbcRk0vUTcZ0edVEX0h7udv3FvnXR7dbPJ/H8szaefTqJJ/9pEl/86Dy++MtJfPmjSf/86U8m+Vobz/9qEpu539bnk36yrbr4d+fJJHaftrH3PFtdsLvVxeF2G0c7XRzttnG838XxQdefs85drS7gvWgn2a9sZ9nqot7z+fI04vws22m+Xu2si8ms1fa6+HeSr/fL8whLBnJADsgBOSAHvpoD99Ikvx+cn0+/N5zXd4f8ntBm66q1TXTZoh1F01Ub53J5WmSf+5b97yYZS7b2vMnvQZfj7frvUPfys8/PWNyR+aDJAzkgB+SAHJADckAOyAE5cN9yQLxyXg7IATkgB+SAHJADckAOyAE5IAduKwem47SqBtlNx25lLbZqlPN6ZdVe+xqGPfyyAAAQAElEQVRm1jKbbnlqr9O+jqL6XzXkvmW9sc1Wln2tOevN09rzYuRX9UvzWcgBOSAH5IAcWJAcOJv2o/+ulN8Zaox7fX/ox8L3494jzmssfK3Pxsb3Y+VzvZYX4+iPu6ix9aeHXdQkWTXm/nivi6O96Vj8GpN/sNXF3mYbNVa/xuzX2P0aw18Td9U1AJufTeL5X7VR1wHUmP8nPz7vrwGoawG++MvzePLjSf9a7VP717UD+1tt1LUEdU1Bnb/6XdcadG1Ef+2BSbnux8UmoiRAgACBhRTQKQIECBAgQIAAAQIECBAgQGD4AiIkQIAAAQIECBAgQIAAAQIEhi8gQgIECBAgQIAAAQIlMKpfGgECBAgMVkBgBAjcpUBdCJttelFsF+2kLuydXrRbk2Qd7rRRF+fuPG3jxedt1GRbT2tCrh9P4suajOsvz/uLcWuCrro4t157/tM2tn42ia2ft7Gd79n+chJ1Ue7uszZ2n7f9BF8HL9o42G7jcLeNo/6C4C5O9rPNLhSui3ar1YXE/eRbdWFxXWxcLdfrgt7LrZ90qy5avtTa2YXLk/Mu+jZ/bjm98Q0HDnJADsgBOXCfc6C+H2T8dYOTutFJ386j/y7UTproJvnnqK7ast0Mbtrf6Q3hRtG1o4ypyZaxZXx9nBl3LduZQa1r+X1x5sLiVi38/648kwNyQA7IATkgB+SAHJADckAOyAE5MPwc8Bn7jOWAHJADckAOyAE5cA9z4GrtsSasaidZo6zaa9Ysq25ZNczpBFfTmuayrEc3jsjacZc15DbjaTOufpKT2ed8UXNWf/XP/iwn1JzVnO9JDvhn3j/zcuBNOVDfDarlftMx7ZFmr7bLY+H79dkY+bP5ePl8XmPpT2cTcp0czcba73dxVG2368fi15j8GptfE2jVWP0as19j92sMf43lrzH9NbZ/fh3A0x9Posb+f/mjyex6gEn/vL8O4K8m/TUDde1AXUNQ1xLUNQU1rr/6WN+Fuq6LfOR3pJi2XHgQIECAAAECBAgQIDBIAUERIECAAAECBAgQIECAAAECwxcQIQECBAgQIECAAAECBAgQIDB8ARESIECAwIILjBa8f7pHgAABAgQIEFhagS57XhfE1oWxbRtRN0M5P42oi2aPD7o42ulif7OLnSeT2Pr5JDY/m8Sz2YRcX/zlJKrVxbhPfjyJpz9u+9fqYt3Nz9p+/xdfTGL7yzbqotxqezUh12Yb+y/aONzu4jCPf7TbRV2oe3zQxkme8/Sw689fFxBftJMu5hNz1cW817az3KdvEedn0/bKRF3nEf3NUGoyCo2FHJADckAOyIH7nQP5XeHie0LmQn0HmrYmukm2ttoomq7aOJfL02J2Q7ioGCqWbO158/LznsVe35d8N4qXLpkHPHjIATkgB4aSA+KQy3JADsgBOSAH5IAckANyQA7IATkgB4afAz5jn7EckANyYJFyoK89zuqQ835VjbKvvWa9smqXkbXXyFpms3RtFF0/qVjT15IrrjZri9X6WOdx1zK399ss1WHlgByQA3JADsiB+m4wa/Vd6WWbjXevSbeua7Mx82e5vBhHfzQdW19j7GusfY25P97r4ihbjcWvMfk1Nn9/s40aq19j9qvVGP4ayz+9BqCN5z+dxLOfTOLyhFxf/MV5fPGjSdS1AHWNQF0rUPvXtQP7m3mOnS6Oa3x/9qGuMajvQG0bUdce9NcgxG3/OD4BAgQIECBAgAABAgQIECAwfAEREiBAgAABAgQIECBAgAABAsMXECEBAgQIECBAgAABAgQIECAwfAERvq/A6H3f6H0ECBAgQIAAAQKXBLq6+DWinWSrC71r8qqTLk4Ou+kFudtd7G9NL8TdfdbGzpM2tqt9OYm6ILfaiy9y25fTVq9Xq32r7W22+f4uDl60cbDdvpxsa6+Luui3LgCuc50cRj/h1ulxN51ka3YxcU2KcV79utpm/e37XetvbF20bRddXeyrcZADcuAucsA55Z0cWPgcqO8KF23STb8f5edW2+bfIaJroutb5HJ5WuR3vqh+14RcuexvgFKx9d+hMtb8njSNs4t5rJb5+aYRBw5yQA7IATkgB+SAHJAD75QDvkP6bwo5IAfkgByQA3JADsgBOSAH5IAckAPDzwGf8Vt+xl0/XqvqkO2s/lp/Z+lrlVmz7LJ2WTXMyFpmt3StyT+aZe14lgt9jLk+Hct2Ke6sw3a5XUsuDm/5zw0r/7zIATkgB+5TDvTfIWbfk6bfI2I6Zq0f03XNeo2nz9cuJvu8NLlXP+a+xt+fTMfi15j806Muaox+P1b/oOvH7tf4/aPdrh/TX2P7a4z//lYXNea/xv7vPm376wV2ZtcGXL1WYLuuIXgy3af2r8m+9rfaONzu+msP6lzn2YfJWX4nyv5WXPVdr77zXbqCwSoBAgSWQ0AvCRAgQIAAAQIECBAgQIAAgeELiJAAAQIECBAgQIAAAQIECBAYvoAICRAgQIAAAQIECBAgsIQCJuRawg9Nl+9WwNkJECBAgMArApdvYjLpoi56PTvuoi6CPdztYn+zje0v2tj8bBLPPp3E059M25MfT5ebn7Wx9XkbO0/bft+6IPdoL99/0MXpcUQd6/w08rgR7Xkef5LLq+1SH6Z9a6aL2e+mnmabLyPXL9psn4uLc/NY/frlZe1z+Xmud10X+dB6i+DAQQ7IATkgB+TARQ7USn55yMX8O0V+a8h/WeYjt82/Q9RNUKbr+Wp+qVjE9df16dW+V1wZWIWciwzlUi5UbPW69qoLDx5yQA7IATkgB+SAHJADckAOyAE5sDg54LPwWcgBOSAH5IAckANyQA7IATmw2Dnw1ZpjliazJjnfXsuun7DrdfXNRd8+rb9WHnYZV0ZXddcqNueyFvM2jaP20xY7Zxfz82Hmc5EDckAODDkH8ktDPubfGfplfqXol6/bXq9XuzymPtf7sfa5vV/m81ydPWZP8njzXKoJsqp1s3H9k1rWWP+ziBr7X9cAnB5FnBx0URN31TUCdV1BXTNQ1w7UNQR1XcH8moKnn076aw3qmoOavKv2rWsR6pqEs9nEXN1k+n2p+tDHN+udBQECBAgQIECAwFTAbwIECBAgQIAAAQIECBAgQGD4AiIkQIAAAQIECBAgQIAAAQIEhi8gQgIECBAgQIDATQqYkOsmNR2LAAECBAjcnIAjLYlAV/3MX3XDj7aN6CfkOplOqHW028ZeTcj15SSe/9Uk6kLZunD2aU3GVe0nuf2zSbz4oo3dJ22/78GLLo53u35Cr9OjLs5P8pj9hFxdTM4j2mz9Bbt10W6er87Z5bJvfT+yQ7mM2YxbTVMXADfRNNkioon4Sqvd+5a/8tFfn/vKMp/UhbtfbXVR77T1d0O5vMNXjxJhGwM5IAfkgByQA/cgBzLEfOTXh4tPu1bqu9LLrwrT7w91Y7VlbNNYpjFM1/NbTgWXcX/1cVnCekolEQcOcuBKDvjnov5FockDOSAH5IAckANyQA7IATkgB+SAHBh2Dvh8fb5yQA7IATkgB+TAe+ZAvu3K43KNcro+rV0uY+21+vwyhqygZBmpnle65Got+vaS4PJW6ymWNBw4yAE5IAcWKAf8/3L/b+5byMkam3Wp1feFly0zIE956eXpsPbrPo3ab7b9K2Pqc0PTt/5XNPm/mLd637zNx+3nssbx16Rcfasx/tXOupicRn8NQF0LUBNyHe91UdcI1HUFdc1AXTvw/LNJXL2uoK41qO3bX05ib6uNuhahn5DrOI+Zx63zVdzFnN0JPwQIECBAgAABAgQIECBwJwJOSoAAAQIECBAgQIAAAQIECAxfQIQECBAgQIAAAQIECBAgQIDA8AVESIDAPREwIdc9+aCFSYAAAQIECNyCQF3Jmm1+YWtdTHt+FnF23MXpYRdHu13s9xNytbH52SSe/WRyMSnXk9mEXJuftfHi80nsPG1z3y4Ot7s42mujLr49O+ri7KSL89NsedyakKtaTcpV56rWT8TVXrmQeB5qM12ZXhwc0TS5IR9xucVrfjKuulj3dW1+0fL89fnzi7flysU269MLuxfW4Ur+6KfPSw7IATkgB24gB+bfEWr58jvB9EZw9d1peM2/T19+zixYyAE5IAfkgBxYzBzwufhc5IAckANyQA7IATkgB+SAHJADckAODD8HfMY+Yzlwf3Jg+LXXqjXP2/35XP0z7LOWA3JADsgBOXBtDkS6VJuNa7v6HWH+/LXLfO+1jytj6pumiXxEM995tpKn7Ttw0bcau19tElHj+fux/TUZV7a6lqDG/tf1BNXqmoCj3ba/RmB/s+uvGahrB+oagpqQa35NQa0/+3TSX3Ow/WUb+5ttHO11/TUJ/fUEZ9NzVYw19q6WfZv31fKeCQiXAAECBAgQIECAAAECBAgQGL6ACAkQIECAAAECBAgQIECAAIHhC4iQAAECBAgQIECAAAECBAgQuG2Bu5+Q67YjdHwCBAgQIECAwE0KdHExSUddQNtfMHsUcXzQRV0se/Cijb3Ntr9YdufJJOqC2J0v2+nySRu7T7M9a2PveRv7L7o42G7zfV3//pPDLk6Puzg/iZicZTuftjrPxcRbdfHu5XapPxcX1TYR/cXAtcxve828jSNG42bWaj3bSsT4bdtq7vs1bWUtYiVf1zjIATkgB+TAtTng3xH+PZk58NbfO972+8kd7yfX/f+dHJADckAOyAE5IAfkgByQA3LgSg7kf/sxYSIH5IAckANyQA7IATkgB+SAHJADcuDD5MCd1V9vqU4rbz5M3nDmLAfkgByQA0ubA2tfP5Z9nDWKt/1+NMrvM6N+bH3MxtY30Yzi1dbk81mL+unyV7bLE3O1bcS8zcf719j/ySSm1wOcRX9tQF0jUNcKTK856PprCOpagrqmYPdZ219jsPNkds3B/NqDLyf9NQm1z/Sag7a/5uDsKI952vWTgc37cnEdQXbRgwABAgQI3JiAAxEgQIAAAQIECBAgQIAAAQLDFxAhAQIECBAgQIAAAQIECBAgMHwBERIgQIAAAQIECBC4xwKjexy70AkQuGcCwiVAgMA3FphfQFsXzk66qMm4Tg66/oLYmmjrxedtbP2sjWc/ncTTn0zb1s8nsf2kjf2tLg53uzje7/pJtybnEV0eoy687S+AzWNX/5r6NWtNPsnH9OV8fX7B7NXlbPeXk3Dlm+YXBM8vFL64uHg1or+Ieq2JlWrrTazO24Ncn7W1h018XVvP16utbTSxXu1RE/16Lte1YNAw8M+BHJADckAOyAE5cGc54LuY72JyQA7IATkgB+SAHJADckAOyAE5IAeGnwM+Y5+xHJADckAOyAE5IAfkgByQA3JADsiB4eeAz9hnLAfkwOUcuBirvtFMx63Px7Pn8uvGva/Oxsf3y9m4+ZVcrtRY+mqrEeNqK7nMNhpHVGtGEX1rIqJaTH+ujuX/yvPcrXZv+l/TJ7WaazG9MCAXbbZJF3VNFQYRQwAAEABJREFUQU3WVRN1He50sb/Z9dcebP1sEk8/zfbjSX9twtZnbdS1CnXNQk3OVdcw1LUMbR6jrkeoPvTH7k/iFwECBAgQIECAAIHlEtBbAgQIECBAgAABAgQIECBAYPgCIiRAgAABAgQIECBAgAABAgSGLyBCAgQIECCwiAKjReyUPhEgQIAAAQIEFlGgy07Vxapt20U7iX5Crrr49eBFGztPphe5bn42iec/ncSTH0/6i2A3fzZ9bX+zjbpIti5+PTuOmJxNj9FfAFsX1PYHzxPMHxdX3c43THfosgOXW+TzvvVX0HZRF+7O2yi/6dVFwHVBcLXxShPjlYi6YHg6KVfE6lpEXVDcX2A8u9h4rZYPm1jN9tqLk+cXMueyv9A5lw9q0olc1vNa15pgwEAOyAE5IAfkgByQA3JADsgBOTDYHPDffPl3APktv+WAHJADckAOyAE5IAfkgByQA3Jg4Dngv//9978ckANyQA7IATkgB+SAHJADckAOyIE7zoEam76+Mf0bTC3nz2uCrr69Zsx7jYWv1o+Nr/Hxs9aPna8x9NVW+7H1Ma4x9itNjMbRt2aUy2w1Lj+aiOmyi5iN2Z+P5+/H8V8Zz587TR/5vunK7He+vd+1rh3IVtcj1DUFdW1BXWNwuNvF/tb02oO6BuHpTybxJFtdm7D52aSfkKuuWahrF+oahpqQq5tkj9pu2o3ZaSwIECBAgAABAgQIECBAgACBawVsJECAAAECBAgQIECAAAECBIYvIEICBAgQIECAAAECBAgQIEBg+AIiJPBOAqN32tvOBAgQIECAAIF7LtBfPNtfANvF+VkXJ/tdHLzoYvdpGy8+n8Tmzybx7KeTqAtgn/1k+nz7SRt7W10c7bZRF7+eHXcxOYto6zjZ6sLa/trcS7avXn/b9a/0+9VaPu3Xc1lPL1q9qemiLgDu2+yC4NFKxKguEO4vGG5ivDZtdTFxtdX1iGpr6030FxzXRckPcj2X/UXIuXxlYq6NJtZzW39Bc67Xhcz9hc2Pcnu2uuHa5efWpy4cONx8DjBlKgfkgByQA3JADsgBOSAH5IAckANyYPg54DP2GcsBOSAH5IAckANyQA7IATkgB+SAHBh+DviMfcZyQA7IATkgB+SAHJADcuB1OXB1bHo/dn0jvao9bKKevzLWPbddjIF/0ES/nssaK19j5qutrDdRbT6ufrzaxGh1Nua+xt6PI5pqo1w2EdF00f/UYtZqPP9FyxdrPRf5qB1ykY+m3pvLi0e+VPvNryOoawrq2oLj/S6OdtrY2+xi+8t2ek3CTybx9MeT/tqEukahrlWoaxbq2oW6hqGuZWgnXXT99Qh54IuTWCFAYHEF9IwAAQIECBAgQIAAAQIECBAYvoAICRAgQIAAAQIECBAgQIAAgeELiJAAAQIECBAgQIAAAQIElkVgtCwd1c8FFNAlAgQIECBwDwTqgte+tRHteRdnJxEnh10c7XVxsN3F3lYbu8/b2H6a7cs2dnK5+6zrt+1tdXG400VdIHt6NH1vXTQ7meSx8nh18WtNxNUfv4uYL3vWJqIuwK2JtUajJkbjiPHKrK1GrFRbz+V6E6t1gfDDJupC4n6SrEcRDx438eCjJh5+3MTGx6PY+HYTj7I9/sUmqn30S018/D8axce/nO2vjeJb/9k4Wy1H8e3/LNuvTNsv1PI/z/X/fBy/8Lr2P87XqtXrufz2bPkLua7NbFiEXJALckAOyIElzgH/HvPvMTkgB+SAHJADckAOyAE5IAfkgByQA8PPAZ+xz1gOyAE5IAfkgByQA3Lgf2DvPADsqqq9v/a9M5OeTEJ6SAihgyC9yvtAunSkKIqgWLCiTwEbD+HZAEXFXvAhIqggoRoJIBEMocokkIRQ0jshmUmmt/ud/75zJ5PJlHPu3DY3v5vsOW3t9jv77HbO2osyQBmgDFAGKAOUAcoAZYAyQBmgDFAGCrAMtH+b3vEbde134SRbPiFm/ht4fQcvNy75jfwIv43b8LGx5Df0o2Omb+r1bf3Qkc5/az+43Plv7/UNvr7F1zf5A4aYDRic/FZfxr307b6MeZWUmcVL21yJWSxwMuIVizlzMfO6AObM/1J6Aqmt1yFoNZNhLukWSMdAegrSOZDugXQQpIsgPQXpJkhHQYa6pLOgc9UbW622MuF1GqTb0NwQhNWcMs5lXi/BR8wfCHRFgHMQgAAEIAABCEAAAhCAAAQgAAEIFD8BcggBCEAAAhCAAAQgAAEIQAACEIBA8RMghxCAAAQgAAEIQAACEIAABCAAAQj0SiDWq0SBC5A8CEAAAhCAAAQgkC0CKYXX1hazlpakQS0puEqBtWptq21a3WqVa4JtsC8FVym3ykiXZLxSa+BPRrcUjk9jm0Kt3/g/SWVXXU+5lJwux4KemhRzpahbUubaDW8NGOKSxraGxWywDG6VOxsy0tmwUYEbHbMRYwI3LmYyrOWNaE2K2U5yk+M2OnBjdonb2F2Tbty0uI3frcTG7x63CXvGbaLcXsF+4CbK7V1iEwM3ae/gWuAm7RO3lNu5bX9nnZfMPiU2qeNW+7gkEzjAgTJAGaAM9LkM+DYGjnCkDFAGKAOUAcoAZYAyQBmgDFAGKAOUAcpAUZcBxv9t8+yUc8o5ZYAyQBmgDFAGKAOUAcoAZYAyQBmgDBRxGWD8z/ifMkAZoAxQBigDlIFIZaDTN+r+2/V94pb6lj31bftE/0173H/7ru/f9S38BH0PL7dn3H8rr2/m9e28vqFPfU+vb+tHT4nbTjsHblLMRk4M3IS46Vt8b8RrbMyGjQ7cTs5/sz+43NngEc4GDY9Z0mCXs7JBgRvgrLTMeSNd0gHwRrks+EkxINik9AVS2+CUyWBX22W/b8HPX5exrhYz6SRIN0E6CtJVkM6C3CbpMEiXYW2rSbdBMjLoJZ0H6T74MBJBYPyHAAQgAAEI5JEAUUMAAhCAAAQgAAEIQAACEIAABCBQ/ATIIQQgAAEIQAACEIAABCAAAQhAAALFT4AcQgACEIAABCAAAQhAoD8TiPXnxJN2CEAAAjkkQFQQgMAOSsAb1GpNWGuzWVNDwuq3SGk1YZXrWm3j6haTMquUWnW8+e2E1VQGMjUJa2pMWEvgxyu0tnaA16Yx27ZJXkjIMFfCEgm55CmvXBv01OJxs5LSwElBd6CzAYOdDRzibNDQwMkY1whnQ8qdDR0Zs6E7xbyy73AZ5Bobs/LxMRs5IWajJgZuUtx22jlmUhaW0vCYqXFvlGvcbnFvjGv8HsF2jxKbsGfSTdyrpE0ZOW7eGJcUmdvcztruW2KTtG13STnJykmhGRcPGOIoB5QBygBlgDJAGaAMUAb6WRmgD7c3ZZYySxmgDFAGKAOUAcoAZYAyQBmgDFAGKANFXwYY/zP+pwxQBigDlAHKAGWAMkAZoAxQBigDlAHKQPGXAe4x95gyUCRlQN+mt7t94tt+w75viflv29u+aZ+obXu+S0zfxKe+jx+/R4n5b+Z3j5u+oZdBLn1Tr2/r9Y39TpOT39yPmhjz3+DrW/wRY2Omb/OH7RSzoaMCNzLmv90fPNzZoGEuaZBrsPMGuUoHOitJGeSKm8ViZtIJsOCX6KAvYMF+cMr/d/5v8Kd9x0z6C9JBkC6CdBLqa5I6CtJVqFrXapvWBm5Nq9dl0HH1xoTVbWn1ug7SeUi0JnwYQaj8hwAEIAABCEAAAhCAwI5AgDxCAAIQgAAEIAABCEAAAhCAAAQgUPwEyCEEIAABCEAAAhCAAAQgAAEIQAACxU+AHEIAAhCAAASyQkCqHVkJmEAhAAEIQAACEIBAvyeQMJORLCm0trYkrLkxYfXVCave2GoywrVpdattWtNilWuSx1UbWtsNcjU3mDfi1dpqQRhJEu16su07wfm2OKQ4K0Vbs+BEcNoFMi7oqcVKnMVLnZWWmZUNdFY2yNmAIUnlXSnxDvYGuWI2ZKTzSr7DRjuT0q+Uf6UEXD4hZiMnxm2UjHFNjtvoKTGT0vDYqXEbN02uxMbvFrcJe5TYhD2DbeAm7hW3ra7EJu5dYu1KzHvHbdI+cds5cJP21Ta45hWXS8wrMLftT/J+SowtDCgDlAHKAGWAMkAZoAxQBigDlAHKAGWAMtBVGeAc5YIyQBmgDFAGKAOUAcoAZYAyQBmgDFAGKAPFXwa4x9xjygBlgDJAGaAMUAYoA5QBygBlgDJAGaAMZKQM7FOS/FZd36gH+94Il/+WPflte8dv3fXtuwxxbf0ePvmNvP9Wfo8S/+38uGkl/lt6fVOvb+v1jf3oneM2alLMf3tfPj5m5eNipm/yh4+Jmb7RHzoq5r/ZH1wes0EjnOlb/oFD9W2/89/4Jw1ymcX1/X/cmXQBnLO2X8LrFCR1BhLW0ShXymhXSlQ6BdJBkHEt6SSkDHJJV0E6DNJdkA6DdBl0LN0G6ThI10E6D9J9kA7ENnG0pYINBCAAAQhAAAIQgAAEIAABCEAAAukSwB8EIAABCEAAAhCAAAQgAAEIQAACxU+AHEIAAhCAAAQgAAEIQAACEIAABCBQ/ATI4Y5GILajZZj8QgACEIAABCAAgbAEWltlhMussS5hdVsS3thW9caEbdnQapvXJ92Wd3S+1V9vqElYU33CWhrNkoqs5hVnpcwqxdjO8UrB1sXNkka3zErKnEkRt2yQJY1uDXPmDW6NdDZsp5gNHx3zSr0jxsWsfELcRk6M2cgJsWA/5rfaHzk+bl4B2CsBB/uS9S5u8jdiXGobs+FjY+aVhIOtFIVHjIn5c9qX63ysc9u4ID3DxjifLn9exzgbBgMY9JcyQDopq5QBygBlgDJAGaAMUAYoA5QBygBlgDJAGSj+MsA95h5TBigDlAHKAGWAMkAZoAxQBigDlAHKAGWg+MsA95h7TBmgDFAGKAOUAcoAZYAysAOUAX1L3/7Nesdv2PUNfGc3Nmb+W/jU+Y7H2g+c/5Z+XCAnNzb5jX15x2/xO+yP1Lf7Ezp8sx/sl/tv+ZPf6/tv8nUPdorZ0JHOG+waOMx5nQDpBkhHQLoC8dKk7oB0CKRL0Fm/wOscyF5Xm5NOgnQTpKMgXYVar9PQatXvJKxqfat30m2QjkNNZcLrNEj3oVn6DK1BIJ0j4BgCEOjfBEg9BCAAAQhAAAIQgAAEIAABCEAAAsVPgBxCAAIQgAAEIAABCEAAAhCAAAQgUPwEyCEEIAABCEAAAhCAAAQgAAEI5IxALGcxEREEOhHgEAIQgAAEIFCQBBJJI1pSZm1pNmusTVhNZVJZtXJNq1Wua0ka43q71ao3tlr9llZrrE9Ya7M8BjkKNubMpCDrnbX9gvMKU8a5dEbXYkFPLF5iVjrAbMBgZ4OGORtcHjNvfGtszKTQK6NbO02O2+hd4jZ215iN3S1u43cvsQl7xANXYuOC/XHT4sG1EhszNW6jp8Rtp53jNmpSzMonxGzEuJhJ8XjYaGdDR8WC8J0NGu5s4NCYDRzirDVAQnsAABAASURBVCyIt3SQC9LgTEq+JaXO4iVJF4s7UxpTzsXM5CzIn+kXbJ0OnA5wEIAABCAAAQhAoGsCnIUABCAAAQhAAAIQgAAEIAABCECg+AmQQwhAAAIQgAAEIAABCEAAAhCAAASKnwA5hAAEIAABCBQEAWfmgn/6b/o589+46zv31Hfvfht3lvouXt/I61v50gHO9O28vqHXt/T6pl7f1g8e6Uzf2g/byflv7/UNvr7F1zf5+jZf3+jrW/2x00psXPv3/CU2fs948nv+4Jy+9dc3/6Mmx23UxJiVj4/5sKQbMLjceV0B6QyUDrAgXWZKo3OW/HXWNQjO6pqcz2dwXXoI0lmQca66La1Ws7HVNr/d6o1yScdBug4y0iXdB+lASBdC+gty8hsEyX8IQAACEIAABCAQigBCEIAABCAAAQhAAAIQgAAEIAABCBQ/AXIIAQhAAAIQgAAEIAABCEAAAhCAQPETIIcQgAAEIAABCEAAAmYxIEAAAhCAAASKnADZg0AkAtJVlcJpIpE0stXgDXIlrGpdq1WubbGqta1eaXXzhlar3pSwui0Ja6oza20JovGezeu8tiu/WvKn8OT8UUou6ImVlJqVDnQ2YIjzSrZDyp0N3SnmlW+lhDtyYtwb2BozNWZjdo2bjG+N3z1uE/YssfF7xE3GucbtVmJjg2tjdglkp8Rt1M5xk7+R42M2YlzchyVF3iEjnQ0pj9ng4TEbOCwZp5SJy4L4SwaYxUu3uliJWSy+1bmYM+9csA2cBS7YM3PGDwIQgAAEIAABCEAAAhCAQCEQIA0QgAAEIAABCEAAAhCAAAQgAAEIFD8BcggBCEAAAhCAAAQgAAEIQAACEIBA8RMghxDonYAzc8E/0zftKdf2vXvHb+D1TXzHb+T1zby+ndc39Pp+X9/U69t6fWM/ZJSzYaNj/tt7fYOvb/H1Tb6+zd9pctzGTI37b/bHTSux8XuU2IQ94zYh2Orb/rHT4iY3ZmrMRu8cs5EyyDUuGdbQUTEbMiLmdQUGDHFed6CkNEh/zJK/Nt0C6RrIJU8Gf50pexZszP8COeksNNaZ12GQLsOWDUndBuk4VErXYV2r1VQmTDoQMt7lwwv8Bf99EPyBAAQgAAEIQAACEIAABCBQQARICgQgAAEIQAACEIAABCAAAQhAAALFT4AcQgACEIAABCAAAQhAAAIQgAAEIFD8BMghBCAAgYImkFLdKOhEkjgIQAACEIAABCCQSwIJb5HLrKXZvDJqzaZW27y+1TatabXKda3eINeWt1utZmOr1csgV33CWgPZREdNVWfmAmdyuqBr3umP+V8s6InFS52VDbSkQa7hzgbLINeoWFKRd3zMRk2M2U6TYzZ6l7g3xjVut7hJaTepxFvi92WkK2WQa/TkuO3UZpCrfELcRrQp8sog19Ag3CFB+INGuHaF3gGDnMkgWOkAZyVlzpSeeEmwjTuLtTnnlZPNlJ+OzpQ347eVAHsQgAAEIAABCEAAAhCAAAQgAAEIFD8BcggBCEAAAhCAAAQgAAEIQAACEIBA8RMghxCAAAQgAAEIQAACEIAABCBQ8AScWcdv2/1+LDgXc5b6Dj4ed+a/jS9Nfiuvb+b17by+oZdxrEHDnOnben1jr2/t9c398DEx/w2+vsUfOTH5bf7oKXEbs0s8aZCr7Xt+GeOasGdJ8nv+4Fzqe/5Rk+MmfyPGx234GGdDd3JeR2DQcGeKU7oD+mZfugSW+nXWN2jLmwXbjiLSWWiqT3gdhuqNrbb57cCtb/U6DtJ1kM6DdB9kkEu6EEm1iK36C6mw2KYIsIUABCAAAQhAAAIQgAAEIAABCECg+AmQQwhAAAIQgAAEIAABCEAAAhCAAASKnwA5hAAEIAABCEAAAhCAAAQgAAEIQKD4CaSXw1h63vAFAQhAAAIQgAAEio9AotWstTlhLY1mUlSVImrd5larqUzYlg2t3skIV11VwuqrE9ZYm7CmhkC+ozGuTvqqXgc26HG5wMXiZvEyZ1KilTLtwOHOhpQ7k/LuiJTi7ri4lY+Ptbm4jQj2ZVRrxNiYDQ9k5IaNjtmw0Ul/8jtkZMzkBpfHbLCMbQXhSjl44FBnA4e4pOLuYGdlnYxvlQRpiZcGaSoxU9q8i5m5js4Fxx1cR6Ve4wcBCEAAAvkhQKwQgAAEIAABCEAAAhCAAAQgAAEIFD8BcggBCEAAAhCAAAQgAAEIQAACEIBA8RMghxCAAAQgAAEIQAACmSHQ4Xt3l9rv8E28jF/5b+X1PX+Jmb6h17f0cqUDnJUOdKZv7csGO/Pf+Q9xpm/x9U2+DGnpG319qz+k7bt9fcM/dKeYDdvJtX/jP1zf+weufFxKF0DbuPnj4JzXCRgT87oDQ8qD8Icl4yobGKSnzFksbuZiZhY4F2y2+d+moyB9Bxnakg6DdBmk01BblTDpOLTrO1QmTDoQ0oWQToR0I6QjIb/bhMkBBCAAAQjkjgAxQQACEIAABCAAAQhAAAIQgAAEIFD8BMghBCAAAQhAAAIQgAAEIAABCEAAAsVPgBxCAAIQgAAEIAABCEAAAv2OQKzfpZgEQwACeSdAAiAAAQgUKwEpmTY3mkn5tHZzwmo2tQYuua3elLDayoTV15g3wtXaYtam1+pxSOlVzh/oT9tFF5yMxZzFS5xX1JVirhRxZVhr5IS4jZoUt9FT4jZmatzGBm7MLnHbaXLcnx85PmbDR8ds6MiYDRoWMyn4lg4Iwip1FgsCDv6bfqmt9nEQgAAEIAABCEAAAhDIFAHCgQAEIAABCEAAAhCAAAQgAAEIQKD4CZBDCEAAAhCAAAQgAAEIQAACEIAABIqfADmEAAQgAIHMEUh9u6+ti7mknsAAZwMGO5PxriEjY+Z1BcbHbNTOMa8bIB0BryswNW7SHZAOgXQJJCf5gUOTugbSOZDugcI2/dp0ErTrgj8dzyeCa63NSd0G6ThI10E6D14HolK6D61WtznhdSOkIyFdiSAI/kMAAhCAAAQgAAEIFDEBsgYBCEAAAhCAAAQgAAEIQAACEIBA8RMghxCAAAQgAAEIQAACEIAABCAAAQgUPwFyCAEIQAACEIBA5gjEMhcUIUEAAhCAAAQgAIGMEsh5YK2tCWtuTCqdSvm0pjJhXiF1Y8KqN7ZaTVVwrSZhTQ1mLc0JkxJru1Uur+GaTLLOp5wF52Nxs3iJWekAZ1KWHTLS2fCxzsonxLySrZRqx+4at7G7ltiYKTEbPTk4Pylm5eNjXhlXSraDhjmTkm5pEIbCcrFkXO1KtclD/kIAAhCAAAQgAAEIQAACEIAABPobAdILAQhAAAIQgAAEIAABCEAAAhCAQPETIIcQgAAEIAABCEAAAhCAAAQgAAEIFD+BHSaHqW/4YzGzeKlZ6UBn+tZ/0LCYDZWuwJiYeV2BSXFvgMsb5JK+QLtBruT14WOcDSl3XsegtE1PIBYPMDrzugrtOgnBKeklaJNyutbSkrCmerOG6oTXdfA6D5uC/U2tVhNsazcnrLE2qSMhXYmUX7YQgAAEIAABCEAAAhCAAAQgAIE+EMArBCAAAQhAAAIQgAAEIAABCEAAAsVPgBxCAAIQgAAEIAABCEAAAhCAAAR2OAKVlZU2a9Ysu+mmm+zyyy+3Aw880KZMmWJDhw4159x2Lh6P284772y77babXXTRRXbdddfZzJkzbf369ZbQx96FT5AUQmCHIBDbIXJJJiEAAQhAAAIQgEAIAolWs+ZG80qnUj6tkSJqZcKqtZVCamWr1VcnrKk+Ya0tQYCJwHXzPzXmkeGsWNwsXuKsdIB5ZVkZ2Bo+JmYjx8dsVErJdmrcZJRr9C5xGz05bjsF50dOiLUZ5HK2jUGuUmcK17luIuc0BCAQkQDiEIAABCAAAQhAAAIQgAAEIAABCBQ/AXIIAQhAAAIQgAAEIAABCEAAAhCAQPETIIcQgAAEIAABCEAAAhCAAARyQ0Df8uub/nip9AScJQ1yOWvXFZggnYCY1w2QjsDYXUtszK5xb6Br1M5x26orEPM6BqUDzOscxOJmCteCX0onIdhN/nfJjUmPIXDSaWhqSFh9TcJqK1u9ES6vA7EpYTXBcd3mhDV4g1xm0pVo880GAkVAgCxAAAIQgAAEIAABCECgdwJr1qyxXXbZZbsFsZxzaZ87//zzrbm5uffIi0Di1VdftZEjR6bNyrmtnB966KEiIEIWILAtgZdeesmGDBmSkWfEua3Pi3O539cCglpIUG7vvfe2Sy+91L7whS/Yn/70J79g4KpVq6ypqWlbADk5IhIIRCOg9sa58M+QnmE9y9FiQRoCEIDAjklA/QPnwtexGotpTLZj0iLXEIAABCAAgb4TqK6utuOOOy7SvIPa677HnI8Q0ovzxhtvjMSHMWB6nPHVNYGo5Y/+cdccOQuBHYWAxseqB5wLP652Lj+y8TbDQnpfcOSRR9onP/lJb5RIxoX667uCdPpVzvXM/7DDDrNNmzbtEEV43bp1ts8++0TqdznXNT+1n4UIraqqyu655x7TtwBlZWX+Hfnxxx9v11xzjf3+97+3uXPn2ooVK6ympqbL5Le2tpqej8WLF9tf//pXu+GGG+yUU06xcePG2YABA+zUU0/14SueLgPgJAQgkBMCsZzEQiQ9E+AqBCAAAQhAAAJ5IyAlVe9azVqazRrrE1a3JWFbFVGD480JkyGuRimjNiSsNZCTn86JDsZ8Zi74Lxf0suIlZqUDnA0Y4mzQCGdDR8Vs2OiYN7JVPj5mIyYEblzMho8NXHB+6KhAZmTMBgeyg4Y7r1g7YLCzsoHOSoJw4qXOYiVmsZiZj8v4QQACEIAABCDQrwiQWAhAAAIQgAAEIAABCEAAAhCAAASKnwA5hAAEIAABCEAAAhCAAAQgAAEIQKD4CZBDCEAAAhCAAAQgEBDQN/36tj9eYqZv/UsHOCsb5Ew6AAOHOhs0PKkbMHRkzKQrMHx0zOsSjBgXsxHjYyadAukSDNtJ12MmnQPpHpQG4ShMF7Ok3oBr21rbLzjWnoxsSbehuSFh0nWQzoOMcNVWJaxmY+AqW70eRFN9wutKSF56EHLyj4MABCAAAQhAoBcCXIYABCAAAQh0IjB79mxbvnx5p7PFeThr1iyrrKwszsyRKwhAYBsCWkBQCwnKLVq0yO644w776U9/ah/+8If9goE777yzaQHCUaNG2TnnnGO//vWvbenSpZZgkmkbjhxAAAL9mABJhwAEIAABCEAAAhCAAAQgAAEIQKD4CZBDCECgVwIpw0J6X/Dcc8/Zb3/7W2+USMaFUu8Kpk6daldeeaU9/vjjVl9f32uYxShQUVFh8+fPL8asbZenl19+2fTuaLsL/fxEU1OTPfTQQ3bUUUdZeXm5XXjhhfa3v/3NdN4y+FN4jz76qA9f8Rx++OE+Xp3PYDRZC+q+++4z51xROBlGlIHErMEi4IInECv4FJJACEAAAhDIGAECggAEtiWgb/zkWlvsdAwVAAAQAElEQVTMWloS1tyYsIbahEkJtfqdVtsSuLqqVn9O1yTX2mqWCIIJxgNmzsz8jrX/pPQqo1klpWYypCXDWlKQHTkhZqN2jtuoScE2cCMnxq18XJvi7DBnpTK61WZwy8Vd52Dbw2cHAhCAAAQgAAEIQAACEIBAbwS4DgEIQAACEIAABCAAAQhAAAIQgEDxEyCHEIAABCAAAQhAAAIQgAAEIAABCBQ/AXIIAQj0bwJSNZBuQFK/IKkzIP2CoaNiXpdAOgWjJsYsqWMQN+kcSPdAMkn9AjP5lY7CtiScWcy8zoHXh2g1k66DdB4aahJWW9VqWza2mnQiajcndSR0TToTkpMfOeMHAQhAAAIQgAAEIAABCBQEARLRfwisXbvW5syZ038SnGZKq6ur7d57703TN94gAIFiJbBp0yZ74IEH7IorrrBdd93VhgwZ4vcXLFiAca5ivenkCwIQgAAEIACBjBIgMAhAoDgI1NXV2U033eQNEBRHjsgFBCAAAQhAAAIQgAAEwhNYtmyZ3XrrrXbSSSfZoEGDvEEjGTbqLwaGwue0e8nm5mabMWNGtwLFciGRSNhf/vKXonoHVFNTYz/5yU9s9OjRdtZZZ9mzzz6b09v1wgsv+HgnTZpkv//9703jy5wmIGJkL730UkQfiEOgcAnECjdppAwCEIAABCAAAQhkn0Ci1SzRmrDWZksa5EopoL6TsOrASQG1sVbGusy88mkg7y1ymTPnXDKBbRsdxILeVTxuViKDXIPMBg93Nmx0zMo7KMqOmhi3UcFx+bi4DdvJ2aBhzsoGOYuXmsVKnMViZuasP/9IOwQgAAEIQAACEIAABCAAAQhAAALFT4AcQgACEIAABCAAAQhAAAIQgAAEIFD8BMghBCAAAQhAAAIQgAAEIAABCEAAAukScOZ1A6QjIF0B6QxId2DYKGfl4+OWMsQ1audgf+eY1zmQ7oF0EMoGWVK/IG7mpF9gHX7OzDn/x/STToR0HZobzRpqE1ZXldSF2CJ9iKpWk5EuGeSSzoR0JyQvfx0cuxCAAAQgAAEIQAACEIAABCAQksD06dNNi6yFFO+XYosWLTItBtYvE0+ieyLANQhklIAWCfz1r39t++23n+27777eWFdLS0tG4yAwCEAAAhCAAAQgAAEIQAAChUJAi9H/85//tP3339+uueaaQl44vVCQkQ4IQAACEIAABCAAgR2AgAwaybDRiBEj7Nvf/rZt3rx5B8i12cyZM23Tpk1FndfVq1fbk08+WRR51Puru+++2yZOnGhf/OIX815O3377bbv88sv9+FLjTI03Cw10fX29VVRUFFqySM+2BDiKQKCzOkYEr4hCAAIQgAAEIACBfk4gYaZBh5RPW1uSRrekgCojXNXvtNqWwNVWJZIKqA0Ja2lOmFdADfxZSn812IpCQueCHSm7xuJm8VJnZQOdDfIGuZyNnBA3ryg7KWYj5SbGbcS4mA0dFTMp1ZYGsvIjY14KQ/qxQXD8hwAEIACBHglwEQIQgAAEIAABCEAAAhCAAAQgAIHiJ0AOIQABCEAAAhCAAAQgAAEIQAACECh+AuQQAhCAAAQgAAEIQAACxUdAOgHSDZCOgHQFpDMg3YGhO8W8LsHIiXGvW+ANc+0c7E+I27DRzusgSBdBfmJxs1gsycbrLLhgP3AKWzoNOicdB+k6yOhWSh9CuhByMs6lczLWJZ0J6U5Ih8La9B+C0PgPAQhAIIcEiAoCEIAABCAAAQj0fwKzZ8+25cuX9/+M9JCDxx9/3Gpra3uQ4BIEIACBbQm89tprds4559i73vUu+9e//rXtRY52QAJkGQIQgAAEIAABCEAAAsVFYOXKlfb+97/fTjjhBHvrrbeKK3PkBgIQgEDaBPAIAQhAAAIQ2Eqgrq7Orr32Whs/frzdfPPNpuOtV4tvT4aK5s+fX3wZ65Cjl156yZYtW9bhTP/cXbp0qR177LF28cUX590QV2eCGl9qnHnRRRfZxo0bO1/O63F1dbWJXV4TQeQQyCCBNnWMDIZIUBDYkQiQVwhAAAIQ6NcEpHza2mzW3JSwxnqzhrqk8a36LQmrC5y2jbUJa2o0SyqemslPe6alyBocBBuTMquLm5WUOSsb7LyRrcHlzhvcGrZTzIaPTTrtDxkZs8HDnQ0cGsgOclYywFm8xCwWN3OxwDnjBwEIQAACEIAABCBQSARICwQgAAEIQAACEIAABCAAAQhAAALFT4AcQgACEIAABCAAAQhAAAIQgAAEIFD8BMghBCAAAQhAIMcEnDOTjoB0BaQzIN2BskFJXQLpFEi3QDoGHfUNho6KmXQRBg11NmCws3iZM+kqeJ0FM23a/pj/ScdBzutGNJhJB0L6EN5VJ6y+JuF1JaQzId2JlG6E98wfCEAAAhCAAAQgUIwEyBMEIACBLBJYu3atzZkzJ4sx5Dfoqqoqmz59en4TQewQgEC/JSDDXMcdd5xdddVVRb/YZr+9SSQcAhCAQDERIC8QgAAEIACBLBOQEYGbbrrJpk2bxnxJllkTPAQgAAEIQAACEOiWABf6FQH1oa+++mo7+uijbcGCBf0q7VES29zcbDNmzIjipV/JKn933313v0pz58QmEgm74447bM899yz49/v33HOPHXjggfbCCy90zkbejletWmUrVqzIW/xEDIFME4hlOkDCgwAEIAABCEAg8wQIMTsEEq1mLU1mTXVmDVI03ZKwhpSyaV3CmhoS1tKcsNaWhGkg1Z6KRNteauvMXOCkICvl2MEjYjZsdMxGyAjXmOT+sFHOhoxwNmCIs9KyQD5m/CAAAQhAAAIQgAAEIAABCEAAAtsQ4AACEIAABCAAAQhAAAIQgAAEIACB4idADiEAAQhAAAIQgAAEIAABCEAAAhAofgLkEAJhCMhQl3QLpGMgXQPpHEgPYfiYpC7CsGA7aHjMpKMgXQXpLJhrCzmly5DaBqel8yDdBxndam5IWFNdwhvnko5EfZuuRFN9Uoci0cFf4JX/EIAABCAAAQhAAAIQgAAEIBCBgAxWNTc3WwQv/UZUC+O9/PLL/Sa9JBQCEChMAj/4wQ/szDPPNBkxLMwUkioIQAACEIAABCAAAQiEJ4DkjkdA797/+c9/2v7772/XXHONNTU17XgQyDEEIAABCEAAAhCAAAT6QKCiosIbGJJBJPWv+xBUwXqdOXOmbdq0qWDT15eEyRDT008/3Zcg8upXY7jrr7/eLr300kjjuXwmWsyPOeYYk3GuQnhmli9fblu2bMknEuKGQEYJYAoiozgJDAIQgAAEIACB/kRAA4yW5oQ11iesvqbVpGRaX5PwSqdNwbnmxjZl05YgVx0UTv2u/xOcb1NolXJrrMRZ2WCzwSOcSfl1+Li4SRl2+OiYDd0pZoPLYzZwiLOSAc5i8TaPxg8CBUWAxEAAAhCAAAQgAAEIQAACEIAABCBQ/ATIIQQgAAEIQAACEIAABCAAAQhAAALFT4AcQgACEIAABCAAAQhAAAIQgECBE5BOgXQLpGMgXYOho2K21SBX3KSHIN2EAYPM6x9IZ8Fnyfm/Zgn/v+0guWltSepANDWYNdYlrKE2cDUJq68OXE2r151oaUpYojXwnPTC3/5NgNRDAAIQgAAEIAABCEAAAnkgMHv2bNMCVHmIOutRPvroo9bY2Jj1eIgAAhCIRKBfCj/xxBN24okn2rJly/pl+kk0BCAAAQhAAAIQgAAEILBjEli5cqW9//3vtxNOOMHeeuutHRMCuc4XAeKFAAQgAAEIQAACRUVARpFkEEmGkbRfVJkLMiOjY/Pnzw/2iu//c889Z6tWreqXGaurq7NPf/rTpnLX3zKg5+QDH/iA/fznPzetmZ/P9L/yyiv5jJ64IZBxArGMh9inAPEMAQhAAAIQgAAEckcg0WrW3GQm41sNUjCtbjVtG2sT1lgfnG9ImJRNpZTalbpp6pxXbHVm8RKzskHOBskg1+iYjRgbs+GBk1LssFExGxKcHzDEWekAZ45eWO5uNDFBAAIQgEABEiBJEIAABCAAAQhAAAIQgAAEIAABCBQ/AXIIAQhAAAIQgAAEIAABCEAAAhCAQPETIIcQgAAEIAABCEAAAukSkE6BdAukYyBdg6E7xWy43JiYjRgX88a5ZJCrbLDzugrmzFzgLPildBmC3fb/ieBka6t5HYjmhqROhHQj6r1BrlavKyHdCelQSJei3SM7EIAABCAAgV4JIAABCEAAAhCAQEcCa9eutTlz5nQ8VRT7mzZtskceeaQo8kImIACBwiCghShPOukkjHIVxu0gFRAIQQARCEAAAhCAAAQgsOMS0KLtN910k02bNs2mT5++44Ig5xCAAAQgsAMQIIsQgAAEcktAhpG+9rWvmYwN5Tbm7MbW3NxsM2bMyG4keQhd+br33nvzEHPfo1QZu/LKK+22227re2B5CqG1tdWUh3wa5ZIxML3jyxMCooVAVghgCiIrWAkUAhAoeAIkEAIQgEBAQAqnMrglpdKG2oRJ0bSxLmGN9QmTAmpLk5k3xpWQcODalFeDPf9fh1KCjcXNZIyrZIAzKcMOHhGzYTsFbnTMhpTHbOAwZ1KCLR3orKTMWSxu7Yqwxg8CEIAABCAAAQhAAAIQyB4BQoYABCAAAQhAAAIQgAAEIAABCECg+AmQQwhAAAIQgAAEIAABCEAAAhCAAASKnwA5hAAEIFCEBGRcS7oF0jGQrsGAwc4GDndeB8HrI+wUM+kmSEehZKCzeIkldRFiZs46/XQiYSZDW9KBkNEt6URINyJllEs6E9KdkA6FdCk6hcAhBCAAAQhAAAIQgAAE8k+AFECgHxGYPn26aTGyfpTkXpOqRbUqKip6lUMAAhCAQBQCb7zxhl1++eVWVVUVxRuyEIAABCAAAQgUMwHyBgEIQKDACLz11lt2yCGH2DXXXFN0RgIKDDXJgQAEIAABCEAAAhDYkQh0yOsPf/hD+9GPfmQy9NPhdL/fnTlzpm3atKnf56NjBpYvX26zZ8/ueKpf7KtsqYz99re/zXh6x4wZY+9+97vtYx/7mH3iE59odxdeeKFNmzbNSktLMxpnyijXfffdl9FwwwZWWVlpr7/+elhx5CDQLwjE+kUqSSQEIAABCEAAAhDIAgGvbNps1txo1lBrJkVTKZjquCU439qSsNZWCwbsQeTOkkqrziW3ieDYmcXjZlKALRvobMBgZ4OGORs8wtmQkc4GlzsbMNRZ6QDnFV+NHwQgAAEIQAACEIAABCAAAQhAAAJFSYBMQQACEIAABCAAAQhAAAIQgAAEIFD8BMghBCAAAQhAAAIQgAAEIAABCEAAAsVPIJ85jMXN6x5IB0G6CENGOa+bIB2FAYOdSWehpMx5HQbnzEw6DcHGggMdWvBHhrakAyFdCOlESDdCOhLSlZDORHODWWuzmXQp5BUHAQhAAAIQgAAEIAABCEAAAukR0CJkWowsPd+F6WvGjBlFZ2SsO9KchwAEckvgoXjk0QAAEABJREFUiSeesKuuuoqF7XOLndggAAEIQAACEIAABCCwwxMIC0CLjS9btiysOHIQgAAEIAABCEAAAhCAQBoEvva1r1m+DAylkdxQXioqKmz+/PmhZPuL0Jw5c2zt2rX9Jbnt6VTZUhlrP9GHnd12282+853v2KuvvmqNjY22fv16072+7bbb7De/+U27+8tf/mIy8CyZLVu2mN63X3TRRRkx0CWjXB//+Mft+eef70NO0vOq+7948eL0POfJF9FCoDcCsd4EuA4BCEAAAhCAAASKlYCUTVuaE9bUkLDGuoQ11Abb+oQ1NyaspSlhiZY2RdOECDizlKKqtf2CU7G4s5JSs9JBzgYMMRs4LGaDR8Rs6KiYDSmP2cAhzivFxmKBcJs3NhCAAASyQIAgIQABCEAAAhCAAAQgAAEIQAACECh+AuQQAhCAAAQgAAEIQAACEIAABCAAgeInQA4hAAEIQAACEIAABCAAgR2UgHQOSgc4GzjU2ZCRMRsaOOkmDBwaM+kqSGehpNRMOgzmtkLyu05/A5dI6kDI4JZ0JaQb0djQpitRl7Am6Uo0J0y6FFtDYA8CEMgDAaKEAAQgAAEIQAACEOjnBLQIlRYj6+fZaE/+hg0b7P77728/ZgcCEMgOgUMOOcQ+8YlPFIw74ogjbPLkyTZkyJDsZLhDqFqk8MEHH+xwZofYJZMQgAAEIAABCEAAAhCAAAQgAAEIFD8BcggBCEAAAhCAQAgCMjB0xRVXFJUBq+bmZm+EKUT2+4VIfX293XXXXf0irR0T+eabb9rnP/95UxnreD7q/rnnnuvL5xtvvGFf//rXbb/99gttXGvo0KF26qmn2p///Gerqamxu+++26ZMmRI1CdvIy3j0V77yFauqqtrmfLYPVq1aZZs2bcp2NIQPgZwSiOU0NiIrYgJkDQIQgAAEIND/CEiJtKXZrLkh4Q1yNdaaNdXr2EznW9sMcklOufM6qtppczqOxc3iZc7KBpoNGOxs0FBng0c4GzIycOXOBgbHJQPMXMz4QQACEIAABCAAgSIgQBYgAAEIQAACEIAABCAAAQhAAAIQKH4C5BACEIAABCAAAQhAAAIQgAAEIACB4idADiEAAQhAAAIQKDQC0jmQ7oF0EIaUOxsyytngYDtomPO6CmUDk7oL0mFwbtvUp46l+yAnXQjpRDQ3JnUkpCvRWJvwuhM6L5ltQ+AIAhCAAAQgAIHiJECuIAABCEAgmwSmT59uWmQtm3HkKuyKigpbuHBhrqIjHgjssAQuuOAC+81vflMw7tlnn7Xly5dbdXW1r89Wr15tMpp16aWXWnl5eUbvkxZB/OY3v2krV67MaLgEBgEIQAACIoCDAAQgAAEIQAACEIAABCAAAQhAoPgJkMMdicBHPvIRSyQSWXd1dXWmdwNyS5cu9e8IZEjoqquusrPPPtvGjBmTUewbNmywr371q6Z4MxpwHgObOXNm0RgvWrJkiendUR5xRo66qanJG89as2ZNZL8pD4cddpg3xHXffffZvvvua851+kg7JRhyW1paah/4wAfstddesxtvvDG0Ua+ugn/66aftBz/4ga8LurqejXPz5s3LaXzZyANhQqAzgVjnExxDAAIQgAAECpoAiYNABgkkWhPWKoNcUjKtSxrlknGulqbk+dZWCwYASdcercZEbU4Kr/FSs9IBZmWDnA0c4myA3ODktizYlpSZxUucSbY9DHYgAAEIQAACEIAABCAAAQhAoGcCXIUABCAAAQhAAAIQgAAEIAABCECg+AmQQwhAAAIQgAAEIAABCEAAAhCAAASKnwA5hAAEQhOQzoF0D6SDIF2EjroJ0lWQzkLpALN4qSX1E5yZpZwlf4lgk2g1ky6EdCWkGyEdica6hDXVJ0wGumSsS7oUgSj/IQABCEAAAhCAAAQgAAEIZIbADhrK7NmzvSGbYsi+DPBoUb9iyAt5gAAE0iMQj8dtwoQJduaZZ9rtt99uGzdutEWLFtnnP//5Pi0U2DE1Wnjw17/+tVHfdKTCPgQgAAEIQAACEOhHBEgqBCAAAQhAAAIQgAAEIAABCBQVgYEDB/p3A3o/sMsuu/h3BDIkdNNNN9n9999v69ev98az9F5URsJisVif8//II494w199DqhAAqioqPDGnAokOX1KxlNPPeXfD1mfQsmt54ceesjuvffetCO9/vrr7V//+pc3xJV2IN14HDRokF199dU2d+5c23vvvbuR6v30LbfcYv/5z396F8yQhNIbJaj3v//9JsNoev9XqG7ZsmW+rouSL2SLi0DfW6/i4kFuIAABCEAAAhDYUQgkzBKBa21JWHNTwpoaLHDBttGspclM56WEKmXUbZA4M9fmYnFnJWXOpNg6cKgzOe2XDnAWL3GmeQIXc17e+PU7AiQYAhCAAAQgAAEIQAACEIAABCAAgeInQA4hAAEIQAACEIAABCAAAQhAAAIQKH4C5BACEIAABCAAAQhAAAIQgAAEINBfCHhdhZgz6SJIJ0G6CdJRGNBBX6GkLLgeT+opSN6cbf0lrE1PwrxOhHQj2nUlGsyaGxPW2pzwMls9FcceuYAABCAAAQhAAAIQgAAEIJBrAmvXrrU5c+bkOtqMx7du3Tp77LHHMh4uAUIgGwQIM3cEnHO255572q233mobNmywr3zlKxkxzPWrX/3KFixYkLuMEBMEIAABCEAAAhCAAAQgAAEI9DsCJBgCEIAABCAAAQhAoHAIyGjX0UcfbX/4wx9s8+bN9r3vfa9P7wtksOeHP/yhvfPOO4WTyT6kpLm52WbMmNGHEArDa11dnU2fPr0wEhMyFVVVVSbjcSpTIb20i8m43J///Ge79tprTYaz2i9kYWefffYxGbU7/vjj0wq9trbWbrzxRm/0Kq0AInjasmWLLV68OIIPs4MPPthKSkoi+UEYAikCudrGchUR8UAAAhCAAAQgAIGCISAlU0uYjG21NpsllUwT1lRvXsE0GMtaa4sF1xPWKtnA+bQ7S+qqahu4WNyspMxMCq4yxjVwSMzKBgfnBpjFg3GAizlzMbOkJ+MHAQhAAAIQ6IoA5yAAAQhAAAIQgAAEIAABCEAAAhAofgLkEAIQgAAEIAABCEAAAhCAAAQgAIHiJ0AOIQABCEAAAhCAAAQg0HcCzrwOgos5r5NQMsC8joJ0FWSUq3SQs5Iys1jczDkzC1zw328t+CUSZq2tltSFaDFrbgpcY1JXoqk+4XUnvK5EIJeOAnoQBf8hAAEI7OgEyD8EIAABCEAAAkVMwDkXefG46dOnmxZZ689YXn75ZVu0aFF/zgJphwAEskxg+PDhdvPNN9uLL75oe++9d59ik3Gv3/72t8bcVJ8w4jn7BIgBAhCAAAQ6EPjDH/7g226132HcsmXLbMKECR1CYBcCEIAABCAAAQhklsA111wTqX9SU1NjhxxySGYTQWjFQIA8QAACEIBARAJDhgyxr371q/b666/boYceGtH3VvEXXnjB7rnnnq0nCmxP+YySpJkzZ9qmTZuieCk42bfeesuee+65gktXTwmSIbR00ixjXH/961/toosuMuf8V9g9RZORa6NGjfIGz0444YS0wnvggQf8e7q0PEfwJCNnS5YsieDDbP/9948kjzAE8kFAJiLyES9xQgACBUOAhEAAAhDYwQhIcdT8H9OmRUqmjeaNcTU1JKw52G9pSpjOe0XURCKYcPeiSVDBOMmPlYJelJRYS0qdlQ10NnBI4IY6GzDIWWmZs3iJ80qusZgFg6ukM34QgAAEIAABCEAAAhDIGwEihgAEIAABCEAAAhCAAAQgAAEIQKD4CZBDCEAAAhCAAAQgAAEIQAACEIAABIqfADmEAAQgAIFiJSA9BTnpIMTiZtJJKClzVjYoqasgnQXpLsRLnbngusXM6yqYM/9LBH8TwR8thChdiJZms5bmhNeRkDGupgYzGeiSroR0KQJxk6y2OAhAAAIQgAAEIACBQiNAeiAAgXwQGDRokF188cWRop49e7YtX748kp9CEta48OGHH2Z8WEg3hbRAoIAJHHDAAaZ67+STT+5TKu+9915bunRpn8LAMwQgAAEIQKA4CJALCEAAAhCAAAQgAAEIQAACEIAABIqfQPHlcOrUqfb4449busaFROT22283Gf/RfqG5Sy65xJxr+zg3ROIqKips/vz5ISQLV2TWrFlWWVlZuAnslLK6ujq7/fbbO50Nd/i9733PzjvvvHDCGZQaMWKE3XbbbbbHHntEDrWxsdFuvfVWa25ujuw3ige9v1u3bl1oL8OGDbMpU6aElkcQAvkiEMtXxMQLAQhAAAIQgMAORqBAsptQOoI/UjRtbU1Ya0vCK5l6I1xNFuybSfk00RoIBnIpRdPgKPlf4+HAaVzsgp5UvNSsZIBZ2WAXOLPSAc7iwTkpwUrGgl9qG+zyHwIQgAAEIAABCEAAAhCAAAQgUNwEyB0EIAABCEAAAhCAAAQgAAEIQAACxU+AHEIAAhCAAAQgAAEIQAACEIAABCBQ/ATIYV4IpHQPtJVOQklpUkehbHBSZ6F0gG2rr+CCZMoFm/b/bXoQ0olobTFrbTZrka5EUyLYT1iiJWHSpZBOhfykttrHQQACEIAABCAAAQhAAAIQ2NEJvPe977VRo0aFxrB27VqbM2dOaPlCE1y9erXJIFeYdGkxrUmTJoURRQYCEChiAqoj//rXv/Zpkc1Vq1bZI488UsSUyBoEIAABCEAAAhCAAAQKjADJgQAEIAABCEAAAhCAAAQgkGECMi70t7/9zY499ti0Qn7++ecL9j3roYceavvss0/ofMlI0owZM0LLF5pgdXW13XvvvaGSNXjwYJs8eXIo2WwKVVRU2JNPPhk5igsuuMC+9KUvRTK4FjmSHjzssssu9sc//tHEsQexLi89/fTTtmLFii6vtZ/s444My6k8hw1GZYFvCMLSQi6fBGL5jJy4IQABCEAAAhCAQE4JpBRLg61XLm018wqmUjJt20+0JkzXukuXdFXbXdCTipWYlZSZlQ5wVjrQWTzYj5U4k7EuC37OBX/4DwEI5JQAkUEAAhCAAAQgAAEIQAACEIAABCBQ/ATIIQQgAAEIQAACEIAABCAAAQhAAALFT4AcQgACEIAABCAAAQhAAAIQ2BEJpHQQpJMg3QSvrzDQeZ0F7cdLzHRNqgopZ939pCfRmtiqNyHdicAl5IJrXnciEXiWCzb8h0A+CBAnBCAAAQhAAAIQgAAEConAnnvuaccff3ykJE2fPt2iLEoVKfAsC7/00ku2bNmyULGcffbZNm3atFCyCEEAAsVNQIts3nbbbbbHHnuEzmhnQRkDrKur63yaYwhAAAIQgAAEIAABCEAAAhCAAAT6MQGSDgEIQAACEAhL4NJLL/UGcZxzobYPPfRQ2KCRyyEBvS/4wQ9+YOXl5ZFjTSQSpncF2kb2nGUPY8eOtXPOOSdSLDNnzrRNmzZF8lMowosWLbIXXnghVNBnj5EAABAASURBVHJkgO3www8PJZtNobvvvtsaGxsjRTF69Gi77rrrrLS0NJK/TAuL33//939HDnbVqlWmchbZYwQPMsgVQdwbrkvn+Y8SB7IQyASBWCYCIYxtCHAAAQhAAAIQgECBEpCOaDDeNimNtkp5tMVMW7mWtn1dMy8YZKLT1gWn2v8HB7HASZm1pMxZ6UCz0gFmJaXO4nELJnSSzvhBAAIQgAAEIFCsBMgXBCAAAQhAAAIQgAAEIAABCEAAAsVPgBxCAAIQgAAEIAABCEAAAhCAAAQgUPwEyCEEIAABCEAAAhAoOALOmddJiMXN4qXOpKsgnYV4mTPpMEiXwZy1//xuJ/0H6UV01J9olc6EXGtSj0K6E/56EIq8Bhv+QwACEIAABIqZAHmDAAQgAAEIhCKgxbfOPffcULIpodmzZ9vy5ctTh/1mq8XtZEwsTIKdc3bWWWdZLBYLI44MBCCwAxDYZZddTEa5ysrK0sqtFnZcunRpWn7xBAEIQKAHAlyCAAQgAAEIQAACEIAABCAAAQhAoPgJkEMIQKCACBx22GH2uc99Lq0UPfnkk/bOO++k5Tfbnk477TQrKSkJHU1FRYVFNWYUOvAsCz7++ONWW1sbKpYzzjjDhgwZEko2W0IbNmywJ554InLwn/3sZ22//faL7C/THpxz9slPftJ23333yEE/9thj1tzcHNlfGA81NTW2YMGCMKLtMgcffHCk56TdIzsQyDEBvnTJMXCigwAEIJA5AoQEAQikQ8ArjCZsq1EuKZNKqdS7hDfQ5WV6CDwYt5h3QU8qFncWLzOTcmvpwOR+LBgv67rxgwAEIAABCEAAAhCAAAQg0GcCBAABCEAAAhCAAAQgAAEIQAACEIBA8RMghxCAAAQgAAEIQAACEIAABCAAAQgUPwFyCAEIQCAaAekkyPhWiddXcF5nQfvSYXAxS+o0eEtc1uUvEZz1uhGtZomWhLUb5GoJjnWuzclwVyDKfwhAAAIQgAAEIAABCEAgIwQIpBgIHHXUUTZ+/PjQWVm7dq3NmTMntHyhCMoQjhbsCpOevfbayw466KAwoshAAAI7EIH3vOc99olPfCKtHG/cuNEWLlyYll88QQACEIAABCAAgfwTIAUQgAAEIAABCEAAAhCAAAQgAAEIiIBzzj72sY/ZpEmTdBjJvf766/baa69F8pMrYRluOvDAA0NHJyNJM2bMCC1fKIJVVVU2ffr0UMkpLy+34447LpRsNoVk/CzqOyaVz0svvTSbyYoU9uTJk+1DH/pQJD8SfvHFF23dunXazbjbvHmzvfHGG5HC5RuCSLgQziOBWB7jJmoIQAACEIAABCCQWwJeozSpPNraat74lraJYD/RmvBGuqRMKqVTbXtLXDDmt1jcTEqu8VJn8dLkvlMPy1nx/MgJBCAAAQhAAAIQgAAEIAABCEAAAsVPgBxCAAIQgAAEIAABCEAAAhCAAAQgUPwEyCEEIAABCEAAAhCAAAQgAAEIQAAC/YeAM5NugvQVSkrNSqSzUGIWiwfnnXX/S11J6U8E26TeRMKkKyH9CR3L+ePgesoLWwhAAAIQgAAEIAABCEAAAhAwmzJlih1zzDGRUGiRMi2yFslTnoWfe+45W7VqVahUnHTSSZGMlIUKFKG+EcA3BAqAgHPOrrjiCtMCjOkkZ9asWel4ww8EIAABCEAAAhCAAAQgAIEdhwA5hQAEIAABCEAAAhCAQD8gMHXqVDvnnHMip1TvV+fPnx/ZXy48jBw50k4++eRIUc2cOdM2bdoUyU++hRcsWGAvv/xyqGQcffTRtvvuu4eSzabQ888/bwl9AB0hEr3vVjmN4CXroueff75Ffcem9/tLlizJStpWrlxpb7/9duiwR40aZYXGNHTiC1GQNGWVQCyroRM4BCAAAQhAAAIQKDACCQv+JSwYOAXOG+IKtsEgKvjvUxpc8lsLo6DqnAX/zcWcSak1Fm87dmYmZ/wgAAEIQCAKAWQhAAEIQAACEIAABCAAAQhAAAIQKH4C5BACEIAABCAAAQhAAAIQgAAEIACB4idADiEAAQhAAAIQgAAEIACBDBBwZq7NSVchFg+OY86fS/6xnn9u28vSmZACut9KlyIhXYpAxp8ItvyHAAQgEJEA4hCAAAQgAAEIQKBYCZSUlJgWv4qSvyeffNLeeOONKF7yKqvF7R544IFQaXDO2VlnnRVKFiEIQGDHI7D33nvbCSeckFbG33rrLauvr0/LL55yR4CYIAABCEAAAhCAAAQgAAEIQAACECh+AuQQAhCAAAQg0BcCzjmTQS7nOn24GiLQQjXIpaSfccYZVlZWpt1Q7qWXXjK5UMIFIvToo49aY2NjqNTonfHAgQNDyWZLSO+VZs+eHTn4c88915yLXj4jRxTBg4xZvfvd747gw0zv+bP1zKxYscLq6upCp2fatGk2fvz40PIIQiCfBDDIlU/6xF1oBEgPBCAAAQjsCATalEYTUiCVSymP6rzyH2y1cRbs9DRO0rXAuZiz4L/Fgj+xoGflgq3GV8El4wcBCEAAAhCAAAQgUJAESBQEIAABCEAAAhCAAAQgAAEIQAACxU+AHEIAAhCAAAQgAAEIQAACEIAABCBQ/ATIIQQgAAEIQKCoCUgnwesmxJxJVyGmbXDSBVsLtt5ZN7/guteJ0OWE/iRdUo8iYcltcC64JpWKYI//EIAABCAAAQhAoFAJkC4IQAACeSFwxBFH2KRJk0LHvXHjRnvqqadCy+dbcPny5TZr1qxQyTjkkENMLpQwQhCAwA5HQEYMtYhhOhlfunSpVVdXp+MVPxCAAAQgUHwEyBEEIAABCEAAAhCAAAQgAAEIQAACxU+AHBYxgX322cemTJkSOYerV6/2RoYie8yBh3333dcOOuig0DElEgl78MEHQ8vnW3DTpk32yCOPhEqGDC+ddNJJoWSzKVRVVWWvvfZapCiU9ne9612R/ORCeOjQoXbMMcdEjkrv+iN7CuEhqjG5Pffc08rLy0OEjAgE8k8glv8kkAIIQAACEIDAjkaA/OaLQCKIOBibmnetUiINznijXMEF/Q8OtTEZ40ruWJdKqs6Cn0tecmZSaI3FzWJxZ7Ggd+WcM34QgAAEIAABCEAAAhCAAAQgsKMTIP8QgAAEIAABCEAAAhCAAAQgAAEIFD8BcggBCEAAAhCAAAQgAAEIQAACEIBA8RMghxDIHwHnnNdR8LoKcTPXZowrqbEQ/A3+W+ffNucSXjvC61BIXyJwfr9Nn0KGuTp75xgCEIAABCAAAQhAAAIQgMCOSWDbXE+ePNmOPfbYbU/2cqTF1err63uRKozLc+bMsbVr14ZKzMknn2wjR44MJYsQBCCwYxLQgnuDBg2KnHktmthf6s3ImcMDBCAAAQhAAAIQgECBEiBZEIAABCAAAQhAAAIQgAAEIJANAjLMs/vuu0cOesOGDVao7wpGjBhhp556aqQ8PfHEE6Y8RfKUJ+H58+dbRUVFqNhlOCodg2uhAo8gJGNUa9asCeFjq8h+++1n48aN23qigPZk9C1qclauXBnVS6/yegbDloVUYAcccIA5t81H66lLbCFQcARiBZciEgQBCEAAAhCAAASyTSARRBA4r0gabJMapsG5tp3eu/JbJbSnvr9zLhgEmHfmzLwzfhDIMwGihwAEIAABCEAAAhCAAAQgAAEIQKD4CZBDCEAAAhCAAAQgAAEIQAACEIAABIqfADmEAAQgAAEIQAACEIAABCAAgR2PQJteggu2SefMb7ch4bY56vogpTRhXmNCf1K6FP5K8Cf437VXzuaWALFBAAIQgAAEIAABCEAAAgVDoKSkxM4+++xI6Xn22WdtyZIlkfzkQ7i5udmmT58eKuqysjI744wzQskiBAEIhCRQhGI777yzjRkzJnLONm3aZOvWrYvsDw8QgAAEIAABCEAAAhCAAAQgAIGCJ0ACIQABCEAAAhCAwA5GYMiQITZp0qSiy/Upp5xiemcaNmMLFy4MbeQqbJjZkpsxY4bp3XGY8M8//3zTO/QwstmUWbt2rdXV1UWKYurUqabyGclTjoRlKMy5MN+Cb03QqlWrrKamZuuJDOxVV1fb0qVLI4Ukg1yRPCAMgTwSyKpBrjzmi6ghAAEIQAACEIAABCAAAQhAAAIQyBEBooEABCAAAQhAAAIQgAAEIAABCECg+AmQQwhAAAIQgAAEIAABCEAAAhCAAASKnwA5hAAEIAABCEAAAhAofgLbGN/a5qD4804OIQABCEAgSYC/EIAABCAAAQiEI3DEEUdEWjRu48aN9tRTT4ULPI9Sb7zxhj355JOhUnDQQQfZvvvuG0oWIQhAYMclMHToUJsyZcqOC4CcQ6BACZAsCEAAAhCAAAQgAAEIQAACEIAABIqfADmEAAQgUEgE9tprr0JKTkbSonelemcaNrBEImEPPvhgWPG8yW3YsMHuv//+UPHL0JrenYcSzrLQggULIsewxx57RPaTKw8jR460QYMGRYpORtRUziJ56kVYRr5WrFjRi9TWy6NGjTIZOtt6hj0IFDaBWGEnj9RBAAIQCEUAIQhAAAIQgAAEIAABCEAAAhCAAASKnwA5hAAEIAABCEAAAhCAAAQgAAEIQKD4CZBDCEAAAhCAAAQgAAEIQAACEIAABIqfADmEAAQgAIF8EMD4Vj6oEycEIAABCEAAAhDYkQmQdwj0ewKTJ0+2Y489NlI+tLhafX19JD+5FpbRMBkPCxPvqaeeaiNGjAgj2q9lWlpabM2aNTZz5ky76aab7PLLL7cDDzzQGxgaO3asOee6dVpsTIaIJC9/1113nT300EO2cuVKU7j9GkwfEl9dXW2zZs0y8TjxxBM9y7Kysu046pz4HXnkkXb11Vfb9OnTbfXq1ZbpReT6kBW8hiDgnLN4PG7F+tOzrGda5VPlNFWm9fw7t339kDJQpnL9hS98wf785z+bjCE2NTUVK6Iu8/XOO+/YjBkz/LOdYqZn3rltmaV4nXPOOb4OfvHFF21HY9UlQE5mhIDak/Xr17eXRZUztTthnt/PfOYzdtttt9n8+fOLukxWVlb6Nlt9oIsuush22203mzhx4nZttnPO1/U777yz7b333nbppZfaL37xC3v++edN7b7x25EJFFXeNZ5Tue74THQ3JtB5PTN6dlLPg/wXFRAykzYB6te00XmP6g8+++yzduWVV5oWTtd4w7mt/Ui1VWrX9awuXLhwhx5/e2AR/6jtVl2nukttutp2tfGdOTuXZC7eqfpOzDXeVxmPGG2/FleZVL+wIzO1A84lGTm3dStemif67Gc/a/fcc4+tW7euX+edxOefQFflT+XMua3lzrnkvsY6GvOk6kg9r3rm85+L7KVA4z7NJ+p50zyM5mO6q9PEJ1Wf6XmmDdn2vqisaQ5Lc1kplipPmrtxLlnGnNu6FU9d17yP5sw0d6Y5NM2lbRsyRxCAQJEQCJUN9SlDCfYjIb0r1TvTKEl+4omwcSwtAAAQAElEQVQnTAavovjJtWxFRYWpLQwTr96Z6915GNlsy6itihqHxpVR/exo8upPbdmyJXS2p02bZuPHjw8tjyAE8k0Ag1z5vgPEDwEIQAACEIBAPyJAUiEAAQhAAAIQgAAEIAABCEAAAhAofgLkEAIQgAAEIAABCEAAAhCAAAQgAIHiJ0AOIQABCEAAAhCAAAQgAAEIQAACECh+AuSwOwIJXfB/tIODAAQgAAEIQAACEIAABCAAga4IlJSU2Ac/+MGuLnV7TotFL1mypNvr+b6gxeFlNCxMOgYPHmxnnnlmGNE8y0SPXguLyuDLN77xDXvXu95lutdaxPaUU06xa665xn7/+9/b3LlzbcWKFfb222/3GMGmTZu8nOTl74YbbrCzzjrLtCidwlX4ikcL2hXCQqQvvfSSDRkypEsjG85tXUzVueS+jIv1CKDDRRnf+eEPf2i77767DRs2zI4//ngTDy06KJbibp1+Oqdrzz33nN1888123nnn2aRJk2zAgAH2gQ98wGbPnl3URlA64eCwgAhowXQZ4jniiCNMRqT0TKt8qpymyrSe/66SXFNT4+sFleuf/vSnvi3Zc889fTiHHXaYN/Cj8Lvy25/PqY575ZVX7IorrrCRI0fa6NGj7X3ve59/tlPM9Mx3zmOK1wMPPODrYDES86OOOsobOOzKT+cwCuFY9aVzybrTuXBb+SmEtCsNSotz4dLtXFJOfuS30FxVVZU3fKBFctWejBs3rr0sqpyp3Qnz/P7yl7+0j3/8476voDIpQxUyQLF06dJ+bThS/cF//OMfvp3Voup6XtVmqw/017/+1RYvXuwNlXZ1X1tbW23VqlW2aNEiu+OOO0xGJlRPqt1X+60wCqXP01X6U+ei9oecS5Z555yvl1Lh7EhbGWtxbisH53re32WXXbotR+lwixK/ZKPGkerH6jkfNGiQqVyrPKeeie7GBDqvZ0ZyqedB/hWO+sW5au9fffVV3/Y61/N9cW7rddWPc+bMiYoq5/IaX8ughnNb0+5cz/v77LNPXozf7Kj1q54553q+J84lrx933HG9GnGsq6sz9aHVl1R/8NZbb7U333zT1AaZbS2Ca9asMbXrelb33XdfPwZVP3TBggXbtdM33nhjr2PgQw891Gpra7dGEGJPY3/nknlzrvetxuJqg0IEnXER9ak1ZyVG6hup7VZdp7pLbbradrXxnTmnEiLeqfpOzNV3UB9CTmEqbMWRki+WrfqVd955p6XGKJrj6chM7UBXeRUvzRPJ2M+FF17oF6kXqy9/+ct+rNiVH85FJxDm2XZu67OZ6WcwSvxh6r/OBDRW7qn8qZx19qNjjXU05knVkXpe9cyrv/7Nb37T+vt4RnmUU52jeUPNH6pfo/zpeVMbovmY7uo08UnVZ3qe1YZovHf66afbM888s8MZeJQxM5UJjXVVx4mF5rD0XiTFUuVJ5VHcOzvx1HXN+2jOTHNnmkNTOJprl5E01aWd/eXqWGVBz75zW+sC58LvX3vttdv1K3KV9o7xyIim2hHnwqfduaSs+sYyktYxPPYhUIgE9D7NOVeISWtPk96Z6t1p+4ledjRHVlFR0YtUfi/rnbHagjCpUNug+xRGNtsyeqer9kZ1fNi4SktLw4rusHIvv/xypLyrz1BeXh7JT3hhJCGQeQKxzAdJiBCAAAQgAAEIQAACEIAABCDQJwJ4hgAEIAABCEAAAhCAAAQgAAEIQKD4CZBDCEAAAhCAAAQgAAEIQAACEIAABIqfADmEAAQgAAEIQAACEIAABCBQSARkhCvlCildpAUC/Z0A6YcABCAAAQhAAAIQKFoChxxyiGkx+bAZ3Lhxoz311FNhxXMup0WstbBomIi12PBee+0VRrRfyGiR1pkzZ5oWVx04cKBfTPm73/2uzZ8/P6vpV/iKR4u7akFxLb7c3YK5WU1IFgPXgp4f/ehHvfGdr3zlK/bWW2/1OTbdr7/85S/2nve8x0aMGOGN9MhQQp8DJoCsEND96m5h3qxEmKVAlQ8ZGDr88MNt/Pjx3hCPFrxtX5Q+A/HKGKAM/Ch8xaP4FG8Ggs5bELr3Ml42YcIEO+CAA+zXv/61VVZW9jk9WtRfRg5UB3z729+2zZs39zlMAiheAjII98gjj9hJJ51kWgRUC7E/+uijGTXqKEMVMkCx66672h577OENUsloSH+gqoV1ZaBERlO0UO1pp51mamf1/GYq/atXrzYt4q4+j+oD7dN2Z4ou4WSDgJ4LLdB/8sknt/dj9ZxnIi6Fo35xqr3/5z//mVXjDrvttps3IhYl7Y2NjaZ6MoqffMhq/CqDGlHiliEIGRyK4iddWZUj6td06W3v71//+pftv//+9oUvfCFy309tsvqh++23nx199NGm51v3Z/tYdqwzMpKieQj1qWXgTIzWr1+fMQjq9ytMha04FJfizFgEeQhI5UbPteoS9SsvueQS0ziur0kRq1tuucWmTJli4kUZ7SvRLPvPY/DqR3zkIx+xoUOHWqbKn7Kj/vp3vvMdS41n/vznP2d0vKQ4cuE0xtAcgeoczRtqXNPXeRXN+/z973+3Y445xjSW+f3vf29qV3KRn3zFobHg7bff7se2KhMa62oeO1PpEVPNxWtsrrpUY1D16zR2z1QcYcLR3Nt1110XRrRLGY1r//3vf3d5LVcnZdBMYwu1I1HjlOEg3eedd945qlfkIdAnAm+88UZk/zKsqDmryB5z6EHvTPXuNGyU6lfK4FVY+VzLrVu3zh577LFQ0epdud6ZhxLOgdANN9xgy5cvt+rqahPnLVu2mPo6Tz75pMkY5P/8z//YJz7xCT9XIsNdhW6MSwYu8933EMeofQGVCecK25BeDoojUfQjArF+lFaSmkMCRAUBCEAAAhCAAAQgAAEIQAACEIBA8RMghxCAAAQgAAEIQAACEIAABCAAAQgUPwFyCAEIQAACEIAABCAAAQhAAAIQgEDxEyCHEIAABCAAAQhAAAIQgAAEIAABCBQ/AXIIAQhAAAK5JzBx4kQ7/vjjI0WsxdXq6+sj+cmV8KxZs0IbSTn//PP9wq+5Slu24tEirVpQVIu0nnLKKabFVbUgaLbi6ylcLZqpxZdVrrSwsxbY7Um+0K9pcbirrrrKtJidFvbMVnoVjxY/HTt2bFoLs2crXYS7lYAW8e3PhuZUxn760596YxwyAPXCCy9szVwW9xSP4tNio3/605/63ULY4nbzzTfbmDFjvPGyt99+Oyu0FM+1117r65q77747qwZNspIBAs0qAZUPPb9aNP2MM86wxx9/PKvxpQKX8UkZt5KxHcWvdKSuZWKbqTC0kOpTTz1lBx98sMlAyR133GG56AepPlD/K9V2qz+WqTwRDgQyQUCGVo444gg78sgjQy8+nW68au9POOEEe9e73mUyzKXnMt2wuvM3aNAgu+yyy7q73O15GTLUos/dCuT5gsbVd911V6RUlJWVmdqDSJ7SENZ9pH5NA1w3XsTzZz/7mb33ve81tbHdiIU+LcOuer71nOt5D+2xiASVbxkclPEnzUPkoq+iOBSX4pQBliVLlvQ7ouImg27qN02fPj1r6U+V0fe///22cuXKrMVDwP2LgMqC5gv33ntv++Mf/5jVxKuu/eAHP2iaj+gv42wZ6ZbBRo0xNEegOicbkDSWufzyy72ByGz13bKR7rBhiqPmc0eOHGkf/ehHM9Luhon7H//4hzd4pj6xjL/kyjCXc84+9alPmfrjYdLZWUZGbGVsMptj2s5xdjxWH+kHP/iBPf300x1Ph96XMTIZJQvtAUEIZIBAc3Nz6PeQHaN797vf3fGwIPdlLFMGBqMk7oknnrANGzZE8ZIz2ZdfftnCvqfUOFvvNnOWuIgR6d5ofvi4444zvd++/vrr7Te/+Y2p3y3DXarPzzzzzIih5k5cxtFU50eJcfTo0TZw4MAoXnqU1Tvs119/vUeZjhedc3bAAQd0PMU+BAqeAAa5Cv4WkUAIQAACRU2AzEEAAhCAAAQgAAEIQAACEIAABCBQ/ATIIQQgAAEIQAACEIAABCAAAQhAAALFT4AcQgACEIAABCAAAQhAAAIQgAAEIFD8BMghBCAAAQhAAAIQgAAEIAABCEAAAsVPgBx2IOCcs3PPPbfDmd53tbhXIS46rEVKH3744d4zEEiUl5ebFi0Ldvvtfy0umlqkVcaclP9CyowWdtYCu5///OdNaS2ktIVJy7x587xxDy0IGkY+EzIyICKjJzIA1l8WC85EvvtDGEuXLjUtGBg1rVowMJ+LOGrxX5UlGdRRfZGvZ1GLPX/4wx+2ffbZJ2uGOqLem57ktTCkFqXef//97eqrr7Zc1a+6PxdffLEde+yxpjLXUxq5VvwEOj+/eo7ykWuVS9Ufeh70XOj5yEc6uopTBiVkiOT//b//ZxUVFV2JZP1cqu3WgriF2B/LOgAiKDgCarNkgECGVmQoK5cJfO2117whgGwZX9HzLqMaUfL00ksv2UsvvRTFS05l33zzTXvmmWcixXnUUUd5AxqRPEUUpn6NCKwXcbWdMuKksbHajV7EI13Wc65nXkYBInnsx8Ipgz6q52TwJF9Zueeee2zatGmm+6r+Ur7SETZepVFpFTfN64X111c5zQ2J06233mrq3/Y1PPz3TwK69yoDKgsqE7nMhcZRGmer/VT7lsu4w8YlPpq70Xyg5gUz3VZ0lw4ZLZMRp4suusg2btzYnVi/Oa9+sMZkmovTfG5TU1Ne0q4+sQxG5rLMjRgxwm6++WbTO490Mq3+hIy6qM+Sjv+++HnooYfsu9/9blpByHiO2jbnXFr+8QSBdAls2bLFli1bFsm7c67fGPY58cQTbfDgwaHzt3DhwrzNy3VK5DaHqtP0zljbbS50ceCcM9UpzlGfdIEnI6fS6YepXSspKclI/Apk7dq1tnjxYu2GcuPGjfNjvlDCCEGgQAhgkKtAbgTJgAAEIAABCEAAAhDIJgHChgAEIAABCEAAAhCAAAQgAAEIQKD4CZBDCEAAAhCAAAQgAAEIQAACEIAABIqfADmEAAQgAAEIQAACEIAABCAAAQhAoPgJkEMIQAACEIAABCAAAQhAAAKFQ0ALm8twUtgUaYHOp556Kqx4zuS0mNfTTz8dKj7lebfddgslW2hC+VqkNV0OP/vZz+xd73qX/etf/0o3iJz60+J8Wlj70EMPNS2g2rfI0/OthbK1WPAFF1xgWiAuvVDwlUkC8+fPt3QWuZ8yZYoNHTo0k0kJHZYWqj/llFNMZUllKrTHLAqmFnu+7LLLCtZQn1gpfVqUWunNIo5ug54zZ45pofwHH3zQVCd1K8iFoiWgPo0W7y7E5/djH/uY1dTU5JW9Flq/4YYb/HOihcPzmpi2yLXY+zXXXOONecqoZ9tpNhDIKYHXX3/djj76aJMBgpxG3CkyGdo46KCDvBHOTpf6dDh16lQ755xzIoWhdvT+++8v2PZ01qxZVllZr+yrVQAAEABJREFUGSlP559/ftb6l9SvkW5FaOH77rvPG3kN7SGi4CWXXGKZXKQ8YvQ5E9dcyO9//3u/ILrqmZxF3EtEmvPQ/NJjjz1WkHWN6kEZLlMaldZespOVy+onXXnllXbhhRcWhdGfrEAq4kA1r3XeeeeZyoDKQr6yqnHDgQceaHfccUdBPauFMHejeVCxEaN83Z++xqsx2MEHH2wak+WznHXMh3hqbkdjV/WxOl7Lxr7639/73vfSDvrb3/62Pf/882n7T8ejDBp95StfsXSM0O2xxx6mdm3QoEHpRI0fCPSJgAz6aO4uSiB6T7DPPvtE8ZI32X333deOPfbY0PGrv6l57NAeciS4evVqk0GuMNHttddepno0jCwy0QlUV1fb7NmzI3tUXR/ZUw8eVq1aZZs2bepBYttLu+++u40ZM2bbkxxBwBMo3D8Y5Crce0PKIAABCEAAAhCAAAQgAAEIQKC/ESC9EIAABCAAAQhAAAIQgAAEIAABCBQ/AXIIAQhAAAIQgAAEIAABCEAAAhCAQPETIIcQgAAEIAABCEAAAhCAAAQgAAEIFD8BcggBCEAAAhCAAARCEBg7dqzJ8EgI0XYRLa5WX1/fflwIO48//rjV1taGSsq5555r/XGxRhlD0wLGhWSgIwzwFStW2Hvf+167/fbbC2rR285p18KBP//5z+0DH/iAFcLirVpk/PDDDzct4No5rRznjoAWzdW9SCdGLbSZa4NcKseqo7WI5BNPPJFOsrPuRwtgy1BfoZXthQsXmgw2Kn1Zh9BLBGrPzj77bLvlllvC1Zu9hMfl/kFAbc9NN91k+++/f8HW/WrL9Zy8+eabeYG6dOlS+6//+i+77rrr8hJ/b5G+9tprfgHfn/zkJybDIb3Jcx0CmSKgsZCezYqKikwF2adwNmzYYCeddFJG+//OOTvnnHPMORcpbeoPrV+/PpKfXAhXVVXZnXfeGSmq8ePH2/ve975IfsIKU7+GJRVNToYtPv7xj6dlaCJMTJMmTfL9VyvyX2ou5PLLLy+IsXpn3KrzTj75ZPvyl79sGj92vp6vY/Utv/Od7/i0KY35SkcqXhmnUz9u2bJlqVNsi5yAxtjHHHOMaY6iELKqZ+LSSy+166+/viDqkn/+859+7KC+SiQ+WRDW3K3ulZ7TLASftSA15tLYS0ZUNBbLWkR9CFhjV9V96mv1IZhQXtVOXnbZZaFkOwtpHuob3/iGqY/a+Vo2jvU8futb37I33ngjcvCxWMxkfGyXXXaJ7BcPEMgEgTlz5oR+F5mK76ijjrJx48alDgt6q3enZ5xxRqQ0qi0rhP5mx0S/9NJLFrbfqfmL/nJ/Ouaxv+yrn/HKK69ETu4BBxwQ2U9PHmTAU+/PepLpeC0f7/c6xs8+BNIhgEGudKjhBwIFTICkQQACEIAABCAAAQhAAAIQgAAEIFD8BMghBCAAAQhAAAIQgAAEIAABCEAAAsVPgBxCAAIQgAAEIAABCEAAAhCAAAQgUPwEyCEEIAABCEAAAhCAAAQgAAEIQAACxU+AHEIAAv2bgHPOtLiac+EXNn/22WdtyZIlBZPx6upqmzFjRqj0jBo1yhtyCCVcQEKpRWz728KoKYStra2mRUELNf1ahE2Gbz7/+c9nbbH0FIsoWy1Ud9xxx9kjjzwSxRuyGSQgwxZPPvlkWiEecsghkY1GpBVRmyctZqsF12XISQvptp0uyI3KthZ7lvErPX/5TqQMmRx99NFWaAs4f+UrX7Gbb77ZCoFRvu9RsccvQxMyCHnNNdcUVDvUFff58+ebFhJ+8cUXu7qctXNasP6www6zXMcbNUPq83zxi180GWCpqamJ6r3g5Ulg4RFQ/1pGmiorKwsqcXoWMt3/Vx1w+OGHR8qn2vbnnnsukp9cCC9YsMBefvnlSFFpXKAFoSN5CiFM/RoCUhoiMmihvlw2n00ZqZs6dWoaqes/XvrTXMiPfvQjO/PMM23t2rV5B6w+yMc+9jG79tpr856WjglQP1IGD8IaR+jol/3+RUB9dhkhWrx4ccElXAa59Lzma5yteG+//XZvvLSQjJdoTumCCy6wv/3tbwV3z7pKkOo5jbk09lK/syuZQjmn50H9WPW5spmm0tJSk5GrPfbYI61oZFDn17/+dU7moG677TbTc5BOQr/+9a/beeedl45X/EQkgPj2BNTHv/POO7e/0MMZ55xdeumlVlJS0oNUYV3S2LO8vDx0otRn13uU0B6yLKi2dvr06aFicc7ZWWedFUoWofQIqH3R3HcU33qXn+mxruZhoqQh7Ps9lbfVq1ebytzVV19tRx55pO28884Wj8f9+0HnXPt26NChpnmdE0880WS0c+bMmfbOO+9ESRayEOiRAAa5esTDRQhAAAIQgAAEuiHAaQhAAAIQgAAEIAABCEAAAhCAAASKnwA5hAAEIAABCEAAAhCAAAQgAAEIQKD4CZBDCEAAAhCAAAQgAAEIQAACEIAABIqfADmEAAQgAAEIQAACEIAABCAAAQhAoA8EDjroINtrr71Ch6CFs5566qnQ8hkS7DaYV155xebMmdPt9Y4Xjj/+eEt3UcqO4eRyX4t2ahFbLSafy3gzHZcWR9VCqc8//3ymg+5TeFos7Q9/+INpobQ+BZQlzzKsdO6555qMLWQpCoLthkBzc7NpgdjGxsZuJLo/rQU2oxqM6D603q9oIeJCXHC9p5RrsWctRipjeHoOe5LN5jU9W4VoyCSVZxlowihXikZxbleuXGmnnHJKv6rntXC8jCnkok1X/aCFuhWf4u0vpUBpPv/8802LNfeXNJPO/kdAbdgHPvABU5taiKnPdP9/xIgRpn5x1Lzefffdpn5dVH/ZlH/44YctSh/Tucwv4l7g9Wu3+PtD/Sq2P/jBD+zpp5/uNh99veCcMxnkcs71NaiC9f/444/b0Ucfbf1pLkSLzWtx9XwanFLfQ32QqMYiclUQ3njjDW+IaOnSpbmKknhyTEDzmKeddpoVct/9a1/7Wl7GX2ofNAfy0Y9+1NRPyvGt6TU6penCCy8seKNcMnyoMqY+gfWTn56HU089NevlbpdddrHvfe97FoulZ45BfrNtVEdGafUMpnPrTjjhBJPBU+eKt/+TDhf85I7AQw89ZFENPusdwVFHHZW7RGYgpt12282OOOKI0CGpfXvwwQdDy2dbUP3Mxx57LFQ0MrokF0oYocgE6urqTPMfvXjc7vK0adNs/Pjx251P98SWLVts0aJFob075+yAAw7oVl7zcLNnzzbNyQ0YMMAmTZpk5513nuk9juqIVatWddnX03u8FStWmMaNN9xwg38nMHr0aBs5cqRdccUVvn5paWnpNl4uQKA3Aun1AHsLlesQgAAEIAABCEAAAhCAAAQyQoBAIAABCEAAAhCAAAQgAAEIQAACECh+AuQQAhCAAAQgAAEIQAACEIAABCAAgeInQA4hAAEIQAACEIAABCAAAQhAAAIQKH4C5BACEIAABCAAAQhAAALFSWDs2LGmxQyj5E6Lq9XX10fxkjXZRx99NPRi5lrAXYZyspaYDAesRZwvvvjigl7ENkqWKysr7XOf+5y98847UbxlVVaGDC6//PIuF0eLEvGECRNs8uTJ3mnxtCh+e5PV4m5a2E1p7U2W65kgkAxDhv7++Mc/Jg8i/j3wwANtv/32i+grPXEtuH7ZZZdZoS643luutJCuFirUwp29yWb6+jPPPGN6/vWMZTrsTIanhYrvuuuuTAZJWAVCQMa41DfRovUFkqTQyVCb/uEPf9jUVwntKaKg6oWf//zn/jnV4vARvedd/B//+Ie9//3vxyhX3u9EcSZABvH6QxumukJtvformbgTp59+upWXl0cKSkaRtOBxJE9ZFJZBhvvvvz9SDHvttZcddNBBkfz0JEz92hOdvl/797//bTfddFPfA+ohBC3sf9hhh/Ug0b8vPfLII3b22Web6pD+lpP58+d7g1PZ7CN1x0QL3n/5y1829UG6kymE8zLKpTGs6sP8p4cUZJKAyn1/mMfU2OLqq682GezIZP57Cktt71//+ldTvD3J5fua2Hz84x/PqlHJvuRRY+gzzzyzYNPXU94093TBBRdk3eCZ2s9PfvKTPSWl22tqd6+55hqrrq7uVqYvFzQmuOqqq9Jq3zUG0PzhiBEj+pIE/EIgbQJqM6677rrI/tXn6W/ldtCgQXbGGWdEyqsMDBVK3y5lEClMBk4++WRvDCmMLDLRCWhsHNY4WsfQZcQuk+9Z1f4sWbKkYxQ97o8bN85kFKyzkOaWNN7SM/2e97zH/vKXv5ja985yUY/V/v7617+2I4880vSuWfMJmzdvjhoM8hAwDHL1Vgi4DgEIQAACEIAABCAAAQhAAAIQgEDxEyCHEIAABCAAAQhAAAIQgAAEIAABCBQ/AXIIAQhAAAIQgAAEIAABCEAAAhCAQPETIIcQgAAEIAABCEAAAhCAAAQgAAEIFD8BcggBCEAAAhDIMQHnnF9czTkXOuZnn33WoixeFTrgiIJaRCvsQsOTJk2yo48+OmIM+RNX3rTIvhYqzmQqhgwZ4o1GyQjbJz7xCevsdF6GpUpLSzMZbXtYL7zwgv3ud79rP87nzuLFi02GbrTYbJR0xGIxu/DCC23GjBm2adMm06K6q1evtuXLl3u3ceNGb+Br1apVJoNOWkQtSvhdyWpRN5UHGV/o6jrnMktAz983vvGN0Mb+OscuYxGZXDCwc/ip49SC6/fee2/qVEa2KuOqM7WIb8c64mMf+5i9+93vzvgilVrsV4vq6lnKSAZCBKJnSfdJix2GEA8lonpTBjM+8pGPtNetmWCmOkqLO4ZKBEL9hoDqmcsuu8yyYYxLC3ceccQR7eVQz3GqLKofkClI6qOobVJeMhVmKhzVB1qw/sorr/Rtaup8JrZjxoyxznzESH0gsctEHKkwtCAxRrlSNNhmioCMXcggXibbsEylratwZBDrV7/6VVeXIp/be++9Tc9qFI/qk8sIZxQ/2ZRVvb9w4cJIUVx00UWmBaEjeepGmPq1GzAZOq3nsi/jiLDJOPXUU02LgEteW43he3Jq+yQbxWk801OYna/ttttuVlZWFiWKLmX1vKqOq62t7fJ6uieVH41l1CdSu59yGvNo7KMxULphd/anPtJJJ52UVcOlnePUnIH6TbfddlvnS306VtlRvZvipW0mmL300ksm42V9ShyeC4qA6j+NDVT+Cyph3SRGc4Lf/va3rbm5uRuJzJ6+7777TMbKNL7PVMga23Wu1zQfoXkJXUs3Ht1LGUZM13+2/Gm+VflTXyqTcWguR0Y3NNerOi7lFFdfWW6TzuBA91/x/O1vfwuOsvO/pKTEVLYPO+ywtCKQ4ZQ777wzLb89eVIf9Be/+IVpjNyTXFfX1EbrfcJBBx3U1WXOQSDrBDTvJWOFajuiRKbnUIb4ovgpFNnjjjvOZAgvbHo0xq2oqAgrnjU5tesPPPBAqKQvVEwAABAASURBVPA1dolqeCxUwAh5Ahqf/Pa3v408r+ucs7POOsuHkak/S5cutXXr1oUObvfddzeNg1IeFi1aZOedd55NmTLFbrnlFtN7udS1TG/ffvtt0/uy0aNHm4xYYpgr04SLOzwMchX3/SV3EIBAPyJAUiEAAQhAAAIQgAAEIAABCEAAAhAofgLkEAIQgAAEIAABCEAAAhCAAAQgAIHiJ0AOIQABCEAAAhCAAAQgAAEIQAACECh+AuQQAhCAAAQgAAEIQAACEIAABCAAgeInQA4h0JHAoYceavvss0/HUz3uawHMp556qkeZXFxcsGCBvfzyy6GiOvbYY70hqlDCeRbSApXXXXddWgtUdk667q0WwH/99de9caHq6mpvNOrxxx+33/zmN9s5nZdhqcbGRr+o2HPPPWdXX321TZw4sXPQaR9rAc0VK1ak7T9THr/0pS9ZlIWCBw0aZP/7v//rjXDJOI4WQe9uUULnnGemhcTnzJljMtj1mc98xrSAaLrp14K4Wjx8/fr16QaBvxAEtFCgFrqT8YgQ4tuJqEycf/75253P9AmlM5MLrstwnAzIyWiFFq5cuXKl3X///dvUEVrcXQtrqg3QooOzZ8+2T33qU6Zno6/5k3E8LVDd13DC+Nciql//+tdNz1QY+Z5kZHhAdezatWt9Hfvaa6/ZH/7wh3ZunZnJkJ8WX+5LXdBTerjWPwjo+VU9k85C1F3lUIuE33jjjfbmm2/6BeXV5sh4asd2PlUW1Q+orKw0GbvSwsBdhRflnPKgPov6LlH89Sar+iBTC9arD6P2+9VXX/XPqdrRznzESn0gsVMdKJZiqme8t7T2dl2MdL9133uT5ToEeiPQ0NBg3/nOdyL1YRWm3NixY+3SSy/1z78WI960aZPp2U059f/Vnj355JMZ7///9Kc/tSVLligZfXIyMJBOP+uuu+6y+vr6PsWdCc9irXGEtmHD0yLhp5xySljxXuWoX3tF1CcBlbV0xxFhI+483rjiiiv8GF/j+O6c+qCDBw8OG4WXU5+2u/C6Oj9v3jzbf//9vd90/zz//PN2+umnZ6SfLk4aL2lOQ2MXjWE0llGfSO1+yt0fjHk09lH7r7GQ5isOPPDAdLPQ7k9zDTJOpLFH+8ks7jz44IOmvPU1Co1TZIRG8xhqF9RvUh8pxUvbjsxUt2eqz9TXtOM/fwRkZEjjYvV7o6ZChqNkwPb22283zV1u2LDBG25QWymnZ1MGFPQsqw+ksU/UOLqT1xzICy+80N3ljJ2XMVXNeYhTXwPVGE5jOY3pNLbrXK+p7ta8hK5JRrInnnhiX6PNu3/VpZpLUT+1r4lRPfe+973PVG+qvKmue+utt0x9NNVxKdeR5ZYtW0xtqdIg/31Jg8qBDPuozetLOD353WmnnUz976htfyrMa6+9NuNGE9WWfPOb30xFEWmr9jTTxlkiJQDhHZqA+pB69qO2caorVOb1POYaYCbik0Gio48+OnRQarNVr4b2kCVBvXcMOx6Tkb999903Sykh2FmzZlk6Bij1rUImxmMd78D8+fP9nHnHcz3tq785bNgw0zhRz//ee+9t06dP78lLxq9pHvkHP/iB/67h7rvvtpaWlozHQYDFRyBWfFkiRxCAAAQgAAEIQAACPRDgEgQgAAEIQAACEIAABCAAAQhAAALFT4AcQgACEIAABCAAAQhAAAIQgAAEIFD8BMghBCAAAQhAAAIQgAAEIAABCEAAAsVPgBxCAAIQgAAEIAABCEAAAhCAQIEQGD16tJ1wwgmRUqPF1fK9qPnDDz/sDSuESfjZZ59tWsA9jGy+Zf7973/bL3/5y7STIeM4MjyhRUW1sKwM5uyxxx5WWloaKcyBAwfa4YcfblpcWQtTL1682GQQSosJRghoO1EZuXjggQe2O5/rE1okMGycWpBaBgq0iOLw4cPDemuXmzBhgv385z83LcIb9VlrDyTY0cJxMnyiBYmDQ/5nmIAWudMiyb/97W/TDlmG2rRAX9oBhPR46623Wl/SqWhUJ3zlK18x1RVacF0G5GS4xjmnyz061Q9alFOLbmthZC1I2Jd8pxYkDmtkscfE9XBRz72eoaiLqHYOUotgz5071xtEUR07bty4ziLbHYuZyocWeZYRlOuvvz5yvbxdoJzolwQy8fwq45dddpmpbdaC6zKeKeNR8Xhcl3p0I0aMsAsuuMC0ALj8n3vuuT3K93ZRC31rce3e5MJeVz2gBcpVL4T105XcSSedZHpOtXiq2u/99tsv1DMnhmIppjKmoba3r4xUX+u+d5VOzkEgCgEZVVB5CutHbb2M0MpgivqyMnah53+XXXYxGavpGI5k1Z4dd9xxvv+vZ0fl/5JLLukolta+xhIyapCW506ejj/+eIva53jmmWe80cJOQeX8cOnSpfbYY49Filf5zdRi1NSvkdBHFl64cKF9//vfj+wvqocjjjjC1E5F9Zcj+bSjUZ0jo4GVlZVphyGPel7U19cY58c//rGf01A/XNd6cs4501hIRj/0rMjo2Gc+8xnry/yH0vHVr3410uLvPaWxu2uqq2WYrS99J7UB3/ve92zz5s2m+vrII4/std/knLOpU6d6I47qMz377LOmcVJ36eR88RLQPKaMZUXJofoXMuSn+YR7773XGw3V3KUMlzi3dU5CfXMZFdX85Ne//nXT2EfPp/o3KrdR4uwsK0NM6qNnc45NBgE/97nP+bmDzvFHOdZ4RGM3jeHUl9OYrjf/kpGs+h6rV6821RO9+SnE67o/qktVp/YlfZrPVbugeu6RRx6xM88801TewoQ5dOhQO/XUU73RLvmX8cYxY8aE8dqljNo6tXlq+7oUyMBJPTOa/0onKLWhmrPSPGk6/jv70Xz4Zz/7WW9sr/O13o7Vrqh96uvz3ls8XIdAVwTUTh1zzDE2c+bMri73eE59ytNOO61HmUK+qP5zVEN4qqdVf+QzXxr7a/4hTBpUr6utDCOLTDQCMgyqvmE64xP1XfTNQrQYe5bWeKlniW2vag75pptusmnTptk999yz7cUcH6nfcfHFF5sMtWez35BmtvBWYARiBZYekgMBCEAAAhCAAAQgAAEIQAACRUGATEAAAhCAAAQgAAEIQAACEIAABCBQ/ATIIQQgAAEIQAACEIAABCAAAQhAAALFT4AcQgACEIAABCAAAQhAAAIQgAAEIFD8BMghBCAAAQhAAAIQgEAYAlpczTkXRtTLaKFdLezuD/LwR8ZMwi6EpwXnjz322DykMnqUWqjs2muvDW1ozDr9tFiZFuWS4Ymwi4p2CqLbw1133dVuu+02b1RKC8F2KxjighbbVV5DiOZVZPDgwSbjYbfffrtp4da+JmbnnXe2GTNmeCMH6S7s/Zvf/Mb+/ve/9zUp+O9EQAvbybjND3/4w05Xwh+qvMjAVbaN/2kB5m9/+9vhE9aF5Kc//Wlbs2aN3XzzzaEXIO4iGH9Ki+Kec8459uqrr9pdd92V9rOiBYmvuuoq04LcPuDIf3r3IKNBMh7Uu2TXEqoHlEcZMDvggAPMufDtZscQFc7//M//eGNKfa1PO4bLfuETkIGHvj6/WpBaC4n+3//9n6lt7kuu5f9vf/ubadHcyZMnpxWUFlfVIquZaNf1/KseUH2QVmICTwceeKA3xPXoo49aX57TICj/jO+777523333mZiLvc6n43TfVX+n4xc/EEgRkGHJ1H5PW7XNWkRfi2Hfcsst3mCKc9HaLOecqfzfcccdfS7/SqsMUq5bt067fXIyyhHVwK3qlFmzZvUp3kx4fu655yzs4uCp+M444wwbNGhQ6jDtLfVr2uhCe1y/fr1pniKMB93TK6+80lQm5EfPtpyMjug5kfGUL3zhC95AVOfwLrvssoyUic7h5vNYBj9uuOEGk6GddNOhfozmiF588UV773vfazLik25Y8qfwUka1+9Jf1/hdcwoKMxtOxn5kqEb1fbrhK38y9KNwhgwZklYwzjmTsTiNkzRe0ngnrYDw1C8JqP4Km3AZhZJxKPUv9t9//7SeVT2ft9xyS0bG0//4xz/6VPf0lm8ZuHv44Yd7E+v2+m677ebHahqzaezWrWAvFyZMmGC//OUvM9Kn6yWqjF9WHaq6NN2ANf/63e9+11Tu1PamW8+l4pd/GdqRkakbb7yxV+OFKX+dt2rz1PapDex8LRPHzjn71Kc+ZVH7zam4ZYBE/ffUcbpb5U/zBTLcGDWM8vJy+9nPftbnecuo8SIPAc2Za+783e9+d1pthOaOisGQ3H/913/ZqFGjQheIhQsXWkVFRWj5TAtqLDV9+vRQweo9jgwzhhJGKDKBO++80/71r39F9qd6//zzz4/srycPNTU1tmDBgp5Etrt29dVX2zXXXGNqw7a7mKcTmrs/6KCD7J///GeeUkC0/YEABrn6w10ijekRwBcEIAABCEAAAhCAAAQgAAEIQAACxU+AHEIAAhCAAAQgAAEIQAACEIAABCBQ/ATIIQQgAAEIQAACEIAABCAAAQhAAALFT4AcQgACEIAABCAAAQhAAAIQgAAEIFD8BMghBCAAgX5OQMYL9tlnn9C52Lhxoz311FOh5TMt+NJLL5lcmHCPP/74LheyDuM31zJaQDpdrlpc9O677460SF46+ZNRKS3K+eMf/9i0qGk6Ybzwwgu2aNGidLzmzI8W+J09e7ZFNVbXWwJlIEHGRv785z+ntWirDJ/IqMc777zTW1RcD0FAC0drEbuDDz7YG5MK4aVbkU984hOmcLoVyMAFGVOQ0S8ZlkgnuNGjR5vqGS0un2mjfVr0/oMf/KBf4DndBX+1sOAvfvEL031JJ389+ZGxIC0CrGeoJ7nurh166KHeyI/yqLx2JxflfCbq0yjxIZtfAjKYIENs6T6/anPV9srQgYzkZCo3zjlvuELGotI1YKpFVu+///4+JUnPvZ5/1QPpBnT99dfbM88802dDXF3FL+bKp+KwrgR6Oaf7rvpb9XgvolyGQJ8IHHXUUfb666+b6ptMGURJlf8vfelLaadNfX8ZJUw7gDaPzjn70Ic+ZGVlZW1nwm3uvfdeU18gnHTmpbQ4uNIQJeRJkybZ6aefHsVLl7LUr11iyctJPZNanFxtgdr0ww8/3LToeCox6mPK6NyJJ55oP/nJT2zlypW+b33JJZd4EZUJGT3yB0X0R4Yvf/e736Wdo4985CP26quv2kknnZSWcZ+eIk7112+77ba0x+9a0H3p0qU9RZP2tRkzZtgjjzySlv9U31LzO8pnWoF08qQyrPHS3LlzTeOnTpc53IEJyLCUxhsyCiXjUJlAoXKr8qv6VOU5nTDVR8+W0c4VK1bYD3/4w3SS5f2cd955JmYyMuhcNMOqPoAu/mSiT9dFsFk7pbpTdWi68zh77723qf/5ta99zWRIK5MJlXFNpU2GIBVPOmGr7VMbmI7fMH5GjBjh+xOaCwwj31lG+XvzzTc7n450rPwpn5E8tQm8uqqzAAAQAElEQVR/85vfNPWV2g7ztyHmHYJAfX29yUjjaaed5t8l/upXv0or39OmTTMZY8z0vHtaiemjp1133dWOPPLI0KFo3Pnggw+Gls+0oAz/Pfnkk6GCldG0vfbaK5QsQtEIqN2QwclovpLS73//+y3dNjUZwvZ/NQ+0ZMmS7S/0cEbzNz1cztulDRs2+DGvjFXqectbQoi4YAlgkKtgbw0JgwAEIACB/kKAdEIAAhCAAAQgAAEIQAACEIAABCBQ/ATIIQQgAAEIQAACEIAABCAAAQhAAALFT4AcQgACEIAABCAAAQhAAAIQgAAEIFD8BMghBCAAAQhAAAIQgAAEIAABCEAAAsVPIFs51MKM55xzTqTgtbiaFqqL5ClDwoo7zIJTzjm76KKLzLnMLFyaoeR3GYwMdfzmN79JyxDNjTfeaF/96lczvvh0lwkNTmqR5SuvvNL++te/pmWUq7a21rRgaRBUQf7XwomPPvqoyVBdNhLonLMLLrjA0jXKJYNmMr6WjbTtKGG2tLR4oy1HH320yXjUW2+91aes77333iZDK865PoXTk2fVeTJW8/TTT/ck1u01LYiusqOF6p3LXjq1KPZDDz1kn/rUp7pNS08XbrrpJquoqOhJJK1rMhYkYzrpeD711FPt8ccft6lTp6bjvUc/qfpU7drgwYN7lOVi/ybQF4MJ5eXlpnZJba/KTDZIjB8/3vTsqk5MJ3wtBioDI+n4lR8tNi+Dk9qP6vTsPPDAA3bttdeaFkaP6j+svMJWHOr/yMBmWH8pOdXf6S5Gngqjt+0hhxxiNTU1vj+pdiOKO/PMM3sLnusFTkBGuGTULhvtlcq/xhzXXXddWhRUFv/yl7+YtmkF0MGTjEkcdNBBHc70vitjhq+88krvglmSeO2110z3JkrwMpI4efLkKF66lKV+7RJLzk+eddZZJsN0MigXtg1xzpnK+x133GGLFy82GZ3JxvOdcxgdIly6dKl9/etfT6tukAEeMfn9739vMnbWIdiM7qrv9bGPfcw0ltDcWdTAde9Uf2Z6Yfd33nnHvv/976fFTmVQhoyy1bdUOdX46fzzz4+KC/kiJHDxxRfbf/7zH5Pxi0xnT8/nF77wBZPRPNUJ6YQvg5ky1pCO3+78qL+jOV4ZpehOpqfzV1xxhZ8zHDVqVE9iaV1Tn06Gwn7605+mNaebVqRpeGpqarLrr7/et39peDcZNJs9e7YdcMAB6XgP7UfhK56TTz45tJ+UoMrJt771LW+AM3Uu09v99tvPfvSjH6UV7Jo1a+w73/mO6V6kE8D8+fPtc5/7XFrt1GWXXWZ6ttOJFz8Q6IqAyvG6detM5VqGmzRPrHl2vTuU0VvVjTLGJaNcXfkPc079RI1599lnnzDiBS8zcOBAUxseJaEa88poUBQ/mZJ96qmnbOPGjaGCUx916NChoWRzKdTf41J/6jOf+Yx/zqLmRXO7n/70p62kpCSq1x7lly9fnlZ6egw0jxdbW1vt85//vO8jqV7LY1KIugAJxAowTSQJAhCAAAQgAAEIQAACENieAGcgAAEIQAACEIAABCAAAQhAAAIQKH4C5BACEIAABCAAAQhAAAIQgAAEIACB4idADiEAAQhAAAIQgAAEIAABCEAAAhAofgLkEAIQgAAEIAABCEAAAhAoUgJacC7KYlfPPvusLVmyJOc0tKCbFnYLE/Fee+1lURdrDxNuNmRkgObJJ5+MHLQMO33pS1/Ki9ExLW6qxb8iJzrwIMNAwabg/svoiYxd5WLhRPFTXOksGvyTn/zEVqxYkU1+RRe2DAg+88wzpoWNtUDmMcccY6rH+ppR3T8tsC5DVH0Nqyf/CxYssFtuuaUnkW6vHX/88d6YjxZG71Yogxe0iKkWdxbrqMFWVlba9773vbQX/O0qvvXr1/vF6ru61ts5GSeS8bwRI0b0Jtqn66effrrJoJDqoD4FhOeCJCBDVTI2pwW3oyZQZULGuE488cSoXiPLq5xrMfs99tgjsl8ZfJHBm8geAw8ySipjXDLYGRxG+i8+jz32mMnQiXPZMzaYSpRzfTOqqcXv012YP5UGthDoTEB9EbW7WtBfbXDn65k6lgGXb3zjG6YF8tMJU/WEDMik47ejH9VVH/7whzue6nW/sbHR94V6FcySwKxZs0x9nLDBO+fs0ksv7fNi1NSvYYlnV+4Tn/iEyeCLjF+mG9Ouu+5qWjjeuey3demmMao/9YtkUEsGq6L6Vb131113eWMdMsgT1X868kcddZTJwKrGklH9y2hYuv2k7uKSQa105lXETvMQmo/oEHbGd1VX33777Ra1vs54QggwrwS+/OUvm8pBNo3mOZdsMzWeSCezr7zySsbn1zR/86tf/Sqd5JjajFtvvdXU70orgBCenHP22c9+tk+GzEJE0yeRWUHfSQYp0wnk8ssvtzvvvNOyYdCsq/Qonr/+9a926qmndnW5x3Ovvfaa/frXv07LaFWPAXe4KINDl112WYcz4Xf/8Ic/2H333RfeQ5uk5kBk9FHvcdpOhd5oPuJb3/pWVp+B0IlBMKsE9Iw75/x7Leeyuy0rKzP1xSdOnGh77rmnnXvuub4e1LO7evXqPudThpQ1N3XooYf2OaxCCkD9X3ELm6aFCxdaRUVFWPGMyem9z4MPPhgqPM0jHnfccaFkEQpPQGM7GbnTcxDe11ZJ9X8OPvjgrScytKd3qJoXyVBwBROMjJb2xWhmwWSEhGSUQASDXBmNl8AgAAEIQAACEIAABCAAAQhAAAIQKEgCJAoCEIAABCAAAQhAAAIQgAAEIACB4idADiEAAQhAAAIQgAAEIAABCEAAAhAofgLkEAIQgAAEIAABCEAAAhCAAAQgAIHiJ0AOIQABCEAAAhDINYH99tvPDjzwwNDRbty40Z566qnQ8pkSfPHFF00Lu4UJT4ZUxo4dG0Y0rzJarOxPf/qTaaH4KAmZMGGCffe7383bApXOOdPiurvvvnuUZHtZGaOorq72+4XyRwtT/+53v7PDDz88Z0nSItjpLBosfjLek7OE9oOImpqabN26dbZmzRp79dVX/aL31113nZ1zzjmmekAGKmSESwvdRjGI0FvWZTzqzDPP7E2sT9dVR/zyl7+0dBey/b//+7+cLUScyqgWj9Yi0lpMMXUu7FZlOxPG0lLx/fOf/7T58+enDkNvtQiwjBNpMfnQnvogKINLqoNUF/UhmH7otfiTLOMNzz33XOSMasHgP/7xjzltl3bZZRdTnIMHD46UXtVTWqy7ubk5kj8J/+tf/7JHHnlEu5GcnhU9M0cffXQkf5kQVvstYxZKQ5Tw1EaJk3hF8YcsBHoioL6IjCo453oSy8g1te/qX02bNi1yeEuWLDG5yB678KBxnowfdHGp21OqZzZt2tTt9Wxd0JhHxpiihL/PPvtYJhZzp36NQj07suoL//znP8/bmD07ucpMqOqfq01MJzTVexdeeKE34JCO/3T96LlUXVJeXh4pCM31yHCixqyRPHYjLEMnMnLUzeUeT4ud+jE9CmXo4pAhQ+xnP/uZqc7OUJAE048IqP5TeVPfIdvJds7ZZz7zGTv22GMjR6X57bDzzGEDl8G8dOZv9KzcfPPNOWkznEsaMtM9CpuvzMj1HooMZ/zwhz+01tbW3oU7SYih/GoOsNOlrB5q3ujPf/5zWvWd5p3eeuutrKVPz6AMXGmOK2okGrdee+21tmzZstBe5Udzr0888URoPylBja/Vb9K8ROocWwgUOgHVO88//7wdeOCBhZ7UyOmbMmWK6X1KWI96/sMaxgobZhg5vSt75plnwojaEUccYbvttlsoWYTCE5Dxxq997WvhPXSQ1Hvuz33uc1kZ27300ksdYsrOrsY8miPT+FT935TTsc7rejZivv766+1HP/qR6bnLRviE2f8IYJCr/90zUgyB4idADiEAAQhAIG0C6uhrclSupaXF9BGOXjDpZVM6rqmp2RSOwlPYKZd2AvEIAQj0WwKp519b1QmqG1J1TDr1jPzIv8KRU5gKu98CKtCEi6mc+IqzmIu9XJh2oaGh0SunSFZ+5L+5uSVoG1qDl3GJYIKpQDNOsiCwgxLo6nlvbGxqf44bG7c+0z3t63mXa27eti+YcawECAEIQAACEMgjAbWbclv7yi3t8yhqB3tqKztfk7zmUDq3nQo/j1nMSNTKw1ZGzaZ8Kr+dGfR83BT4S7piZJQR0DtQIKkytW25SpaPnstRV33ZJv/caryr8OQUvtwOhJSsQgACECh8AqQQAhCAAAQgAAEIQAAC/YiA5hU0x6D5Bs1laS5MrjHiOzf5kVMYCkthKux+hIKkZpGAyoKcyoXKh8qJyotcY8h3uik5+ZF/OYWlMBW2XBazQNAQ2J4AZyAAAQhAAAIQgAAETP1wOfXL1T9XP1199lT/PepWfhWGwpNT2HKghgAEIAABCOSNABFDAALtBEaOHGknn3xy+3GYnenTp5sWyQwjmwkZ9R0ffvhh30/tLTznnMkQj3PZX5i+t7T0dn39+vWWziKVV155paVjDKu39ES5PnnyZPvQhz4UxYuXXbFihdXU1Pj9QvmjRWhztTB1Ks/OJRcN1sKNqXNht3feeadpIe6w8tmU++pXv+oXzHPO5W0rwzXjx4+3iRMn2v77728XXHCB3XDDDSbjTm+//XZWsq/F9b70pS/5PGclgrZAtVi9jPa1HYbelJeXm8pJvhay1aK/Wkw66qLYmmv4xS9+4b+pD53ZbgTVRt1+++3dXO3+dL7YqQ5SXdR9yrjS3wikWwaVz//93/+1008/Xbs5dTJM+d///d+R45w5c6a98cYbkfyJz49//ONQfbvOAetZ0TPT+XyujhV3OkY1ZSRx6dKluUom8XQkUIT76u/koi/SEd3UqVPtk5/8ZMdTofb1vL/++uuhZHsTkkGBqGNXLcQs11vYmb7+yiuv2Jw5cyIFq/s6evToSH46C4s39WtnKrk9Vjn9xje+kRPDKrnNWd9j09zOr371K6usrIwcWK7GYN0lTP0kpd05151Il+c1Ln3xxRe7vBb1pOoUGX6I6i8f7GSkRsZm9DxETS/y/ZfAYYcdZuqra04gV7lQWfviF7+Y1vxMJvsH69ats7/85S+Rs61nRM+K8hHZc5oenHOmfqTqhjSDyIo3GRTV2DJq4Plg2DGNuncyGC3jGx3P97Yvo82au+tNri/XNS+oZ1IGr6KGozH+d77zHb+mShi///73v01GvMLIdpZRGk888cTOpzmGQHoEsuxLz5PK7EMPPWR6J5Hl6PISfElJiZ177rmR4n7sscdMbWEkT30UnjVrVuhxhfKTa6ONfcxewXvXuOTjH/+46RvQdBL7P//zP1l5z11fX28VFRXpJKlHP+rfXnTRRTZjxgzbsmWLVVdXmwxrqv/3m9/8xlJOxzqv65qfee6550zv9PXeqccIIlyUETQZQ4vgBdEiJoBBriK+uWQNAhCAAAQga4uk6gAAEABJREFUAIGeCRTbVb1A0wBLintSvGtoaDANcGpra4MBSE0wEKnu1mkAsmVL6vqWQG6L/zhXgxKFIyU+havwFY9csfEjPxCAQPcE9MzLqQ5QXaA6QR/p1tc3eCUQfcwvt7UuSdYjqXpl6/lkPVNdXWOqm1J1jOoshamwFU/3KeFKWALimHLiKsaqz8W8pqbW1/Hb3rPUvUluNXnV0Um28z1TuIojbJqQgwAEsk9Az2Rzc4s3wKXnXc+tnl/Vux2f6e7r5+r2+kF+FYbq++bm5rQ+0s5+jokBAhCAQDgCSEGgMwG1mXKpMU7H/rLawK3tp/rH245vUu1oqm2tDl76Sl7tpvrcajsVXqq/rHg6x98fjpVuOTFqDvoXypPyp3ymGCVZbMtHPJLnxa46mJOqbutf1PrxY33wMl6MmoP+hcJWHCnXH7iQxr4R0L3WfdfzoTKlspAqV3qOqoP5gurgmZLrWI467+u6nPyoTCoMhadw5RSPXN9Si28IQAACEIAABCAAgf5GgPRCAAIQgAAE0iWgeYSU09yF5q40b1Hf9k1Eaj5M8xEd5ym2Pd46T6Y5C72X17yFwlBYClNhp+LRNt304q9/E9C9l1N50FyW5rU0v6Xykiw7NX5eNVnWtpar5HG1JbfJ8yqD8iO/CqOxsckvtqdwFUf/JkXqIQABCEAAAl0T4CwEIACBQiWgPric+uMaA3bu66v/nuzPp/r1W7fbXtva30/19RWWwpVTHHKFyoF0QQACEIAABCAAgR2JwGmnnWZaZC1snrWAlBaUCivfV7kohqv22WcfO/DAA/saZcb89xTQyy+/bIsWLepJZLtrMsR18cUXb3c+Hye0UGaUcqM0aoyh9wraLwQng0Gf+tSn0lq4t6/p14Kt1113ncmgVJSwtNCdFuKO4gfZzBHQgsU///nPs77AvsbLWtA36mL1zjnTQvFaMD5zuY4eksq3jHINHjw4kud//OMf9tprr0Xy05WwFl188sknu7rU47mrr77atIh4j0JZuOicM9VFqpOyEDxB5oFAumXwjDPOsM9//vN5aZecc97YjvoaUZBt3LjR/vOf/0TxYlqsW4v1RvIUCF922WV+8XjnohnDCLxm7L9zSaOaUZ/XVatW2SOPPJKxdBDQjktABpvUh9RiwLmmIINR6Sw6vnLlyowkVWOPD37wg5HCUp/q/vvvN20jeeyj8KOPPurXyAgbjPpMZ555ZljxbuWoX7tFk5MLzjn73//9X5MBjJxE2M8iWbBgQVoGa9TmamyRj3qvI+LzzjvPLr300o6net1vbGy0P/3pT32ugzSX8oc//CFyODIQ8/Wvfz3r49euQOg50PPgXP76bV2li3PZISADJTLes9NOO2Ungh5CPf744+2QQw7pQaLrS5nqnyh0zT9EnctwLn9thupT1Q2qI5T+fDt9S6K5tqj9NfWf/vjHP+a93Z06dap997vfjTyOl9GObBuwUdulOYZ07rGMxcnwSG9+9SzJcK/avN5kO18/4YQT/HyYc9lrK9R2O+f8/XEu+9s77rijczZ7PD7rrLNyljbnnMmQVI8J4mK3BDRnLMPLX/3qV63YjTsdddRRkQyO6T2n3nd2Cy/DF9RuPPzww6FCHTVqlP3Xf/1XKFmEwhFYtmyZffjDH7ao765SoWv+W3Vz6jiTW323unTp0owFOWXKFLv77rv9OmN//vOf7dRTT7WhQ4f68Hv7M3DgQNN7uh//+Me2YcMGmz17tp100km9eev1ut6xyxia3hX3KoxA0RPAIFfR32IyCAEIQAACEIDAjkJAE6Pq7OtlkBTuNNFWX19vtbV1wYCk2qqrt3Tjqv1CHRoMSSal5FddXeMXSlY4ClNhKw65HYUp+YRAhggURTB69lUPSJFXdUJjY5M1NKTqmNqgntGCQHJSAk7VK6p3UvvV7XVQTU11UDfVeqOBDQ0NpjpLYSp8xSNXFNDynAlxlBNXMRZrTYrW1m69X6rzVfcn3dZ7pfMpAwPar6mpCe5ZXdAu1Af3vcHfM5UFhZ/nbBI9BCDQgYCeyZaWZv+xYbIfWNtWPyef7+RzXd1WHyfPVXuDB6qv5XStJvBTGzzzyXq6sbHRWlpaTHWJwu8QHbsQgAAEIACBfklA7Zmc2ja55m6MTdUE4xb1k9UfltN+st1Ue7nFz6Ukz1f7dlN9bbW/ajubm5t9+6l4BCm11X5/cKn0aivX0t6/aAjGBHW+r1ATjBHEJEz/QrIah9QGc1TbMmr1HzMrjv7AJUQaEemFgO61nruWoH+p50TPi8qEnh+Vk9Qzlny21D/tylX750+y8iO/Gu9q3KtwFb5cL0nhMgQgAAEIQAACEIAABCAAAQhAIF0C+CtSApq3kNO8QnLeosl/06C5h9r2d+zJuUHNi2luIjmHkTynfc2VJa/VdJozTBpJUtiKQ65IMZKtXgjo3supLMgly1qj/w5DZU2G3DTnVV1d49/pJstVtd+v9u91k/vJ88l5avmR3+QcWWObQS7mXnu5FVyGAAQgAAEIQAACEIBAbwTSuq5+vt5by+kdtvrp6q+rn69+fLJf3/k9+NZ34BpTSi45vqzxY0uFobAUpsKXSytxeIIABCAAAQhAAAIQyDiB/fffP9LCpVpka9asWRlPR3cBaiE3LejW3fWO58855xzTIvUdzxXq/t///nf//XGU9H3oQx+yyZMnR/GSNdm9997b9txzz0jha9Gx1atXR/KTLWEZwtJiwTIclK04egtXCxtecsklvYltc13vZ7QQt97NbHOBg6wT+PKXv2xaIFgLF2c7sqVLl9q9994bJRove/7555sW2/UHef6jxQY/+tGPRkqF2pd08t05Ei2SqO/7O5/v6Xi//fazyy+/3C+C25Nctq6pLlKdpLopW3EQbu4IpFMGtZj4t771rbwu6qs+hvoaUUk9/vjjofs0ar9+//vfez3vKPFMmDDBvvGNb+TFoETndOp51QL2zrnOl3o8vvPOO62qqqpHGS5CoDcCekb33Xff3sSycl0LER9zzDGRw5YRnsieuvFwxBFHmMYh3Vzu8vQTTzxh69ev7/JaNk5qzHPPPfdECloGh/p6X6lf81+/qv+rBboj3fwdSFjPhZ6PKFlW31h9ZLW9UfxlQ1bjQI0Jy8vLIwUvo4Aa30Xy1En4jTfesJkzZ3Y62/vhVVddZTIU07tkdiQ0NtUYNTuh79ChFlzm3/e+99l73vOevKRr5MiRdvLJJ0eOW8Yk9M1DZI+dPGhdARmF6nS618PTTz/dZIinV8EsCahuuP7667MUerRgKyoq0qrj/vu//9sbuogWW3akdS+jlkMZcZMxt+ykKBmqc86uvfZakyGh5Jnwf/U9j8a9PfWj9f3PDTfcYMpL+JCTkhrj/+pXv7JCaOOTKeIvBLomoLky9cPmzJljfR2zdR1D4Z3V2P+4444LnTC9s5KBLG1De+qD4FtvvWXPPfdcqBCOP/5422OPPULJItQ7Ac1r6h2Kxie9S28voff33//+97M2/71q1SpbsWLF9hFHPDN8+HC76667bPHixfaBD3ygz/PR8Xjcjj76aHv00Udt7ty5duCBB0ZM0bbieo/2uc99zt55551tL3C0wxHAINcOccvJJAQgAAEIQAACOwoBTcZJ0U4Tbvrgra5OxnJqrbq6xi9Um1TOq27fr25fqKM6kEmeT57bYjU11X6RZSnw6QWywpbL1cB9R7ln5BMC/YWAnn3VAXKqE5qaGq2+Xoux1wb1RU1Qh8il6pEtwXFqP1m/JOuW1LkaryCsOkp1jOorhamwFY+YpLbax0UjIHYpJ6ZqF8S3oaHR1+vJxcJq/T3SfVHboG1np/NJhe7qQLbG37P6+jq/EFRTU9M2BgaipRDp7BEg5B2dgJ59Pe+qV1XHavG12tqatno6WQfrudbz3dUzr3M1NXre5eqCer7eG/dSmApbfFNb7eMgAAEIQAAC/ZWA2jO5lpZW369V/1ZjEy2ClOwv1/g+sNpGLXakbcf2c+u+xj41QVtb6/vaCkPtsNpO9cPVH1c84pTaar8/uFR6lQflp7HNKHOKUfU2c03JhV+ru5xnEh/1LZKMNI5sbGy0pqZma21t8cpjiivl+gMb0tg3AipTej62lqsG//yo71oTzEdWB2Wruq0s6Vnr7FLXqgM59XVVJvXs6TlWmAqf8tS3e4Tv/kCANEIAAhCAAAQgAAEIQAACEIBANghoTkFzC83NLf4dWUNDfYd5ixo/Z6i5iuq2uYvUVudS7+C0X+PftyXnwxSG5sMUpsJWHNlIO2H2HwIqA3KaI5PTvFZ9fbKsab5L5acmmCfbsqU6KHOag6723/p1Vd50TnPamiOrr28Iym3TNnOvoqK4tMVBAAIQgAAEIAABCEAAAtkloL63xn1yzc3NQd+8yX9zrf56TTBOVP895TR2lEsdp7Y6lxpf1gTjAvltaGjwYSlMha145LKbG0KHAARyR4CYIAABCECgPxPQooennnpqpCxocTX18yJ5SkNYfca//OUv/jvd3ryXlJTYaaed1ptYQVxXf1mGxqIkRoY6zjzzzChesio7dOjQvC7s3NfMaWFoGcTqazh98a8yq8XrtMh4lHBkEG/58uVRvCDbBwJaeP0Pf/iD3XzzzX1eeC9sMp555hnT4oFh5SWnOuKaa67JWRoVZ0/OOWdXXHGFlZeX9yS23TXV+evWrdvufNgTWuRfhjfCyqfklNaxY8emDvOyVZ2kuikvkRNpxgikWwZlwO7ggw/OWDrSDUhGE3p+brcP+fnnnw+9AKjaL7Vj24fS85krr7zSdt99956Fcnj1//2//xd54X9x0gLOOUwmURUZAT2bH//4x/NmPFJ9Vy0gHBVrTfBeQe8FovrrSn7cuHGRjY/KQEDYxbq7ijPquRdffNEWLlwYydu5557b5wWpqV/nRGKeDeEPf/jDGJXoBuymTZvskUce6eZq96cvueQSUx+5e4ncXpERXxlGjBKrxnXp5L1jHE899ZRt3Lix46le92W8UHVLr4JZFNBY+ktf+pJFnfPIYpIIOgsEnHP22c9+ts/tWF+Slo4xMPVP9M1zX+KV3yVLltizzz6r3dDOufwzU2I1zyxjp9rPp9N7BuknREmDxoaf/OQn89Yv7pzWQYMG2Re/+MXI6bn99tu9fkfn8DJ5vNNOO9lPf/pT07xh1HDnz5/v/eodTVd+H3zwQbvtttu6utTjuVgs5sPVfexRkIsQKAACMu7z6U9/2n784x+HnvsqgGT3KQka+5999tmRwtB8fE8G/CIF1ouw+tYySNSLmL+s/rDy4w/40ycCMsb1/ve/33Sv0wlIdb8MMWpMlY7/MH5Wr15tev8eRrY7mQsuuMDUv/vgBz9oMqTVnVw6551zdsABB5je//XVMOoLL7zg66Xu2uh00oef/kcAg1z9756R4gwQUMUnBQQpMuulgwb2GlBKQaG+vt4vON3XrcJSmHIKX4fYMvgAABAASURBVHEpTsWdgSxECkJxKm6lQWlRmuSUxr7mM+VfYSlMhS+miktxKu5IiUW4fxMooNSr7MmpHKo8qmyqjKqsyqXKbm63DV6ZSvGnnNKUckqjXMdnSOlXPuQKCC9JKVACKi8qQyrXmriurKzykxD6eG7lylW2fPmKdqeJCrmO57SfPLfcli1bYStXrra3337bNJCrra0zlVWVT8VDmSzQQkCyIJAlAnrm1Z6qDkgZddq8ebN/8bxu3XpbvXqNrVq1Oqg3VprqEdUhy5cv9/vLO9Q9qf2VK1fa2rXrTB9HVlZWmpSIpUiiekbxpLKheFP7bKMREDvV1+IprtXVNSbW69e/bWvWrAnu2ergnq0K7lHynqXuje7f8uDeyS1bpvZgWdB2LPfyumdvv73Bh1NTU+37NVpAP1rKkIYABLJJQM+8DHFVVW32dayeW9XRqneTz3XymdZ+0q3wz/jy9rp6pa8b5Gft2rU+DIWlOlphp9KuOia1z3YHJUC2IQABCPRjAmrH1Fdubm7xCxZpHkULGunjZM2DpPrLyfZzhZ8jWR70kZN9ZbWdK4J+9Arfhi4L5k9WrFjp+9hvv73ej5E0VqqpqfH9ZbWfik+uvyBTWlMuyanZ1L/QC/SNGzeZxhTqJ2gMKCbLlnXsX6xoY7Mi4JN0ktHHz+Kq8eM777wTzDVtDsKs9fwVh5zi7C+MSGf6BHSvm5ub/Xs4PSd6XjZu3OjL1erVq4PysypwKwOXLD/L2/upyWOVJ53Tc6f9VavW+PnLymBuQeFp3l1j4NSzl35K8QkBCECg8AiorZRTXSqn+lTvhFTvqf6TU78mt67B93kUd0enNKWc0iin9Kp+VtrllBe5XJFWXHKKW0ZZlR6lS+lMpT0z7JJMFK7CV54Vn+JV/PnJb4ulnd8Q38+In/KqOFL5VF7lMplfhZdyikdOfBWvnNIg19jY5N9pNjY2BuVTLnlPlE65+vqGoC8iVx9sU64hkN3Wyb+cwpRTHIpPTnErLZnMX5SwFLec0qH0KG1KazJ/qTwV/lbplUvxVX6Ur5SLwgRZCEAAAhCAQF8IpNoetUVyapvq6mpN8xbvvJOct9B8WHLuYkX7vJfmKJJueXAu6ZJzZSv8+7bkfNjbpjC2bEnNhzWb4pBLxduXtOO3/xHQfU/14ZJlrc4rL2l+Wt/4qdysWqV5suQcmeagl3ean17eNmem8qZ5MvlZv36DKQyV29raWt8nVjlLEVK8qX22EIAABLYjwAkIQAACEIAABDJCQP1uzddq3rOuLtnX37hxk+lbCenmpPry2up9t5z25bbubx1fqr8vvwqjuro6mNNu8H19jSkUV0YSTSAQgAAEIAABCOw4BMhp1giccsopkRbI1YLmb731VtbSkwpY7zWefPLJ1GGP20MOOcT233//HmUK5aK+716wYEGk5Bx22GG21157RfKTTeGBAwfahAkTshlF1sLWYtBf+MIXrBAW4tN91QK4UTKrd34Y9IhCLH1Z3Z9XX33VPvKRj0ReVDfdWOvr6+2uu+6K7P2ss86yd7/73ZH9ZdODFoGPavBx0aJFFtVgYcc8VFRURDaCMWnSJDv99NM7BpOXfdVJn/nMZyK1x3lJKJH2SCCdMqiFsT/60Y/mrJ7pKQN6bk844YSeRLa7pkVK5ba70MWJxx57zNSOdXGp21N6Ri+88MJur+fjghZcv+yyyyJFrblQLTavbSSPCEOgjYAMJuy2225tR/nZaOFg51ykyLUWj/o3kTxJuBt3xhlnRG4r7777bq+H0E2QGTut5zvqc6467uSTT+5zGqhfHzbx7zPINAMYNWqURW0/04yqX3p76aWXTC5K4jVuv/zyywti3J5Kt3POZJBLaUudC7NVvaB3rmFkO8uo/pTBk87nezu+6KKLTEYMe5PL9vVDDz3Uohp0yHaaCD+zBDRXedBBB2U20IihTZ061VQPR/G2fv160/MVxU9XsukYzDv88MMLwtjgiBEj7HOf+1xX2crZOfUT77///sjxqS6ePHlyZH/Z9CADkrq3UeLI1TsWpeu6666LkrR22VtuucVkXLr9RNvO0qVL7eqrr/b6JG2nQm8+//nPRzayGzpwBCGQBQJ6F/qVr3zFRo8ebaeddprNmzfP8jn2yEIWtwtS8w8aq253oZsTfZ3Tt27C7Xxa3x3OmDGj8+kuj5X+o48+ustrnIxGQOsfqc+QrjEuxfbJT34y6+OCvrxXksEwGd7T/FHUfqXyF8VpXvnaa6+1Bx54wPReIIrfjrLdtdEdZdgvbgIY5Cru+0vuOhFQ50tOSsZScNCCNJpsq6mp9UYAtmzZYjI6UllZ6ReZr6ysCrZhXGUgV2mbNslt8vtasFrhqQFUHFKmkPK04lYaUq5TErNyqLiUX6VBaamurvEK3FK87lt+NwV57pjfakvlV2ybm1uKvsOblRtGoH0moDIvp+etubnZL56VLPvVfqEMlXu5yuBZ13OrbdKFed6jyyiubd1mnw7VEXLV1clnR3WR0llfn1SSUp0hRSk55Ueuz3AIoKgJqKzU19f7Ol6LueiDmmXLltvrr79h+mhx7ty5ttXNC/a3Ok1S6FpFxVxLufnz59vixYttzZq1vn1U+VRboucq3+WxqG8kmYNAARLo2KZq4R61a+vXv+0XyH7zzbfstddes/nzF9grr7zaVodUtG3nBnXNXD8Rqjpm7tx5/vjVV+cHddPrtjR4QbB69RqTkSf1nxW26hjFRz2TfkEQOzEUSznV31p4afXq1UG9vsQWLXrdFixYGLQN8/29qQjq/tS9SW7ntd2/CvvPfyqCezbP39833nij7Z6t9ouGqe/fHPT5008pPiEAgUwTaGpq9n1BLcKwdOkyX9cuWPCaf971fFcEz7uc9uWSfUA98/OCZ32urxNUR6teTz7zy0wLv2n+oLGxiTF+pm8Y4UEAAhCAQK8EsiGg/rL6sY1+gf4G/25ARqK27S93bD8r2vrHyfGNxjYVbW2qtq+88kowJlrk+9rJxZDW+Xlz9Zc1v6f4Orps5CnTYSq9GlNorklzQeoLvP12cgyouSKNKTRvVFExz15+uSJwcwNGyf6E+hhilNrOm/eKH3/Ijz6aWb58ue9fVAbvXzSP1RzM3youxZnpfBBe4RHQvVaZqg7eU2lufv369cHcwkpT2Vi4UM/dq8HcwitBv/SVoH86L3BzO7l5wbWUe9Ur/S5evMRWB3MLWoRMxvVkQK4x6Lu2tiYKDwApggAEIJAmAbWTcmqb5dTHUH1aW1vn+zKbN28J3uNsDlyV/1ZBdWxl8B406XQuM07zwt25zZs3B+8/t/h5ie7efzY0NHqDnM3BnKLyoTzJpYkltDfFIac45bbyqw3SWx2ke7Nnp7yJWXh+lZ53pWdd1R7G5uB+qC+oeVndJ8WneFtbW3Myt6K8tgbtoOJsDvpaahfV79K7aN0bzcUrr3LJtFduk4/KoJ/WtavcRk7+5VL5rQ/ecXfOq9IS+kb1IKhwUk75klNcjW19+vrg/ah419bW+m9W1NdQv0D5Vfo2B+WzY76V7u6cZOVPrrrtPb7CVhyp+ymurTm6n52xdOSgdDQG/R6lT2VOaVe+KtvvYeU296yy/XxVcD6XrjKIr6Oran9exFn3TWyVH93bFFvltXP+OS5eAuQMAhCAQL4JqP1RO6T2SO2+2lTNWyxfvsLPW+jbK71j1zcR2859af5inp8be/nlucE8WUUwlzEveDe3wL+X15yHFlVfv/5t3+9saKg3xaP4aOvyfdfzE7/uu8pAQ0ODqR+n/lBy7nVlUNYW+7nmBQsWBGVovi9LW8tbck4seTw3KHMVgZvr59Jee22RaZGulStXmcJS+a0Nxosqz4ovPzklVghAAAIQgAAEILA9Ac5AoNgJaKzXGMxb1wZz1eqX6/v4lSvV13/L9I3FvHnz2vr52263nldfX99hzPXjS41B33jjTVu1apX/bru6eosfRygOxVXsPMkfBCAAAQhAAAIQ6C8E9t13X4uyeGplZaXNmjUr69l7+umnbdmyZaHiOfXUU00LiYYSzrPQyJEj7Ze//KVdddVVftHuMIattNDf0KFD85zybaPfY489tj3Ry5Hm+wthHHD88cfbgQce2GNqc3VRBnjOP//8yNE9/vjjOfmGK3LCisTD8OHDvVEsGT7bc889c5qr1atX23/+859IcTrn7NJLLy2oxeqVAZXvD37wg9oN7VRP/P3vfw8t31lQRhwVRufzPR2fc845NnXq1J5EcnZNbbEWcc5ZhESUcQLplMHjjjvO9ttvv4ynJZ0A9dyee+65PXodM2aM77+oH3Pfffd5fZgwRlH17l8GY3oMvIuLhfSMdkzesccea7vsskvHU73uq3xI969XQQQg0AUBPZtatLeLSzk7pQWtNZbJWYRdRKR+vPrzXVzq9pTGlfr2rVuBDF1QP06Gd6IEd9JJJ/W5H0L9apbv+vXII4+0XXfdNcqt36FkdX+i9tH1nB944IE54RQlEvV5ovbXX3jhBb/GVZR4UrKqV6KOD8vLyy2deYZUnJnclpaW2oc//OFMBklYBUZA7Vi+jb9pfDJ+/Pick0m3/dUzUShz2Kpro45pMgn6tdde8+uJRQmzvIDquI7p1j1Vf73jud729Y5l9uzZvYn1+bpzzj7zmc+Ynteogem7IRkNkW5qyq90YWWMa/HixalTobcyYHr99debcy60HwQhUEgE/vGPf9i73/1uO+WUU0y6MoWUtkymRUYPNe8VNkz19TUW1jasn3TktCaW3tmE8av0Kx9hZJHpnoD0/a+44gq78847uxfq5Yrq/u9///tZfX+lsqfvWntJSpeXZRRLRpCvvPJKi8fjXcpk+qRzzs466yzTXLn6NumErzb629/+tv8ONx3/O6qfYso3BrmK6W6Slx4JqJKXgLb62EiDcSk0S3m+trambaGqzaZFeCrbF6GpDI57d5VevtIqKystuThTlVeel6K0GkEpTSsuxam4lQY5pScXTnEpbqVBFX9NTbUpbT0vxlPp81NVVbkdg8ogv8l8Kr9Jg1wKS4odWsRJTKXc0dLSzMdIubjBxLENAZV3OT1rcsmy32i1tXVtz/mWoEzrWa/yZbyyw3Or/a7KfF/PVQbPTFVVVRCv3GZfP2zevCXYbvHPoiZLampqgjTW+k5ZQ0O96RlS2ltaWkz5kNsmoxxAoAsCKif19Q1Buaq2jRs32tq16/wH0zKmIMMKFRVze1Hg66jYV+GV/hYvXhKEs9aXXz1HqbKpuLpIAqcgAIEiJaC2Ve2S6pharyS82da3LZr95ptvmhbN1iSnFH+16LrqGzntd+VeffVVW7TojeDF9zLTS+wNGzb4ekb9ZsWj+Dq6PGLtt1GrnlY/Qi9iaoN+kNqF1avXeCMBixa9HtyzhX4Bp3nzXmlvGzruVwRtxst+Yf0Kq6iYF0xiLzS1J0uWLLVVq1abPlqsCcZY2NvuAAAQAElEQVQVLUGfv99CIuEQKEICzc1NwThDdfS6oI5dGrxAf8M/78n6ea5fpKEieL7ltq2f5wZ1wVxTPSADiwsXLvJ+lyyRQa71QZhb/ILZqbq5CNGRJQhAAAIQ2IEIqD1TP1Z95fr6ej+PsmHDO76fq3mQrf3lV4P2cV7QH57r3bZt5zx/be7cCr/g6aJFi/xiqUmDXOv9ewLNlSsO9c0Vp1x/way0Kt1yMpyxebP6F297w0mLFy8OxnOvB/NGCwIGqf5Fhd/fltHc4Ny89v6FuL755lumRYw1nqwK3j2Iv8aALW1zoIq3vzAinekRaGlptfpg/lJz4jIcrbKQXIBscdBvfS14nl4N3Cu+3Kg8VbT3XZPlSefk1G/Vhz8LFy7041yNdzXuVbj19XVB37UxeD/VGiWRyEIAAhAoeAJql+XUbqqP0eAXb6/17z+3bNH7R72HrMrq+8/K4J1nyum7iqq295/qK2x1W4L+1RafrpoO7z/rg36X3jEp7S3BnKLaBOUnV+AVl1xL0O9QGpSe2mCuW984KO3KTypvlSHeH0umchseVX6OW0wUXnV1Tdt734agXWoy9XkUf676O4lEqzf00NzcEsTfGLS/9cG76Bp/b5Q+pTOV/tS3H8njyiAf27vKgEnlNvmtDMpaMs8qf+r7NgTvuJuamn28mcxrIpEI2vWkU7hyzc3NQb6a/Dv1Bv8s1HveSofKXXV1dVAGk2VR6VOe5XSflfeUqwzylNpPbvUsbfacZNCrOriPCq82mGNXmVFcKj8qR3JKW67KcMd4xEDxyzU1Nfr7q3Qqj8k8VQb3R64q2KZcZZf3tirol2fTVbaXnUo/TtJxMr6qID1VnrXuW4qt8iauch3zzD4EIAABCEAgQwS6DEbtjtogOfUz6oO5i8qgn6B5Cy0o8tZbyfkwfROhOQnNTXR2FW1zGP/5T4WfS5RCiubD5FdzhgpLfRG1eWrDFZec4u4yUZwsWgK65ypnGh/pGxn14VKL9Gv+dOHC1/z3GfquZt68eb48zZ27dW5s3rxX/LmKoMzpmw4da3568eIlwRz3Klu//m3fB6wNxjsqa4pPrmiBkjEIQAACEIAABCAAAQgUEAGN89TX15ynxoAbNmwwvQ9XX1/fZWosOS/o52ubcvOCPr7257Wfnxv0+Sv8t5767vPNN98Mwljlv9vWvLXGEU1NTX7evICyXmhJIT0QgAAEIAABCEAgpwS0YKQMWkWJVIurqW8XxU8UWc1DP/DAA6G8lJWV+QXwQgkXgJAWib3wwgvtpptuMhlWWr16te8fb9myxetRaeGvG2+80SQzbdo006L3xxxzTAGkvG9JUHlZu3Zt3wLJgG8tjppvYwYds3HEEUeYjBt0PNfb/vPPP+/HWL3JcT0aAS3ifOutt/o1KWRIKleL73VMpRaUjPqcHHLIIaZy1DGcQtlX2qIu7iwG+kY/ah6qq6st6kLGzjk744wz8rkQ8DbZHDp0aMEsnr9NwjgIRSCdMqiAL774Yhs4cKB2C8IdfPDBNmXKFNtrr73sIx/5iP385z+35557zjRPqLnD9evX+/6L+jFqU/WMh0n/8uXLIz+jMhD2gQ98oGCe0Y43aOLEiaYF7Due623/9ddfNy0635sc1yHQmYAWBz700EM7n875sRYJVlsVJeLUdz9R/PQkq3682u6eZDpfW7VqlT3zzDOdT2f8WIa/li1bFjpc55xddNFFfa7jqF/N8l2/arwepi0MXTiKSFD9+pkzZ0bO0SWXXGJ63iN7zLIH1YGnnXZapFikLxzVqFYqAn1/GXV8qLHhbrvtlgoi71ulZ++99857OkhAdgiceOKJ2Qk4QqiqfzWfE8GL1xlUHyWKn86y69atsxdffLHz6Z6OTX2p4447rkeZXF7UmCZqvyqT6ZsxY4bXVY0Spox6FGqdoudB/fYo+ZEhDr0HieInHVm1Xz/60Y9s9OjRkb0rjR0Nsdx22212zz33RA5H5f+73/2u6V1UZM94gECBEdBzsd9++9kXvvAFkz50gSWvz8nRfNzZZ58dKZwnnnjCNGcYyVNE4UcffdTr4ofxpvQrH2FkkemagMp2X41x7bHHHqZ2I9t1f2VlpZ8X6Don3Z+VAeE//vGPdvrpp3cvlMUrRx99tG9T1UamE83f//53+/e//52OV/wUAQEMchXBTSQL4QmklIq11QBKSg76+EiKx9XVNX6B6aqqKlODsNXpuDeXWjgmaZxKfjdvrjIpOijc2to6kyK9FB40iaD4w6U6M1J6Kav8Kg1Ki9KktEm5o7JSeavskGcd9+aS8lqYSa4yaEClFK4wa2trra6u3ne2FGeu85oZYoTS3wmo3MnpeVM5bGxsCMplnVVXVwfP+WbvKoOyr/KrFw+VQRne6nor/9GvJ+uVKr+glPb1vMjp4049N9VB/SOFKxkHVJ2kRT1UP6nOUPr1DCs/cv393pD+7BJQmW9oqA/any22ceMm00shvfx9/fU3TC+JpKjXcYEOHW9V3JtnqX0t2CH36qsL/IK2a9as9eVX5VOLMKtcUh6zey8JHQKFRqC1NWFaSLOhocHU31N7tn69FmNfYW+++Zb/gE2KwlL8Vd2iOiRZ38z1C7DrXNIlj195Zb6fgFm6dKmtXr3Gf0iotrE26DdTx/T97quObm1t9S8xxbOurtbU51mzZo0tWbLEtBjTggWvmRYBm9emyJ28P9u3BS+//HJwD+eaFhdTe5K8Z6u90oEm/RR+31NMCBCAgFlmGKiu3rx5i61bt96WLl0W1LVveMMGr7463yoq5gWuInBz/XOdeu5T24rguuoE1Q1a6E3PvD5e1McMmzdvDtqBxswkklAgAAEIQAACeSag/rLmUJraFq6XEYZ33tngFytdvHhx0H6+HvR/FwZzKfODNlPt59xgm3Lb95lfeeXVYEy0yM+haIFetZ3qf6u/rLZZfXO5PGc7dPTik3LipLlV9QXefvtt00JRWkT49ddfD8YTMsg1z1KLDFdUzPVzS/PmJRlVBH2LiuCcjCYlxxOv21tvySDXct9XqQzmZ+vr6/0Hf4pHjBRv6IQi2C8JtLa2+Pdl1cFcvZ4T9Vu1KLWePRnXUr913rxXg2duXuDmtrl5QR92Xtv+3KCcvdLuNLZdsmSprVmzOpgP3ejfAegdVVNTk6lM9UtIJBoCEChyAullT22knOo2zcepnquv11xtXVD31QTvPrcE73E2B+/8qwJX6ecCK7Py/rMyiEeuKtim3OZgP+m2bNns31F1/f6z3rcBSntzc0tQT8sl/II46VEJ70vs5DryS8511wXprW7jl8xP8v1xZcCxKnDaymm/s9P5zq4qYFEVhLfZamqq/ftpvVdL5VlGyBKJ8OlOVzKVV8XX3NxsjY1NpvKi99G6N+rb6VsRzfNXtpeTKp/fqqrKYKv9zk7nO7qqIK86rgryuyXIb42PQ3lVvGKtdKSbh678KTw5ha18KS7dR7n6+jrPu7a21qelpqbG39stW7b49G0O5suqqqqCNG91lUF/VOdSWzHZHMyBJbdbgmer2jtxq6urC/KX/A5G8Sp+pUPp6Sqt2TynOBW3nNLR2NgY5L0+SGtNkNfNwf2rDFxVkFdtO7sqf60yyHuuXJUvU5Vt8aa2yXSIte6R7pvuo/KjfMkpn9nkSNgQgAAEIACBzgTU9vx/9t49OtLkrO9/nm5pZjT32bnPXua2+/MNBxt7d/E162N7wcFr7xo7NgQwBwPnhMTJIQnmQI4h5sAhxk5IMOGPgHO4HWNsBwM2YGM7azDEGNvxenduuzNqtS6j6dFImpbUat2l3/N5ql91694ttTQtqfroUb2Xqqee+tZTVU9d3irGqGiPxsZGrS0d8DGsjo5OH9NiPOzSpcvCWFeYW2Pc4mkbr0jo275ZOgck8Z71E1euPOth4cH6igGzR8bGxnweP7Z383Ng+9yT9+gZdtyojY8Omq0axl6vu76gN+gP487oEmtvnrKxVtxwH3TuKRt7feqpp3ycjDCsBenqui7wGjAbDBuWeLYPsjGlEYGIQEQgIhARiAhEBCICEYE7jwD2PrY+34YN2ngz9jl2OmslsPMTm551FVzPdZ8x+/5pmxv/thNrMegXsE4fHn19/TbuPWTjwSM+7k9cdz7Fm1OCKHVEICIQEYgIRAQiAhGB9UDge77ne4SDrarlzcEM2InV+q/VH+uZ2dC8mnCveMUr5MUvfnE1XhvaDxtjcqjFY489Ju973/vkj//4j33cvb+/X1796lc3tOybRTgOQ3vjG9/YUOLee++98t3f/d01ycS835UrV2oKEz0vjcCDDz4oHITHYQ3vfe977+jG708++eTSgi7x5tFHH/WD+5Z4fUcfHz9+XGo9QIRvxzs6OmqWm3aDufBaAnLoUKO1H2zOnWzAWEtaot87j8BqdJB2CTvmzktfluAFL3iB8E027czv/d7vyU/91E/JQw89JIcPH17ToTGUbfYOKse08tVLXvISYYPjlX1uvA9VFTZcryVm1j9wqGYtYaLfiAAInDlzRugncH0nad++fXL27NmaRKBN5/u7mgKt4JmNkms90PZjH/uYr6NfgfWqX1O+P/WpT9UUnoNLOaimpkCLeI71q/i3vXeqflVVbycXyZr4yBCgDkBH7bLqv0a0jyqF5wC2Wjf3X00/jzi/+MUv4tREHBjaSIeZHTt2TDhAp6ZERM+bAoG77rpLOGRB7vAvGU+tRYywL8DNWoIs8MteAtRxC14s8+A7v/M7BbtuMS934pmqCgdyqeqGR883k8wv1BrxE088IbXWwbXGsVr/586dkxe+8IU1BWdPxL6+vprCrNYzfWsO5VpN+F/6pV+Sa9euCXu5vf/9718NC/nIRz4SbaZVIRcDNTIC6DVj37QJjSznamSjr1pLvxubnzptNXFVE2ZgYEA+97nPVePVx09e85rXVOU3elocAfD+0R/9Uak8kHFxn0s/ZY6D8BsxnsWYM3s9LS3NwjepVEr+6I/+SN72trctfLmBTxhfpi5ZTZSsvf2N3/gNX4u7mvAxzOZGIB7ItbnzL0pfJQJ8LJ8QlR6D8HzIzIRDPj8gvb19wiaZN27cECZp6aQH6pTgdqzgBn/t7R0+MUoYNhC8fr3bD0PhAwo2biI+PqhnE04+3kcW5KoyGfO9LXsPX4g42BCIzjNpRRYOVkE2Psjo6Og0mTtK6essucn90m6S1mw26+FZIAOGvb29ks/nfbMfNpdis6VlBY0vIwJ1RiDR+8nJKZ/wocyxsRgLJtncs7u72zeOTcp60OUO12PKQ0fH0nq/unedVq46vW4hTuoGiPLX1dXlG/0iU3f3DaFs5nI3paenR27d6hU+mGLwEaOajaiSzb5IE+WaeoT0JlRnKCO7TYgAujDpG+ux8dqI18XoD/rf03PL2zrKAfU11GO6VnlfeY0u0maEOr1gk+NjXqbQu+npGdmIDQM3YRZEkSMCG9YpdAAAEABJREFUWxiBGZn2A54mhTZodHTMN7Vks0TqGNqtUKfcdPs3l8uZy/VNr3u4p97JWTuXs3f4ZUIjb3bj4OCQH/I1OspG7BMeD0BSp+FGWh0C4BfybMrrbzYkxyaiX4KNgd3eM9s2hHwij2gLekrtQ87zi3c9bpuQ13nLM+wSNm8aHy/n1+qkjKEiAhGBKhGo2hsHHHBoRqEw7H1z6tre3lvex8hZ/Rv6HDnre9y0epq6ei5RD/RY3UAdQV1BnQGvUav36d9Tt1RS1YJFjxGBiEBEYBkEknqF/mbo0074Rv2jZh9icxSLI24vFovFZV38EgZKxk7gh02UxIG7jCjx1TZBAD1AL9A5aHx83HRrRLCXsXdpA2kLaRNpGwP1WN+mx9tUbObwjPb0pj+jzWUcj/5NaDtHre80bv2bKRtDCacuEO9mgRhZE5q0cVbKFHMM9AFJZ6/NqYAP9kUul4xr5sy+CJjkrC8BRjmzP3J2zRhTr80dhD7FgI1ZFWysadQwmjSMph0j4tss+EQ5V48A+Tw1NSmUO+pr9GpwcFCwO3tLetVjfVIolDXK3k0rfzddv8Kzm17u8NNrepX3fiqHnow638nJCUls19VLGkNGBCICEYE7gsCSkYb6c8razgmv67CNqT+xQWhzu23+k/l65iDb2zt93rPd1y50+Dzl6uY4CVtJnSVeZTfMfXbaPGiXz792dV039/oS85+3hHq71+r7xCYYGho0u2DYbLGi2QZjnr6pqam62wfz8RsZKfrBRQl+YIfsHR1dlsaOEn7t7nZ0dPqzjgVzyPOfcx8IfozBMG5OWskr8oz2Dzt0yYyu04tpm8djTUplW0taaTtZJ0K+dcxLF/rS4WkkDZX5nlwv9rzT8r5T0L9ea5OZkxwZGfF8xIaspT0mj6Bpn4cIuo4NCj/shSE/WGvQxrsGzG64Lf39t20uvc90qs/sgltGPW4r5Mz+ZN0PMkHkBXlL2eiyuXnSDnVY+itdrhPqMj0mHNTtc/g3jHfO7JEeGydHj/tcBtKLXMiHnOTvpM3TVupwnbJ0DhtwIg7masCINQR5s4ewuefmb+c83Z1/3zHv/frct1ud1GG61W51UtntNN3pcuruzlle9nqZRGdJF+lDF0jrnMTHm4hARCAiEBGICKwTArQ5lUSbHtrZYWujsD/y1l71mS3Q6zYBNngyRhGub5q9cNPe3Sy52A29Fqbf7QbsQWwGeFa2c8S5Tkna8mzBDnsBPMkvbAjwxZ7ANoOKNc0tjHlfCz7wgy/8iWc9wIQ3cRAfc7tFm/9AT7Bzsa2x7bDfcza2GihX0i10jOtA9DvQQcIwbjs4OORreUZtbhfexEMaKmk90hN51oxADBARiAhEBDYEAep/2gLaHNo3xi5GbQ6+WGUbWbT2KSHaVtpaeMALnvAmjg1JTIwkIhARiAhsEgSmbXx+cnLK+hcTNu8x6vMfgzYfjq1/61ZPqd+IPX+zdH3TbP1wn7Px7Zz3AXKCrc9aDOx91rDAY8TmNqiHGf+nHo518CZRiihmRCAisJ0RiGmPCEQEthkCHEhSy4EQzPN/+ctfXjeU2JCTdQ/VRPCmN71J2Hy1Gr/Rz/ZG4Lu+67vk1KlTDQUCm8i+8pWvrEmmyclJ3wC1pkDR8xwE2Cjzd37nd4Q5Kjbv5yC85ubmOX42+oa5sm9/+9s1R9vIB/ah3xx4VkuiWM924cKFWoK432w2K/39/X5d7T/0gEPDqvW/Ef7YnJtNujcirhhHfRFYjQ6yIXaj6WB9USlz+7u/+7vyTZVXlIVDhw5V6XvjvT3/+c+X3bt31xTx//2//9f3zKgp0Pp7jjE0OAIclMdGxg0u5oaJd++990qtm2tT9jhEYL2EvHr1qtR64A4Hi9Wjjov1a8hV8ph+UrjbuP+04xzAsXExbq6YsOux72uRutHtIw4mrOVwAtJOP4/+HtfVEut1L126VK1390f/iwPD/KZB/qmqPProow0iTRSjnghQ93GAXj15biZeTz/9tO8rUYvMlM9GG8NmTuC+++6rJRl18cs6Eg53qoUZh8N+x3d8Ry1BNtQv9nqt8vGNInbkRgn6zne+U37iJ36i5uj4zvWDH/ygvO997/OxVKnxR5zEXWOw6H19EIhc64zAlStXhDHmP//zP6+5XaizKHVlxxj1G9/4xqp5sgbws5/97LphgF1c7YFfr3vd6xpuHrBqIBvAI3sOvOtd75JPfepTq5aGNvHzn//8hh3EeOTIEfmX//Jfylvf+lahr8ZhWysJ/5M/+ZPufyV/G/GeNpK2cjVx/fVf/7U89dRTqwkaw2xyBOKBXJs8A6P41SOAkQFNT08LHyCwKSaDbDdv5oSNddra2uTZZ5+TixcvyTPPXHBiQDK5fuaZi/bsoly4sBjhn/cX5OmnL7i/ixcvCwbes89elUymTdj4pre3zzf15EM2ZGAQGpmqT0V1PuFJOvnAgjjYfJ/NDOmQIctzzz3nsmEYXbhwwdKEzGUKz0I6SfeFRdL8zDPPWFqhpz08p6q2tmako6NT+AAEbPkAb2pqsjqho6+IQJ0QQP+npqZsEn3CyzqD4/39fb4RWCaTEfT/8uUrFWX9GSuzz7geX/DyEHT/wiJ6v5pnFy9esLguGP/A9+LFi3Z/USh/ly5dFmSBKEPPWh109eo1uXatVShP1EtsTNXV1eUfVN26dUv6+29bPTLkJ6myaQJppbyTbqhOMM5jE283FwLq4tp8igRSc1VSqeCqcp3yZ6pLP6MzpFp+b5cSfxGBiEBEoIzAjA3ehbv5B/TRHs0nfJafiYUN4UPYcI2fSPVHQFWdKY6qrlj/qwY/c9uN8Ex1ruuM47+IQESg4RBI6tYgWKhjqYO5x4WsJra62P7PzCf8B7I3FsQ8CGSX8S8iEBHYBghsbBKpjxJifINxDsZNGcthkSgTjYwxsnF8b2+v9NrYKhTu+0r3vb4Janje75ubEo7wjE2yKRjjo/CP4ycbm7+NHZuaeAnZpaiozqcwdrJwfGSuv/A++FXlnTgv8Z/6/836LymfwSYop6Jsa2Az2Fs3Ffyf2Rdll/BJKMJA4T74Cdfx/3ZFwIqLlxVVneOGvmhlmSq/D+VNbZwzvE/uVRM/UvpxX7qMTkQgIhAR2CII0K5i146Njfsc4eDgkNvBbJzD/Oezz171OcdLly7ZvCfz/usx/3nB5jvhfdHdCz6vesmuL9ncJ3TZ3MsmB3TF3CuSzH8+99xVm/+8ZvOfrb52Iptt9zUaHHbU03NTsPGx4+kLLGbDrzUbwY8+AWs0RkZGJMGvq+u6yZSRK1eec3mZx33G14qAX0hvSCdpLtMzz3DN+4uO9wWfV+Y+0CWbA2bON5Nps3R2CYc15PN533hzagPWT3Bg+9jYqBQKBe8jsX6DA6mYg758+bLl2Vz5n7E0X/D8rEwPfgIl73ETuuBpvmh5fsny+Tnp6Ogwnbxl89gF32R0YmJcpmzOHuxXyj/8QPiHyCf6c4ODg6Yb/c6XNHR3dxuenX5QWjablba2rOlTxvKwVa5eha76WoBnbc79ypVnPU/Ji0tWLqCLFy+5vMhOXle6XF+4EN7j95LlIXP4V66gx88Z36DD165lLN42lwH9YQ1OT88tx5l+KPo1MTEhlFfSQrpWSn+t7+EJ/9B/LkredIt1T1krV5Q50nbxIrp40fP6GddXri+YvuJCG0nEW6YLpmsXL1709RLoIx+/oJ8cYIfOjo2N+aFu64VfrXhH/xGBiEBEICKwfRFQZXxhIVWOR8y9Dn4Z24BU1cYwwjPVsiv2U1X7H/9WiwD2EOP92ETYXtgPHFKKPYZtxPpKNqynn8HcQa/PLzDHAPX53ALvEurv7xf6I9gi2HPwg+/G2yOMm0JhzJV02tWSY67gh59A5tOD+j9eRYoIRAQiAhGBbY4A7cPU1JSPUTDWwvdEtHX5/ICNt/T5eAt98dBO9vmz3tJ8/HyXNjNpLxm/Y0xifHx9xz+2efbF5EcEIgJbEoFkfUWw2Vk/QV0Nkdz5rln41hew/+6dfyE8fiNFBCICEYGIQEQgIhARiAg0JgJsBsrBVrVIx+ZqjEvXEmah34VPGD+vdqMvNvViI/OFXOKTiMBCBNj4dteuXQtf3OEnDz30kLBxdi1isOF8Lf63s1/mRMH4F37hF4TD/qi3vv71r8t73vMeOXz4cMNAk8vlfC1ZLQKx+fXznve8WoJsuN9/8k/+Sc1xkk+1Bqp2Q85KvhyGV2vZqwy/Hte0x6vBbD1kiTxrQ2A1Ovjwww/Lnj17aotoE/pmXuapp56qWXI20K050AYGuOeee4R6uJYoWXOaz+drCRL9RgSEtr4R2ivqKzY2vtNZAhbvfve7/Vu+amWh3K3ngdJf+tKXhPnoauWhH/v2t7+9Wu9L+tt89euSSZnzYjPVr/fff78cPXp0jvzxpozAauz6RrePKL/kezmVK19lMhmhv7eyz7IP9qbgW6Dyk5WvOFTngQceWNnjBvtAprvuumuDY43RrTcCp0+fFg5IWu94quGPrVSNv3r5YW3EN7/5zZrZvfrVr645zHoHYFyMgxDXO575/KkXb968Of/xsvfkM/Xcsp7u4EtVFQ44q0UE5kH4PrGWMGvx29zcLP/xP/5HoV6ulc/v/M7vyF/+5V/WGkye//znC2OyxF1z4BggIrBJEOA78ieeeEJ+7/d+T2gjNonYy4qpqkKalvU07yX94p6ennlP63PLfPT4+PiKzFRVONxIVVf0Gz0sRIBxDfL9c5/73MKXVT5hPo4246GHHqoyxNq90Sf/5V/+ZfnTP/1T6erq8n0hmAfknBYOBkMeDuyir4lf5l8+8IEP1Dwvu3ZJF+dAG/m+971PTp48ubiHZZ5SLigfy3iJr7YoAqktmq6YrIjAogjwETbEx9LDwwUbiL9tA203hc1dMpk230SHTXieeaa8GQzXF3wzoQty4cLc57xbSM8Izy5duiSXLz9rPJ8TeLMZFh+n8dE3g/FUvOv5wTbGJPzpLNKYMUDY3X3DNwcKGxBdkUuXLluaLrq8yEz6oGd8Q56Q3nB/YdbPM7PYPCNPP/20fPvbTxuPC3LlyrOWzoxh2Sl00jkADOMWGRbNjPgwIrBOCPBh0tTUtExMTAqb0rHZAhssoP+UxUT/k7L+9NPPLKLfi+l89c8oNxe83ihvZMWgDXFCl6x+CHTZyyHlB2IzOujatWtWnlqN2qS9vd0M0+tWV+X841fK8uDgkG+2R11GGaNeo8yvE6SR7aZFQEsT4MFVTYlqcq1Ch0s13Fdeq5bfJRvEqAZ/qrhifAJJ/EUE6o1A5LfJEJgpDWAGl7YIIhG4ENcQ17TRkMwe7BI+EOZ98iy8D0/i/3oiQP0NidXhuIGS+h+3klST92rtRflaNVyrqoioqKrEX0QgItDYCIR6lfrWalq7sT+vu6mX7YkJz7sy8d4e+l/ltT+I/yICEYGIwDogQH0EMRwfzTUAABAASURBVL4xPj5h4x2jMjw87BvkswEmY4xs8MW4am9vr/T19c5ulsl9r28KFp4xOYn/fH5AGINlTCjZODMZOyGudUhGZLnJEcCsLVN5/GTxcRF1O1hVzVYu+1UtP7dLEVHZaj9sg6QMla+DHVG+NwuDG0s8Dv4TsjclO0RE7H382+4IhDJCeVFVUdVSmUqZy/3c8kWfVZXnc2mxcirxFxGICEQEtiACtKfM+4+Pj0mxOGL28qDZxbfk+vVuaW1t8zUJly9f8cOGmM9fn/nPZN6TdQRcX7L4LhrhXrI5z4QuC7Iw9wk999xzwoE7zH9ymBHztcx/skaju7tbOKyKuVzsf/oC2PCklT4C6a5HdsIHnuPjyYFmgz7vyuLA1taMHyjFR9rM41aD34Ul1o1cKM0PX7p02fLkqnBgFHEk6ydGRoq+GLEeaVqOB3Plo6Nj3i+in0T8LH7MZDKeNxdM/gsmK2mFLtg9LnSh4jn3UPLsQskfLhTmvy9aWjmQq1N6em55nKOjozJu/bupqUm3/5aTNXlHnw2ampqysOOm50UZGBiU/v4+49vjc+XoO+lob+8QDp/KZNpM/zNy7Vqr0TXTs2uelxxKhe5duXLF00t+QORvkPmSXLB0co0LhXeXKvT5soe9cuVZ54kOc+hXa2ur5ysykLfhQK6e2QO5QtrHfbNr0oPuJWmslwvfsBaC+mDYD+TK5W76ugLk5WAx0nShIr+SfEyecb9RdMGwDvSMJHUT92BOvly9ek2oD3qtz8/G4NQByTqI9cCvXvkQ+UQEIgJVIhC9RQQ2LQLqkquqj1moBnexcYgwZsE4BmMawVUN/lVxeYarxjMhu4x/q0YAGwG7EcJuwAYrFofdFs3n82ZD9hv12XwCFOYPen0uoc/6Ub32vNdcrvvsus/83jbbc8DCF9wO3Wh7pDyOaiOoNtxK+uzKbGn7X7oPzwJkXCcUnvDfPJbW4sDPQvIwUkQgIhARiAhsYwRoK5IxBMZpRkdHpFAY9javr6/PxsZ6rT2EaA8Tl+uFRDva3097Oeg8aHsnJtZ3/GMbZ11MekRgcyIQpV4WAWx0KPFEHY3NzrNA2PP2hBvzxPtwyfMZ6xvg2gu3+ZNr7iNFBCICEYGIQEQgIhARiAg0GgJveMMbZPfu3VWLxcbKrEOoOkCVHjs6OuTv//7vq/LN5lnnz5+vym/0tL0RUFXhUKZGROHUqVNy5MiRmkTLZDI2NzRUU5jt4llV5V3vepdwaBn7mjAnR331gQ98wHVgVwMeykbeZLNZm/fr57Jq4rCCQ4cOVe3/TnhEv2vdpJu2hXHcauVlbeX/+3//r1rv7k9VhY0X/abB/j3yyCMNJlEUZyUEGA9jPedK/ua/f9nLXjb/0Za8Z331lStXakobB+6wyX9NgTbYMwfonT17tqZYc7mczXHdqilM9BwReOELX9gQIKhqw2xW/PKXv1xe8IIX1IQLhz4XCoWawlTjeWRkRGrd/Lhe/dhYv5Zz6E7Vr+fOnWuYA2nKaDTGFd9WXbp0qWZhGqXOW0pwDic8c+bMUq8XfU6/lP17F325xEP6h3xHtcTrRR9z6MmBAwcWfXcnH9Jv3fB8vZMJ3iZxczgSNnsjJDedTm+oGPl83r9DrCVSDqWrte6ohf9q/TJG9qpXvWq1wVcd7umnn65YR1IdG/qHtY4vVce5fr5qtU+JeTVjCYRbLYHjhz/8YeH7kdXyqDYcc02/+7u/K7QD1YaJ/rYuAj/yIz/i5Z4xtI0gxouxpfj+n/0BPv3pT8v/+B//Q37sx35MvvM7v1M4AKeeaLPW+T3veY984hOf8HTWk/ed4sW4JXVGtfHzTfy3vvWtar1X7Q9b+q//+q+r8o998tKXvrQqv9HTXATYa+B7vud75Mknn5z7ooY72hbKwPd///fXEGp9vGLj0P48+uijQtn8rd/6LfmHf/gH3+vh29/+thw7dmx9Il4lVw59/vmf//lVheYgst7e3lWFjYE2LwKpzSt6/SWPHLc2AonhiLE1Pj7uH4P19/dLLndT2LSnra3NO+gMQj7zzDNyYXZzmot+WA/3gS7au8Xogm8e8/TTIezFi5eFCc3nnrvqh+qwORCV7NBQwTeWHR+fkMnJKZmerv/HEKR1enraN3NiIx4WS2AIsRlQkk42wSKtFy6Qvmc8jWy4w/2F2bQnm2nNTS/+Aj1jaf624XFBMOBYeNTR0emYEl+xWPQ0bm3NiqlrPARmrFxNme5N+GZdTC6wiRsdukymzXT1Od88C/1Hj59+mrJ7wcvABSsP9aBn5hxql5SfS8LATSCuL8ulS5ddFsojZYjDwtjMi03D2PyN8ho287ouN27kzAC9Jf39t32BHxOKExMTltZpJ8p94+VFlOjOIaBic/EevSrXgehoqYZr1eDOfzb/3rwZHy2ROfEvIhARiAjMQyB89Bs+BKY9Sghvldfmwx7N2ICnXVkg+/Nru7Pn/NXfLobrdiZV6m8ptQlqrtqETuKm/F413Ksu7SYbiyWuKn6l9NOSu7mcKG1EYGsjEOpT6mDq2FDfUv/yHNee2mV4Pvfa7qxuxo95mLOBA/dbG7WYuohARGBjEaCOqiTGMicmxoWNwBjL4UCtfH7ANzVnQzDGVYPLBmC9s5uD8Rzq6+u1MZN+989CaMIzNsnGmZOTkz52QhzEubEpjbFtHgS0wj5OlezmpW3mheMn5fAiXNt/lS3zw27ATiBBleWIa2j+u+QZ4aAQznyVTIrwnqeRticCoXBY19KSz7WKaiXNLYOV5S25TlxVwhkb/9PwPzh+Hf9FBCICEYGtgsD09IzNfU7J2Ni4MEc4ODgot271SlfXdclkMj7/eeXKszYXecnnPNdn/pO1A9BFYT6VOc/EvXjxksfN3CfE4VZXrlwxucJhRqyZ4NAdNnpoa8sIHzd1dXVJd/cNYWFuX1+fbwZMXwAbfsLmQNnIY3p62scp1pqP2B70C+ANfkNDZfyYk2We9tKlK56GZ565IKz5gLgmjQsp4BDeX3DML1zgGXTR54CZ821raxMOGiKN+fxtKRZHPB/Xmp6Vwk9PT5mujNqccsH6SbcdY9bEMAfNvPQFnxO/YPkYKEnHhYo0XHA/Ia8vlJ7jL6ELpffkPXPcHR0dppM9FueQxT0mE9a/Iw/BfiV58QOR3+QTa2mKxaIfPNff3+9z5LlczvSl2/HkQDd0qK0ta/rfJujVtWvXBD2DkAf9I63oIjqJnFByWFXQ30uGwUXL94uzLn4uXrzseUj4K1au0A/4Egf6Qr6S3i4rf+jwrVs9jvPQ0JCXzwnTX9JBekjXSumv9T08JycnrP88JsPDHFw24Gt0stl2L3MhbSFN5BN5VnbJ8/I7nq83Ef98Is6LVm+QN5QV9JM6jfVUlFMwrFZ/asUv+o8IRAQiAhGBiEA1CNhwQ2msQkqumlseK5w7LqGlsUT8lK8Xm1sPfGX2p6qz1/GiegSwh7C1sLmwG7AfsB+xx/L5vM0T9AvrReln9PpBXGFOoc/mEfqs78GzvoprbE7mFdg0hv4C/OB7Z+wR5mkZR2UgleuFBFJgMJcIEyi853+kiEBEICIQEdjOCNBO0JbRXo6Pj9uYxajQ1uVtDr7P2kP64VBvL+1kn7WdfTYHvzjhn/aSMUnG70ZGRmXcv4WalKmp6bqM323nvIppjwhEBLYDAtj32OvBvifFYR0Fz3kW3oXnPPMrr1+pz/2u9LgcjqeRIgLbD4GY4ohARCAiEBGICDQ6AmxU9uCDD1YtZt7GtL/85S9X7b9aj1/4wheEdRbV+H/iiSekpaWlGq/RTx0QYHzmc5/7nLzzne+U1W4MVgcxVsXi+PHjwmbpqwq8zoGOHj0qbLZWSzSs/SE/aglTT79sxvgTP/ETUi96/etfL/fee6/U43Ap+qIf//jHfXNNDmnivp5pXy9erBOrlTcbYjb6ZsQnTpwQdLyWtGWzWR8PrjYM86ysyavWP/7QtbvvvpvLhiPylU2LG06wKNCSCFAfUy8nHqpxyWPyuhq/m90Pdt2tW7UdQnXkyBHhQL9GTvtGHcjRyBhE2TYGAQ5w2JiYNk8s1BHveMc7ahL4q1/9qrAnZ02BqvB86dIl+cpXvlKFz7KXH/7hH65LPzbWr2VM2Su01gOPyqFXf8U4yupDb+2Q2Ed8t1JLKjncZzPYR7UeLkWflG+GasGC/g3rZWoJc/78eWHj+VrCbIRf+qyNOh6zEenfqnEcPnx4qyZtxXTR5nR1da3or9LDasZGKsOv5/WLX/zi9WS/KG/sp0VfLPOQNpd2Yhkvd+RVZaT0YanzKp+tdE37wD7rK/mr5/vHHntM3vve99aT5aK8fvEXf1EeeuihRd/FhxGB9UaAwxo5cOfkyZPywAMPyOOPPy4/9VM/JR/96Eflqaee8u/H6T/8wR/8gbzhDW+oizh8H/SDP/iD8id/8id14XenmVCnve51r6taDGzez372s4JbdaAqPH7zm98UqAqv8sY3vlGYC6zGb/RTRoC5qX/6T/+pfOMb3yg/rPGKbxQ/9rGPydve9rYaQ0bvCQKMcz3/+c9Pbqt2yT/qtaoDRI9bAoHUlkhFTEREYAUEMCoqCWOLD6bpQPFRGAsE8vkB3ySHj8r4uKyn55YwIVmmXruH5j8v3ydhCX/rVo/cvNnjC9Z6enr8IzXiIC4+/h4dHRM2yZmZmV5B+tpfz8zMGO9JM1THhU1sGVwdGBj09N2ySVbk6bH0Qdwjb5D9lqXxlnAN8Ty8D8/nX/dYunpKfPjQ7vbtvG+KBKZjY6MCxjPrkL7aEWm4EFGgdURgxvR/enrGN1rmQ1L0sFwO8l4O2HCht7fP9J0y3WPu4jo+X+fn3/d4GeiR+S7+ekplI3FvWZ2QXAe3HI5N2HK5m15fcPBWd3e3cIgfg4bzic4n/pE/n8/7pmZhI4hxL/fTpY3pwGEdYY6sGxyBsF+Liiok81yeVU8W2sLbf5XSb/aidB+diEBEYLsgYFWKJVWtToDYHDslDJw2NaUFam5ukjI127Mmp+bm5BoX4jlu2sOnUmlJpVLGF1KPw/7FvzojkOSfiIpqbZSESVwLLiIq8RcRiAg0JgLUqVCT18/UuU2l+pm6N7kOLhPmcyn4SZ6l02mvo+FH2VdVUS1TYyLQUFJFYSICEYEVEGD8grGMiYlJ3wSMzbdZSHXLxjAZ/2AchI25WfwYqEPa2zuED224z2bbBeIZG90znpLL5Wysp1cYNykUhmV8PIyZME5EfNAKYsXX2w4B2jYptXG4UOUzrpcnC+HhK13ZMj81ewBKex8OOwEbAZf+XkLJfdltLtkgTd43DLYJPOhLphwvMysk+alqchndbYBAyG41PRAn+28u95DdmQf7q3jGcxV+qmVXlWst+RNzJf4iAhGBiMAWRaA898kaAw7mYs0Baw/yvs6h39cjMH+ILX3L5iVvmU29WupZZA4UXj0+/1me4wxYrrjKAAAQAElEQVT3t0pzpYnb4+skWCuBTY99Dt24ccMPVOrquu4HiWG/d3V1+QFLuPiBX7K5b6FQkNHR0dn5T/oNq7XlCUd4+gR8VFWJH/0P5o5Z79Dby9zxLetPrETBX/Dv1xam13C4ZZTgc8ueBYI/GxaTZ+QfsiATVC+FhRcEb9I4OsphTQU/6AxMe0tz4yFPejyPwDusCek1WSvplt1X0vx33N+aXVcC/yR95f7XtM/XI1M1aUzkZm5/ZCQcMtXbe8vnzOkTdnR0Wj+w0/Sl0/Sny+i6vbvuOtXdjW7d8Ll29AginQn1LKLPPSVdTvQaF+L5LSs/uD0WDh45m8dnDj/RYfqdXa7HQX87O4Mc+APPxfGYqgmP5TADU/Campr0NTmjVk5YozM4OGD1QL/lXa/nDbLcsnqgt6TXwe2195V5O/e6p4RLj6W9XoQMgdet2fLBMwiZAl5DQvko689U3RePL4dpfBcRiAhEBCICEYGlEVB7BUlpzEHNrYXmhpP4qwsC2ENTU1M+9j8yMuKbyeXzebNzegW7DVuts7PL7UfmDphLwM1mO2x+od0It8PeQ51uV2L30SdgnTWHno6aPY1dTVx1EXoeE1X1J6paGntlzDRt46+MpaZL46lNpfFVxlnLlIy/Vo7L8ozx13Q6ZfwCiajIoiTxFxGICKwegRgyIrBpEKANm5ykvRyzefgR/96Ati5nc+mMtWSzWWsT20tU2TYmz9qtrYTCO9pX2sv+/tve9tIGM8Y2ZeMTxLVpgImCRgQiAhGBdUbATHwJpLO2eTqNrZ+ete+x35ubm8zub3biurm01r7S5brZ/IXwwc5XVeMPSfxFBCICEYGIQEQgIrB+CETOEYFVI7B37155+9vfXlN4Nlejn11ToGU8j46Oyp//+Z8v46P8io3pX/va15YfxKu6I8D8xRe/+EX5t//238qZM2eEDUXf9KY3ySc+8QlfR1L3CNeR4T333FOXw57WQ0QOlat1k0DWrHR3d6+HOFXxZGO4//k//6fUi9Czjo4O6e/v9zm0CxcuuN6BTVUCLeLpypUrwkFfDz/8sKxmo99FWK7ro9XIyGEw9NPXVbA1MkdGDlurhQ3jwKzNqjYMa89YG1etf/wdPHhQaEe4bjRis1MOGmk0uaI8SyPAemHqsKV9LHxDHpPXC99svSe0V6wXryVlO3bsqMthNbXEuRq/bOpcSzjmpNhwvZYw0e/2RoDD+9hEfAkUtvVjDhIAn2pBYI335z//+Wq9V+3vM5/5jK8hrzbA3XffLa985Sur9b6sv1i/luG5U/XrZjg8qozSxl7VatMj3VZt/0nbxYsXcaom1oxW7bnkkXGb0mXDObUeYtZwCYgCLUCgVjt4AYNN/ID1awMDAzWlgANh1jLGVVNkNXqmX1qLTVUj+wXeGcPJZrMLnq/0YP/+/St5uePvsdsPHTpUkxxgwZhCTYHW6FlV5f3vf788+OCDa+S0dPA3v/nNfuiXqi7tKb6JCNxBBFTVD4L/oR/6IfnCF77g3zJ/8IMflLXWNXwz/XM/93O+rrnOydtwdqoq73znO32dX7WRf+lLX/Lvr6v1X40/5ozp763kV1XlLW95y0re4vt5CHz1q18V5tozmcy8N9XfplIp4TCuf/7P/3lN+lJ9DNvDJ/PElLlaU0v5ePLJJ2sNFv1vcgRSm1z+KH5EYNUIWHvvjU0qpeaGDxPSady0f/SQLn3wkLipVEqS68XdJmGxRXNzs/lL+eYwYbOgEaHzSmeNCU6Iaw4I4j1G36oTsURAeI6PT8jISFEGB4eMBv3Dt2Jx2J6N+kFdycdvqmryLp7mxdOZLvlPG07zKWXPoICpqkr8RQTuBAJB9dTKNrHjpuxaXT/T6ZTpcKp0nbZrKFVyuV6eUlYXQKrwXZzEfqpz34moJD+MLoiyOjkZNsoaGwsfvFI/MFjIoGFPzy3p7r7hG4sx6MPCAKitLSssKCl/3NrvZXx8fFympqac4A8lcUZ3uyJAuhPdC66qiqryYtblRlUX3IvwTOIvIhARiAiUEFBrP6HQbmL3MiG/c+cu2bWrxamlZbdATBQlxIRWuG6R3buh3ebuMv+7ZOfOHQIf7Oi02d+hjZX4W2cErMqfjUFVZ6+TC1UV1bkkwr2UfuHavJTuoxMRiAg0CgKqanV1yurWJqGO3rVrp9XLu4xarO5tkT17qIOXoxb329JCHb3TeOw0Xs3eX1JVib+IQEQgIlBPBBgXSYgxjeHhgvT33xY28mLMg/GPa9da5fLlK3Lp0mW5ePGSudBlc6FL/iw8vyzPPfecJOMmXV1dwgdkjLGMjIz4JuWMmRBfPdPQOLyiJPVDgPYOgqMKzZ8q7lziLaSqOO6Pi9Itl0bhnV1syj9VtXSp2RbqtkBzc7Avdu7c6f25lpYWty/K/T1sDJ7RL8SFwnWL2Ra7dpXti6amZp9PCX3AEI/E37ZBwFRrXlrRgfAovFO/UVXXQb+xf6rle1W1J/yp+cGNFBGICEQEtj4Cs1WfUPeptdGpWUrGVtPplLfbaRtrTc+5ru/8p5gMMvub8bURMzPTvlEMdjfzn9j4o6Nz5z/7+/vdTg+b5Hf54brY8Nj9mUybL5Rl43zmR5krHRwc9EO5WFcBX+z5mZmZ2ZhrvVAN2KmqYQcleCXu8jilHdfF/aRsDlk18EdO0l8sjvhaDdJRKAwLfROeg0890iOlH5hAxAtfDjweHR31j1NZnwIVi0UZGysfcEZQZCZNTU1hrQvX1dF8vFKGZ0pUIRGDQcJPg7PCf+QGE7BB7kKhIL29fcLBV+jF1avXJJPJuL50dHT6YVzJB4boST6fN5yHhAOeSefIyKjpzZhvLgMW8AYX4gGnRBxVNVnLlDzHz/T0lPUjJ50HMg0PDwuHM3CAG31NNiBh8+q2tjbvhyJfxnQYQsZc7qb1b/t9rdDY2Jjxmpidw0/iWbtbll1VJcnPdJr8SFtdkDJKVzxP+326Qo9TpreQ6lxeqvW7F/upqv2XWbzFfqqVz+yB/ZUe2VX8WxqB+CYiEBGICEQE7gQCqrRbam1ZOXZV7nX2gd3OvldNnuPq7PNZz/FiTQhgr9FHSOy0fH5AWGfJvEBra8bmCq7Ks88+K2wSeOlSmEfADXS5NL9wxdwrNv/A3MJVtzW7u7vNDu01u2/AbOlhs5/HzIabXpOsywXGDguUtrHSZp+TZey1xcZdAzG2ypgrxFhrmMcN47E8K1N57HWH8Wlyuw/es6q4nCDxXUQgIhARiAhsSQQYB5mYGLfxqFH/xoBxOcYzstmstZHPWjt4sUSXvT28fPmy3S9OvGMungMuc7mcMD7C+A1t8cTEhI8JbkkQ72iiYuQRgYjAZkZANSXY44zFMv7OOk5s/V27yjZ9WGsf7HxsfPoAuOV19rwLfYJdu3YJPOAFT3ir6maGKMoeEYgIRAQiAhGBiEBEYEsj8MgjjwiHlFSbyK997Wu+7qBa/yv5Yx3DP/zDP6zkzd+/7nWvk+28+auDUKd/rEth7OWv//qv5Rd/8Rflu7/7u92OZwPRN77xjfIbv/Ebvi5qbnSb644NUem7NKLU9JdqKXekgTVGPT09XG45am5ulhe96EXy3/7bf/N5rz/6oz+S++67b9Xp/PrXv+78fumXfsnGG0dWzWc9AzJWSRmsNY6nnnpKfvInf7Kh6b3vfa/Uuvk86xQZw60WD77hYty3Wv/445CwPXv2cNlwxOGHZ8+ebTi5okBLI5DM1S/tY+Eb6jUOQ134Zus96ejoqDlRrFtmA+NGr+M++clP1pw21g3XHCgGiAhEBBYgwOEur3nNaxY8X+7BX/zFX/hc8XJ+anmH/QHPWsI8/vjjUq9Dc2L9Ohf5O1G/NuoBr3ORqcdd7Tz4ZqUWm54Y+B7nQx/6UEP3b7BNPvKRjyBuTYR+sm602kCsH63Wb+KvkcfIqLMTOaMbEdjsCLD2jHGLWtLBgZyNOgbBgVxHjhypJTlr8gt2qxkD+6u/+quGbx/+w3/4D4J+SA0/9hJiXLCGIHXxevjwYfnN3/zNmuaCqo2Y9gjed3os/vd+7/eEtnej6Ed+5Eeqhcj9JYcMbZR8HGjsEcd/iyJAmXjf+97ne6b/63/9rxf1U+3Dq1evys/8zM/499jVhmlUfy996Uvlec97XtXiYcN+61vfqtr/Sh57e3uFQ75W8sf7l73sZQJxHak6BBjPeMMb3uDfoFUXYqEv1oF+4hOfqPnwtoWc4hMQoK5mDS7XtdBTNldYP3uilpij3zuFQOpORRzjjQjcWQT48EBFNSVqRCOUEB8nVBLPk/vK6+RZ4jY1pYXFOlAqlZbp6RmZnJwQKlU25ykUhv1jtsHBIRkeLvjz8fEJ91dvLKanp31joGJxRNhciY2BcIvFYinecZNtyjs5qdIGO+mKTXequ+YDkbSkUpXEs5SoQmrJgsyJfxGBO4aACt8ZqaqkSroe3LRvOpBOp0pu2t+nlykHqVJ4/CTXqvBfnMR+qmr/+cNNiHuxsj/txCJLPkZlIy4GugqFguTzA9LX1y83b/YIi0fYeC6bzQqb0UEsiOWjVjYhy+V6pL//ttcv8IAfdQAUYor/txsCs2o3J+E6WxaSx6rql6pq79Sv+aeqc+5FVOIvIhARiAiI1QWqKqopoR2kPcTu3bGjWfywl5ZdpQNcWoTBiDJxn3xAzDUbAoV7PhDmA2N4wAue8FZV4acaXK4j1QcBIIVEAraqZVdVRTWQLPKzV/ZUS2RO6S88L91EJyIQEbjjCKiq93GampqFOpa6FmKitVw3UxdD1MtzCX8QYaCdfnAim7alvI6Q+IsIRAQiAnVCIFnYwPgFYxkTE+M2tjEst2/3Sy530ybau4SxEDZeZ9PM5NCtS5fmbwJ2yT8uYxOwZ599zsdOCNfVdV34QJJFNIy3TExM2HjopI/FEHedkhHZbFEErDm1lKm1feaI8m8Bqaqoqj9XxVW791v/54/8anP+U1UXXFUtXVqyL5r843DsgxbvA+6yfiA2RZnYNKqlpaWiX8h1i/UboV3m7nIefOg7vw8o8bc5EKiblFripKZj4dLUzS9wVdWv+aeq5ke5dFIN16rBFUlcib+IQEQgIrDlEVBVUS1TKqU+Xsu4amhb09Zup4xw0/6O50sR4SDe40KqZf6qc6+l9LPHpasZCedjzZitDSXzn5O+4JW5Sw5HKhTCYUbMafJhWC53Q7q6sPnbhQ3zmf/kIKNstl06OjqFDwN6e/t8rQPrLZY6UKkkRFWOqro/VS1hmHJ8SHMqFbBKpXiWrsCvfJ1eYh65qXSYVQib8jhmZqYt/eMyMlL0NAwODsjw8HDFWo1JoR80E8DzMGv9B69y/2rCDw8YHi7OOaiK/ABL/BGfqnpaSQPpS1yuKylJW9lNG3YJBcx4pxqwFcGVqn/IDh7025CxYPPl5H+X9esymYzQL8xk2ryPyCFYYY48Z32+WzZP3u9z64ODkkQHgwAAEABJREFUg9anLBjOrIkZ8fSzHgeepBn+pJu4oErhVLV0G1ze45/1PuPj455v5B9xBB3uNR3Neb+1rS3rOtza2uaHhiXz+LlczmS77TKRJuSAJ7xLka3RUUFsVVy1/CAfAiV5l0qlPX/TS+huyvU9hOFaNfBS3VhXREWMLFqJv4hARCAiEBFoIASiKLMIJG1UcFVUAyUeVJN7tUfq7+3C/tRI7F4qfuFZxYN4uQoEsOuwr+grFKyvkc/nzTbssT7GdbPJ2koHcj0nly9f8YNFmF+AwvzCJXsOXTYXuuL+s9msdHff8I+hmFfAlh4bG7d+zpT1eWZWIeXyQVTVdEPdjsNea24OY6+sv2GOljFWKGzG3+LjrYy9Mt879znvWmycdpfPDTc3N0uTzRPDExtPRCX+IgIRgYhARGB7IpC0lyMjIz4+cfv2bZuHz9n4Sps8++wVn2MP7eMlby9pJ5lzT9zKa54999xV3zSaMQ94MVYyOjpiY2AT69JWbs9ci6mOCEQEtgYCKqpqY7MppyabQ8BOT+z8uTZ9WGsRbHwO38K2D8/wF6hF6CfAI51mHWfa+KeMQjyy1l8MHxGICEQEIgIRgYhARCAiUHcEzp8/Lw8//HDVfBnj/vKXv1y1/5U8srFaf3//St78/RNPPGFjyk1+Hf+tjABrPtgA+sKFC/Lxj39c2FyQjdY4qArbn81Xv+d7vkc4tIiD1pjLWJnr5vHBxrL0bRpVYjYqrVW2astKrXwbyT/9yXe9613CNzkf/OAHhfvVysdhc6997WttjDG7WhbrFo7yxtquWiN4+umn5bd/+7cbmn73d3/X5zBrSRvjwozlzoZZ4YJvr9iLagVvc1438mbYbNKNfHMEjjcNjQA6y1rNWoTcv3//muq0WuK6036xP2qVARuTzbMbvY775je/WWvSbJ7r2ZrDxADbFwFsWOz07YvA0ilnbuKHf/iHl/awyBvKLLTIq1U9ghdUbWBVlTe/+c0+R1JtmOX8xfp1LjrPPrux9SvzYPSn50oR7xIE6N8wDpHcV+Py3cwf//EfN3T/BtvkC1/4QjXJmePn+vXrwjqVOQ+XuMEf/pd4vehj6sQTJ04s+q4RHiIbMjaCLFGGtSNA/bdu9snaxVt3Dhy0UmsktRxmUivvtfrfu3ev3HfffWtlU3V41s6zzr3qACWPf/M3f9Pw7cPHPvYx3z+9JHJVDusYb968WZXfent68MEH5ed+7ufqypa1/7/6q78qp0+frivfyCwisFEIMF73G7/xG/Jnf/Zn/v3LauP95Cc/Kdi1qw3fKOHo77z+9a+vWhzs/89+9rN1W5P9jW98w7+ZqkaARx99VA4dOlSN123vh3zi4MS3vOUtUuu8SiV42IQcLvj93//9lY/j9RoQwGakfa6Vxbe//e2a5+FqjSP6bywEUo0lTpQmIrA6BGoNZWPrPrCemt2gSv3D5lQqLel0ygg37c/S8zanSaXK7+e+a/JFZ83NfOCQMiOGTZYmhIlfBuiGhwu+2RIHY/EROM/ZwGdmZlrq/Qsf0CUbPA0KGzwVCgUbUCyaPKPe2WTwdGZmxnGYm470bPqXeg4GqVTwhxsoZXiljXDDhx3gLKISfxGBO4FA0D8RVS0RugmlTcdTJeK6TKklynflc65VE57Lu2I/VfyIyRBI7EfZgyirlEUWebERF/XC8PCwMNjFIj4WL7HhHBuLtbW1S2trq9E1YSMvNqNj4J+BIAaEKOMsMoEffOEPWXTxb5siYKpnKS/rn4gKP1UVVeVy1uVGVZe5V7xEighEBLYxAlZFeB2RKtnPabORsXt37Njhm/qwmJ7J27AZUPIxcIsPioZNgVokcfGDXz4QZiP35uYdbkfDE/6qsc7ZCFVTDTiXnDlRqqrnt2rZTTzYo+QyuhGBO4JAjHR5BFTV+jppKdfRu6z+hVq8TmYgfs8e6unyPc/KRH29y8OEenqn8Wq2vn7a6oWUxF9EICIQEagnAoxbMIbBpuSMaTC20d9/Wxjr6OrqsvGPdrl27ZpN8D4rly6VNwK75IdyXRI2CEvokr1nwW9raxg3uX69S9jonzEWFhYx9kI8xEe89UxH5LU1EbAm1RKm1v6JEe5cktJPVf0qOOHaH8z+W+zZ7MuGvlANsjMeSn8t2BfNi/YBy/097AyoxWwPiE2joF1Cv3Hnzp0WfofbF/BUTYmqzqGGBiUKV1cELOst7wNLrkWCLkjpp7r0vaq6L9XgioWV+IsIRAS2FAIxMYshkNR5IqpaopTQVieUTqd8XCBt47cJpVILn/Gu8jnXkGrCd3lX5vxmBBt7ZmZasLexuycnp3xNArb4/PlP7PQbN3K+WX57e7vNfbY6Mf/JPfOizI/ygSMfkcFjcnLSD7CC/5yoa7xRVQ+hqo5fana8uxKjyuu04ZtegCn4zadK/JCTPg6LKUkDRH8HLHhe7/7JzMzMLPbgD39wI37Wp0AcKDA6OiYTE5Pu14IYBqS1ycfn2RhofppWvic8+KQMJyjg6iAL1+Fqpf/Ij9xgMzo6KkNDBenr6xUO3mptzfiBXLjZ0oFt169fl1zupvf5+vo4kCsvCcakmUPgmHuHX6I78CdfiKtSHlXkTEjEbl2f8UtYeJBvzOETB/PyQYdvCLqK3iIbxKFhUEdHh8uHX8IhC3mCDPPjl1X+kFNEhZ+qiqp6HpTzLOV6i14mz+Zfcw+ppkRnKfBSra8r9lNV+x/+VMO1qor9hYeiJTc6EYGIQEQgIhARaFwEyu2WiKo6Selnt3YfblR5J3avEn7BtcfhNv5fEwLYathX2I7YW/l83uYVeqyP0SWZTMYP2GK+IDmQi/mDMl22+YaErtj8wxV59tmrPh/R3d0tHAw7MDAo8B0fH3PbGWHrZcfBS1VdN1SDm06n3Cbf4etvwjgqY6msrUnmcMP4K+OsLTbuissYbKCw/maX7Nix02iH80qnmySVws5TafRflC8iEBGICEQE1geB6ekZG5+bEMY1GBvq7+8Xxtyy2ay1fVesPbxoxBw8dNnaxMt2f3nWvWRz8pWHcoUDuRjzyAljHmGsi++SJmbby/VJSeQaEYgIRAQ2FwJm5pstrkYpo7Tb5zvc1t/pazKx38t2Pms1Exs/uOEdz8v2Puss4ME4PnY+pKoSfxGBiEBEYDMhEGWNCEQEIgLbCQFsPjYIryXNbK5GH76WMIv5hQe8Fns3/xkHlbzyla+c/3jb3zPmwaawf/qnfyocPvTud79bnv/858tdd91lNn5K2ND/xS9+sfzAD/yAfOhDHxIOQGMdyXYA7oUvfGFDJ/PgwYM1y8c3KzUH2qQBqJs4RI5N5dDp1SaDDRzZzO7//J//s1oW6xKOssuarXVhvkmZstatWtFZJ1et38Qf4xSqmtw2lKuqNg7T0lAyRWGWR4B5h1r1kDaZefXlOW+Nt6x/2Cwp2Qg5Wc9Rq75shFwxjojAZkSAPiF9w2plZ/0Um0VX6385f/Ci34W7nL/Kdw899JC84hWvqHy0putYv86FL9avc/G403eMTdxpGRopfvSTNaPVyES9UqutoKo+7iMN+kvmihtUvChWRKAmBKoty5VM0+l05W1DXbN+gzUdGyUU+/DQh96o+Bo9nuS7zzshp6rKT/3UT8kb3/jGukX/y7/8y/K2t72tbvzWk1HkHRFYCgFVFQ4q4iBAxu+W8rfS8//8n/+zsBf7Sv4a+b2qCnPGqtWPozPvWI90YxMzZ4y7EkbYmsi5kr/4XgQ75gMf+IC8973vXdPaeeY0Obju+77v+yKsdUSAg1Jf9apX1cwx+cai5oAxwKZFILVpJY+CRwTWiEBik+Cqqn/gnErhpvxaVX2AjI6uKs8X3qtWPg/v6bQTRuzHhjo0mHz4XSyO+EfaQ0ODMjQ05CdZjo6OCQN309PT3phWY6wY22X/4EG8bOpTKAzL7dt5pyROOo5JnPhV1dl0IjekGtKlurgb/JRxUp3rT0Ql/BI33MX/EYGNRsBU06PEVVVRTUko5+FaFTcQeg2phnvVssvzEln4lH8UxSIhOg87djRLoB3mLqSmpmZJ+wYHaVFNiYgKG5xR/pKyT5mlXELUGZTT0dFR/wiWcjw4OCT5fF7YUOzWrV7rHN6SXC4nbAKByzPeFwoFIRzh4UUcEn/bGgFTY0u/Gi38Uy0/Vy1f41N1/j1PI0UEIgLbGwEV2kLatObmZuGQlt2798j+/fvl0KFDcvjwYTl69IjRUTl27JgcP37M3ONGx+w6eZa4x90fHyIcOHBA9u3b6xsGMbkEb+JRVYm/jUKgWqxVFmaLbpSQMZ6IQESgSgSoQ3fu3CF79uwR6tjDh6mjj3i9G+rn41YvHzM6XqqjuS4TfqjPqddDPb3f6ug9snPnTkmnU1YPxHJfZVZEb5sfgZiCDUKAsQuIsRHGRMbGRm0MtWjjpwUZHBzwcU0mrhgT6evrs7GRhPpnr3t7e+263/ze9vETNstkA/disShjY2N1H3/dIGhiNBuIQLBzl2rjlnous+1iCC+ln9rz0uUmdVRJQ6BUKmU2QNrHPXfv3m39t/3WBzzoH5azAIa+34kTx0u2xXGzL46W6Ji5CR31D9APH77Lwh7yfuSePbvdvmhqSntfU1Ul/rYjApX5Xr5WLV8nqKiWn6mGa9Xg4qfikttIEYGIwDohgN2WzG0xD4Wthc2F7TU4OGj221xifpq5Kz58YcMX/GPzwQNegdZJ2C3KlvpOVd3eUMUNRJtdSapzn6uGe9WyW+k/nU57m8/4LBTmQBfOe4bnzX64ZlNTk4eBj6o64uQp+Yt9nxC6Qr4zf8k8ZnF23cSQ2+/9/bd903sWieZyN31jYA7sYrMa3qFb6BBh4QV/j2yV/1R1AX6qPFOzS6CUva+8D9eqc13SnZBqOZzYDxyQdWxsXEhvoTBs/ZxhKdhcLlS0vgrpAZe1pseis7nnGT+wDH7wHRkpWnxFj49ySBkdHR3xxZ5JfCaypzOVUkt3ykl1bhpVw32SzrJLGCgJFzATUeGnGlyuqyXkgsANXSmanhQKQUf4UCRvc+UcuIw+kB5wRC+KhuXIyIj3/QgHBugevIhbVT1t2J3obEKJzqdSKVFVJ7EfeQcRHoIXBF/4U48RH3EP+hz+gPT395sO9woftbCxdXf3DZ/Lv3mzx58jPzKTN/CCfyCLcI1/qkF21fkueaOedtXwjvxTDc+4TjAAm+bmJi/Xy617COV/h/UNmmskwixFlfUJegQFeSX+IgIRgYhARCAi0AAIWNO5QIr5z1R1jp95t3PexZv6IYCthu2InYaNhl2IzZXPD/hcQb/1M/rNTmNeobe3z+yyMoX5hn6z4/pm5xYGrU9bMLu9aHYo/OA7NTXttnb9pC5zSuwx7NMdO3bafCxjr/ts/PTgoutvGIdlHrfSPX78eGlc9piFYez1gI3f7rN54t2+pgcbj3hU1exdmSWJv4hARCAisD0R2IapnpHp6Y6yI6QAABAASURBVCmfK6ddY1yiYGNTzMHTRtI+0k5C/f2hTeQ6tJPcQ/3WVgaX8Q3ay6KNxYyOjtk407jzJg7GObYhwDHJEYGIQERgUQRU1edOmpqafU1ES0uw9Q8ePOjrJrDrAx01e/6YE/fHfd39MTl27KhRsPVZi3H06FHrJxxyW7+lZZeNze6wsdwmj0NVJf4iAhGBiEBEICIQEYgIRATmINAwN4888ohgA1Yr0Ne+9jVpbW2t1vuS/uABryU9VLx4zWteI/fee2/Fk+11yXjJxYsX5aMf/aj8i3/xL+Ts2bNuZ+/bt0/+v//v/5MnnnhCfumXfkl+//d/X9iknbGR7YXQwtQ2NzcvfNhAT06dOtVA0jSuKC94wQvk7//+7+XRRx9dtZC9vb3y2GOPyV/8xV+smke9A7ImC6o3383Mr5YD5y5dulRzUhv9kL4HHnig5jTFAHcOAeYfao2db6drDbMZ/TMHw9qIzSj7eslMOzQ6Orpe7CPfiMC2QuDMmTPy+OOP15TmL3zhC75mvqZAi3jm2xE2Gl/k1ZKPvvd7v9f3zhCRJf1U+yLWrwuR2uj6lX2qjh8/vlCQ+MQRiP0bh2H2H3VGte0/31C1tbXNhq3mgm/lG3lcgflkykw1aYl+IgKNjsBWG4PYs2eP1HLA6Vrzh/Xz2DFr5bNVwtNfvpNj9xz88eu//uu+HmitmL7+9a/3A75U41qgtWIZwzcGAi9/+ct9DqGW+dJKyZnD+5M/+ZPKR5vy+qUvfak873nPq1p25iS/9a1vVe1/KY/Yz9X2uZGxgcf7l0rihj9nT4Ef+7EfEw7kWkvk9D3+8i//Ut7whjeshU0MuwQCr371q5d4s/Rj9ozo7Oxc2kN8s+UQSG25FMUERQTqgIDqwo6I6sJnlVGpqqjq7KPKA3cY3OQjbRpQJoLZKKhQGPbDdtiEiUVb+FlLJ5fOcUJ0DqnQiSv5KI5rnk1OTsz5SFxVXW5VnZW9movgXS2sONl/ib+IQOMioPNEC/eqc915nubcqqrpuvqCShYN7tq1S3bvbhEGw+YTm9PyrqWlRVpadsnOnclHT2HjK2Nl5VBkepqPXWfsekZEAn9V9Y2x2Awh2QSLa7EfZZz6olAoCB/D5kqHcrG5F5Na/f23ZXBwSPjYdXx8wvhPW6j4FxGICGxOBKLUEYHGQkBVZ9vAnTt3evt36NBBP+Dl7rtPyenT98mZM6fl3Lmzcv/954zOO50/f96enZfz588Z4ULn/COFe++9R06cOCGHDx/2hS+0p/Cm/VMtt4uqKvEXEYgIRAQiAtUh0NTUZP2U3b4JAxsy3HPPPV5Hnz17xurlc/LAA/dbfQxRL8+n81Znn5UzZ87IfffdJ4Slnr7rrkNW7+/2g4mRQlVxIkUEIgIRgbogoBrqFFUVVShldmdCaat7Emqy66UpnW6SdImamtKSTqdmx1dEVFQDSfxFBBoOgcYVSFW9HDEWSn+NxS7Hjh2RU6dOCv05bIbz1ue7//77zc44b4Rtcd5sjblEP/GM9RfvvfdeC3tKksW/LDLbsWOHlde0x5NKpST+IgIRgYhARKBxEWCOanp6es6hP8xJsUlrLndDurqul6hLOju75Pr1636wEnNYHKzEnDX+ma9mrouNzadtngy+zKs3bsobXzJrshcVUlUXfR4easlGDnZzOp0WDuJhfJY5zj17dttYwJ5laLfNgbb4Ju+0583N2ONp50l+VuaraoiLtp54EuJeVYVfsr6BdRQ9Pbckl7spHGbE9a1bvTYvetsP7eUDqmnTQ8LUi4IIarLDUfnnFJ775Yr/VCvDqc39Mg887ZsSj4+PC3Izvzs4OOhpuX0774dlsYakHukBb8oV5Yt4OKSYuBIaHi6YDBxWPOXpDNin7Bq5oZBE1fJ1eLLU/2r9LRV+6eeqanJJibhWsxWDq4qbyC2G88wcEvupqvtnjAyd3mVz+i0+Z9/iOot+c4+uo7v4QydVVfiBZSWphueqajKp8U7NIVXye8YPBAN75uup89Dh7u7uUn3YLczlc0AE+rCe9Z+JIyLIKvZTIxHV4ErFDx2ASH9zc7OAR0vLLh9X3LNnzzJlf3XvsP3hiwtxDe3evcfyZbfXJc3NO6zfn3Z8VXVRuSuSEC8jApsQgShyRCAiEBGICNQbAdVgM6hio6VtnDHl9gT2HXbO8pQ2v00lImxasI9SKTVXRVVlvX6qanGkPG7ssN27d/uaGTbaZ1OH++671+Z3zwjzu+fnrbUJ9+VxWOZ+GX9l7PXkyZNy9OgRYRwXWwveqVRawm/90hP4x/8RgYhARCAi0JgIqLdpquptTyqVMpc2j7E8KG3tJ27SJi7vpm0MMfCAb2qWt8RfRCAiUIFAvNzuCKimzNZvtjHPXT7OysbA2OmstT9z5ozMtekT2/6cnDt3rvTuvK+9uP9+3Pvt+VnfvAke+/fvtzHcFpvP2WlxNImqSvxFBCICEYGIQEQgIhARiAg0JgLnz5+Xhx9+uGrh8vm8fPnLX67a/1Ie4QGvpd5XPn/rW9/qdmXls61+zUZav/Zrvybf8R3fYXb1Dnd//Md/XD72sY9JNpuNezKsoAAPbMHDbVazAXCAaXP/v+uuu+QTn/iEvP3tb191QtjLhIPrGmVDTNap3snNd1cNZAwYEYgIOAJdXV3u1vLv7rvvrsX7pvU7PDzsa/I3bQKi4BGBiEBDI6Cq8uY3v7mm+YZ6bQ7+5JNPypUrV6rGh/VQa7Ff50cU69f5iGz8PesPoI2PeXPESFnbHJJudSlj+iICEYGIQGMhkMvlfP/yxpJqe0vzohe9SH7zN3+zJpt6PmIczvLf//t/9+8J5r+L9xGBzYzAQw89JL/6q7+66iT87u/+rrDnwKoZNEBA9lbiwL1qReHb9s9+9rP+3Xy1YRbzx6Fe1fYpvvd7vzfWP4uBWPGM8etHHnlE/vAP/7Diae2XrBH927/9W3nFK15Re+AYoioEWKPLPGhVnis8Xb16teIuXm51BFKLJjA+jAhsQwRsfmBOqlXLHyaolq/xpKre6VEtuzyHVMMzkRk3YqanZ3yjJTZTYmHJ4OCQDA4O+gZLbIjE84mJSd+8bHp62sPAZzWE8QRNTk55Z5l42AQNYtMl4iOuynhUE3nF0yT2Uw3PVBd3zUvFn9o1ZE78iwg0MAKmznOkS+5V5+qv6tx7Aqmqlw9VFSZyyptS7faPpNjAANq7d0/pfrdvHNXS0uIfUu3YsUOampo9rCpNr0qoIyjzkIixNlIJH6qm3C9xQapq7yzEzIywmRqTeiwKu3HjpnR33/AN6Xp7+4TN2yj3xeKI+RuPiz8l/iICEYGIQESgXgikUmptWVqSDSxp91i0wmAfixY5uOXMmdNy9uxZ4aORQMnHwfPd8+bvzOxBL0sdyCXxtzEIxFgiAhGBLYUA/Qc2bePQRA7T4lAtDk08e/aM189ho4bzgktdzSA9bqBzwv2ZM2dKB3LdLcePHxd47d69x/ooTVsKq5iYiEBEoHEQUFUXRlUXGRdp8vqnqWnxzb/S6eR52u1V6kEolUobr7SNp6iRxF9EICJQIwKqlB21cpQSxkJ3797tG7kePXpUTp485QdynT172u2LBx4o2xbnzwd7Ajch7IvTp097mLvvPlWyLw75OCrjpqlUyuNRDXFK/EUEIgLrg0DkGhFYIwLMQTPHzDw0c1UjI6M+5838VHd3bs5hXCws6+q67nNYudxN4VCl/v5+9x/msCZ8DmtmZro0Nz6zRuli8PkIqOqcR6rcl4lbVbU2GEpJOp22Nn9H6VCeFqHt31M6lIvDcwLt8fZ7z549/r6lZZf7Z8wYe502XTUcTjQ9TZ5CYj+1eFKzRFxQ4l/sNzU1JehGPj8g4TCjnM1/3jTd6fF79IfDjkZHx3xdhQWp0586HxPb3eSfKs/LpKrWr1iaKsOpqt9y6NLk5KRwABPrNJjfZc0Gc7z5/G0pFIb9EKfp6Wn3v5Z/8CAeMOTQJ+aLExoaGpqNa2pq0qMB+5SN+SMq5A9L/1R1QVpLr+Y5Ou9eLJzU7aeqxk9db1TL+oPckJR+pB2asXl0m00XCyakr6kp7Tq9a9dOm7dvceIwLnS7xefwd9r7ZutHNrl/VXWO8Cnz80fGU53gW0mq6mEJA/7kKfmLDrPJS3fFgVys2SEvxsbCHP7MutV/yCqL/mYco/BKVb3cU3axySEOLwOfPaWyv8fKOusfEuJ+LUQ9sjD8bqtPWmbrkqRuAGdVlfiLCEQEIgIRgYhARGAVCGyTIKrYClqy09TtslQqPWvjpK2Pg61TLeE/nU5Z+JTzVA28ZR1+qmrxpN0exQ7DBjt48IAfpsX46fz1N/fff39pbrc89nr//ef82f33n/f5XQ7xOnnyhPBBLryw4TiQizRZdBJ/EYGIQEQgIrA9EaANUNXZti2VSlubmfZ2KG1tZXp2rj2Zc1/ODeFSqZTxgwLf7YlsTHVEICIQEVgagZSNvTc3Nwlj04yHciDXkSNHhcN3z5w5Lck6Ctxz587PuedZoLAGg7UYZ8+GA7mOHDkiHMjF+PbOnTtmx7Yl/rYvAjHlEYGIQEQgIhARiAg0NALYbRxUU4uQbK7G+pJawlT6LRQK8qlPfary0ZLXp0+flte85jVLvt9KL1jn9vGPf1ye//zn+3dSP/uzPysXL17cSkmMaYkIrAoB+qu/8zu/I7VsBDk/IsrXe97zHvniF784/1W8bwAEpqamGkCKOycC39TeudjrGHNkFRGICCxAgPqtcj3sAg/xQUQgIlATAmwCzSbp1Qai/P3xH/9x6TugakPN9cc3Fn/2Z3829+EKdw8//LDNqZxfwVd8vRYEYv26FvRi2PVGAP2E1jueRuXPtz7s79ao8kW5IgLbHYG6jEFsdxDXkH7GKNcQvC5B3/a2t8mP//iPr5rX933f98nznve8VYePASMCjYzAu9/9bnnzm9+8KhH/8R//Ub761a+uKmyjBFJVefzxx0VVqxbpS1/6ku+tUHWAeR5r6bfzLdNjjz02j0O8rUTg61//urzyla+Ub3zjG5WPa75++ctfLn/zN38jL3jBC2oOGwNUjwCHcR08eLD6ACWf8UCuEhDbxEltk3TGZEYEqkag0k5RXWi0qC58BnNVdSNHVbl1whCZmZmWyckp30xpeLjoG42x0RIbLrEwjo15Jicn3Q8b+3jAGv/NzMz4JEXiTk1NSrIJGhv79PWFDc6Ij7gSf0k0quqyc6+qOMuSavBTctxv5bU/qPJf9BYRWH8Egr6W41HTd+6Uf3NINTxTDS4vVdX8B+Ij0nQ65Zsh8IEUm3bxkRTEJga40O7de2T37t2+sReD2WycwEdV6XRa+MDKWFqZFZmennGiTIr9VNXep5zwm1AqlRIRNrCbFg7VKxSGhY3ncrmcsJEXG3rdutUrbPDFRl7FYtE3d5uuwwZuEn8RgYhARCAiEBEwBFRVaJeam3f4R8IIS/nGAAAQAElEQVS0exzQcuzYUSlvCHRGzp07K3wMnGwIxOY/58/zwfB5e3fe3gXiA2EmkzjoZakDuVRV4i8iEBGICEQEakOAupq+yKFDh+TEieN+8MXp0/cJ9S71cVI/c33+/LlSvYx7zjdt49nZs2eETduop0+cOCHwgmdTU1pUQ92sGtxapIt+IwIRgYjAcgioqtcxqZTauEjaiTqNumelDTPTpY3CcAOlhbCMp8BPNfCW+IsIRASqRkBVrRymvFw2NzfLnj27hY1c6QOeOnXSbYwzpc2ign1R3hQWeyIh+oT0E/F77733+iZTLPzFvqBfuWPHjtnyqqoSfxGBiEBEICLQ2Agw78Q8NHNVo6OjNu89JMxF53I35Pr1LunqKtP169flxo0bfqgSh9P09992/8xXE356emrOHFljp7xxpVOl/YSWllE1vC85JY/q7bxqSrCbsblp85n/ZFOg3T7XuUdorwPtNXsA2mPuntl50J07dwrtOeGxwVVVmPcMRFTEI8Jz4sFPQjyDxH6sYUA3BgYGhAPccrmbpjvhMC7mQNEf5kDHxsZMb9Z+gJVFaTLxH1L+GQU3kcke+J+Gx3693D9VNZ4664XyQrpYD0J5YX6XQ7L6+/ttTjcvhULB15BM1WHjC+Li4wEwBCfiCTTk5Y61KciAPKpq9lfKZIXK8sqqfiG8sVxV6MpAqoEXz1TV5CsT/Tr0B1JN5GbufMbm3GdcJ9A5wkL4Qyc5LG7nzl02Zw+1mAvtdjfobrNhkRb8qypBZ3lV8lNVUQ2EX3QYNyH8opvkKfP1QYdzVi92S2dnl7voMXmDPqxf/aeehvAvXKsGNzwTx4trVfW0gxNlHzxaWnZ52d6zZ4+V891e/sM193sW3Fe+W+6aOiR5z6Fc5XsO49rj+bFr1y5fg5G2/j24quos5hJ/EYGIQEQgIhARiAhEBJZAQDWxGVKSTkNpc5uM0r45fTodXGyepQk/UAifSqVm7UNjv0TMa3usqi4jdhj9KdagHjhwUI4ePerjp8mBXIyrhnFW1tkkc7nh+vz58z63y9js+fNnfW735MmTxuOIjeMeNHtur2DjgYGIikUpIirxFxGoJwKRV0QgIrAZEFChDVBVb99CO5e2a9rLMi3dTpYP6Epbn512JZUiPHwhMf64KvEXEYgIRAQiAgEB1ZT1R5rNHt/l460HDx5wOz0cyHVmdr3muXNhzeZ5X8PJ9XlJnrHOAlsfol/AOv2jR4/4gVy7d+823jstjiZRjfWvxF9EICIQEYgIrDsCMYKIQERg9Qi89rWvFTZ8qpbD1772NWltba3W+wJ/zz77rLAh2IIXizx43ete5+PRi7zaMo9YQ/ORj3xEjhw5Ij/wAz8g4LNlEhcTEhGoEwIcyvWHf/iHazqgL5/Pyzve8Q5hY8w6iRXZ1AmB7V7v7d+/v05IRjYRgYhAoyHQ0dHha7AbTa7NLk+Uf/sigE34vd/7vTUB8IUvfEGy2WxNYSo9U46//OUvVz5a8fpHf/RHfc35ih6jh1UjQL7wPcSqGcSAEYF1RIDvdNhjcx2jaGjWrDXlm5yGFjIKFxHYxgjEMYg7m/lb4QCNP/iDP5BaD6y9s6jH2DczAhste0tLi/z8z/+870NQa9x8t/3Zz3529pvoWsM3iv+XvOQlNR3CxNj+t771rVWLz/70Tz75ZFXhH3zwwXgg4BJIoX9//ud/Lo888oh0dnYu4au6x48++qh8/vOfF/bzrC5E9LVaBOg3sbdZreHZo6PWMNH/5kUgtXlFj5JHBDYGAdXyBwqq5evlY8dfmWZmpv1wHA7JCRsfDfjGR4XCsBSLI8LmR1S+bLY0MzOzPOsl3rLJEhsojY9POD8O/xoaKkg+PyBsXMU9mwDNj0MVOQNT1fJ1eLLc/1r8LscnvosIbBwCqDi0WIyqZZ2uLIfJtapKKpXyjaD4iIkJRRZisoEsh4kcP35Mjh8/boRbpqNHjwrEYSMsnj148KDs27fPP65iUzsGu/mQFd6qQQZV9Y+jkmeqKuGnvgnY+Pi41x3UJ/l8fracU9bZyIt6ZWxsXKampr0DmaQh8Ni2/2PCIwIRgYhARGCNCNAucSACbRebI7JxIh8K08axKTttIge3sMkPG7TjBjohJ0+ekFOnysQhMbSPd911yD8QZgADnvAmnkRU1aQNTJ5ENyIQEYgIRASWQyCdTgv1KXU0B10kfRbq3VOnTlpdHOjkyZNWN0MnSi7XJ4V6/Lj1bajTCQsPeNF3gfdyccd3EYGIQESgVgRUdXb8AxsQUg2bXXK9SpK54dJ+r6qzrsRfRCAisCwCqqFsqqqXG2wANm+l38aY6OHDd/l457Fjx92OYOMo7Iyl7AueY18cPXpECHvo0AHfzH/XrhYfa03KrKpK/EUEIgIRgYhA4yLAXBPzTpOTUzIxMS5sWjIwkPfDkzhwJpttlzJlpb293ReYXb/eLTdu5IRDufDPnDXzXPBifhu+q5web1ywGkgy1aXbV2zvdDrlmzayCfyePbttrPaAtdeH5dixI0ZHjY7Z3Cfzn4EYXzju86HH7d1RtwkYP2AOFDuBMQQ2k8d2YKw3beMUKZtfVVVRDZTcJ66q+nzmxMSE61WhUJDBwbDGIe/zoPk56x3QwaA3q1tXIcv8TJQ5b+ffz3m5xI2q+htkZG0GB9CNjo7Z3G7R0jXoh3HlLV3DwwXhOX7w64FW8Y+wlCfKFeWSuWLmkHHBcnh42HHlPWWOKFTV7Dz1PJE1/3TNHGBAOnAh6gSI64RU1WROmb6mjZp9w1EWY6O3zL3z8QqHGDDngD4eOXLY9fPYsaDHx46hy4F4dtTm8NFd/BGmrL+7nTdlYjH9ldJPVR0/1aC/YIsOj46OCpgPDAwKh6/19HCwXI/l+23L/yHPC+bx8cvBXJXpLrFelWNiLAg3/xlxQXgkbZTRXbt2CRiCH+OAR81mD1gdt7IPXrhlOnHimJw4cbwmos6oDHP8+AnnTTzkBXlw4MB+k2OPYb/D8rdJkE9VEXU5iu8iAhGBiEBEICIQEdjGCKiq2YdQymyHlF3Xm3TW3pM6/1TV5cXmKdtke+TAgQOl/liwYbGhGFtdauyV5xDzu0fNvsWuxa7bs2ePtLSEA0/pd0n8RQQiAhGBiMA2RSBpyxZrI3m32POVn6XTiZ/AQ0RlnX+RfQkBR9rsCPuTQGoulBL7H0i5LpF5UildmytGfo8f3hmlUvbEyB6J3YqKOEn8RQQiAqtGgHLFWvsdO5p9HWfy7dnhw4d9XPTkybBeE1seOjlnHWd4xzPesRYDe58x1P37DwjzL4xd049I2/yLqq5azhgwIhARiAhEBCICEYGIQERg/RE4e/asfPd3f3fVEeXzeal1Q/JK5p/5zGd8bUrls8WuVVXe+c53impD2ZOLibqqZ6zD+aM/+iM5ffq0/Jt/82+ENTSrYrQBgVS3Zh5sAHQxijoiQL+TDV8feOCBVXOl/vqhH/ohXzO6aiYxYEQgIhARiAhEBCICEYGIwB1D4O1vf7scPHiw6vivX78uHCpddYB5HjnQK5fLzXu69O3dd98tDz/8sMTflkAgJiIiEBGICEQEIgIRgYjAlkOAA1s++tGPrjpdfJf6vve9T7LZ7Kp5xIARgUZGgEOf3va2t61KRA6W6uvrW1XYRgnEd+yvf/3rqxaHb8DXchDZV77ylarnaxgPYF+IqoXbJh75/v9XfuVX5K1vfWtV8+/LwcL82Z/8yZ8I+x4s528LvrsjSeJ7OsaRao2csS72hqg1XPS/ORFIbU6xo9QRgcZGgPVPqip8SJFKhWI2OTkpo6MjMjg45IfnsInU0NCgDA0N+YY8bMxDo0uHSGr8EYaNnDhwq1gclkIBKpgLDRv/osU9Kgl/DCyoMhrVuGirEo94HRGgjFC2QEJVrTynhI+Wdu7cJQcO7Bc2iLrvvvvk3LlzJTov58+fl/vvD8Q1xP358+fs3Tnzd1ZOn75P+DDq2LEjPhm5d+8eYXN7DuUS+xFvQnY7+6eqvsBVVf0Zi0KpV9g8jfqjWCxafVJwGhkp+iGAU1OTfoDXYvycSfwXEYgIRAQiAuuAwNZkqaqzbSHtIe0Wm6q2tLT4RurJhpf79++39u1AiQ5amxmuDxw44NeJiz8G4Xbv3uMbAYUPhJu8rVUNbZ1qcCX+IgIRgYhARKBqBFTVN63dtWuX7N692+rovZLU0dTBLIg8cOCgHDx4QLhPqPKeOpowoZ5mE+Jds4dlIIhqrJ/BIVJEICKwNgRU1cc5sC0DBVuQ61RKzfYM70VUqvklm7UbW1FVJ8Zl0+mU14vYr6lUyp+rqsRfRCAiUB0Cqur9NDZ0SvqAu60fh52AzYANcfDgQTnodGAJ+2K/2SP7zS7ZZ7TX+oBz7YvKsqm6mcqnxF9EICIQEdhWCDDXxOExk5MTwmEyLCrq778tN27ckGy2Xa5da5XW1kDXrl2TTCZjz7PS2dkhLEK6efOm4L9QKHj4qakpm8OakpmZacOx/gcrGdP4Nw+BxGaesQuaXNpg7GTGZnfbGALt+fHjR+Wee+6RM2fOCBsDnTt31uc4meu8//5zpWvmRLlO3HPm94zce+89wgYdLA7FRtizhzZ/h9vgxJlQpViq6u9Vy4cahfnPCV/fUCyO+NwnesP8J+sheM8c7mL8Knlv5LVqOR2q6lEjHwdlTdl8LfO5RZ/LHfKDmW7fvu3pGhsblSkrC/hNyANX8S/xjztlcVAukzg4DArMuGeNCvEnuMGavFfVWex51ihEegJNWx0BUU/MmKwya5e2tOyS/fv3+QJUDnu6++5Tct996O1pm48/5/P1523e/rzP0Z83va2cvw/v77c5/fPu57zp71lBf9nklIMMOJgKe3eXja+l0+kVoVFVk69MVsR8bU7R9HdgYMDyPO+Hyg0ODvp6IepP5veT9TsrRlAHDwHTGcdUZMaxxL7fs2eP2fAH5ejRI76G4fRpMDxrOELnFmCXYFarC96B7p+TP9Qx9913r5CP1EEtNudE34O6CexVtQ6pjywiAhGBiMBaEYjhIwIRgUZDQFVL9lfK7ZpUKm1zCqnSs/CudplDuJTNI0CqgV/CR1WTy7q4qirEkzZ7E9tn584dNm7aYuOne2wsda/Zu/uNDpitFog+VjKvixvuD8rBgwfdD3O72HbYUzt37vS5XQ4BUFWxPxFJXIm/iEBEICIQEdgmCFD/q6q1N2rtZcrclKgm7YFKrT8LWgqfMn5p4wel/FmtvKL/1SBgeWaZoKqGecrwB3soLSpGamRuykjtOgVJk6QgNXc+pZoknUo7n3RaBUqlRDSlEn8Rge2LQP1SHmz9JrPLmwT7HDud78ZYY4E9vxIdPHjAbX3sfcLs2bPX+wvwYvw0nU4LcajGMlu/XIucIgIRgYhARCAiEBGICNQfAdYcvOUtb6mJMZurjYyM1BQGz6xN+NznPsflivS85z1PXvrSl67obzN6YD0/3AAAEABJREFUYEP3d7zjHfKDP/iDcuvWrYZMAnb+v/t3/046OjrkV3/1VxtSxijU9kPg9OnT8uEPf9j7mqtN/dWrV+U973mPr5FaLY+NCRdjiQhEBCICEYGIQEQgIhARmI/A/fffL6985SvnP172/lOf+pTwfcKynhZ5SZ/305/+9CJvln70+OOPy5kzZ5b2EN9EBCICEYGIQERgAQLxQUQgIhAR2BgE+Jb+ve99b+mbzdXHyff4HMrF96ar5xJDRgQaEwG+l/mBH/iBVQnX1tYm0KoCN1Ag5oxVq1/r96UvfUl6enpqTgH99D/7sz+rKhxzlo888khVfreTJ77//7Ef+zF5//vfv+Zk//t//+/lf/2v/yV867VmZpFBVQioqlDnVOW5whNlh30YKh7Fyy2MQGoLp217Ji2mumEQsDrYF52k0xQz9QmEkZFR4QAuFraxCdLg4JDf0+CGDXc4PGem5jRQabP52ejomBSLRT+IC56F0sFcPBsbGxMO7WJzqvkRqFZvmM0PG+8jAlsNAcrTfCKNqZRKOp32w7P4AIpNoU6fvk/O+0ZebEaVUHlTLzaV4n1yaNfZs2fl9OnTcurUSTl69KjQCUk280qMNsoo8Uvpp6qiql6fpFIpv+Y9/jDaxscnhI3UwmF8Q17+mXykzPMefxBhIIm/iEBEICIQEYgIrBIBVfX2iPaQD3r5sDd8JLxX2NyHDTAPHNjvm/0cOHDQ2rkDTgcOHJD5xAfCtIFs9LprV4vs3LlD4Alv1dD2SfxFBCICyyMQ30YEFkGAPgN9i507d/pAPPUzVFkPs2FD5X1ynTynjibMvn17/VCvXbt2+iCzakpUdZFY46OIQEQgIrA6BKizIOotNobEFuQeUlWvc8wxdzn+88dS1TyrwCOdTpmb9vGctI3ppGxcBZL4iwhEBKpCQFWt/KmVo5TbAtgX9AGZ7Kc/F/qAS/f7sDHm2hd7fUPZ0A/cGfuAEn8RgYhARKBKBBrEG3NMHC7EfPP4+LgMDxelv79fbtzI+cFbHMZ1zQ/luuYHc2Uyrfa8XTo6Ov1ArlyOA7n6fR5rfHzMDyFK5q8aJInbRIzEflazk1PexlceyHXs2DE/mIj5zLNnz0gyxxnmPMMcKHOf5/0gI+ZGeXbODzS655675eTJ43LkyGEfD8ZmgDc2OPojpV9yrapuZ/AeEvvxbmpqSlg4Xrn2gXUPxeKIMP85NcWaimlfpI5/yII2zJ9qsKGQKxxiNyXjNp+L/KwVyefzkjcqFAo2xzvq60jwC9WaCMJAU4YZ5apYLPr6k8HBQXMLVk6HhTUq4JbMG6sG+VS11ujW3T9pqSTqiIRU1XWWeYSWll0+J3H48F1+kBMHct17771y5sxp19mgn+dtHh86J/f7YXJcz6X77z9v785bmLPCoVCnTp2QY8eOyqFDB81u3WvzFjstzrTbxFL6Vcqnqv5OtewGXZ6xPB/3tTvkRT5/2/J8QLhGB1jLMzo66noOvxLrdXOIA0qw5MAw+uGM+VFODx484GsXTp06JadP32d4nHMKOJ5zHO9fAsPg57z7Wer6fsOZd3yszTV0/vw5i+Os1x3k3fHjx+TgwYM+Fkm9kfThVXXdcImMIwIRgYhARCAiEBHY3Aio6mx/Ip1OzV7bY6n8YQdV3i9+rW7XpUpzCImrGp6r6uLB1vBUVV3mtM1dYJv52GtLy5z5XeZsK8dYua4k7Ljkft++fR62xXjAC7sZ3qkUsqulT+IvIhARiAhEBLYhAqrq7U0qxZx5aC9VVfhV10biMyG19kSNHwS/dOk6PJf4W1cE1LgHUsdd1fKzksTyQ5tEjVIcwgVxrfbc3unsfZOkk+eplKTTGiglkjK7QVVEIIm/iEBEYLUIqKqVp5TNv6R9TcTOnTv8MK3FD+Tab/Mp0AFzF1Kw+ffbePUe58HYKf2HdDotqirxFxGICGxSBKLYEYGIQEQgIrCtEHjjG98oJ06cqDrNX/va13zdVdUBSh4vXbok3/rWt0p3yzuvf/3rhfVBy/vafG+//vWvy0MPPSS1buy+ESl90YteJB/84Ad9w0DW2/2X//JfhLUSGxF3jCMiUC0Cjz322JoPiWODyJ/5mZ/xNVHVxhv9rR8CzCOuH/fIOSIQEVgRgehh3RDgezbWRKxbBJFxRGAbIrBr1y754R/+4ZpS/uSTT8rVq1drCoNn+q9f+cpXuKyKVFUef/zxOC9SFVpr8xTr17XhF0OvLwLUU3yXvr6xRO4RgYhARCAisBkROHjw4B0Tm/2ef/qnf1pu3LhRFxk++clPykc/+tG68IpMIgKNhsDLXvYyOX36dM1iUc6ee+65msM1WgDSD1Ur17PPPlv13G8lz87OTqm2z/3www/7d+GV4bf7dS6Xkze96U3yh3/4h2uCIpVKyUc+8hH50Ic+5GtI18QsBo4IRATqjkCq7hwjw4hARMARUFUfyKchtEtfOIIxNzQ0KBzIxWY7UKEw5BshseEOh2rNzEx7+Fr+sXEOGyixkRKbLLGBDxs4BRo2/kXfzImNq9gobWZmRqBa4oh+IwLzEdgO95QTSFX9oyg+XNq5c6d/7MSmUPfdd58kG9GdP3/eN+zCXUhhQ6lz585aR/A+YTOr8oFce/yQLz6MEvsRXyXZI69LVNVlUFXhl5T78fFxL99sfDg0VBDqFOoBNl2bnJxq2M3oSEOkiEBEICIQEdg8CKiqt0fYtrSHLFSjTWQzHzZsZHOfZDMgFuqGj4APeJvJ/ULaL/v27ZU9e3ZLS8su39gSnvBW1c0DTJQ0IhARiAg0GAKq6oPw1NEsKmLx2759+ySpo5lIXlgnH5hTX+OXMISlnoYXdXQqFevnBsvuDRMnRhQRWA8EVNXtS+w/iHERXEg1JeqkFnVCdrnkXzhUQFXF/oxwVRLbNZ1uEvhCquGdxF9EICKwLAKqoayoqpclbAFsgpaW8qaw2AzYFdgXK/UBObwL+2LPnj2ye3fLgj6gaohP4i8iEBGICEQEGhYB5q449If5bOamisVhuX37tuRyN/zgreQwrsTNZDL2PCsdHR3S1XVdbt686f6Zvyb81NSkMG89PR3nrTcu08Ga2GbMZpZSG98kbOBI+0ybzoY799xzj5w5c0bCgVxn5fz5cyUKh+6Ew3TCNe/OnTvv/u+99x5hE6EjR44ItsEeG/uFt6oSqa9PQI/8pvRPVV0O1eBnenra9GLK11aMjY36gUboDMRaC3RnchLdmVqUn9zhn6oatupSkNaQnkk/nAn5BweHvBzk5xzINTVnPpdwzmCZf/hJKMQxJWNj444XcUBgxpwx61AS3PALW1V1OVWV21lqlAvShqwQ9QT3yEafrrm5yeYUWmysa5/cdVdyINfdvlFRciAXOlpJ520e/7zr8eLz+WfPnvXwJ0+elKNH0d9DwrjYrl27vC8pK/xUtYRn6MsiL2tzwJ+1Qbdv52VgIC+DgwMyNDQkrOdBvzngkDSuwL4ur5EJSuIDS+x7NoGl7B89elROnTopLGpnTUPA65yVfcp6cMH0vGPJs1ro3Ow6CnhA5y0/zp07J+fOnfHD0I4fP271xkHP2+bmZmGMgD59XRIfmUQEIgIRgYhARCAisAURwP5KeV8CuwbCdlDleUK1JVs1hEul0s6XeVFVrY1Jlb5V1e3HVCrl9ib2D7bZ3LHXfTZ/u9/owLJ08OBBf5+MvcIDXvBMlzbpt+iqlCx6iwhEBLYLAjGd2wMBVbU2DaK9Sdl1aONUVZIfYwXJdTWuqhqflLVfKXdpy1TL/CT+1hUBVXUbQlUlpZYHRqppUaOUNomK5THk96XrioO4UuYnbeRuKi1pp5Sk0xbSKJUSUTWS+IsIRATWgoCqCvVjOp2eXceJnb5nzx4f12aNRTV08OABSex9xqvhwZwLY6fwJg5VlfiLCEQEIgIRgYhARCAisBQC8XljIMAeBK961auqFiafz8uXv/zlqv0nHj//+c/72pTkfilXdWtuZP4Xf/EX8sgjjwibzC2V9o16jq3OwWC/8Au/IBywxnqhCxcuyPve9z45c+aM9b2jHb9ReVFNPC984Qur8bYt/Kiq/PRP/7S84x3vWFN6f/u3f1t+/dd/3df2rYlRDLxmBO6+++4184gMIgIRgYhAIyLAelfW9zaibFGmiMCdQKBecb7mNa/xdeTV8uvv75cvfelL1Xqf9feZz3zGv3mYfbDCBf2rBx98cAVf8XU9EIj1az1QjDzWCwHmS5k7XS/+kW9EICIQEYgIbF4E2NP5Tkn/W7/1W/LZz362rtH/3M/93KoO4amrEJFZRGAdEOD74Ze//OWr4szBzqsK2ECBDh06JI8++mjVErG+m/oFNwlUjcvc5PXr16vxKk888YR/z12V523g6amnnhLGIKo90GwpSNjz89Of/rT8q3/1r+K88FIgxecRgTuMQOoOxx+jjwhsSQRU1Rs+VfUPKcR+bGzDRkcjI6O+wQ4bIEHJZkgsqOL91NSULzDB8IEs6Ip/8E42WBoYGJR8fqC0kU9RRkdHZGxsTNjMJ+G9IsMG8UD6EyKNyM8GW2xeBFakCzyLxRHDtGg0LGDKJkbQ4OCgQAMDA5JQPp83fAKx8REbxQUKz/Kl94l/8IQH/ODN5kjEl2xcleCKfMi6XtDBGyIecCD96AwyIR/ykp7+/tvSbxNWgW77hl4hfZXXeccjSRPpAUuwJQ7SgAsl8YE5fogTDEK8Q84nb/qWL+GGDFC4D7gjH/4JR3j4wI90TPsme8TYeET6K6VSVS/PbFbAx1AM0DORdOLEcWFzOVw6ergnTx6XkydPOLFxFYM1LFpiAztc3rGh3dGjh/0jKQb8d+7c4fyJF5JFfqqhbuEVfiBwRA/BdWSkaJOOI1bux2R8fELYFJH309PTXq8Qbr0JmYiPeMnncT8wbExGRkasjBatjA5b/VSwsjlk+jNoNGBlEsqbmzednUt5160B9xfK45CHR5+KxaLxHbU6btzquAnfoI+4kQFa77TO8le7qiS7Tf6QA5koX+AR8qm8gSDlg3RRhklrufzkHY+8lS/e4Y8yS7rBEj7wm5ycsnRPy/ScsoQwSJC4XN8ZIv2Tk5Omj+HgOPKM+oD05C1v59dP/V6H3Z5Xj+UdC3AIGBRNx0cX5PlqUjhtZQP5wBPZONQukS3I0l+S5bbp5lziPfKTDmQjHGkjf9B7ygDpT2g18lUTJuFPWoiT9BA/7VSx1D4iF9ghI4S8edOtvOUBhN4lxH1C+IMIMzg4ZGVvyMpwwcrycKmuofyNeV4QL/EjRyJTNfKvxQ/xEB9xUx7Ix3K6yzbBoNkDpAPKl9KdpDdx8yUs8AMRBszAjnIHlvAGW+IjXuKH1pKGzRSWtEKkHZq0+gfcwSRgP2J18ojrBngVrY4umg5ClItKSp6BKWHhQVsGz7C55vojk6Rl0uoo0oEcyFM0uclz8h4dQBfQCSjRk0RvEjd5njf9wh/1OkCBdssAABAASURBVOEIDx/4FQ0L+JNW4qwsL+uf2o2JAUwTIn0JruQ9GIAFmIAPOOVL5W4ujgPe5gf8CqX6puj1PtjBlzg2JkXlWIgTvSd+8g9Z0Jn5aUPucvoGvP1K0jffTdKfn9WbAbOPBp3ACQIzsOPgVeJCh4iX+MEXWZAJ2ZARKktd2xVhE4IncRAf8SMLacubrLR9tIEQ1wlx31/RD8lb/hKGsMgPL2Suh6y1pWz7+SYfyUP0A30Bewgdoi4qWj0XaMTqbezpQEWrp6AR61OMmO3OWALh4EEdDU94V4sofiHynLyHD3wLhWG3KagH0J+gN7fN5ro9a2/1V9iE+EGf8I9OFQoFk3vE7UtkmnY7eGa2v0OcPK+MEx0kHOHhA8GzslxyD/EOf+huwWQtGl7gMG79K/hOm/1IHFD1WIjLRxjauUQ2eBcsPcRHvKS138vR7RXxIAwyUkaDfOPWL5iyfsH0bFzVyrecP2QmzejTfLmDzPnZfAvyB9n7Z/Pwdul93utEwmBzk/ZEbngTB3EtJ0s17+ABL/IKvonM6F6iB8Q/aLbtYMlGzFvdlrc6C1pMJ/L2Hrmp3wlDeHAnDYxJodvEQ5zEjQxQNfKuxg+8iYf4iBcckQd9QM68pSWk47brUZIX5A+U3PebrnFPutBD0jM6Oua2PbyJB/lwK+MjvQHPYe8bhHgHLX9Du0f8EDLgItOg4U0cEP4HK7DnPf7yjvOg80QW4pmYGLdxjbJeI09CqpX9Xa7VxmJDWQvyTlpaxq2+GHV7Ymho0G2MvOEDkfbFqH+e7iLfUGmzdNLN+Cu6RRxgAyUyrcYlPAQ/cJ+YmPAxjtHRUbOriy77XNzmpiOkJW/lLBD3gQY8vWCN/PBAT0IaxrwOJR3ESdzIsBr56x1mZmbG6zBkQraAx5hhMeJYUP5IE/kS0pk33Qtpr9Q59HqwpHfoE3iSd/CDL+lFhcqkFUmpvK54vE0vwSohsAND2sSxsVG30dGpotsQRcsnaMTKXXGWwrsRf0edGfJirEIHJ73tAt4kHq6XosQPOoIsYzbvUbS2Gh0nz9ENdGHp8l0e58lbfYD/QauTCE9aSBu8k3gSObhP0k+c+KVMEY7w8IHgGeIPesk9xDv8JeURmcGC+OC7WJxJ3Bvhkj5kQBbqhnEfzx31fCONyI38pIP0LEa8ww9+CVM0vQAr8gme8CYO4lo8TZu37JEm0kdaqWvI20odAROwoW4Cp0r8FtOXvLeJA7N9Q/BE38AU3uQPcREncS+OZ+1P4QWRT/An/4qz5WvQ6tsBa2+wL8rlKClrle0n1zzPWxnLW1pIO/KDCbJXpw9Ly4+MpB1e4DFXRsrebZcTGZBlKeI9lDc5ySP4wA++yAgOxLW0JNv3DbhMWz9s2vpG9BXBDVt7aNbewg7Ju87kSzowZPYUupzgjI6Rj9PGB35mxW1fQO9QymdmiFh9XpJNG5ubm2TXrp1SPpjniBw/fszouFOYBz1h86HHS3TC50BPnjwpYQ70lNx99yl7dtLenzA6LkeOHJYDB/ZLS8suIQ5Z5Keq/lRVzZ5Xv+YfejFtOkZ5pFyiZxB107j1z3mODkH4wz/h7jSpltOALOCMbNOm61NTk2brj5mdNGLjIgWr54es/zPs7S1jMLQhSdkgDOFXoukSRoQDmxEb06HOHbLyCHFo3mhFPw//CW/VubKuFNdGvldV05nU7EalHBbHXPqBAweERcdHjx4R5tnRS/SOg+Duvfdeue++e/1QrXvvvUeSOXn0Ez0t0wnTzxOmqydMd0+63t5zzynzf7ddBzp16m7zc1wOH77LN0dtaWnxQ+vY5DSVCrglOIr9VHkWSFVndXlqasr7peTBiI21UQcWbKypUBjy/s2o9fuYy582/TA26/6HzAkRGeWyuXmHlf1dXvYPHNhvaT5sZf6Ypf9EicplHrwDJc9qcQO/k6X1E4HPCYvruOclh/gdsPylDtq5c6cfxoV8bFKlqogbaeshEFNURwSSso07bW0D9Q9tJe3DuPXvaCOoc4rWTyuajU9bUbBx6SGz0QZt/GTQ+sVQ0mep7LdU9lmwn5P7vNnRgQZmx6DgAU94Yx9S9xEvMiAPciEfckJ1hGAOK3gTD/GBAXIgE+kKaVi+z1DphzQOGkZgBh+whCe8iYeIcSvjww9+CRPGsoYMo9Cngh+U4IjLPbKBf8AvsQ9GK8ZPpnzMjPjWi0gHlKSFPCOt5B9pIi9J11wdKphdM+R2zaDpEWkIaRko9Qfy5tJPSwjsk+vwLm+6lISBR8CgMGsnESfxj1fYgMiIrOuFxZ3iS5rQLdIK3mAddHfQ+rl5G++nP37b3ECJrib93uQ+uHnXO/QQXuQnuEHEU680wgueyI2+EBdxkpd5y1soyDNX5spn/TZX0dfXb2m87TKTZvIdXqNmyybEs0re8BjwA08HXQ95N2r2FXIgD3Jhj89Pq6rO2muV70gLOI1bvZnERRlGryvTQbwJ9VfMJ3DNc/zmS33hRKbxZfSXeJEVmZF9wuZF0HlkgIpWd4+YnY8bqGh9ikDJfdHqdmjEbM5Rwwwe2JlT1geZ3kBbc3qRNmjU8gTZwIK8pYyjHwOl9dxglZ/VlbzpQZnC8wHTi0CEIzwEL/iGNI9aX2vcbO8Jm1Oa9PFmZAFbqDKfV3sNH3gmOpLkETIgCzIhH0Ta8qYD+SXSldT94X1IG2EIG2jIdRq+4AYRT0jrmLcNEzaXhCxT1udALuRLaLVpjOEiAtsVAcoO5YgyRdkK5XvUx2sK1oenfEOUT8pqfkH5vr1I3ZU3G2j58g3vueV7dE5dVk35rpR93NqvpM4tmK1P+0W7BOVNZuTn+Yi1KaRxcnLKsnzG20RVtevq/ohzcnLSZB0rYVRwWxBsqN+IbylK2kr85Ut1JHJRxwWZJr0OJw4okYhr8ghMyCPmG0lLiBP8y0Qc86lSHuIlTrAfsXaTeOEJb+KBkrhIZ8CVtI64fbqYLsA/xBnsGfgXTHcW45+kabXujMwYRlMyNTUhE5MTMj45KuNTo3ZdlImpYRmfLhgNOY1ND8oszQzYdYmmBmTUaGRyQEbGB6U4NijDI4NSGB6UIcasisNua6BPi+GzCtlXHYT8gCrzhPwiX5ANGUcsH9Eh8rRguo/9luQTeUFZQFegvJWFfEn30MPFKLwfWGB/wJs4iIt4iR9Z0BPkQ85VJ7TKgMRDnMSPLEk685aush7e9v4C91DQTZ71zz7PGwbgQXjwGzdbFd6IQToSolwQH2ktmk0a4ixYmR90fOCTEFhyDV8wB3swK5qdirzjVkcxnwRP4iIO4luJ8JcQ4eCBPMgNb+IgHcRJ3MgAIQ/ENc+hSpkIDx/Sh0zEsZIstb6HJ4TcxIHsE3Ns/aKXtRGrl0dMjwNVPitaPRvWWZDWouVBkHncbV54wps4oJXkww/+CYfekifECYbgA1boDFTWG3QnEM8rKW96B/boBXyCbBNWP03Njl9Uxjlh9it+8EsYwpIn5B288qaXEPmWEPfIhh/8Ew4cRq3Pg/ykgzQRz0rpX8/3xI8cyINco6U+ENgiN/LnDa/8vDQm96QRLPBbsPajaOWGtg5e8IQ3cUBJOngGpsQFLoQN8eS9rPdbPzvQbbNT5lK/9WPJy7zJlMQLD3jBEx0hroSSOKMbEYgIRAQiAhGBiMDaEGCtAZuZ1cLlU5/6lBSsn1NtGNp4DqSqxv8LXvACeclLXlKN103j5x//8R/lh37oh8yOLm64zOw18fDDD8vP/MzPyF/+5V/KzZs33W5ns7sPfOADvmnbrl27Nlyu9YoQu3ER3g3zaCtsyHinwWxubpYPfehD8sADD6xJlPe///3yd3/3d2visRGBX/3qV/t4R9IP2mruz/7sz64rjPQt1zWCNTJvdPnWmLx1Db5Z6tNqN5ZdV7AalDnrXrGRtlq9lqSHA2xZV9yg8EexIgKbFoFTp07Jm9/85prkZ3Nwxv+rDcS4+Oc+97lqvbs/+tSsM/ebO/wv1q93OANi9Csi8L//9//2+bqkzayze0d5t7e3y8mTJ1fEYLUemJ+rpT5bbTyrDceYDPN6qw0fw0UENjsCjd7Hb3T5fvAHf1BYa7CV2oXKtDz22GN3RMXpd//yL/9y3ePO5/M+54DtXHfmkWFE4A4iwJzpd33Xd61Kgq6urlWFa7RAb3rTm/zb6Wrlos/d3d1drXefo2SeuZoAd911l7z2ta+txuu28PPFL35RXve610lnZ+ea0nvvvfcKY5dvectbfJ3+mpjFwBGBO4fAlo85teVTGBMYEbgDCNBJI1rV8kdqdERZnM7AFhsqMfhWKAz7Ig0WwLNwfnR0zI0Y/OEfPhC8liM2dB4dHXVe/f390tfXJyyohycDfZX8EElVvXGGd0IJf9XwLrm/U24iFzggf8BtTMCNgUEwo6PIQkHSe+vWLbl5s0du3MhJd/cNYfK8q+u6GTRdRp3S0dEhDKq2t3dINtsubW1Zo7ZFKOvv8dvR0SldXZ3O68aNG8b/pvT03HJ88/kB4aMt5OHjEORDTuSuN2bwhOAPER/pZzMC0tvZ2WVpI11ZaW1tlWvXWs3NGCUu12Vqa2szPEhXt6cJ/OCHDsGfuCCuIXQIXQJv/Pb0gPMNxwWMwCo7D1Puec578gE5ySP0Ez7kIemAP3ElVG/sVssPeQibuFYsvMywyRaduR07dgiTZPv27ZX9+/cb7ZN9++bS/v377Pl+YVLvrrsO+cZzx44dFTaw49CuQCd8kyn8tLTsFjaWIt6lKJGH96rqG+Wpqk1WTPsHTOPjE/7R/fj4uLkTwsdbk5N8fDk9Oxgm6/xDxsnSB7eUj0KhYPXRgH/cgw6woJTyRBmlw0GZRFfQmcXLZdb0u910tsPLMuFyuRumuz3S29vrHwmhv8SVlEPqDeSA1jm5Iir+U7tISCxP1J+K5c2M1+voO+UIWam3wCLBgXoGHLJWjrJZ6qYygQ1lnHJE3UY9R9lP6nj4JumuTK9qIkFJkA12kAWijCNjwdq7vA3y3brV6/U0aSK/W1vLdRPXmQz1FpTxuox76qysYUN9cv16t4Ad9Qh4wnux9FebXORDd+CHbOgWshEf9enVq9dcDq6Rr5IymYxkMm2lNqPD9LPL00b+0D5QDuG/nvoIxhBxEBdYkB7iB2/qbPCi3KE/lB/KHViiW9mSvgW3rdQmZktpareyR7o6PW2EhQe84AlvdBmdpk6nDSF+yj+yIFe1+bBaf8RBPYceoA/IkqQ7tFU5swm6rS2/7mmgnIV0t1sak/SSh+E6a3rGezBCD9C3XO6m6xzpzVvbjy6TVtIJ7sgArTYNmykc6SRvyWcwJ9/58BV9ACv0Cgwps5TdUG4oz1DG7JKEWq3stJq+ZS1vugSMwZdyCE94Ew/xJbQeOMGbfCS+sv7k3c6jrg11dLfLSNrQDShr5SabbTP5AyXXPOc9eoYOJfU26esp2Y+ksWDtYuVRsDovAAAQAElEQVTHskla1yONG8kTPCHKBWlCT4rFEe+fUC+CQS6XM/ux28pjp9Uv7U60BegMlC2VwYBhl9WpN7y9X0o/Njp96At1O/Vswdo18hPbljKQs7oi0RnynzSgD6SJtC1OWauLAg74Jxx1D7pDmcJ+hi/6SBzgQL1LvNR3xWJRRq3/CNZgDpEHUK3YEAZK8o90Uh6Jr8ds/24blEc+0kTbF8p3pqJcc93qbea1a9e8jGctP0kPuCA/dSgbMCIv8RAfVKus0f/KCKAL6Af5R7vdZRNK6Bjljby75v3FVss/iLxLiPtWyz/axnazvzutDrzu9TS8yD/KQTX5hh+IvCbPKTcsIECPkQm7ApkyZk8tLk+QBXmxv7JW91IXUzYoE/39t/0DQ8ZWSC/xEB/EddDhovVDBq0f0u9teW5OHdTh5W9u2cz6M+TqsrGEbhtXQNbe3j7jM+AbJdNmgEFlnCvlCJv9BblmrM82bX20Cf/Qj7IM75zVH6QrlK+Ml6OQbjDIWD5BXLeW3mVczsryRXtMmSXdyMYYEXFCK8m30nt4kGbSjl4l+UjZ7rBxFjDMmE2csbwkr8qyt5rs6BPUVmo3s65XhMX2DvXCsNVlo44Lca0kz0rv4QEG49Y3HrVxMnCh74TOUBeRp8Tf3X3d2yPS0NHR7piSloTmt+/4ox5EdwmPHvZW9EeL1uaNWz980vvfU94PRJaV5K31PTxJH+WKPCF9ee9n3bI29rrh21FqX9sM/4xRkg9cJxSeUfYylnekizand56uU5bmx0dZpg0Czx6zb8ACTCr7tNQ1EBhmS20BeBNHzsohZYsyhg6j9/hFDnQHl3c91vZQ7xTMbmJjejaOtN61dbV1lhLsVNXGRqCUiKiVsykfDyH/6Rf12zgp8VK2yV/igIK+JpjMdwNG+OuwsUFk7rH0IhPpB4dJG/cAn4RkFb8kLHkKjZvewps4iIs8IV7kp57osvqc/CItYJe1uhH8SFeZsq7PvEd2whCWvOoxXLHLqH/QHTAaN70lbmRZRRLqGgQZIOSBkI22B3lD+9Hj9mGX1dGkLWv6BSUYZA2PrD0DH3BCNynzvV5W8zaOO+TjypQf9DsIX9Yp1ZSoci/mSvwZAuQHBF7gRn7krV9MfYpOUY7BnP7fNbMBr83aGAvLFOUJvSRvus22RB/Rc3SRvCbPiYf4IIt+wR/PE2IsgPKCfpDHoZyEepDysHgZD2U7kRPdQV+6rGyhK4k8pDWJJ3Gnp6d8c0HkJU7KUsCBPs51b1PgBR5Z00VkCG62VCY7zE+XjVHcsD7OTR/ThA/8qM+pU8AgiW9B4tf5AfFOWhtGXoBrwfo75HWvtQ05t1VIY5e3M1krZ2BXSTyjXIIl+Us7SblN0kh9A65JGkNykvKGC4WnG/d/7TGBG0S6Euyow8GO9KMj4AcmXVZ3of/oCWUBzAKGbW4nZV1vsqYvWW/LEzypyyhvPdYOwTNv7T5xkE9gSrlZe0pk1naBH3yL1t8k/4IO5LxfgNyUrVCGMiU7AzdjfQjcUMYyZhdmzMYgfYQh7egEZazgbXuw/cAN/GqVHxkpN5SfvNVJvVbPgzPxZE0/W1vbTDbkyZTk4jrIhr0BZUzG1tK4NDKSR+QXaYZvorOrka/W9GxG/9ZceluJy5xZKpX2uS3mzpqbm/wAnXS6WdLpJkkb8TxQ8JdKpSSVotwntBlR2Doyq6rlB3mSkqamZuEgnN27dwsfKTPPGeY+9/o9z/bZvOg+nw/da3Og+3wO9ODBg8I86OHDh33O8+TJE8IhSSdPnrTndwkbzzQ3N5vehDwX+yXla75rr/xPFb/UT+Lzm5Nmf9MvSFxsAa5XW5d4JOvwL0nPQtYzXtdOTU1af2Xc+sEjPjYwPFwwO7VgY6hDNs4xNGuvLs2nzJn6EAySNmh4eNh4DBu/IRvHGDK3YPxGbY5ywuNWBVMtM2jAK1Wd1UcOikJ3Dh06KEePHvXDs1iIevbsGTl//rw88MD9cv/95+XcuXNy9uxZOXPmtPCeD4E57IkwHArHomB4MBcfiLl76IAcPFjWXfyfNN3lIC94nT59n8V5yuM+ePCA6zGH1jU1NQk/8qiSeDaXAtbJuNDU1JTl/YTl/aiPMRXM3grzBOTP9Nyg63iXyCwyY1irlfu019tJ2QdzyvjC9Q97K+qBfQvWRRBmZdpr4SDC4+6d5Um9wwZU1BXpdNpkS82pM9YRksg6IrDpEUjKNe0CdQ1tA/YyfQbaBvoP2LnY4/QpsHuxz3OlcTr6HNjS9PHps9AXSfot2PRZ76u0eb8lk8m6S583vGuf7b8QHl7dpXF14iG+vPdhCtYmjfgYMDIiayJ3vTMAvsRBvwYcwIC056xvS7oy1leBQn9gbj8h9BV4lvE+Bf6y1scgXWDGOCPj4/SXaH+TdFTGB+6Dg0M2L3Fbemwsjv4c4cGWvge4lYm5mKxjiGz4YRyPMYqA3YC17WXsiK/eeMEPzBIiDnRo3MYpwY/0gCFpylv/q9/mZnptrID8RU7SR56Txi4bXyENlTqUNfxIb7akR3N1qM30KWvpZ0y7w8ZNOq3v2WXj3N0+Bgh/5hHIP8b4kSO0neM+BozMyL8ybR4f4A/upJVy22v9XcbVwZVyd+1axnQTHWXeBZf7yr4v122GayDCobvwIi8pF+gr8dQDP3jAC52BN3EQV4+NYVAnZEv5T75T5jIVfXHuA7X63Nc1G1tstf484ZC538b14VVJ6ALvumyMBb2CH3F02FwVzyjnjNlR74FjZVpVdUXbYspsdcYD0Dewhx+6DX/iay2NIyx0WyvyBeyzNobWbrp83esB5CZPkQmcpswuBDuIa57xjrqF9FK+um38tMPmJqgbyPsQZ4iHdIf7zGy812xcNmP1G3lOuaTsUGaTeImH+NazNMCfeJL0oA/kRd7aAeo09AJMu62dIL/Ia9JH3Zgt6Uq2VFeQZq6z9pz3+CNtXVbPUE9SLkIdccvq234/9Ia4GL8GS2RAFvQTuaC1ph0e8EVHwJW86rc6kfxCFtKFbMjZYTqJ3MiP7pCehZS1ccB2qwOhDq8DCdtl+s2cGvxy1lbDmzjAEF0i3pDWYW9bx22OhzJY7/SuFa8YPiKwmRCYX74HBwd9TTptAWWQepX2gHqrw+vmdi+/SfmmnZtbxpcu3/ChfFfWY71mW9VavpE5Icr/6OiY242sG6HOQGbqFGSkzcha/co99RRtKXXJ6OiojReJVPbB5+ebqnr7Wfl8ytpL2izighc84Z3NdrgNQnxLUaZkCwS8sl4Hggkygzt1+JS1k1CSPlzuqYOp86jrwYu8IT8y1v5B5ThDe4ltDzGHmbzLWPxZa1uQmfDYDcRLeuCdtBtJfGCU1PnUw4Qh/6irSTN1PRhnXIaM2zRcoyv4pZ2gzqZNHDf7Gv6VWK7memZ6WiYmJ2R0fESGizaeWMxLYaRPhsZuydBEzqhbhiavy+BEp1GHDExkZWCyzSi4+YmM3B7LSN+I0XBGbg21yc3+drnR0yld3dflurXT5GvQy7yNLw75GGaSN+RHQquRv9YwxEV+0NaNW5uHHORXweaasNnQQ/IR2we5c9bvQ/+7zZYin8kL8gpdwZ4gz9AB8i3oYZvrbXKdzdJHa3fdxD9hyW94wZc4Aja3fTwX/Ri18od+Imut6avVP1igT5Rhyk235RdpJF3oHjoPZUzXE73nvpJIOxh0mL1CePAjHZM2T0waIHSVuEhXsThiY82Dc9ZUgwnh4QPBM2CYNeyCXUPZpq4jb8gn1u4gO+v8Jm2sn3hWSj9+oEp54EG5oh4AA8oa+UNegQOUyJO1ui9rZT7JS2TKmX1FOMIPWt+d9KFbxLGSPLW+R3YwREfAOORbr3SbfiJXOY8yZtcvRa1et1yz/hIYkwYwHbS2CiwoE7XgmeQrMhVsfLrf7FkwBD/4g12mVKdV6k24DjLyHr9gDfbY+eBJviDTeKm+I/1JfMjJO+Tut75ej4+X5KzP1O12MLyIO1Cbl8uslUeel/OvWyiD1MdgCaaj1paBMXGF/NnY/8SbEPmAPOg6eJBPyEt+g295bWLW0weGpLcyjd1WpskPwsIjYMocz6S12TNzCGzBNG/9LfAkL4gn6FaiN62mW1DG3ITCeAL5SNxd1seifqNcwAtcwRT+lIskfRuLbIwtIhARiAhEBCICWxeBV7ziFcJahmpT+PWvf12effbZar3LxYsX5amnnqrK/+OPPy5Hjhypyu9m8IRtw2Fc2DTrKe/JkyflrW99q2+C+clPflKee+45H6ctWD/1H/7hH+TXfu3XhE30jh07tmBMZT3l2mjeV69e3ego1z0+1gqteySbLILTp0/Lhz/8YV+/s1rRx2085z3veY+NF7SvlkXN4Y4fPy6HDh2qKRzjHJTjmgJtUc8vfOELa04ZfcuaA60pQG2BG12+2lKz9X2vRgcZK9r6yIivX7377rtrSirjR4yJ1hQoeo4IRAS2PQKqKu9617skWS9fDSBf+cpXpJaDHJ955hn55je/WQ1r98N6/+/7vu/z63r/Y918rF/rjWrkV08Enve859XMbiv222sGwQLwbQvfGdll1X/MZzJPV3WADfbIfCRzgxscbYwuIrAuCKzc/1sYbaP38TdSPuYa2P94IUpLP2HNCWsClvYR39SKAGMSP//zPy/rNTfxpS99SX7rt37L14vUKlv0HxFoZASYf1iNfMwHboWx/Be96EXykpe8pGoISHctfWjmPP7+7/++Kv4cPvXAAw9U5Xcre2KN3O///u/LP/tn/2zNdfrLX/5y+du//Vt58MEHtzJkWzZtjBPVMia2ZYHYJglLbZN0xmRGBNYNgbCJjliHJaGZOXGpqt/T0LIwncX24+NjvtBq2DdZGvSPcorFom/qyAZStS5en/YNIUf9wyc+MoAGBwekWBz2DS14n/B0YRb5h3yVj1WD3JXPNuoaWSoJ3FjYz+IbBgaLhhUfK4SPqW77Rz58eMAHCHy8093d7R9oMADApsB8XNDhH0J2VHwIyccMWeFjAij5qCFb8fFNR0f4KKjLP3S+IbncTd/IG3zpCGOUMxGNXOQbciL3euBE/kHoDx+lkP7+/j6TKecbUvCxCWng45xr11r94xuu+QAmM+fDqozw8UaH4cGHF6SJ9DAgDLakAfmJC+Ke9PERI37wy8ch4Ay+YIuhHnDLGu82o6zhnBVk6jAMu0ofavT03PKP4Mk3+JEO+IMZRLyNRIlMwaU8qKim/APUnTt3yO7dLcLg+9wNqfbaM4iNpNjMa7+wSVeyER2bebGgC2JQC+IZG4AxwNXUlF4AQYh/7mNVlbBpYUpUOZBrRtAN8gpcJybGvezzbGpqUqgDFuMj6/AjHuJFFspHoTAslBc+oKKconN8uIP+8SFgh+kiupLNtrvuoJ+VlLUyiY61t3cK/tE79A89vHWrzz9+Dh8cjfhGZlNTU5beaauT59bF3zNBawAAEABJREFU65DUEkvTC1HxPxxIyj/K0cTEhNfvoe4ass7Wba9LSAfpIV0dVlZCukMZ4pq0Zw2XDsMIf+BGPQeWlEf4hfyeqNhwxgQoRW+qIWVSvy69WlcHHSACXPIDGWnv8vm8bzicy+W83spa3s6tn1pLH3y1luqwVr+nbkMHOgwj6vfw0deAtXFFy/Nx133iIT7irZbwTzj0lHqpt7SZDXUW8VGHXrt2zWS5ZnIgS6u1GRm7Toj7NtfbDssjwpE28qdQGPI8hz86QFzVylWrP3gTB3Gha6SHMnH79oC3j9S9OWu/wK7L2rNE30hjW1u719dgHCjr6SFvsqZ7+EnSluggvG7d6nXe5Cm6ODw87Oml3FP+kQe5oFrTU4t/4pmcnPC4aVdoG5GJtqqnp8fbyO7uG6Zv14V0tM85lJO0hvxr80M6s44FfvDbZW1Xt9kTOdPXHmu/+PA4nx/wzQtG/SNq6tYZq29mvL5Z77TWgst6+SWNiZ6BAfmet3INPtTpHVZG0Rl0KZSfUG64hkJ551nGyxH+0MebN3OmT/3eVsCTOoN4iA9ar/SgP5QZ4qM+DeUmb7L0+cZI1NHoQJeXmw63a7JWLhJ9Qf7yNfrUbn7aXdc6vE64Lt2mf0GHepxv3nVoWDhYgrgry8t6pXMj+ZJf4Er+jY9PWH+n6P0c6kXq7hs3bpqNft3a807DqsPKXLtTJY7lMhjw67GynJS/Sv0gXcSHuxFEXKQLfaGeHbZ+XGLf9FgdQT6T39SV2Mcds+Uh6/Vqxj9Ub7N2JBBpzlo7mDWdCmnucN0hbJfVP/CBH3xv3rxpdgP1br/ZPXkrK4NeF6G3Y2OjszYf2EOrxYM0Ep50jo+PWxzDFt9t/5CdMk55RV7SQpmmnxHcjJfpcN8qV6+Gco5fwpAO8j9v9UW5fzpt9ef0tqk/F82TdXxIHqIft2/nrS28WWoHO0wX2yyvWt22uWZ9xiTPQj622rvMLGVNP9Fj9BEdZPEQ+Tc5OeWSoy9+scg/3kHoE0R9VyyOWH0w6HUh/NAp+KNPyAIFOcoyIB/PM9afbTObpaNUt+bMrkEe+hnoKuklHuJEHK7ZwKNo4waMi5TroFwJi06rg8r1T8bKZ5vZAqQZ6rDyS7oT2xsbMW/193DJ3pmcnKywvYlxJZop6fq0632CR7A/+yyPglzUBWBAmiGuK4lnEM9ob5PyRR2Ut/IV5Bt32cBgero+/aFpNvSp6M9g+/X29smNGznDMegVbWJra9CvVt+QEH1KKGN1H9RmOpj1ug5se832ph4tFArWXoS6jLhWQnOl9+jBpOkpujE6OuqbXCMzOkNdhP4QP/UsGHaYXoE9eY8ekJbgZl3eNtM98G73/min6xDh0WNsYvgO+iYtRe+bTFn/mwPR6pGWxdJK+qasz4sejY2NeZ8ob/pJ2rrNdiU9WWtbSEdShsp5kpkt4+gShP6DQ85sXmxo8gRdAj/SUBkfz0K5GrT2od/aph7XA8ozPMLmIdk5bXvWZKFtw08ud8P9Iyf4I2u72edtVv6QA3mQm/JHfx9sy/oxaeVIrE9Lv1Yl+anq7DPGSOx2tpyNms1OeNKFvnZY2SaeQEEnw3Wb6WigSqwSeZCfPAfj/v7bPvY6aro1aXVBghE4QYlctbjwgCZLelu0+rJsl/bOsUs7O6+7HUVasr6pWXtJT7OzaQBPcEdv8UcYMAcD6ov+/n6zJQa8bJAO8nXS0rJa+WtJazV+wQKanMVj2OQd9Pajp+em6dANtyfRHdJIesvUZvVSu9UzHY5T0LubNg7RZzp72/MOfEkzcSAPOqOqpTG2sj6JqGz3HzoBgRVEvYMtkLc2h/LQbX2dzs4uL/OUnWADlut+ngXiWShzWa8TuiwPu93GDOV8uFR/Tnn5Jc7FsOd5QsjDWEDR2vqkPb1R6mu0W31NXUIdGOIn7ozVf8jRanYQdM3v8Uc56bI+H/Ug8lAHktYkLlyb9bH2ddrkHPOyQ13JuDw4EI7wHbPtCeWyrVQ22wyfrF+3W32Hv26rq3Nmy9AO5q3+Jj50krodIm2LpX+9n5HOKWvDkIW6gfozb3mNnDlrIyhPXdZPaTd8s2Yngl0lZS1vO6ye7TIsSeNN7+f3WfkN9Q1tFrynrA0jLpktY0lZw4Vk0/xCOkw7bIKQfCN9xVIdDnb0Y6l3b5jNdP36DdP76143gRN4ZR3HoB8JluFZu9dltD+UsevXu63uy3l7gN7Bm3aCfilxEvdaQSMtELwgygBpQdfRgRuz5avD2ptMqRy1WjnKGM11aT8pf6SJ9FBXd5nuUIfTP0Hn0TFkL+tDbSkgHDoFr4GBvNfz6Cnx0CZkrP8AJXUA8pSvkRkKcuMva/qL3lKm86VyiYzgAB61SbedfFNmVVRTNmcGpaWpqblETeZC3DfZ+0pK231a1MKpagmwxC3dbjWnIdMT+otkgaqKWn6w+W5TU1PpQC7mP/fK/PlPDuTau3ffvHnQA3LoEIca3eWb9bCpDHOfp07d7RsJcRjS3r17pbm5SVTV0VANLnUPDxKXa1V1f9j3ImH+k7JI2WcunrI5afYrtgAu76BKHnIHfsQPLRc1ck6W7FwOkyiaLVOwOVTmNQYHB20srmD94xGzOSbcLlqOF++Ib9KwoE6kXaBeLFgfm3YCfrg8BzP8qirBRDW4PJtP7uEO/lNVIe/Rxx07mn0TgYMHD5YOejsl9957j5w5c8YP4nqgdCDX+fPn5Ny5s8JCbDbIufvuU6Z7xy3MUTl8+IgwRw8P5uIPHNhven3AaL9wje4eOnSX+Tts/o8JmyfBIxzIdVpOnTrpen3gwAHZu3e37Nq1y+s31aCb4Celnz0ybKVEAWOZ/c14nk7Y/D15X7B8H7bxZdobdBndqOQ1G2ydLpK4wJpyv2PHDiv7u4S1Cnv37jF89jk++/btt/Ieyvze2bK/156tluC1z7DcZzz2mRv47LU6goWqxI8syIRskKoaprpOSES2EYGtgwDlmroktJcT1paM21zkqI8d0s4MDAz42Ah9CsY0sc9vWF8FO5hxui7ry9H/oB9CnwU7PmtjT9jK2NhQxsfR26xP0Ob93Kz1aSD8Eoaw8IFnzvq92NeMy+XNxmbtRNImISOyIvN65AB8iWPCxrTpdwzbuD79/Zz1bZGTdNA/yFi/AXcpylh6M+aH9IHRTZuro583WDEWnKQjxDfpuBe9Xzjoa+NCn/DGbH+w3cYGstb/AE/6TIGyNnbQYeNZnd5nTOLqtTH4vPXLyb8EO9K2HpjBE94QacK+ADvaKdJDuzU0NGh9/LzpUX9pnO6WzW3c9P4qeY7cnaWxS3QBrMEua+mFSGvGMC272Qo9arf0Bwy6rP8IP/QTzNGjfhuTHTRbibxEJmRDRuRF9q1EzC0wv0Va81Z20AN0t9PG4MCP/m3od2esPw7Rt62kMA6GX/SMvOixuXZ4JXqEvpLP9cAPHvCDKHPEQVzE2WX1StbyHzlCvify4gY5k/RcvXrN5pevWf2S8XJAmvv6bks+j94NmO4FQheYO0Df4Juks8PG5bpMdwjXb+PflBtwnLKxLtKKjqiq25mq6raFatklHdCk2eqkAX1LsCcu+CdpyFi9kFCoP1o9L5J8wR/pprx3GQY9Pbes3OR9THHU5izAaao0PkacXE+aTY9eF61/AH7U04wHES+8SGuCVWWc4TpTGqe55vgRhvLTa3NweatDKL/0F4hH7Eec5qzLH7yJhzQSJ+kZGhqyfMzb2E2/j22RR5TxLssvZO2w8UTqCtIYqM3rhnCdtfox6+Nk4Nnh+Xzd61TmbEId0Wt1Ur/pSL40/j/s7R8yIAv5j1z1SDC84Bvs+YLFOWh5229zZb2l+rBbrl9n/K/LZO40ajf5oVDfZawOhNCR+enrMBw6LH2UdbBB727c6PY6Fp2nLuy1doH2jDYdXKknRm2uCt1Bh5CPtEL1SG/kERHYTghQfijflCnKFu0A5a3X6lLqmhs3bljd0y2Uzw4rr9Rb2VIbl5RrXKia8k09SH0Ib9qJvr5esx1vW70y4HUZMiALbdly5ZvyDk1a+zU2NurjSnmr+2lHaAuwA5ApY20XMndYPUP9QpzUJcRBePrekGpoG1fKe+Irms1LXKQBnvAmjkyprpvrZrytDO1Wq7dXvM9af4L6vcvaS2QG97GxMV8LTp5AyIKM1OmTs+3lsLUtt73uJTyYZyyNEO1liKcyznDN+4zJl7W8Q2Zkp3/EPGPR2mDqU+JM4uMejMgP8Orr67O5zZtC/iFzkmbqdfgSN/YA113WzgX+/Z6n8J+wMSH4k6a10PTMtExMjsvo2IgMjwzJ0PCADI30SWGsRwrjORmauC6DE10yONkhA5PtRtkStUl+MmPXGbk93ib9o23SV2yTW0NZyd1ul+6eTrne3WV0w7Htpd3J3y7JP+J9HfIBfKC1pKHasMQDES/5P2F9PPKkaPpXsDFQdCZvOo/912vltcfsXspWucxe93JLWQj51bFC+9zmdkjWdbPd/HZYP6XTeZDvlCv60ugC811D1kdizfqYlT/GreuRvythAxYjIyNeX/SYnYlc2A+h/GXcLgxloLWi3GXsunX2HTqatXLQbnO+hAc/9HzKbGfiB3OI9ID5yEjR1/tRXkh/wPe64dNp1G72TtZxoywGvh1u03dZ2cYv5Ru8yLMRk51vKCet3iIO4luJ8AeV5Rlxvey3fiI2Us7GH0gH+dxe6nMjB/JQPrkGH3SAso9/ZOrvzzufopf/6sbjV5J1/vsg86SgI+gKdQkyd3ffcOwyVneF/Ap5RD2S3JfftXr+Xb3aaji3eXuEvg/62MSI8R73ehOM5sc//x4/U9YXGR+fsHCj1kcpmD0b6lPwAbOM1ZNBBuJFrkpqLdXhGXOzloYOrxN7rOyRH0Nm+4PnRKm+S+KbsLI7Pj5eGqMasjav3/sGN8zeJU9C3rWXdKnN0olOBTdruops6Hl3d7fXw/3W5wPLoFOjvnYarOend6PuSScEttRRjIHdvn3b+kC9Jm/OMLrhZQL9RBezVsegmxDXWRt/6zD7ojKN6Cg86NvCc9LaQNJIPJDIjExZmQVvsOiZrQ86HT/y8Kr1s4NOkZch78J9xnQqY/7arI6jvHa5jPCgrFIfkF9z49soNGM8EYFNhEAUNSIQEYgIrBKB++67T171qldVHZr2/otf/GLV/v/qr/7K7cOVAjAfz6FRK/nbLO+xiTjwp56bTTc3N8vrX/96+eAHPyhPPvmk23fYSNilf/qnf+oHb7397W+XBx54wNeRbBas6iXnlPUt6sVrPfjUchBAEj/r25Lr6JYReOyxx+S9731v+cEqriibv/Irv+L9t1UErzkIa86gWgLSD2LcopYwW9UvbUStaaMvSd+11nAb5b/R66yNwmErx8N4GWMoWzmNpE1Vfe0q17XQ4OBgLd6j30oE4nVEYBsj8OIXv1he9rKXVY0A/cKV3RgAABAASURBVNfPfOYzVflnnPvjH/94Vf3XhOErX/lKuf/++5PburqqsX6tK6CRWd0RqLV/gwCx/QcF8XWitfZxGr1/SP8GkviLCGwBBBiDrTUZjVy/YeNs5PhIst6vFgwZw2ENRy1hot+lESDPP/zhDwuHZi3ta+1v/tN/+k/yd3/3d2tnFDksjUB8s+EIsG/BhkfaQBEeOnRIHn300Zok+vSnPy3UO9UE+upXvyq5XK4ar/LEE0+sasyxKuabxBO4/tf/+l/l3e9+95rnst72trfJ5z//ed8DYZMkP4o5D4EjR45sy/n/eTBsm9vUtklpTGhEYB0QmAn7VVVwXvDAB+fwwIIrBrTokPKhHB/n0kEdHBySIf8oZ9g/bpicnPANefBPA03YlQi+TBQPDQ35R8Z87FP5kRjvZ2amzZAKnFQ1XNj/GUsEZJezf6rhvWpwZ19s4AUyQeCA/AG3MSGdTMbwsQKL5fjYoK+vX3p7bwkfIGMAdnffED7Q6OrqEj5O6Ojo9A8G+JAhm22XQMnHGm3CxyNtbdwHam/PSnt7u4Xp9PDwgmcud1P42ID4+IiLjxxYZEN+km/Iicz1hgmeEPyhsbEx05khz+ucGbxdXddN1g4hDXwocc0PkGkVrvmgAspkMpbOjD3LmL/wAUV393XD7Kbx6RP0EJ1kcwfigsCeQR4Gi8EcnSLtPT09csM/Mr3u8WZLmBJ/oDbHOMEQ+ZCTj4gIP2gT9+g+6SA9xGVq6PqJW2/81sIP2ZLwqurlmcmKHTt2SkvLbt8oav/+fb5pFIdzVRLP6fSxSRednyNH2MzrqBw/fszouJw4AZ2QY8eOysGDB/2Ar3S6KYlujlspR/JCNcijqlZnzNiE45R/9Ig+jo9PuFHPR36Tk1NCvpKfCZ+Ex3q4xDM5OWn12ZhvHMcHT+gOH0ChA3xoSnmiXIXy2eHlLZvNmt5QBttcR/nQKBDP213X+OgKfUL/0EMWyfDxD3VfsThiaR63tJLeKcNk2nRqYZ28HmmGp/o/+2/5YYoiTqIuQyUeyEq9xcdSlAvSQ7qS+imUoWwJi3bHhjoMf+BGupNyRJopR9SPSVmSBT+TacGz9X+Q6BpyjY6OSaEwLNSb5FmS7ra2dquT2rxuoo6iripTa+kDUD4CC3UKOLDpCNgNDOT947zx8XHL9wnP9yTOalKX+EU+6nHqJWRDt8A6a/UadSgfpF27lsiSMXkTavVr5MZvR+ljOD66RdcLhYKXR/hTJpL4qpGtFj/whT/xQONW9kkP8YM3ukK5y1n7hf6QtqTcIXfWyl1bqf3LZLJe9niWtfSHOpyP7Tq9LSQsPCjDPT23vO2g/A2aHVMsFr19RhfRd2RBNtKSuFzXm+BNfOgYMoTylXfZkDFnbSQ602X2QIfZApQz0pWtSHeoZ9os7aQ/a2Wuw+qbTv+QmrA5ww4Mg22Vd10eHR21Ondytp5BjnqnrRH5kU7yFj2j7qEtR8/AB5sCjLOmOxn/KLfVyzDlJ5OhHLd6maks4+hel9kwYBzwHRB4wpt4iG89cYA/+kN8if6Qnt7ePrOPeszWyZk92e26QNrQHYg0Br1BZ9AdKOv1dtbS3+H1QdCh7u5uG5xM7Mc+qwcHTIcKXl7Grf4i/o1I63riWMkbTEOdNO11c9Ha5kGz+6gXK8tkZbuXrSiPWcMPoqxSV1En95jdiX7k86H8kV/EQVzEnbhcrycRD/lFviX17MDAgNU3/UIZyFl9Q353WX2D7KSBtEDoetAZdKWS2q3OCdRhdRS4ELbLygX1D+mHLxjQ1wEHbAjipR9SrKh70SMIOaHVYEE4sIUP6RweLvhH98RP2pCNMpCxfgVtZHAz3o4nZZsyf836Irxvtz4VhyN3W9+sx9qNfH7A227aCuIhPmg1ssYwyyOArqIf6EvO2rGQdx3e1pFX1+bZNnPzkjobPW0vtYfXvR6DF5tDTE1Nun2LBMvlH+8g8hp5KDf0CbBNsCXoC1BOkKe19Zq1EbQTUNApZKqUM2t1RWdnh9XL162OvumbM2DvoKtTU1NmC05buzxjsom5026HcWgIcfbPbsJBvd7l6SLurPEsl03q9KzV5e1WLju87kd3kZWyR7kbHh52vqSHOEkbaQSLlQh/09MzJttUqX4s+gYpfX29jm+CR8bb0Ll4BIxaS+0q7zIuJ+WLeoI6iPwpmL0NHpPW/wsHMk8bHmvvDyH7ZEX/jnq9r6/P2skbjiUYInfG64ZMKS9xoVa7x20z/cOmz3oYbObe3l5rF/PWLg5buzjiuExPT68E5YrvkXfK9HRiYtz4jpptUbTxjkHXGfoRlAnytqur2/O5w9rtdhv/yVobFOrrrMtKurjPmp7wHn+dnZ2ug8jfY+0TaQB7bFB0vBL/actvZFlR4Bo9wHPKdH5iYsL73JTLAesboQe0HciZ9bS0lbBvldbWkA+VeRTK1zWrw9vM1u80PczZuFqv6yU8GVdgHCGJb64ODBmet318DB1Ef8v1TLvpZ9YJ/NqtLeiwNg4/4Jbz9vKGYX/ddaHdsc+aHBmTt9XcNn8Hvnlv+wuWj0E/kEU19G9VVVTV0VNVu075ZpoiauVs2vUJm532sr+/39NHuc9YGcu4rrZZXBmLcy7xDgr4BHmQH53psbYs5HfBxjpGvT+ATJCs8kdYCKynSnqLLqFTxNVrdmmP6Rq4gWGX2RnI0zGrtwnWbSW9zZobnmV905ZOw7PL9BabNGd51mN51+dlgjoNjNClKdMp5FhlMuoWDBmgBA/0EH0ccJurz+r/Hqt7cpam664/WdN1CF0rl9l2r8c7SnqXs3aQsk/fFX0A33HrN1NGg+Doz1wKz+N/ECA/oGmrn9EV7Iu82XQ9Vh4oF7RF7VbOqWeumQ14zWyM0G5lZssYZYr3uO1W5qkvuq2f1GO6jZ4Pm805bn0j9JB4iI+4lyLeQ9RLRetvoB+91qbkrH6hnHRY+UAfkCP0RTNzyjoyQrzPWh2Pf8pWznSl32wG7Ad4J7IQF7LQtqKTRbPBkwM/ewwH6jbipY2AF2lEJzNW3+C22dhX1nSVOoh4us02xr7otfI9YPX3sNkX9HGSOJN4iXMjiXQiA3nBHAFykdfICTa0MeQdaSQ9baWxpMRtNz3osHJHGvHLPA32woCVX3gl9Q1xEJdV3VImyqCU7sO1bJIfaUFU9Hfc6hbqGOqavLVh2L3UPznTzW7T+S7r54EhutBuZQEcs6aD6GsYkyvX4bzvMF3usnof/YIHbT2YVtZnlMtEBuRYC8EHQgfhOzKCvTpo9kGft6NdJj9ytba2mV16zajVyhaUmS3vlPVWP5yVZ8H2I8z1611eh1PmCzZmij6MW7lP9KFWuZGR8ohu5a1O6i3VAeCbtfKWKbX1QZYgY/maewgZAxEGvSW/BkrlEhnBgbhqlW97+A9lVVXNBoNSvuCOD1VYDN9UOpiL+a5AaUnb3FdTU5Mwv8aCb0g18BH/qf+P/zYSgdBfVFXLR+zptB+atXPnTpuv3G3znnv9UJ4w77nX50P37dvrz/ft22fuvv+fvTeBjSzb6/vP75bdPfNm5r2et8ybt8ybx/ZnEyGI5YlERCBCIAoiECkLEhFSiJBCBApZQJBEKGSRgJBEQkmkEBIFJUAWsUZJxC5CEiAhvLC9N9N2uZZb5XK5XC6Xy+WyXbb/38/v3FNVdrvbLne7p3umqvvnc+ves/z23++cc+8tv572QHkxCfug7IHyo0b8KBIl5/mhnSXphZnJ31uY/eB7Zr9zbGZez8z09dRzfHxGAuwz7n+OtR5w7NdV8Q37fxENU2Qin/lOPWjAB+JnyHXxZdzzwByAGEIcPtJ89ir+Z7a//f19n//iZ+mLuTvHnD/S/JG6ZuZ8BZf7AfXud+2mz5tF/PAP+Irl5Vvhuefe5nvo73nPe/zHseIPcr0aPumTPskfrKX8xE/8xPAJn/AJgR/ReuWVV1Tv/b4PTxt0Eh28c+dOQFcjvF26+3b/znl+sOtd73qX79ejs6+88sHw6qsfDq+++qHA9/e8593C4R3C5bmAfSzJl8ELeJWA71Ow6aGOuPcBYJ5zqHxhNEJWe5IX6yEjrTUdTXSY/tTkRv7T91kI0ofM/TK+G9r4QaznnntO9v125xH3OiR7f8HtP9r+C4UPeBQlP8YFMO4zzzwTbt265TihB2YmHC0sPgsOLDhwOQewb2IHc5MUa4gBKc4QF5hLMKdgbsGcraV5cFNzVHLhXHMPoKZ5XU1zEeYt5MmVYs6S5n5ln+uu+foT5yrKv6lbUzvy8VzzBvpk3ss4zIt6mh+lmIQfBEcAfMH7curmq0Gf9A8fmG8Tb5nvQ2+1Wtf8ZU1Q1nwmAfODWYjzhHIxr4DGRqPhc5qu1hnh5VDrEYea0yQa4nis1x76Pli/v6s1uK63ieunTa3B5lqzqk7WTeFfnAsyd6pqravmdZAH8kFWO5pTR96NfL2T8ebjxuW14dcsEK/g3ZHykdHoQOug+1rDH2g9cVfr+Tuia1vzxI7WGTdF34bW6tZDU3Ne8M6lR+hBrdCharV2juY18X5N+rNWlBUdV70OdVlboT38Zr0FPjDfYy7Z134z+jwajTx2jrUPAt6XU/h01WD9iRfUQ+uO5qfQDy/gDesHcU0r6Wt5Ro+j3sa571rB3zXpVV1yakt2Pcly5GvaY+33PCpdQgb0RZ9HyjnxO9g8a2boQ0U+Iur6mnAFyirBnzLBqq8xcG8W+KMDrRbr2F3fr+hp3r8jWwDQBX4EIJevif2WZVNV0VnzNeOW1mCwU/Jr7H8sPUGnwRNNMDPPLcyMr/cAtgwN6Bu8pz/2ktBpxgO/KayJz2UH5AJwrSw/WZHvRKfR5bbWQHvyg8gUnA6VDzIOOAEcw7tD+ZSh1h2hE/+JXdW1L8q6CrKn77jusioexnHTOcYGGLuufSz8DmscjIsPYdxZPjDuPcQ/ghP0m+hhzKF8JXOc7e2dgE9ray21VcQeZAiuNcWPivYy4Bk8nsKa/ANQnciY+rn8DLyBxhRrkHlPesI8aCgejuS74Cm4AOgouD0sifRDv+TzA+3JIquu1pPRlY2NlnzhuvZiGu7La/KDFel/RboQaYIWoCKdATiO/h8ZU78uebPejt4ATcXolnR6Y2PD70eBh9gA405pHfle4biwa3B8FLRewKvFqQUH3tQcwG6wI3wX/po4gL11tI+DDWKP2CU+qCa/hY/HvgFsHP8LpGP8dkU+INl3TT6hLv+cK37RD/0R38l18PmMw3jJl5G/sj5ETgBe2DYAngiCchaOtcc8Uo400Np7r7ftuRp+kjHBpay8FnyIseRsbcUm7qOhTQinPgc3M4+R9A+YGcUZMIvnjrWvjL/tKb5BA3TRN2PAgxifyh6v4vHazDHn19zHV+QjK+ITPIEP8B2c6B+YpRH64QUyYuzt7Z72LTaUA6T8fnYMYuUslOV7VwVlx6Oq/SxwBnfE7TESAAAQAElEQVTmK4wLz4nFjMO4jMV38OEavhc/jD7Aw1zxqCZdAH9oLiv+Q+s0HufKwTaUO3c9jya/oD/6P8PUa3w50SLT0fgo+A9yDQdhd9gLu6Nu2D3YDLtHrTA4aqrMQ/+oHnaOqmGn+FGu3nhNx2uhd1QO2wfl0B2Vix/kWgsb29WwvlkPebOhWLYeWhvtsCn9h899zW32tV/Ensx5ucCra5BwpSapb0r4RgyGhyPpOjowUCzua44AjsiR3AeZEjuxL+wM3UJW6GdNdghUpHMV6R5ywz4SIEMgnq+cyz8aivNNn/swRkd7Uj3ZWl+8wWeMlHuMJRNwvRJxD1EJGexrHbin3Ae7aWouRv5QEV2r2r9b9T069B+9B9D9Vc+3o36uTuwPfuAr0G3oQO9BDTrgOQDf4Td749SDftrk8me0Z1x4VpnwtOLzO3gO/5EF97z25C/IC8EdXWKsk5Ppujnj3g/O40Mf5EL4TeSOzOEDY0b/XJX8KqIzQlV7suCKTwRv6tOO9n3pEP2hWycnJ/dD4drnwR3dQEfgMb4E/cGPVFxmyAhYdf+E/Mry2cDqRJ7lQn4r8mNrstGG+/mEO34x8vNy/CM+x1pfOAzghB11tc7RUo4Of5AlNhHHLwun1XMArsCa+LvmsoYW4krk567mnfuasx/6ejfjobPgB55DzQ/Au6scOupSy+lhbORUmejRmtMKPhXxKcovV92mfGvb5xbwEvzJzdHTm5DfZYKHvgSMD50j+Sh0Hd+EjTK3hUez+gldrAcB0AftQK7Ygi4jD/SEPgaK7dBI36f+LPCJ3wuqUKD5/bH4PfT5PjLA5moemyqSW7nQG2RY9u+r7h/S8arzeHZc+ujJVtHVxFPoOmWwy5ixuL7gwIIDbyYOLGhZcGDBgRvmAPca8CNO8wzDj2yRF1zWhhziJ3/yJy+r5td5qTovV/cvb4I///Jf/stH8sLLT/3UTw3/9J/+U893yWH5MbRv+7ZvC1/8xV8cuKfELK6NvAlY9tAkvPbaaw/dx011QF6OPczT/9ve9rbw0ksvzdPkLVPXzMLf/tt/O3z+53/+Q9GMnf74j//4Q/Vx1cbcg8QPIF61PvWYZ7L2wfFbHbAFbGIePmxoL4s1lnnaPM66T7LPepx8uM5YrO1cp93DtHn/+9/v9y/P0wfrGayfzNPmaa1LvjIv7qwBzdtmUf9Nz4EFgQsOXMoB7rf/uq/7ukvrzVb4b//tv/m9XrPnLjpmPXreHy3483/+z9/oy5AX/vUiSS3OPSkc+JRP+ZS5Ualo322xxxP8+Z8PfOADc/GPvBI/NVejx1iZ+Rd7s49xyMVQCw7cGAfebP6NuSn79jfGsHMdv/e97w280/jc6Qd+5Z4f8HxgpcXFK3OAPYR/8A/+wZXrX7ci9zX9pb/0l8KTHJ+uS9ui3Y1zYDHAE8yBr/zKr/TnqK+K4i/90i/5fayX1Wef7Ed+5Ecuq+bXyZX/0B/6Q378Vv3DfXJ/5+/8nfDX//pff2gWfOu3fmv4t//23wbeZ/DQnS06eGgOcI/FddbGWRN76MEXHTw1HMieGkwXiC448ARwgMVGAFTMzF9QxQuBgKWl0uSFY9wcxzleFBOKD+0SsAHNTVnxQa1+6PV2/AUGPGjAeSZALNA96CZ2+uI6fRHMacsN/L1eT/31vD+SIh7koB71eXjOzPzBOXADx3sh8+tmVmD++AtwhX54MRwO/cenuKGl2+36pJAHDQAm+M3muj9gwcMKLEjwMEICHl7gIQ2ABwwi1EKtVgs8dHNRyblara469ZDaUdJno8HDHA1PSBm31WqFVmvDceoUD5/xoOJgsBe4eQQ5Ih/oAR6Gk8gQoD/6ZWGjJ1m325vCBx7wQHfd6apUqioT1HQ8hZpohy/NZtNx56Ei+Ap/eSHB/v7QXxDCw0r0zzXqsCDbEr20azQa/iID+qnV8oJPNfGs5mMxBgDfIuReHxnRHrnxIA390n8cexB4YOTo6HDy8rSH5dnD8PuitmZW2AYvp8rc3m/dWvYJDS+Hun371szxbX8p1+3bt31jjxdYcRMSL5Pihi5eYMWPdd25c8dfaMV5XjJ13nfM8mD22MwCH7NYYtunpyf+ABM6koCXdaA3XHuUz8OcqjP6ZZyjoyPJbiSfs6cN0n7gAaB7H3Bcdz1F/nk+1R/0o1bYWyyjHtWkp7NAvQR5nvSpoT6b/pAjD+2ho+32Zki2iA7jP/CD2Ay4gjd8m4DYZ8YfnVERAB1e9T/VgUm70+AySDzZ2xsEHh5jM4Mb8sARXJvut+BDLtvIZUO57KcuqMmG6kWZeFHXdSDWzcW/puyXfrBJHtiif8bhpcEHB6PA+BfSK8LMHGMd3fx/+A0ePBwObvhHbD75LWTKZAV/fLaM/iv6sprTn0vu+J6NjVbodrfE192JnyVeoI+MNy9VvHRkNDrwOJNww0cxHjpYrVYkk4hPtRrLWo2ypvMReKAV3Gi3udmWDWz7i/SS3iXcroPfWXpOJ/p1cHDgvnowGMjudsSTbel+x+MRD/ChG+CDruB7wQ+aAPheO2d3yKAmu6MEOK7N1MHf0zZCQ3G3MbG/jQ3i4KbG33LasT1eCjArl+vSTjv4hx7RHzzd3993efUUA/E1nU4nwHfwgGYg0t1w+4o4565HNdFYm9AV5VfTuWq17nZX82tR56Y0N0Rv0+ltNluKnS1/qJMYhl2DB/nXcLjvLzp5kP2dlefT9w15RFkcOa1D5Wj4HvjQUj6U9AwdqxYv2MJuKpVaYS9V53M6Rz3ktbm56TocdWdYPJB7XDw4ejop5+UY+F6sPwPPlbF59AefBP4t5Tng07zAR4Nr0o9aoTPQmI4pI9RFY136ljvk8tkAvKFf+mcc9BW6O5P8cUdxdDDxa/AZ/BPMS/tN1Y8hxIIZQMw7DVPbHImGPfmkvuTZlV123FaIV43GuuyxIcgdyB9rbm918at2BuB1gly+n5dcNRpNxfuW+ttQv5v+UHWvmD+NRqNJ3EPe8Oy69NMWoB9kwAsA0HN0syefM9WZtnzBhnBad98Afsg4l7zxHQl/ypr0BUBfZqHm9Cfa4QOQu97QR+60wy/41pzxQ+sat6XxW+JHW/zoyP92Cv8bdQiZQAO0AFfhB/UA2kE7vgzaid0d+dmWbLyp/AO8wB1aom1XJ/Zd0RwkQsXP5eJHU/bUbrelE1uK3X3Frn2XF+MwHnAV/BZ15uMAMhwqLjHPwtfge9BRdDL6YGSE7ICa5BXLimSIbGvS21w6SBva0gd9EYPRr6tgg2wBZE0b5nrkLeStSafon7EYF0hjU6bv4AuAD/qELoIP/RCD9vb2pFdD+Z+B69jOTk/61nW7YM7Zkm+/n43W3A7ror9W+KG6l/BpaocNtz98WfLd+II0NjkZLwGH59AKzRfzJ8Wz4PNdchpkRA6Bf4EmeF0T76EdgA98BziGD5wnFwXHXDYGD6Ex4YSMjjSnhufgczEu852ln4jvsPDx2/I9m+6LculJVXlU1eN+zXkJngC4AhzX/SVy0aeBLzlcv7/r80jWrBL/rooZfAYv2h0V81F0od/vuz+kf3I1dADZwVv0pyk/Bs8aWtsB93q9Lr9bl9yBqAfQEnk+PVeTrlCX+DWrG/QHMEZLfrKt9Rn0u9vdlj4S2/cmsR2ZgPdVabxfPfqAbvpDLvtaw8FXQ3PL9b1RxNqIP/yPUHP51KRj0Mg55FOXbOAPuDOXh4fEPex1T/NZdHRnh/lGV3LvKPZseAyC7saZtaH6GT4yTs35lnusBDfGQNexJcakj1x6DE+pC165dKolXpJfMi7rptgZ9EI7fDEzihACBcdW5CaU5Ccnyk+OPF/dk4/oKWdg3KZiEv0zHnQz3kVQ8dy1Kn5VnSZ8CDh3lLfR1574cqB593h87PMz8ALA5jJAb8fjseM2VC4Nn6Fze7srv7Wl+dzmhMeJR4yfO58arq916S38qkmWADTUxOtYRj3mewLozcVXAJnBB6AlfYEubKWr9daech1kD14Hmm+CJ/gCV6XvMvrPX6df+mesw8Mj9wkDranCE3QauWHH4Nos7Bc6oOkiPlTlj6Z0190WoBkeNiV/+kEP0a9ZekdaEwAHcDnV2lrC08x0aNIvFW/R/6da/wPgDf52qPwCP8G6TFs5HnzNpZ9VxYFKpRIqyiUAfAznKCtuU+hm3WXSlCxbsvOOckz811C2QN/4NsZhPOAilnMeoB4yG2kugN6iw235YPwxMkcP4vg1t2XwiN+r/r0iXGM8TT5qQzbY8RjSV3wCp32tPezJh+zuElt6moN0VWfTbZRxoIOxGoop6CQxgnEBxqrJRquuk9Bem9hv7vbYcN9IP9EON71/dJ+xkw3O8uQiflz/3Kn7L/jOWIy5u7urefKOaNySL2p7nE9+KJeMoRG7A2ryOTXRdxbqF9LYPGN7Xc8lsHP4y3wLOSLPs7TY5KvZ9Hhy8g04QO+QB/geHh56fB/4mlx/knu2ZRPIsyX/Ct1N6XpDsRLIJffEw5rzr64YU5M+RqiJn1XZEWVtcr0unuZuN7Snn4bm1siFMfCP+MmO4tP29rZyj13Pi5EpsgVfeAvu87Ls5ORU87axxytkhX4wRlt2Bh7oQV05RK3AO9oY9lUTTankOAK0g/em1k2x175yNvQOXMETHIH74cm1k5MTz6ORAbqDfZK7bGpNCX40tG4An8Cp4n6nOoPL9LiiazXxGJxogx3SR09xEJmCE2MkvO6H01v9fDRNU4w0scJUxn1l9p3vD9Qz7avHMvYR9OG7isX/N4wDyCKCST6Zv4SXvcrl5eme561bFx/HPdDbk31Q9jrjHujbA/uf3HjGOepxH4UZ8raQPth3OqY8/51zAOcBfAHA8anyttMiV6HOGwFm5jyL/FoO/KgRdGIHZibbiBD0MTP9Zb5yLB97NPGx+LO+8g/8ELkA34k10OkNHvCHOqxJkBPRjn1+fDbzOMqBcutRkevSjZlNcDKLx+DKvSLQEKHkNHHeLNah7eMCxk34PPvsM76HzouN+GGsD37wA+EDH/iggPL94f3vf19473tfCvxg1rve9U5/kOTOnXcEfiQKPUT32Jt/9tlnXUefeWa6d49OAuzNc5161Gf/Ht2lv3e9611+8yvf2dOnT+piG6VS5iwxMy/5gz5SJpheOi32OE40Vz3W/seRz32QzTRma4M5NXzMpZmd0YsQLPCBHuBEeQFxcRbGmg9Pv594bkld2pmZ61CpVPJ7KbCL8z7k9sw9Feka9dBB2mVZFszMIfhn8WfBgQUHLuIAdgdgj+TI5Nj4f2IK6yodzbuZN5Avk48DDc0pGsqdAfJngNw4Ql1zkLrmKglq5475XlOeHUvy6prmBEBd61X0QX8RGr6uzryIccEBXDY1J+j4HKbncxjW/kaa2xP7xlozg56LaJ3nHH2caP6Aj6XffV8/3dHa5qZwaogm8K87HdO5TFXfZyHSRs92CgAAEABJREFUCV255sTr6xuaL2/6ugHxGj4TZ+E5JesbzHU2NT9hXri+3tK8f93Hq9cbZ/hanVkrgHc1zU9qzse618s1f2TehYzgH/11JMuu1pwZe6C56L7WLKAN2UMvMA+PzteFX/CfPumbXGJ2vtXSOg40IUtwAsAxF2+ARCP8AlgjiWWt4HdN/I0ArffyoOa018SLXPTn3m/u/It8WPd1ipbm21N+dCWPqR6luRy0wA/gPJ1Pw3fwjrI40NrDyPe+mI+jW02tseTiT72eO1/P62/F57s1XasKKGu+pgDP0B/0dqi1PeTMGPDqYXkCvughfXKPEPqJ7rS1RpJLjlWtdUSoSgeAqAdncY+4In/kTVtoJr8dat2Qe83oF73Ev3XkQ9BHdKwqe8rFE3iDfrDWTR18CziB22kxbzCLuYXZtDxPP/VHyp8ZCzroD/41tcYDftUJPdAR6amI77P0UA8ZgRd4gi+2Cy1RT498feO0mMsgB+QBvthfX2sm+HDGhR/0A601+YnpOIwf+ZbOVXy9s+a+Bx52tebf1zwjjcv9o+fpvc538AZnALyhCX4zVk97MV35Kmhuaw1pY6Pl+0nJd0z9Ru42H+mqF/oaS3gcaeU7AJ2UEeAtAF9y6Rg8ApBR1IFN+Yaur0GiQyPFGOIB+IL7ZTRTh7roAu2QCfqHDCNtHa2dbp5bI27K1hoC6ALq5+irS/9rDtA2hfoM7RzTFqirfe79RRob8odNyRZYlz9sCtadt/iGrmQNftg4+KJL4A8twGU0L64vOPBW4QD2cNa+Y5zFfrCjjvKttuIXvgS/tb7elO1hfw3ZY8PtEr8F1JSzRKgVdny+rBfnKetF21xlPM4VuwD8IoAPA4gbwMbGhueu7GcSE8ERX4t9Q8OszKALm2c+QB3yUtpBS1O5Q83jR0005O5H6Js4g8+gP4Ujn8Onefhs3/c7Zjz8a18xq6O4TJ+MBS1pPPz5FKrOD2JWRXGT/bmaeJj8OTQjA+Lv4eGhx0noBMAh0UjcSb4ZnvAjP7Nj1pzWqvztRVDT+brLIFf8QM740MRf+MH4xI6p3++6z6fu+vq69KEpPjYEufoB6qILQP5xzIricV17J9QnjyA20h95ErhDCzQ9CKgD7dCLjOA1eMFv8EW+W1ubobPVDptbrdDZXg/dfjP0hs3QPxCMG2FX0B/nKoF66I/rOhYc1/14hx/rOqiH7f1a2BrUw+Z2PbQ266HRrIdc+57wtdlshHXpEPS3NB+AXx3ZCTiACziBGziCKziD+4Nou8o1+qAvgH7pH91mTPQEHNBvcEJ30L2mcjUAvJFvLhtDv+rFPDWWUVYc16R/QNLRmnTnLFAXqE1kTX+5dIcxGKsp3iBn9B98wAvb6mmvCV0azuTd2Az0QNtVePCgOvF5h1HY1f41usA8G1zADRqws0hXVToP1LR/XyuOq35cE/25eAQt8BG+7mqfGHkCyBYbgx70mDHgdcPXExohFx/gI1Bz3tVnbKHmx1yb8qzp/qfl87m29sS3lKv1fK5D7oL/QtbwB4BX8Ixz5JrD4VDrB33tx26HjnwO/G5JJ5uSOzREfHLJKuFBCR410R3LmmgGEk60BeiH/rj3Icpu1/da0TtwAJ8Qrr9uCy2JDmiFz/AVvcklgyivquMZ5QbO6TtlVTJLUHEawRmZ4Vu4FxNcx1qrjbg+SHtEiZw+8wL8EbzFtnrK4bHvhtaKkFutkCn4VCpV4TYL4FefyBj+byjn78z4hr7mIOBG35RTXdpUDt0K6BK8py3yAGqFfKqa39V8/CQ3yul41KUduDZlgxuKl4zd1Rykr5iE7qLD0JfkdxW+PJhr06v0hUzpe6w1rMPDI+nLvvRzV3OQXqGf0LkhOtdd78EXWUfeRlpqTi+0TYHrAHVpAzSl4y3ZTVtzK+wdOonz8BV92td6F/6mJ7/D9bbyGPxSLhsl1lYUkyqSIVD1uWxVsqu5TCsej2tuz7ShLX3Ax32tOSUeQi90A1NOLI4WHFhwYMGBBQcWHFhw4GE58JGPfMTvebhqP//7f//vcJUfEvnoRz8aPvaxj12p26/4iq8I3M9zpco3UunRdbqyshK+//u//6E6/Kqv+qrw8Y9/3OGbvumbwoc//OHHfq8COeBDEfGYG4MvOfhjHvZKw5EzV5QPX6lyUend73534Adgiq+L4hwHuH/qB37gB+b+gZzZbphXfOd3fqfmuZXZ0zdyzP1H3Oc1T+fMhZiXzdPmzVr3vdd4mXNN83ls70nkCb4Kn/Uk4nY/nFgTuN+1x33+KjnIo8aJ+zi5p3OeftfW1rRmujtPk6e2Lj55XuR/7/d+z+9fnbfdov6CAwsOLDjAjxNzD/1VOfGbv/mb4Xd+53curf7rv/7rPv+6tGJR4dVXXw1f9EVfVHy7mWLhX2+GryEs+n0UHGB+Y2ZzdfUk5+hzEfIIKl/nB/fu3r37CEa+mS7Y12MP/WZ6X/S64MDj5cDLL78ceEZvnlGZ4zPXn6fN46oLXo9zfYm587zr/N1u1+9neFw8eTOPk+d5+JZv+RZ/nnIeOrlP85M/+ZPnaeJ1mdt/13d9V+B+FT+x+LPgwIIDTz0HPuMzPiN8zud8zpXp4F5D5t2XNWCt9Nd+7dcuq+bXmWu/8sorfvxW/MM9ct/xHd8R+EGuh6Ef3/5P/sk/Cd/3fd83d27zMOM+WW2fPGy4l5R7Y+fFjB+qm7fNov7Ty4Hs6UV9gfmCA28sB8wyf4kMP8hz+3Z8gQ+TVOD27Vt+jQDJjSJA0MfMAueCPgRhHjbgQQNuhOcGeW6K59xodOAv4+GG/dRWTSb/Occ1+uCBCB7WYrGMGxa4Eb7f3w30w7Xx+NgnbbTR8MHMQqmUOX7cWHJbuPMCIl52w/elpWW/ViqVHFczC4/7A23gzoMnPLzVbm/6w2w8DLC6Wg7cKAdwXC6XA8nf2lolVCrVQB0Whmv+sEI9xJIHbSIwkY0QHwrK81g2Grk/VBC/c0z9uj+8EvuoqX+gEsrltcDY4MAi6t27K36OsemHBzzAm0USZPSwDyMgO4B+4E18gGMY0Bkefmi326HV2vDFjoa/5DHiDy3xe0P8S9AMTX8IpR14UIpFEl4iAL4J6LPVajntic7V1VWnGdrhNYl5rVbzOjzgwlgA41ECnI8A36ouJ/oDypJbWXxEdvSTeIYeI3v4Bq3Q/bj1737jTXE5DRwDJyensq/Tyff7tZ09b2aywZK/mO22fEXyGdgg/mRpacmvZ5kFPoxDOQunD3i+S917VUqz2EcIqQwP/QEfZMNL3g4PDwMyQ4eQIYuCyLQs+aIz2MbduxfrDnKnfq7FpbPQmLHFeBz1KJe+5bLpmuy8KnusSKcqrpdprNdee939A/rJA1ckwvhXbBG9Ojk5cU6Y/sIaMx1Z4FuY52OmRjSg5FDyQCbwZnw0DsO9YcCeeBARm6jV6wWu8GJV/qLs+OMzaoWvijxoyFaxX8pGwYdcdNdn6K6q/ZroXA135XtWVsriR83tv9PZkl/Ykf/fUww5lG6egKUAJFWIUv8L3hw8BoDnh8VDZ8SoXm/HH6jEb/EQF3KCR6nMC59M2Sj8crPZFH2tgI7ht9A3+hoVL84Yj8dOK/yflyQeLkQ30JGIW0e+sa2xWvKVDcljFpr63nS5NORrwTHh1pIPhiZk0O/3ZRf7ARuBfuA6uCVaaJsAWrnBk9yh0+mIL+vSj1z6tRZef30lYAPEpZUVdK3sulKpVKRvVekQelRXfSAXHQkijdADXcCszcXjutrXXNcqirUV9VmWDweICXzH7ugDuwM/8MSXg/N1eQDd+Bt0CHmTJxGjeCizIjywfWgFoj3M0l11fJON3etvZumGF40JT6A5toPmqviLv1kTP+l/VbZ3N7z+Ov5m1fnSUswEr77yL3zioXwjNCcZvplK6EKmyDbKZFf+rie72SxyEWwn2knu/r0hu2mItw2V8Tw6BjSVj2A3PGSMzmDX5LRHR4eBh8eR/8PwjvYX68+6dKOq+LHqvnRlZUUlsKpzZcl7za/XlOfUCh+NTkBPvd4QLbloiZDLZzUKX8VxLprr9byws7r6iTqEvqb4yHivv35XNntXOoUPr6h+LntuyT92A3qODoE7/IYO4GF48SjaEjrMTPMDIAtBMeX4eOwvj2XesbMT9SAXT/AN0ImNlpUTANAPH4h90R7rzsu687Sh4wh151/kIXUr8je0pY+y/A55JIDPwRd0u9vyuUPFvSPfODo+Pva8LMz5gccAPKcPYgNzkY5iK7paraZYXpYPWBHcld6UXV/AsVqtuT+AtgjQkIsuoCGdOQu5dAWoO/3UrUsPplCT/tFnhIrGqUhfgLL0dFUwW6KzNcWuDX+JPraJnUIH9EDXVdhBPeoDR0dHAT+OX4PHHcUc7BWeN4oYSDmFZkFj7mWz2ZBPWHff0BEPZ2P3WPNTxgKugteizvwcwIeiB1F+XX9JDHkUuReyabjfyqWfSS+T/Bo6l7sMqdvy/Gaz8E27/rJg9AqMriI/6gBj5WojrXGQb+3skAt2Ay/HAaem8rxcfqMhvToPeWEn1Gkp1qKDW1sdf8kGeolekb9xzDXqVZQf4CvKhe9ZUU5ULq+6/XCtJr9eL/xM6j+NG783ZIu57LkuH15VDlWR/a2pfdmB/sh9yF23trbks3fdVmZfEAJ/7gULZhG4hp0dy4fi78kd+sofO7Iz+A4eDcmocQFPGJcfKszFs9z501DOuu4y7vV6xQtLRvLNh+4TGYfxHgaO5VdHyruJT91u18dqSTfA9f44Rl2axZE25In0wUvCoR28sixz3oRg4SofdAqc8FP0Af+gHR1AtsgZ+SMr4m3KjTmH7Igf+Naa/Gyt0IeEZy6+QlMsc9kDdDRcJ+gb/04b2sdxKtKLNfnkVcWEFY/tK8orGANZtdsb0teu68lINgDeV6HxQXWgH7liV/BgJNmQQzH/ZK4En/HVTeVZ0JEAuu6FvNCftuOJHvaVz8JP5NSR/8ZOoQWaib8rsilKYnPiZ028hDdAXuglbfA34EIf7XZHvmRLgP13XI84D74t2TeQ6m7JznuaNw785fH7ivGHyg1jfDeLemKWyhA4NDPPUUIwnxuOFWvQD3JL4nlX+QL6F8dZd7rB8TxPcteBJPtc/rDp8bUj+4THfdkqOofNI0/kAYQrfKhHmxhf+/KDW57/oVvwEl2N87kV6dOq61a5XHE/BP/hc3yZbV7oZGOio3nB91z4R8h1LdWrFz6tpr6q3i85GvMngGPkyRjwAz6x3ohuoWPgjM6B/xXInKsKfTIGYxEjkDu2nIuesvK+FdkT+EWdgxdV+eaa0zOrb7noBveGfGeutgB8hSZ4u7ZWlp2uiK8ror/sfICf6ECkd6fIJw/lO49dh8wsmM3nn+Yi/imqjJwA7ApZDQYDnwN25CPgX6uFTTVkL0BelM2i5FxD+tjw79g5Mu7IprDLvnwONhssBaMAABAASURBVIEeoGcAYz2IPVwHpvjseQ68pbic/CA+sKE4mk90I+LDd6AhXUH++ISED/NScgtylb5svae42i72JCqakyRdRB9Zi1tdXVOOEPWy5vGkLtsEIg/SOJQAOkk99LKifGVtbc31kX5X5Fv5Dk7wBr8FX/BjY+VR0Psgnlz1Gv0koF/GgF7GRDbgCG7gs1LYH3gR12oTX59LnkBD5RRoi13WxIuq5k4V8Qw7hj58Df3RD7Ghrb2MrnKKSOdIdjeW3Z1O5nEyv2CGDdpVSbvxeugmegrPwJuYQByD5hXJL+YcK5onrsjfrLps4R18gG74Ql34lMtPUdY1F2xIT4G80FXKfHI9d39H26rmm2trVencmvovy5+tOtzVuvtdrQ/Da/rBBvqFXTGnRc7IfF4GmdlEBmbmshkpl4F2XkrHmjc6M2treUEDegwuuegA95p0pya9yP36uuaJLc0TO263w+H+ZP0UPIGLcOU88QgZgEeMGT3vBxzqyu9zjQfMHoNHhKb7oHjc8DygLftGD4l59EdsR87kpml/xswuQmdxbsGBNx0H2NuKREVfjM2dnp7IN0fgeFon1rz/XwtZVvL7DO7d84y5lZm5jwlzfWKbTPumgFn8bhbLubq6RuXz9JvFcbMsc1rZ6+UhEOD27du+/1sqlZxOMxNPIu1BnxPtK8/6tIHmPfiimIts+7weX8fajqo/8P+J9jyPtJYe49NA+4N9f/kj/nqgnG04HPp8aqz5ER2B7yyAI/eGICvuFQFu3Zriz3XqmxnNbxzMzPfHwQk+8gNZd+68GHjRxyuvfDC88sqHAj/C9dJL7wkvvvhO/+Et6lAX351wNbsevmZxfPq6deuW/4jX2972bHj++ef8h8H4oS9e+HBbe/ul0tJErmYxVgZ9oq6cSvb6cu4/17An5D9WjgdwjBxPdRGgSSo5fpRgZsJrFuJLWMEBXMg90SXiYl/5MHkiOTF5T1dzanQ0AnP7CJznOvWoj+7Rnrk4uciR1pjp/6ZoepT8WfS14MDTxgHsCsCHYGvYHvbY0rptrty7pjx8ba2i+UOcO8R5bNnnFMxTAOYZAHWZr9SUt5NPA3mRX58t4xyQvDrXGLnXiedok/qgH+ZBjMFcZdXv8VvVfOmu38uwovkm15vaG2Bdgbk4cQu/8Sh8BnyhHwDe4JP6mifhw+BPmrNAxz1QzNE4D35AS2uXm5ttX9dM/g5eA/S5ubmpOUZT6001zdNWJmvEZe1RwANohSfwBz4lvjEGEL/nxZpCXfPAmvqquKzgHfNqZFmTTHPxnbkoYyNz6EMHoBm4jh7Tnn5GWmemzx3t97Y1bwfXVa19cA8KMgOPVcmyrDU78KlobSPSVnWca64/9QkdtJ9CYzIng4aG1mUoE9Q1P65rXgfQT020AhWNUTm3vsAcGFyYczN+QzJDBuRT0EBMQ/bQdV2eXIePj7INeJ8oZzzxXO/I96CIsV2tpbQ1l0Unm8X6PzwD4CW8oJyFpuwMnWFPDr3Z3e0H9vWJ+/TPWA+DO+2j/hxofXXP81HW6Frui6Je53nd15ASfpRAxLMp+2GtYEN7Bhuys47y2b5oTnns2PNZZMsPc2HL8GFTNtkUD+iH9QnWKVjfijQO1J71hqPJnCbRaBZzodnv6Rha4Am8IY/uKx/qKgeiX/o/uyfGOkOzoCv3MpdPBJ+meL6+3vT1D+TVldx2d3cdJ/rmPjJyfaV/vt7CmOht4iP+sKd1SdZ4kF1LPqhZ0JrLBwCMcy/k4mXT9zOQQU97LHHckdZeIi+gFToprwO0BV9sDHzJHXe077spPwg+2CS2ia/AVqP/mF0nq2p9H6jJb9Qn/iIX7yI03FfkorPhfiIvvufiMfVzb4d/IH5V5CMYj31gxlvRGh3naA/fOlq/Ro7gOdacCPwTXEQ/1xJtyAqfiE61pM+MV5ZfhzZ80IpiGWXZfWK8V4M64Bb9fcQ3L2hryFcB8XuiE7oa4kMuoH69oC+W9AdPoakiXwitjHlX64FpLZLxqZeLZ+gL+GLjyAdZQRNwEb2LcwsOvJU4gB2cte+h9rm23WfWlMNgS9j3ivwINkbJ95Tz1Dw3wTaxV2w3QUP+KcKsjedu+2ftG99Q01gAdgtU5McAxok4kLuvKKdcVR5fVj5YUV5Yky9sKkZuac1oz/dTkuygi2PsHb+Fv8P39xRH8IH4hRhDmr4nTVzi/I7yPWIdbejDLMZHs1jSJ2BmFA5m02PGI3cf+JpWz3EjFuAv43gN4TwLTecTPGq4f296zKJuS3FuU3GdOQF+F5yQFWOAWwK+j7WWgn+L+X1f43Zdhk3FXiDm+c1zYyc8pmOSO7SV73Y6XelBz/cq8J/EbGJoW/kWfVUknxX5e/bwV6Qb+GHO1aQP9XpNvntWD+Ix9JEHRJq6YVe5F7w+OCAesxeW7ud3tl74B5qhk/wHnvQkT3DK5evRkxXhtLq2Gtaqq6Gar4a8VQ6trUro7NZCb1QPu0cNh8G4GRLsHa8Hh5NYDo7WQ/8gQm+vGTo7jdDazENzvS66aqFaq7r+rZZXXR9XRP+Kxr1b7EeBCziBGziCKziD+4VEzXGSPtABdGGkfamB1jiRDbqC3cCDssfkiBuxke9JPtQBkFOtsLl6vS668gnkbqP5RFdy8RZoKF7HMpfORoht64rRNYeK9IKx8BGJJ5Qr4hG4cH19fV36uSX57yoHHHk+C03QNgcrLqzK8w6RL3vS3+3Q0Z57W/oMf7AD8E8wpacheiJwjnrUx0dsKo9jXtuTnu0qZ92Zye3g64rkDl3lIueBPvITeJvmIXE8+BXHyMVfrgPUxcfBL2yJvpAP970xPmMz7kjz0cQjbB35J5+GXTaVD1eUD9GevoCy9KAsvDhPn4wX5x7IOuICveAZATnWPR9FhmVvn3xtVedroSl/wnjoXdJp5AZcKJBLTtJurDwUevjxLPqF1+T66Am+Bhxz6SBlhGahm5RAQ99zQUO+fF0y35Tf6mletxdGshHwPD4e+9ziEnS8zvHxseYHY9fL/f2hz7+wMeY8TfH5PE7gBkTcGs6jdc13qIsMoYX26A4AfXxHN+mT/tCDFdnIdH6wpvhWdZ7X3KfW3T5z6U4+wwuOcz+HTOuFDVZ8H35FurmiPtEv7LQp2WEL+HP8EnwhdiAD4DLeXOU6/UT+HYWDgwPJYBDYN4cf6CH4JB1FN8GN8+gnOphoiSVybRS2CX256Ks7T2hHewBdB+ib87n4k+hkHQR+E0OhG3vCpjc2Wi6nhmJuhIbrD7KgfUO+DoBn+IK24h7yoh/skTg7VsyFXuAqvFnUWXBgwYEFBxYcWHBgwYH5OPDKK6/M9SJx5pU///M/f+kgP/3TP+0532UVuRfiy7/8yy+r9lRcJ1/5N//m33iufB2E+RGmn/3Znw0/+ZM/Ga7zcubrjHm/NuTT97v2JJ5nXsUc50nEjbyYXHce3D70oQ+F559/fp4mb7m6X/AFXxD+1t/6Ww9Fd1lzcV5qyJztoTq6pDHva3nf+94Xa83x9yovspyju6e2Ki9y/oRP+IS58Mfucs3h52r0mCrv7+9fO048JhTvGYb5/j0n34ATrA+wzvK4h37nO98Z7ty5M9ewrI20tU46V6OntDIxa17UX3/9dV9TnLfdov6CAwsOLDjwaZ/2aeErvuIrrswIYsd/+A//4YH1qfOjP/qjD6xz/uJXfuVXhpv+Ad2Ffz3P9cX3J4kD73nPe+aes65oL408/Umi443CBV8279i//du/faV1tnn7fRT12V99FP286fpYEPRUcoD1G+aA8yCPf3tS5s3n8eZeiceJG8+wwsPzeDzoO+skzBEfVGdx7XIOsL753d/93eHjH//45ZXP1fjmb/7m8Iu/+IvhOvHpX/yLfxF+6qd+6lyPi68LDiw48LRygLX4r5hjzg2dP/ETP3Fpnvorv/IrgZhE/cvgT/7JP+nvR7is3pvxOr78L//lvxy+//u//6HI430DyIUfaeR9DA/V2VPUmHti2at/klHmWbKr2sIsHfxY3uz3xfGbmwPZm5u8Nyd1C6reGA7g9BOAAS/1WVoqBW5Cu337dkjAzRocLy/HF/EEfWinwl9yQzuOCcTcENfr7QRuYOemeG5CGg73w2g0CkdHh2E8Pr4w8aE/bugfj+MDEdQfDoeB9vTDzfB852Z/6lAfCMFC5i+rKnkCxI//gOvt28+E27dviZblAN4EdPA0s8AntuXo8QAPQEAT9HS724FNcG7654EEHirgoa6VldXAQwvl8loAuIkrPrQQH9Cgbt0fequHuj9MVQ88aFOvN1QCuZc8UADk+fQcderFyx4oa7X4gEPFH6SqBMYql8sBPF5//a6XZeFRq1W9z42NDcl0W/LY8wdWoAeAj8B1uEg7+kDu6Aby7fd3/KEt+MNNYuvr64GXWkILNJ2FZuBBCs5RDxx54UK323VcudkgQaezFXjoELrLonNFC+2R12WnvVKpBB6OiTyGr/ByCoyR5/E7vKcf6pfFI+S34rIrS27AmssHfLADbs4gyUJvoRW6r8Ovm2oDPrMvRUAmp6cnbqenugBcNraZBWxseXlZdjf1Hdgj53jRV6mUBbMs8KFPgOOrgoZQ1Wi/ZrHUiUfyH1x4OcR4fOT6zYP86A4PTiHrKOe1wEt9kPXKGf2pFA9RVf3BIfQDiPqCDTakp2chn9hmtGXGQPcqbo/Yf1ljrbodvv76615yDZ/Rbm9Kv3uyxYE//IROORNgifii/yHomFJFmOdjZjRVExOEcMo/6cCR/PLecM9vTuEF7NhDvVYT3RX5rLJwXfFyba2ic1XZUs1tAD40GtgN9Mcylx3hg7iW6KZdWXaJTfJwGmVN/WOznU5H4+4E7Aj/j36CnFANZibg280C+jEL4IBN84AWL/Hv9XoTv4UvahQPduWSczqmzEV7XpxrNtflk9ZDq7XhL1qlD+LDaPIw4bG/SOU6lEX8DqQjUWYd+T/0ptVKD6RFeYDTxdB03PBh7XZbtHX9JTP4aHw1/Sd+XAe/1Cb1cXw8DixuE+t5kBG51xSjeFE7D6zyAvfXFZdW5GfRE+JVZcZn16QrvMQ9d/7mHrNy8TnX90ahfxznxbmp/tXcZrE9/HnUwzX58TWPC3xnnFz9tGV33Ag+Ui6TfHniQ6LnqiV0j5ULoUP0x4838NAgulORD0D/oTXCiuxrVTiVhVNF9lVx+4o012Vn0JugMaG9IR3Mnd54LtGM3VWrdfVR9b7gcYphMf6/rvFWnC/IgXjKBHyoPA58ofmqdD4t9ZDH8ZkHcvcDdk0MQB+xA2TTaKy7L4evib+UCdJ56rbdbrZkN9F38eDx4eGRbPrY2cKYfnCNP7R9sP6U5Y9XJcdVjx3oUbSbimRelexrkm9NuhP1B93IpeP5jL6cPU76VVe7XEBZ834q0lfsBB26O/OCHL5zjb7xO+gR/o0XQcNr9Ag6rkH+DTQGA1DKAAAQAElEQVQx9WmKJVnIspijgCPxhrjT05wGeTbkS/A9K4r/K/JF0FhWDgj90FqtTnmai5/UjyU2OMvDesG7iux6TVB2oD8AXwTP0D9yEXzuWDH4YXgGr2mf6GJOxUP2zWZT8qy5XpQVg+/eXXGdwQeVRVukK+lMXTqT6KBsyB5imV+oO7nXRwci1DVWgpp4UA30X5Evh6+MB/2JtxyXhRO+DhvE/xJz4QV0QJMEd6X/1AXgwdHRkccbeACPuemGXA+eww/kFqEp+gDoTJBrTtJU3G75PG7Lf1gl5mP4cnBjDMZKcCUEF5WuzIH4Ao6RfPSucpMtlwOyW1+Pssrd9hqSXS5oeExsKB5OoXkmv+HlAf3+rq9TXEWvklwpkfVYsTz5CnIYfB1xA5waDXCKeDB+LjuhTJC+E2vbyjG2traU3zOH7Snv7Sl+9Px7W/GENviGsuyyLLvAPrBTSuyHa9gKMT4XD/KZsdIxJbZIPfxVsj3a0w/AuabyU/JG+EJudnh4cN/1GwSnVFz+MzgEfU5OTr1+sjVst6Ncfl1z+ob8aMPlkZ+TDbxquMy4Dq656GjKR2Gj2CoxJMbSQ+8fGWi4a/+nPTIfKe/GH0TZbfqLjZAJ8svFRwCcZr/nwg1eNkQPOCJv5NTVGg94wjP6J6YAZnYlPGkDTmP5/MPDwzDUWhhrCfgoxiTelKUDq6v4atZr7nqs51ylsuZ+FdnWlEOjCxHgNdBwnucFTbHkfC5fXRfk7qPRJfQg6QU+mdjwus9HVz1e0BacoBfeHRyMlN9c/oKly5gQ6T+RfMeajx/JV49k6wPZQU9zpSib+OM4UV/AoyF9mi05ziWfXHQimyiXruypH9DpnmJ6V2tF2CmxhfbQnF5quLpKzr0mOiuCFP9q4k99wj/aoA/odMvncZvuj7Bh+kVn6buleReAPqW6Hc3Jepo3oifENOR8rHkQtMMfs7O6YmZuW2axPDk5KfhzKP6Qr+6KP9vOn5ZwYaymbLgp24l4NiZ2xXf40pDeUrLGBp6bm1veB7JE5w4ODiY/EgZOCTeOL4J0/Vi5ND4DX7il+IissBP0NuoQOrviOSr+Bh1bW6u63t5fZ3Pne6OQM3hH4HzU2Zrmgeh9RTkptoDOvq55I3PIOE7Fx0BmHfmifr/vPh87A2d4mmi4iL7rnqNf/OBIc0fyyZ2dqMfQsrZWlu1GXoAzsKZ1FHQReuBbopP68bghPQQS3XXXUdpCM8BxRXkV/dCurdiCvpFPomvQfCIfLXVSzotOAdel8Oluh8wTnBR2haywTXiGDrcVf1uy42hP+RlbQp8icD6f5If4RnwAcQubwibQA8ZI492Pc1znGuWx/AK2mPAhX6FfbDbi03B8eKEXsp5C7jaDfWODbenAlvIL/F6vt13kF30v26KPdugetsJaJ2X0g2Vfe8C2ok7W1S99A41i7EZxjpI4UlccqcneKt4WfaQ/7H9tbU08ashXdeTXd91/Qd+x/Ab0QvejAPoCjsU/eI8/2tzseO6XKzZUZB/YCjiBGzhiL9BYK2In9eDLLOSKKdgldWryOZWJvykXLyNfFd1V8aXpuWlX+QDyJ2/B7k6L9fVII3Zn8fAJ+XvKmm8xR0LnwB9dI49AH5JPXblnHlwV3ci85rKvOQ+jjuTid4SG+MI5oCGdAXL5M6A+aV+RbJDH6uqa/ONqASsqV6RPa+qj6fqDDx9qbYp1hcjb0ytx0cwUT6eQ+T4i8//4IyPoIzJjXQ7bmNp+xDfpA7bFMbTBn2QjfMc219c3hOem8o4dz+PYY4C/s3AeYa4dyxYOtV4U/dCe4nKMGfSZS/8AdJA9wAjgFQF8AOpQrmteBA3QsrOzo7X0YbF3cCLfn/neDfkpYGbn0bnR74vOFxx4ozggN+dDU2JzJ8qHThT/I5z6HqhXuOQPJsP+Jvuc7HdyDwUl37Ep4JIuJpfBJX4x+acgoASymWMLfMxiyfFNAXyZ7dvM3GcsLy+FW7duBx5kAG7fvh2Wtf8LH6AXMDPHOehDP2Otk5D/HGieSB7Mfn9Xc7BuER85z9qOqj/w/4nkhG/E7+OjiQGUrNkTr/b3k3+La+1m5jiDE1AqlYr7RW5pv/oZ/wGqW7duOf5JZmZ2Bvdwgx8zcx8M/+AjP7b14osv+g9yffCDr4QPfegVf6D2Pe95KbzznS/6j2Rxwyp1ocUs4moWyzDnx8ycP8su02Xx43ag/+eee95//Gv6g1y3nW/w0MxC+iBbdovT9/Ml10/cro41ZwXGPq/k3IPane/nUX5POI2LNRbiLDqJHvW0NsB6C3k7utmVjhI7I2xpjt/1m7O5Tj3ySnRvqHUacrxDrdnQLzGccR4l3ou+Fhx4q3MAm5oFYgq2iz0yTyHvrWleNp3Lrmqtqex7bMw9OV/RnC3O9eqaq0Qgf4/AXIT5SYKL82rGAcjDaVfTfKemcZkD0D/jMF5Za/Ur2i9knvm6r5+u+HoNawZtzcnBezCIL5LGZyBf6KO8DtAW34oPgjf7+/ta8+zLb235vhVzCMYGWDOAhrPQ1Pw8wbq3AU/WDvCNzCF6WruMfjHuv9An/LyrPWDW26C3rDXqNV/Xq/m8Dj7lmgcyJwHyYh4zPc4li1x1684f2jPfXF0t63tF12qa9zWEz4b877bmMXsB+k6UDwDQDczLsxPFJvpJMaAn/9/WekguXMuSHfTc1b4oNIFLWXQBFc1RK65HNccN2ddcB+qazwLoT9Qd+srP0TtLd66x4M9Uj+riQ01Q1Xy34rrL+OABsD4Tcaj6HJp1DfIpaEDu6NF1eDEv726iPjlwhFPfT4CeqMO7knvX59PY+br2knLn6ZTP8DRBuoaet7Qmvqn17a5yzZ2dXc3F9zUHPvQ8BBoehldRf8a+lsz6KvkotgKO4FL3+3bBEWhKh5susyl+Dbe3ltYXWTPsaG8AGyOfQC+PtX7F+gb7BKl/6GjLd2B3AG3b0lnakpOQx8Az1hvAD/oAM/O81mxaQv8sUJ8chvGhBf+0qXUz6GlqTwF+RmiIlgjQ0ij2E+IxNK3LVluSV1vrF9uTtT76Rqbk+in/Y8xjrXlALzo8GAx8XbKjdXp4sr7ech4lf9Uo9gFSyZi5bAhgTYb7FJHBjtba6QteMC7jwIdZeuc9pj39zOK7s9MXnR3nBz5hTWv4+C5sFVjRWhm+g/MV+Q18ZU2xol6vy3fk0ocEjeK4ob4419B3gONcfgWoq6yrXV3+oSbfiI9Y8xgXx1n1c/CiJb2PfOj7OuuxdAn8gfvRzbVjyQIZwTP0AJ1qST/BGzqAFcW0BGX5SeiqyB/WJj4QXCPe4JK7rUJLQ7QBXGtcQB/t6k5f7KvmdDL2muJJWf43jr/i663wl3M18RN9QF/QWXIC9Al6ZuF+dC/OLzjwVuAAtnDWvrlPeFu+esPtDFuK9rXq6+3YF9/JZbFB8ltsDd8F5O53ox1jf0AuW6cEOM69DnYdoSYfQduabBaI/VY812GcsvwJY0b/suL5z5p8KvWa2tPGp2Hf+ChkBk2pxDcfHbEvPgz4/p5y1S3tQ+MXaAvgy9hD29J+WE/5HnH1UOvt9HN+fYN+E5jFuJm+UzLegfbKwYe++GErYjFjMBY8uAjyGR4RT8lniHNtxfWe9ufo71BrCciKMcCN8QC+Q/uR9mlYcyDed7VOEWN0U/4ViDJhnLPQ9FgKbgB4Mia8wM/3xK+u8qSu+usoFyGWgj+8Rx7co09Zlh+ueCyrua9Gnnkh59xpy4VH7mO1lZvQH/kE8WQ0OtBa0NGV1lihNdI58px/R3sY9JdrLHBYUWwtlzWn4ge56qshX1+LP8jVr4adUT30j/KwOwYaYXDcFKwLmvEHuY45boXBUTPsHjZVvxn8B7l6jbDREf7reajnNdmFdLOyVsTYVdnFqt8niW2UpavgAk496RI6N9JePziDO/J6GEDuyPpQ+km/9A8vW4rt2A7jlyUL7IWcA+A79hLlU5V8gCinmmyP++XPyisv4nDDS+QN5JLjFMSLeq6+gLrKuvhS9Vwj3Ud+d2b+t6L8AJwqygmayhvRL9bJoOFQeg1N0PYwvKEtPMb+4Atxv6OcEVlgT9hVQ3lphKZoa0onpzRCW0O5JPhhe/C0Lftjj70nO+j3d33vjnPUha93i7lgWXKHx0D0iXXPy3LpZYSGj0X/cW4H32rOs+Tj6At5wSPqYb/IFnseyUZ4Lgke4QPSHAAedmSX0Ec7eAwuwKr2S+mb89grMmZs8GmID5R5IVPOAzX5YOpDR1l6VHa61lyuXIOHyI7nFNDp08n+9anYD6iY4/+pJnfHykPRgf39kXw08afnP6qFHBqSB3k+ZQJwTsdny1xxq6m2HZ8v4DPRhSP5/2PlsIx1GWpCR/PAE/mjcYg47RfrJV2/DxCcAPjA2LO4TI+b8nPrIekQsQU5okP4K/SS9WPkhoxpV5FdrMh3sb6ADpTFe2SA3KrVunQJm8wnOkQboFHIMcq27na4VuTFK25z5P8Vna+pbdPvQQAPeHOkeIG9APAGuIw/l12nD3hN3/B+oLUsaIVna4rZK6KR9YpVreOUpVtl0VkR7ehWTb4IHczdZqK95K6fuehvCHLRUZfN1KSP8sFra54L0Bc8A9D3hnSG+N5V3OrJBycgnnUVx5BHS/MX5oYN8a+h+o1JOR234eebLkf629SaQU+xeKD56Eg+HZ/1KHl3GW/f7NcX9C04sODAggMLDiw4cJ4D3IvBy83On3/Q91/6pV/ydc771SH3+rmf+7n7XT5z/gu/8AvDZ33WZ50597R+qWie/q//9b++Fvqf+ImfGHgh3Zd92Zf53sG1OnlEjci/yGMfUXePpZuUez6WweYcBL0gP56nGfrAPUHztHmr1TWz8E3f9E3hi77oix6K9B/+4R8O//W//teH6uMqja/zsryPfvSjvud5lf7fzHX4cbp5f5CC/UjuBXkS+fIk+6snkV+zOLFG0NH64+y5x3GMDs77o3CsMTa1l/I48LvfGPc7n2s96JM/+ZPDBz/4wfDVX/3V4du+7dvCj/3Yj4Xf/d3f9fUs1pvu1/ai8/wgzbwxq6y1KtaMLupvcW7BgQUHFhx4EAeuM3/9hV/4Bd/LuF+/rPn/9//+3+93+Z7z4PDn/tyfu/F528K/3sP6xYkniAMvv/xy4Ee55kGJtSJygHnavFnrvvLKK/6s1zz0Mb/paQ99njaPq+7v/d7vPa6hFuMsOHDjHOCHSOad/+HfWP+7ceSuMQD78NwzcY2m12rCM5cf/vCH527767/+63O3WTSYcoCjn/7pnw4/9EM/xOFc8Jmf+ZnhO7/zOwOx6Xu+53v8GdZ5OuA+DtYVnlQbmIeWRd0FB7j/asGFEL78y7888Dz/VXnxa7/2a76meL/6rNXz41D3uz57/tVXX33oPZ/Z/p6mY/SPH+P6wR/8wYdCG3/+y7/8y+Grvuqrbnzd4qEQvUJjsrWOAgAAEABJREFU9gO4T5d7On/mZ34m/Kf/9J/Cd33Xd4Vv/MZv9HVt9o1Y407vcfjSL/3SwL2GV+j6DavCnsG8exy8T4I1ojcM6cXAj50D2WMfcTHgggNPMQe4kR6ABF5Ix+L98jI/qnPLX8rzzDO3veTFP0tLy5MJT2pjZpNzBGMetEoPH1Dy4AjnRqODcHh4FI6PxyG1DTMfzh0fH/vLFQ4PDwMPmNGO9jwQA/CdB1Kox0QqPchtZqFUysLSUiksL98K4ArcunVb35d1fklQ8jpmFtKHMdPxTZfgzIMK0MMiQ7vdDgS1Wq3mDxfwUM6KP0hR9ge+1tbiCygI4gD1ItRDfJAq9wcVpg8y5CH3hxgaF5Rci0B9NnRqtbo/4EDflUpVOPCgWXzI7HV/ge1KAIdqteb9tVobodvd9ofhkDP0wD/guryjLXLkgaND6cZwuB94qJ0HOeAPi0XN5npgYabhD07kxXFDZVNACTTFy3V/cGZzsyM8u/7wP3xOsLXVCa1WSzyri9ayP0g3fUBkTbRWQqVSE2/rqpM7JH42Gg3nAd8j/3KvVxHfeNgkPRjCwv3aGn2t+XXwZ/zhcCjdP3TdTny7Ls9urt2p7FIWdXoaTs683ORqI5qZ7Kvk9obt8SN+t27d8kkR/mRpaUl+onSl5FoohNmPui6+mtoXh0UxvVacuGYRdfHYH8jCxyCznjYSkCH2gpyRLw//rPjDRStup2V/sKgiWwLQn5rrTtKTPM8nupOfsU/O50XduvSlpj6q0sGKdHFNOrpWPPB5N7z2Gi+vXtX1mus5Og5ug8FewKecnExfgG6i34L+wRjzL/oz53+1pam3Og3hRAIZHx3J9oduVzykxINp+JC1SkV8WHVc4QV8wmdwDcgL+qc2lLvdch6+1uT/KrKjivqh/Yp8IA+nUVardae309lyv8AD08gGeoWioxf/WDAzPzSLpX+5wT/4LPwgE3Vuaur1drSJzsN7bccZeuHRtGye0QPON5tN90noGD8k2Jt56Iu+ufEYWtHNeUmhHbza2xuEnvR4a2srbG625SNbwq8pGUQ5gAeQSzfBN5YNr9OU78VnIm/a87If7ALc8GOMAVwHvxCkWAXQHlrhJTkD8mZsbAh/Sjx67bXXC58d7Q49A4hf6FBN8Qx9ok3uOpeL30Dy3emYEqjL9iLUpIO1WlW2V5XtVdz20EX6r0gvK9JP+tzc3JQe7vjN/rM8mFc21IfmY+VCR0fkOqNAXgCPobtarcimygLsakW2taJjoCz81gRV+QKgNqEBuoHGTJzMJVOAc3nBE+rUxKuaaIauiuiDx+Vy2cfB9uA39kcd5E887vf7AdkTp5E5NLyZAHlAFzI59PwTmezK3/VkN5uy0w1/QLMpm80LvlI2lBsA0+Om9K7h9oPddLtd15nBYCC9GSkHOAyMw3gPwz/ag+t5/WHhpyJ9jXEKmc7qUNQfrleV1yHfmnThXruJNtOQLkW6cqeJY/SH+rSrSYeq1arspiKdXJOOMt5K8YKcu7Kjsq5V1bbuvIMX8AH+4j8fBR8ehofn25qZchQgUzwJygWOPb7u7e25D223N0VLQ3StyVZWRS9Q9u/RV1Q9jtecp1OeNaQj8C5CLpsF6qoL76refnV1Tf2VdVxWuep8w/bIH/GLh8qP8ZHwDdmHOT+0gd/HmmMBxAbiVvK1NckSGsBjRfkN85FVf3h6TbKtCJ+a8AXnuvAHEn2xhMbzkBc+J5VJb2JZkw8DIg8Yu6xcijFXlANEKIsXkSfoK/ZELGNuGHlxfGVbSvQnHhwpnxlqvrG729d8YVs23lFs3HA9nY2D52mK33PZd0M+oeWL+PCQh77R7dFoNJnjMiYwp6gW1a/AgajDB4qbu4H41NZ8emOjJfmtK7dpCPICOI6Qz/htHsrHV25sbLgM8U27u7tad0B+8SXOl6GBbBMcK5YfHIy0kL7n/p7+yBdamjdPY0bu/gMdmuLCuVy4Ns/oU1dzbWwffe8pt+R7W/4H3cQW1rQ+gK3g5yOUZadrstOq22n007nGAxoqGxojHVPWvV7031W1rbjvKXsesKrvVel4Uzltx3mMD8JnYHcnmh9ezBty7ymcaF5C/UPFU9qTP3Y6HcmIGAkOAHglaArHdNxwnCOfcuGyLhvd9HiMnfESD/qF78jgYnwuPHvmZGqLX8V20YGoT5uSB/5gXThN8broJSG5+7mG6Fr3Nm3pYldxHzzhGblulhFTzOPKGQTu8wW8Ev8ODg489+opj6dvZFtR3pZklXI29IBzXKsoB8CnA9QHEp55YQdJDxtFnI/n88K/19w/08/UN68qB7/r8X1FMaIiHBqKbdgQ9JLDwsNjxZj7kHXl05H+OB8/KnJkXgYDD9Ah7IoXnzQ1R8EmGgUNDeETvzckt1wQy/XiBym6sityWeTcK+wq9YdssS3sakUxiLKsmLS2VnW74lptEttT3w3pZlOwrvjRdh1FfwD6RV7ErZbWnsB3fX3d9QSeke8z39nTHA37OPQYH32PmV3IKzOTDplfg0fRvo6UW+6Hfj/mq235iTjeuvBqFjyAD/dCkjk8a8lXgTN+p698n/n2oWwXeTIW4APf50+6TkkbbJR+Opq/Qzs/GoLOkFu87i8lTj8ih++qiMdATX4JqKvM5QNmoaHvERqSN4BeR6i73iIjoCLdLMuXIcM43opyiVX5tTXXa/w/6yj4JHQWPoIzNncf8h7q9Il85tHRWPHlQOsoe8ondzzu5PIdZenY3bvkkqvug9fWKuJF1fEkV4r0wYdIe17Yb6626VpN+VvFaV6b5KZrvhZZ8X6QL/EInd/3Hys4VH471pofa0emvDcTmOuWVCy8FT/obYJjxXP0Ah9ObocOt+XXW7JjdAfda7ivadxjX7nkA7/ReewcPcPv7CrXJOc8Uu55LB95ovgIMOb9+M01gPrgs6e5CD4D/9J2O9+YsfFo63F88MoL3Cib8jspX+14zgtd6AM2yjH6Ad4VxQ7sJgJ6WZbtrMl2Kq6XtcIHonuMdS/kssWG7LfuuldRf+g0ek6MWlHs4JixOsoHGH9/f9/XyLFD6L0fP65+/sHrS8gG/MFtRb7+7t0V0Vg+RyM+JZ/4nLN0QiMQaSSPwt6gj77ok77Rkbb0Znu7W+RRI7e7E/mDRItZsrtpma69UeWJdBPfj1x2lReDf0vxAX8EjdF/r7ivgVZ0Bfor8kHwoiZ/VDujJ7N8PH8MHxvSmbrrDO3og77SS/7Yq2Gcu/KTdyWrqD8Nz0/7invgSZ6E/oD7VflmFnmeZZQpR8t8XnmgfB7aidPYMfQTv9HbpAscJ+AcOgX+QC7/3NR6UUs+Az3H1obaC8L+wRE9By7ClfPj8bHbxEh7p9h9T/kfvgQc6JuxZkuO0bcpNAv7b8hHrHu86SovZY+N/pAvL8QmN2V/plQquf+/CJ/FuQUH3qwcwNYSYJcRTpUbTeEy2s1M+VPm9xmw78l9CMmmsC8z/EuE8ICPttr8aipDsBAEZhbMEiQ/ZeHmP8TRe0eBpqWlZb/X4m1vezYA7Puy15tl0Y+Y2QzO5j6VPGY2D8YX4ZOIL+Ra+Drm4veOePbM6emJr6Xj9/HR9EMc4HigfdGh1vbwb4xHyyyLPMuyzOVUkq9bXl7y/Wnucbl9+5lw+/Yt379e0l4111Mb2gOnU6Hw9ZGCmZ3ZP+fhkPiDXC+FV175YOCmzfe9733hpZfeE1588Z3+g1zUuX37tnRuyWkyi/wO1/iYmY8P7ejvbfGDH1l7/vnnfCxeZMANlefHC8XnMt5wHbtCtsfKrSMcu05wjW5SyfFNgVnikcm+T7RWe+z52JHWGJivEhf7mvuSYxNvyYvRzwhbvtZI7g10tZawvb2tuVxPc+8drf0NNLcbao438rh9VOT5j4Oum+LXot8FB55UDmBXAH4FW8N2scmW5inkwOTgzCGYr6xozknJvIE5BfPRiualrBUB1J0F1qoiNIr5X+65NDl2rvl9hNyvzebhzI9iPzXNfauaL1d8TlnWWtSKzzOn66fMcZgfMO/Gzwy0R3ygtd5jrQ1AF3xPJcfzAnyJc4gj90nExq7y/8if6dwAXl0MTc0bIjBfBk/8Hn6xp7VTcO7KB3bVZ1trEcyDoGlFvH79ddb2Vnw9q3LBnDDX3CgXH9O4HOc6By8jD2sF79Y0L18VlJ2P8DZXO+Zj+N6BYv2h1k2hFV4B8/KJ+rQbj8fOJ/Sop7lWW/N28GFuyw8QMO9ckQz5XtaaXdShiuRcmwD4AbSLUNe8Fj0Bki7FEtqhpaG1TMpc9AOxXT7pE55WxEPGRIcjHisTnlSkxw2tRSEf8qCR9iCxB/Qo8QUany44VXwGTjxHgB7ic9ThbV9nR4+bvv6fT3jcEC8b4gWQS0/ygqfoJvWZh6O3fa0ZDDUXP9T69iyP0IPr8OlE6zngiP2iP8gBW0FPc+ERdaLu/gLcEnCtXm+4b2Fej53RhjUHchBwpF90E1zZ+x4O93wtKdpdWza6PmnPXkOkcdvrUJ98+0TrOfPQRn3GY/y+8iFsjX7pv6k1jYT/+RJ6cvG8ITlQL9HUln+gj774Ts5+pHwLmsgHwQtgTM4dKW860NrLQP4QO2TNA560tI7SdHnDr3yGl02nv1HInXJd+z3gCh978lX0Fcc9Us7Hmvd1pHy2TcIXnNFN5IUN5pI3MSXaa1l7ZisC/OGq2yznK7LniuyWekk36nVoigANufiYqy+Ogdy/567r1KVdzdfZavIVVfnaivePf8BP4DdytYdvHe3B9CVHeAC+8HsWzlKmHUvNdRJ9B4pJ6AHyoy9wLiueMQawIn+/urqi8eMaMeNSp6b1PwBcAXDJRUNDutGQrHLhBjQm3yPtuerEGACtdV8TrFbrTiM8q4h3+F788Ir8MbEGmsGpWq25XqAv2Dm2iD5BS6L3PK2L728pDiyIFQewBWwCXzC1757fv4DNYkvY1+rqqnzXiq/z8x27q8z4Lepi2wB2CyR7bhQ23riPfUcbT/Zdk33XlPNVBSlnXpM/W9XYafw1zwGxceI58RW/TnyDHpHlOQMlcSXGr32Pgz3lc/hA/AJtgZbmCcQl+sF3E1ePFJdobxbXCcyMr5cCvGQ8/A1jEXeIBYwxjVnErQi5fF9D/AHScVNxtan4tr6+rrX6dK/Lnq8lnM/loJcxOX+keEnO11dshZaWx8mm8gLiIhDHZKyzEOswZmvCi62An++JX5T0By0bG5uKsU3JpiZ5rPo9IOhGWXnwrD4g06gLjJm7L87lz9cVjzc32+q7q7WSfoDX6B36Bx2XMZg6ic7E47by81x8LCsWrRB/1lbDWm01VPNyyFvl0OpWwtZuLfQO6mGXH+Q6aoTBuOmwd9z0H+Pix7n2jtfD3ng97AKH66E/Wg/be82wNflBrrpibi1Ua1XpHzpZdh6sKO4Rd4Cy+AAu4ATvwJFYC87gfhl9l11H3lHWhwv5xHMAABAASURBVD5HGWjeQ/5HvlhTDsD4q6vlwl5WvSyLL+zJxXhcdfuiLhDlVBdd+QTAP5esGhN7bbj8Gq6nuY4jIN/Unr6wx2oVm11TDrAq3qy4z4AvK4rPQLVa1f7zuq+fDZTXoa+HmreNtccFbZfRf9l1eIM+0TdxP+aMbfmzluxglo6G9BiIdpFLf3LRzL0/Tdkf/MRHoKvoPrJkzkE+v7m5KR40RGPZ6Yv8LrtOVAqfWK/XnJ+xz4bXzydjwOt6kc/UvB02tCI9WhGf4BG83thoa3++634LPrFHB4/Gmp8ear6CXoETdtmUv6goH6KfCGXHryx95DzyqSkPQ2YRj4bTH4+jPLkOMD7+vSy9gTbaVyXXmvSrKd4wHvyNOs3cDCBXvEw6915P9BzJ30Lj3t7A11GRGzIAP3iBn764jHTEa7nrFs/Q4Mf39vbcRg6lX+gFY92Lwfkzp5pnshZ85P52qP0DeNztbgX0AfqBOF5jhofxGDy53pQ81uW/aQMtUYd2/J5Q9BKb3driXuO291GR3tz1Pe04P4D3nMOm4HttIjtklcZqnNErZFuTjCrSA9qvFPqELOv1uvS/KRra8r09X58+UrzAJ8EX4DwnrvOdfuA1fSc7hHb4gQ9akX6jn+C3urom3a8ollTdJ4EjNNSLeXDiMTqQyzbrmhdRpyofUhG/ytLtVfm6cqGnHEMrdeE7cQs96Gne15uJY9jvxkb0Bw33cbnLoCH/lstGKZEjx03pe0txFH/e6XScd9zfiO1hh4+af9fh+aLNggMLDiw4sODAXBxYVH7KOPCRj3wkfOADH7gy1rwgk1zjfg1+67d+K7z22mv3u3zm/B//43888EMXZ04+pV/+5//8n57vzIv+nTt3wo/+6I+GT//0T5+36Y3UJwfb2Ni4kb5vqlPmEg/SyZsa9yr9Yg9XqTdb57M/+7Nnvy6O78MBXpL8fd/3fYF7p+5T5dLTzDV46SxzkUsrP0SF69g3LzXf2tp6iFHfHE3NLHzu537u3MQQq+Zu9BgaVLSWwFrFYxjqTTcEvp41j8dNGPeDXueF4tfx/4+DNtbRWIdhXeanfuqnAn70a7/2a/0HUt/73vf6fa/kZp/2aZ8Wvv7rvz587/d+b/jYxz52X9Su84Mc2ADP196308WFBQcWHHiaOPDYcf2SL/mSgI+66sD4sI9+9KP3rT7vPI685LM+67Pu29+juvDyNX7waOFfHxX3F/1cxgFyhXl/sIZ9rd/8zd+8rOu3xPX0DNI8xLJHxz7aPG0eR132iH//93//cQy1GGPBgcfCAZ7R+9RP/dS5xmIvmzWcuRo9psq//du/Pbmf7zENGT7jMz5j7qHAk/ti5m64aOAcWFlZCd/8zd8cWOf0E1f8w/O5//gf/+Pw0ksveQv2ar7hG77Bj+f5Q4ziR7m4d2Wedou6Cw48aRz4+Mc/fi2U+BEp8uNrNX4CG+HHP+dzPucizC48x37wg9ZB2bu76lo98/234g8P4T8fxY9x8SOLv/iLvxg+//M//0JZPU0n+ZFI3qOAPrA2zw+M/ek//afDd3/3dwd+tIx1be5tZI07xT/2Drh/8Ummk5yR3HEeHFkf4ofH5mmzqPt0cyB7utFfYL/gwOPnAIuOjMoEhxcRxRfy3A78qM6zz74tsNHLDSV8v3Vr2V/cY2b+EiDamPFym1N/sQ0PVzA5ZVOaMsFwOPSX2/PwXAo8YebDOa5N2w8CN8Dv7Q3C3t5eGA73i/Y8UB1fWhuCBTNzPEqlpcDLgngx1AsvPO830XHMuaWliHPCNbwBn5OT08ADItxMBm94UIAHFtrtzcADKECrteEPTmxutgMPc3Q6W/4AEw8Y8DBHzx8wiA93ELD7/X7o93fFpwi8sDjCwF8OlHhPyZjU7asNDxfRvjd5WIFxtvwhwFarJXzWAy8d5SElHk7I81zfeahjw1+ASDv6RCaHh4dzT6Rh/+lpfJAnljwMc+L6Q3/oAHwaSmd4cG8w2BM99wJ6wUuDYwnN1Il6A53wDT62xNdmE5qafkNi7g9fNJ3OdrvtNLExRP2dnZ542p/wFB0EBgP6jXym752dnUB9ZNjpdFxuyDA90JGLZ9xQEPvf8oeN6APaSFxPTk6cb8n24MkbDxKKI3HqC2HIRlLyM1f5Y2aFLZZCqZQJSv49yzKV0VZVJdz/w7izV03taFvyvugz9sW52F8IFq7zge/IgIeISCx5iAg96snGuMEMuSHPZrPpD9jxUFBe6E1TuoROUQfZU7/b3XZ9QC8AdASbux9gp33Zbn/GHrFx+unI7jc3N6VTG9LRVqGzecilU7nj0PDzPICGDjLGcH8YDg8O3IZOTmdfOJH4Y+KUiVWACv3nKEE4J5gTCf9ofBRGByP53r3Q3+2Lvq780qbGXg+NZsN9wrp4AZ+4QRacsQdwSjzoi0bwQ/cT8B3AD/Xkg4Bul747TjP8bYrvADYE0D98pl/6wT/gK5CfSBH65sDx4wD0h7HRHewZ/cG2wQs9AsBzby/6pHSczg/k0zjGf+HneKHHwcGhxwj6RTcZA7gOPbSjH2IqfJriNlQ8Tb4S3CKAy0A+brYELwCaaH94eBT1S76L/oF5cKN+gvH4WPH8ULgMQ182gM7gq5EzcmeCmru+525/fOc8doeedeRz0Zmu7A79QS8A+upL56DlPKBzANcB9A/oyeaj7XUVb7c8HjAG9t1WfOa4I5ukHvw4VMwbj8cB/iY5XcYH6KYu7dAX+ElcYdwp3etu6/gaJum5bL1Z2Fer1XbbA4+ubAV+9WQ7iWboikCcAnYVM5Ezx8Cu+Az0/eFQ2tIH9toRL6ET3jJeXvA91/izfO84D3rqdy+Af+IDtF1G/9NwHTqQEZDkhF1jm8gdwD6As7q1Jz3ec75wnuvY9dRuDgIyp0/6ZpzEj9njdO6iknq0pQ/6gv+MNas/+MmYf+RnbAb/fF5/er1t5SQ7rgvYALqDTaCTHNN3Ok5lX3bal231VaJ3SYfQR3RjU3lr1KGmYhXQUNkQLg3Xa/BoK9/Cj9OWMeAtPgraoBG4iP6bOmcW44YK5TwnsukTyWos/T6QTAfiUU/+gIey2x73mopLudtHw7/jrzYVq6Fpe7vr9c/yc1e5JHa4K/3gOAL8Q3bwjrabzruWx9TYf67jdY+Hm+p/e3vb++EFW+jAPPyCp9RPeoN+IkNsH3lEnWm4jDhuyue0NA/gxQAd+QZwZHxkBt7QR3sAXbk/TP0ObRLQT8997nboyn935c/gAWNBKzjB142Nlr9QIerNpvKPbclkTzHyUHI6vlb+DC8A+IH/PlRMO1COgz1hr2dtHJse+JjwbE9zUXR2oNgNXGTj9EnfjAHclN6+1fuFt9jBoWIx8ouy25eshoKBbA3ZTWFPawj3wlC57TDgg0ajA9cr+qTv83A/fqd6J5rfI/uxcuaI04H63ff+GXdQ5FZ70qG9C3HZE957Bd4Dxeq++xLsApvY2Nhwf9OU/4n5QS7/0NS5lnxEzA2ou134IGwTwDYZG8CPUwJ99+M7Pgb2h+21letga4xB3Cee4AMYf1v+hznLaDSS7Y3lK08dZvmCDzUzzdkiMF9bWioFXnxdKpVCCCabPRafj9y/RpkNJ3QnviQbBHf8Tbfbc9vnmHMD2R9tDw8PPB9FBuEaH9ppmuN0HB+PhdPI+d+Tb+rKL1HisxgTGEiGEfYuxBneIPuxcttTzcHMLET6b/mLv5eKF32b2T3YngqRE+XVx8fHij9Hyo0PfAxo7so/thU38cnIhviADuSenzWlB+vuJ9ERckn8OvICaA/0FbP7kjl0AMgSfZjCruscdfqqC+095ZeMjV6hA/SPfqAbuWIgJQBOnKdOV3yDZ8gSfhBzoOsegq9wIvLkVPp2Ijie8AV7HWo9cFisDzHWQDpBCQwkJ8pZGOj6QOehPdLXU+zZmqx5NRXzmrIt4h8QdX9DOXfH5wTwEn7cy8voaxgLfNBL8IN2Sr5zPgH1AL5z7UBz9kPFoHExn4Bm4H7sMbNgZn6ZegA6Q3t4Hcfdl+5gV8Ce6/TA6T9/DO4REk7kFxGnQ7ct+j6VLvuAD/hDvUP5YuiCx/ALn4LORL42PBdEbwD0JvIY39VRjtWRPLpu5z3Z35TPfenlrnKfXdERcR24HAc6B8RrUaY78mc73gc2EMdvu4+MODRncGjo/Lr7TuqBL3gjk0PJA3rQ21PZ5QPIvu8l2tH++PjY+XigHAO8e7Ip7ARbhn7wgh9NradgQ9g5+HRl8+SHPfFiV2sv0V4jrfQD7O7uijfwB7rR523nY+x/w/1C7B/e505v7H9LeX/P+Ym+HMv3gSs4R3Kjft2XuDfxhciDU8Wpk4nPIc7AJ3SDnG8wsaWB7AzYU7nn/OQatgRgC7ShLfI/r1eMdVVWnnh+cVL4wEOPVdgqYyScGDMBeADpeyoHsh1gVzrVky6iZ+gLdoo+YpfoI4DuoJMpByAOYCe0w976RTyhv/NA/8QB6tKGtuhey9fimz7XYDzOEbOosyt9hl/4sRPFQvgDXJVHs/VOxC/mlQfyr0PFCuIcY0Ar4+LjoQ9YX296/AQX8KQe/gf8wel+0J+Jk/gb6IBX6+vrsr1mAeuitSnba3kswabhFXSCG3779D7+1ezx2eGpDP9YucehfDj6ir7Ag47WfNCNpuIjPEMvYu6Ri66G6MKHEic35Xu2PFZ2lQMgd9rzg4fwqV/oCryEfgCZRNiVL8eP9eWXoi+DT/C0o/knMgMH+Ip+sjYWcWiIx+suO3jPmPQH/ugQvD0p9GhWN84fm5ly1ky52nQPkf1ObqS5XfxIC/sOp5IT/Bkq7wB/eDRbcgx9/UIvyFs74h961VZu3ZVPhx+0i/I/dB9zKt6Hcx/wxu9g2/CxK5521R79pE/KqKf9id9hfID+EzAOAN6MQx7OPi70PfPMs77He/v2beXoy04/dJo9Pr07R/bi64IDj5kDac9TO52FHVJgK8A8yFAfu8WPAhyfymfQ3zz9CBPl+EFg2vfMZJclwdIEsGHgcdrqqYgwM8fJzOQvmdsuhdvyj88880zAV0Z4ZuJTuFeEOS94huIDT/DLR0eHWh9hvj2Qz8fvRz8WfdWB58xTHkYZgQPtOX+oHH2kNRv8XF+xpS+fi++jPXH1UHGMcajP0GYmXpbk56Y4PyP/B874wnSvyPIy94pkEzrDY/qYmXiauYzBgXtwwOmFF14Id+7ccXj7298ennvueef17Qt8tpmFh/mYmeOAbiE35Mc46QfLwInzpdKUP2bm6ydBH+QD6HCu/1KtSR9zNZyzspmdkSsv7T46OvJceqCcnjhLXI05XEu5DbCuct3zDHKgptYIZoGcJEKs29K6eUs5LvkKMb+j/KWjHCDG6h2P1UlHGRtdvg7P5iR9Uf0N48Bi4JvkALYD4OtHWpseaH7b095mR3YX5w28lHtDNrzhaz3JJrFz8umu8uqe5sEz8HA0AAAQAElEQVTAzk7PYxGxhLlfv4gr5PT0S8n8gmOA43huV+swQN/b7+zEOQx9pzkM4+ITmppH5Vq3zbV+CjCfAVryG+DcEy7EtBTDrusf4EmEE1/LGGtNmpgIj5i/MEYCaBnI/81Cusb8I9WH3r7ibE9rUvgzeNjWujRrBM3CLzJHjMfr4necF1KP+vCF+U/k2UC+cFfzPsoI8fyueNnXOl5P64FxPautuRO8g0f0Db+azZbPp8EFXKEL+h6GX2OtweKT6Ys+6bsj353oo2y5b2fNclPz3Y7mu13h2fU1x55kB0BnhL5o2RXEMtE3kI4C8DOu651dx4THsf2O95v0aKrPrSIeNc6sZ7akQ/AKnaM9Y0ALdJEHRX2IudRN2uSj6NvMinxtWTnmbYfl5SXlJxbIj5EzsiKWDqS78HbgfN3ztTjkB3AOPnMdviKfqIs91Rso9h8o1zz2/AP+qPMr/6d+Al6af+Q57b70ek8y35Vu76pE9n0/Bg/w2Sv2AAfCe+A4o/97yof3tTd2UKwJnHiuUtK+GXnYsvLSLIu5VlrXQrZDrW3R30B9Yav7+0PvB/9xpNxmLLs/L3sz877N7L60Qhc8HssmsCvGYj9jqLUPxmG8e2Eg2mchyoI24EUfR+IRfZJ7TfGKaDAmwPmx8D4S/tBBO/pgXO4H3tP+KWNTAgPxkHJPfOUY2FOdNCZ90Nex1rkZlzHOQ8TgwX9pA27HxToZOKFT2NvmZtv9XbPw72l9KvqquP7Xku/Y3NyUz9gSTH0Gtko/EXYLXdmd8BLdBfoej3YnOkW7nvvinnzQtvsj7D/6yrO+ty+/Db7cYwj+0PIgaqkD3+Al4+AHyYvxu7niV6IPeqGLa4k2/FVPvpB2jAuA/xQGTiN9A9gF1/oFfcTeCDuKA0BP5XbhC7vi3ZbTyniMjV8mB084gCvrh/SJ7qBLyO0ymh/Ej8W1BQeedg6g/wC2MJZfx77xk9gJNhvtqaWcIg/Yd/Rd676+Hm2rI7vbcl/TK+w72Th9AFN7nsaB+9t3X/lysu9eYd/bE/uOvqyt8TeUv7fkX4G2yrbj0ZdPw76JvffK5tTz3mP5fOIXtFIXHwjN4EnJd87jF4mrKT6YmcfIe/u9+Ax8PVZcIM7EsfbDULF5qHjJWAPF57Mw5c9A8QsAnwhDb0s/3E+UcGKMBGDBMbIExh4vD8OB9pmHGpdYGfuKMXhwbvzpNcYaKhfa83jTlw/G9+I/ydvb5/L7ZpHnt5RrohMdzbO62pdAH3qKRbRFD2Zh4PTtOU0jrdkhj8jrY5cRtJwHaIOf1B1pXjcUH/uSN2NNcVr3PSh0NeeHZ9YbYaO9HjpbG6G7sxl2BlthMOqG/aNeODjZEfTD4Qmwq3IQjk4Ep3vhyEHHJ3vh8HjgMDraDcPRbhjskbvthJ7mhowNT7ATYixxB37kmss5Dir5TiwCx67mlv1+X3QPJZcD37uFJmg7T+9l32mDHsA3dGx/f99jKLlsu5gfgdMUZucoW25b1EWu2GwCeArMyivZa5TbQONMoS/9oG5fsqCPnmTeky+AVnjTbndknxuy2ZbPUfAhab8O3qA34NuVztAHcsX2xvJH8ObkCvt1F/Eq8ufYeXygPd/RaN/zYPpPtjBwGxhMdH3WBtLxwHV1oBxrN0BXpKnt9CBXaMiV/0AX37EB9h6hB/72xA/o6vcHgbldhEHBw13123efR93Y9+akb/pL0FKuiG1Rj/7g+c5OXzhty/92fe7L2M0i3wQnjluyS/Szo3lrxKnnY9K+77IDrwjImXMAsuxKX8GJ9u2J3a+7jdF3W3pGnb5kTx4+ki3jn+D9RTJ50DnaAOg0skeno9xGbi9JHpSD+8ot0sF16jE/oQ/6S7p0cnKqud2DMInXwAWgPm2Pi7gBjUP506H8D2MkGEhPpsd7rlPpO+VAOCeeJ9525CuTzFgnAbjvp+k+dd3tBl1CBsiddvCafpAVuhTLRPeuZAv0pRc91wvGaEt26AG61Cz0g2Ou9WSr4DeSTz3UHsqxYhZ0Ry7M95d2J7JXAL80FJ/60jHmQ23pCjik8af2shF4bi3R2CvsBRojfbsTW+Ec0Je+ofv4rq78BnSgo7H/pucruXwv/MQnc57x4xjo/65scTAjo6GOgT2djwBPkNlgIteh6yF+Fl6hV+go/IJeaAfm49ii9oIDCw4sOLDgwIIDCw5clQO8yOrLvuzLrlrdc6Ff/uVfvrA+Mfs//+f/rJzw8n2QO3fuhD/xJ/7Ehf08bSfJiX/iJ37iWmjzsson6eVo5MW8tOxaxDz2RtMB76eT0xqP/4jc9n/8j/8x18DcA/QFX/AFc7V5K1eGV3/1r/7Vh2IBL8D7gR/4gSv5resOhJ995zvfOVfzWq32wB/Bmauzp7zyH/gDf2CuNWPI/V//63/52hzHTxL86q/+6huKDi9v5N7MeZBgnWCe+jdVt6n1HNYobqr/B/V7nTiN/ycOPKjfN+La66+/7mu4DxqbdRtepvvDP/zD4du//dsf6Iv4ccR5fhgnjfvzP//z6XBRLjiw4MCCA3NxgB8PnGf+yhz1p3/6py8cAz/9Iz/yIxdeu9/Jr/u6rwv4vvtdf1TnGWPhXx8VNxf9PGoO8B5bXtQ/b7+/8iu/ErC7edvF+m+ev9exb/br/u///b9PHBO4T4I59ROH2AKhBQceggPXmf/93M/9XGB9+CGGfeRNwYcfHn3kHV/S4XXWcH7nd34ncI/TJV0vLl/AAe6v+NZv/dbA/SkXXH7gqW/8xm8M/PhNqsQzEn/zb/7N8Cmf8inp1JXL//gf/2P4oR/6oSvXX1RccOBJ4wA+87q51pvth3LIVb/ma77myiJizv2gfWH27nq93qX9mVn4s3/2z869D3Bpx094Be6NexQ/xvXH/tgfC8y3PvmTP/kJp/hq6F1nvsncpFKpXG2AN6AWfoaccd6hWRvCLudt93TXf2tjn721yV9Qv+DA1ThAAnIezHjJUikwseFFPGyIP//8c4GXAgHPPfe2wEuMeDEPdXhYPMsyTz7oazw+DtzkPxodBG7OZ7OUG9z7/XiTPZMvAjc3tJ/HknMHB6NA/Xjj/Xbo9/uBPkajUTiaeZCbF/jQ3swC42dZxBl8wfPFF18M73zni44355b9Qf6Ip5mF2Q94z36/qePT05NwPHnIg4dO9p026OWhA4BjHnRJD5YcHh6K7iMtlhwHHjqER6eJ+AAdFswiZJJDhJK/yKBUKhW8ySalWawLjfRDf+PxWP2P/YEx5AO/wQUZ8OAEE2UeNqtWa1p0yEOeNxxarY3Q6227nMeSO30+DJhF3LKs5Phz01eptBRKAo4jLEs3lwSxXFqK5fLyciiJXl7UAC4HBweuR93udgBPbhqqVquOPw9s8DBHt9ud0a/pw3InJ/FGTbPIt1IpU9/gUQpZBmQqMyf15OREvDsS7w6dD+grD6OQUME3HhDhQZQ8z/3htE5ny8eM+nwkfTiWXE9u9CYrR/TKf2xS0ywdp3Jy6b4H6FSESBP8mYV47b7Niwun4seJH2eZifclyTvKHHkvLS35S8tK0otSCVlYMLMw7wdcjo+PZV+HvtmC7fEAD3KrVCphdbUcKGu1uj+Q1mq1/EEiHpRCztgJ9oKuHR0dSQ/GLkvoBRczc7yyDByzUJJ+zkKWlaRHpqqANFd2jY3zgBv9oSPD4dD1pdfraeyOdLkl28vD2lpFsBaqjlvTH+QCd340a3+0H46xR/UXoio7HkInhDhUCDqIh/qr/+GCz7F8FQ819nd3wlZ3M2xsrofWRjM01xshb+TiicZtt3Wt6zjy0CM4gzs8gL90a2aiM7sHzOLA1Dt2ORzJjkbyiUPvryvbxU6bzfWA7wFy+Z719XV/iTr+aTDYU7w5lL6cqn8LZlMI+piZ/t7Mf7o2Mx83k4xLku/SUkm6WZK+LqtcOlPio5LuTo9jvXi+JB3JHMzMaQkP+TEz4Zc5gF/JbQZfNoU49tI9+M6e55j20AmYzY8fcgbQDeRNbMOOOp2O6xLynUI1YHfNZlO6LR3b2grIe3d3V/qx5/ZKe3SNvuiTvoM+Zub0gueDwMwCH9oB9DFWLKRf9BjbHg5jjOYhyFl7px71aQfQz2VAPfDFX9AXN5Wj38SHcnktrKysur8h1jal8zy4iU0numfzAsbnQdaEA2ObmeuMmTn9s/JKfDCzkD7gA+8STtA7GAxkezv+YCcPNDbFf+QAfgCbDtgfeOMHqQ899JP6ffpLK/g4tZto1/faCHacABuZPeY7gByAszKwCZvMpseTkxccIC/kDr+HRVzg4d2p/hCvqqHOiwkK/eko3+gpdqC/tCGvRL/pZ1Z/zMxpTjgmfCmBdN4sC6paYHfq8Q7Z0x94oUPodl/5fk+5YUe2TS4EjuhOrVaTjlcVuypu3+g4doC90Qd9nSj/gtZikBstzKZ0h2CB8aEDGsCrI/6RL4I3+SN08L1N3JNP4iFh6tIGO6L9iXLCoI+ZhUz5C7yDh0CWlXQuC2ZxXOpCN+2H8jX4txT3GIfx8AeVSlW5a11xrx0Yk/qMhQzhFRAu+HA+AeMgH2TTVe4LDeQ02DjjNBpN77/bjTnqQLGV+ow1Sxv9MZSZOS3QVFLsuwiyDFqBSG/wz6nHa2gHoAPcGIOxGBOeDuSL0Nvd3b58Uj/syvcPpffUoT5tAfABvOsr/jGL+JiZ05Bwx16B5eWprS9rbsG5CDFepzjKudQ2y0rel1nsOyw+N8wBc36XSlkoSf+WlHuVlN9EmSAnIMkxllybwvR6bFsK9GOWhet8JPZgaptJ50uliFOpwIcxp3q0rLxwSUAJ3Jr8WJMZL9w78bkEPrGv9Y/o45tu/7nmkdjq+nqzyIu6bhvk3tgFNjRW7p/sIRMuQMn5s+Q5Ht8TQOeJ/C02eHh4pDksufeux39ifEtzfPwDPgj/gD/kpQnUPZGfYxyAfkKwEARmFkx8gGbWkJ577rnw9re/I9y5c8dvCuWYNZr4Yum3TV60SH0APgEcm5lizLHn+COtKRG/8AHkQpS8yIUXQYBLmPMD3hFO3O/TD2Pge+A7/gZfxHyMruEhAF4AOE7hltPx7LNv05rT804n9L797W8Pzz//guC5yUu0aQv/6XMWwGWs/BM5Mm5fMRR+NxXLK/L/5XJF86Cqx818Mg9qu6yIVfhL2h1oDQ35jKUH8OVE8mUqGAJyAdDNLGRZKZRKmUNW6AllKD7gg16MhdOh1qFGWoNDz3blj8kpyE1jbG8Kr5oA3Gohl47ykhFiO/WGimv0U3Q7ZwG+UwC/LAPvknQZiDoNT5EFJcBxhFuys1tuXyXZAPESOnYVS2IM3PQbQdBv8G5pjo/edzX3JM4OFAOpj11BQ+KlmYl/mQP9ArM+pFTKxFfwzFSHcgrgVxIuCbIZ3ptZuOyDXM7XMbNgFiH1R/8RJ3g0HT+dT9dK8lGcS5DaU5rFPkOwcNEHsAdNTgAAEABJREFUXBKgJwPFbHQWXzGdy9U856tprQJdRi/QHXQDOWBv8Bgdm/L5RMMVixcaOyvyKHACSqUslMTDLMvE3yyYgR9wqtzixO0ZfPAP+/u8eIV5Td9thbynqXkNMgcn8KzIvjgGN/AaKs+I+Iy9L2gUQnP9p81YNkg/+/7yrIGPv671izRm7nbc8pcroXPYPDZGG9qeyMcyqBl0lpxm6I7AuSyYQXeQnzz1uEFbxkMW0II+MyZjRcgLG133F98xJn51LDtHx0+1Th3HNO/bzPj6lgMzc/qjjpUmvI/2u6Tv2BWwLF9EuSRfs+xAneXlpcn5KK9SoC+z2K+ZzcVTqmeFHZRKmcYvOTAWsDyTp3IcIfq/5eXbjleWZa4nxDpk3uvteM6PXqCT2ESjsS6f2NL5TddX9AN7ONCaOvaJnpzGgCJ6TAAumWiN+JRkl6VS5ufB+VT6hF4lvcTmWTvo+NywHbDFXDGjofkHuQ7jMRbj0O5UYwFhjg/1aYtfYQ7RLeY7cU7VVAyteT6Fv+9ojpfiJ/XBk7b0wZBm5nwuOV1TGjPxMuhDPeIK+II3vGLMnubd0AN9Nc174S90tlrrzlt4QD3GpL26OvPfbD79mDS+5gG+Bvzxxwl3+MW8fXV1zdfDoQM54SfhG/X6ylFpg8+hPToC/+gP3oCOmUkfEkQewr9SKepJJl6aZSGESDPt6AM95Uep6JsxiMnwDb4iO3Jh5uWsTfGCBr7j75An9eEt+NBfOPcxs2A2BWzo2WefUf72gvYO3xleeuk94eWX3xve//73h1de+WD44Ac/EN797ncrl32753rUB6KdTe2+VOgJw4E7+s6eEHh1pPOdTtftChzJY+EZvKL+LIwVO4bKneAxMWtjo+VxAvrh+VAx6kh7oqeyr1Ipc/sGF3AqCQeOyb+feeaZwA/OkIu++93vCu973/vCq69+yOF973vZaX3++ee1r/uM90F7MwuLz4IDbw0ORF1H5c04NvmFIKC0cNUPNnykfUB8Dr5nb2/gD5OTgx5rL43rpzOxzGzaN+cZR5dVnCqHVRHM486S9rix49u3n/F5zPLyLZXLirdLfj1z3zntKzzST8rB7+3U5K+XtBd769Ytn9s+99zbwnOa6+NL3v72F+RHn/fzXMcfmUUcoRXAvx3JfyV+ka/u7e1pf2eodYh98W7k8/5j7Q1SH+D4SDyGp7HdUOuCA18D6Wu+jE/kGvWonwDem5n7N/jI2sMLLzzvOFJyjws+kmvLytugzSziC+XIhb7SMeVNgJkFMwvIFJ4lWPK1rZLknekadcKNf4SGxmAs05hpbMbPhCMQr4ULPolXs5fMTP1kTkOka0nfS4JM/QWBhZv+mJmPw/iMNdachzyYPIy4Spwlh6gU+//lcjlEWFMZgTwj7b9zXNbe3epq2ffvVlZWwuuv3w28IOLjH3/Ny9dffz3cvfu68qfVSc7J/LevvAl9Jd9EP8FnAQsOLDhwdQ7gZxJgQ8SGFBcGWrvDrgdak0ol9sZcgjrYHfWPFZuPPcacKO4S74DgfsLM3D/hjwH8RgT8WMl9GecjWAgBCN4P+NAvYxCT8DMD4dRXnMLXMBdoaX2dOWFF609ArvWgjY2N0NGctKe5OWtBtL1ofhgu/YBLBDMTHQA4lzx3IM4tKbdYUgxf1trB/YDrADRGf7nv8ZY5DfgzHwR35rcc40O7Wj/ty7+B/0jr9vAAfgBBn6xYx8iyiE9J85UEZhbMzHl4LNkcal8C3iFD+NZub/r9Ivjp1sx6LeMh30OtVadxNNSV/6NHtING8GVehq7sKY/b1Zo3/Q+kS3vKUfa1privNT3qMB5tjqVDAP0ADCwyREsoeJ+pzFxnSqVUlnSuNDlnZqpvNHX6wYc+6Z9xGA8awYP5IzLY3GxrvWZdPGn4ul69Xvf1DWTR0XyzL32jHf3QH7gBPsgT/CfLsnD79i3PKe/ceYfPU7mn98UX3xm4v5cHO8jbnn32Wc/r0NH7QUn6BalHyjfRyZ7WZuJ9NYPAPW5HyinhDQBvAOo/CKgD0AbeslYBn5HPrvYX2Cejb2RHP9ADHuRyS4Xdccy5Uilzm2SuTv4MbdAY4U64o70zcmpy1JhPZ64nZib9yaQ/pXsgE//MzOuFcx/w5lQqOb4IzGJ7+gLAsyReAuB+Hkq+l7AUuF7SMdcp+Z5lJeFaEj5ZAfQddBwhzHzMTHWBLJQm4y05jxLv8FdL8l3A9Jh5UYRSaTmUhENqnzk/GDv4mGHOD7yKcj4KyBkbxP6avj9XUX5XLu5rqbodNrXH0Pb7RLqhJ31DJ9CNkfbRsGX0gv7QH/oGHTN4kol2oFSUWYAG8AfMqGNUP+Mj0GH6RefQ8QSMia9K4x7Lp55oT5AO0rgcJ+AcAH4DxSt8eVM0xrXhhtZrgWZoKXaRx0baBpqv7TtfDuWvj+ULT7R3QT/MncxMPI8ALQmgZ/aY72ax3iw+9EUMHGtNDDuDVmQAXayhYWvwN8LA7/2G7tEk9hw7ryI+Mb6n/hflggNvBQ4k3Y+2dOxrKwPlM9gvfop9Cew8Avad1pt7vsayr5znwO8tOPR9RvoB4J1ZtFnsF5jadMl9F985D5jFurRLOFHiM8aaj3O/RbLvkXwldgyeADlgtPG+2zjXqZvwoE8zo3AwM/mdbOJHGR9cAOIGJcB5wIz65m35A16UVwUzmxlvSnuMg2e/x/FTTIsluEwh4m1Gn/fHwIzrJhqBOAZ9nwdi5P2AutCPDOApPO4We2boA/s+APvI7L30NDehzn6RAyM3/HPilxm4gH9JeEWArizjmPMRzCyEAIR7Psj0QHuO5NuMx7hxPypXnK0KKp7nMmfifHtT+5XbXc1NdsLe/p5i0X44OjoI4+OjcHI6lv+f3lNgZhpVQGlZMIdSsFAcUwpC8TlVEAMf6DzU/AIeoZd9zXHII8mzmbc1FfNrtbpwWxNUPA8gTsJL6tKG9vRVdD1Xcaq9nviMyFj2e6Tc9UBrpUO3z77yfGQyUMyGZ0PtHe3vH4gPh+LDOIA7MmJs4FQ0pcHNEi8sZMqTSkXOdf7YbFov6EMX9IXe0D+0Rd7sO0495T0dzWXZL2wqh0BWufZ6a9oPpeQ8c7o9zbFGRaymr1ncNMyV/ptF3KY4Y1OlImfkeMnnCdgA+k4Z4ZbW0wHyRemA+mF8aGG/sa35JvhWtCZIDgQdbeV1yJTre5oPoqf4oYS7mTkfp7iU3A+aZSEE5rYhwDfajOTj6IO+yKfQF3jDvitlUzqFfgMcM6/LtU6Qi48cY5O02ZT+o4sD+XTs8khznbHypVPpTNDHzELEJxMuS4KSIPNzZuB06ve60A6cBtKjOMfc8lwvjtPyY+gn9+1L//f3R94uXPNjZo5DxA2cosyQDXICOAbSMWUEcn1oSVBSX6VgRp/mpQ5Vhit/Yn3aZuorE49K9+gQY8/ik445n8DM3OaG2qdNfMRHIDPWSmq1qnLppt8L0PX1kl3tfezJpkdqJ5+l/BkdAXF4E6Hk+JR8XrMk/EoCo4r8W5TfwcGhcvGRx0f6jWM23Bchw6gn27LPXdUbyo8cui56J3P8OZXxgx86f6T5MzrXk72ji9AX7aXuNIIDfqCnuIFeoV+0oe2p66eJjswh+R5KaDYzyS/qJ+ONlSPQlvEG0vWexiQ2MAb05bKNmnww60PQynVkQBv8X5BfR0bso0VYdr8Qz02P+Z4AXIBZfMwsLD4LDiw4sODAggMLDiw4cHMcMLMwz8vVwISXq5EjcDwL5K6/8Au/MHvqvscf+chHwid90ifd9/rTdIG5xW/91m/NjTIv0foLf+EveA42d+MbakCe19X6xA11f2PdPok/vsOcct6XOH7oQx+61ktPb4yxT3jHZhb+yl/5K+E6L0ueJe0f/aN/FH7jN35j9tQjPealnPO+QPBU88Cf/Mmf9PnnI0XmEXZWLpcDPzYGfX/0j/7R8E3f9E3+8l1esokvYT76KIb79E//9IBtzNPX7//+7wfwm6fNA+s+govMq/mRpkfQ1bW7SHPteTrItSY2T/2bqsszCaw53FT/D+r3Mz/zM3296kF1zl/7f//v//k9JOfPv9Hff/3Xf30uFF544YUH5mvcX/GH//AfnqtPKvPyUdaXOH4SgTWxP/Nn/kx46aWXwh/8g38wfMM3fEP43u/93vAzP/Mz/lwua2BPIt4LnBYceKtw4Gu/9mt9n+mq9DJH7XQ691TnnvNf+7Vfu+f8/U7cuXMnfPEXf/H9Lj/S8wv/+kjZuejsBjhwHVvgh2F4tuMG0HlkXfJDJPyYMus1X//1Xx++67u+KzAvu3v3rj/nzzztYQfDvv/IH/kjc3fDD5o+ivHnHvgBDX73d39Xe9mtB9RYXFpw4OnjwOd93uf5897zYP5//s//CU/a/AZ8wGseOh5FXfwnz/zP0xdr0eRr87R53HV/9Vd/1Z+hYH3qq7/6q8O3fMu3hH/37/6dryfCa+6PeNw4Md4/+2f/LLBXw/E8gJyIedyjMdvu1VdfDX/37/7da+1XfMd3fEe4zh7J7PiL4wUH3igOsM7zsY997FrD4xeu1fAJbsRaP89MXRVFfDj7w+frs498VR/1qZ/6qeFzPudzznfxpv7OfXz/8B/+w/CDP/iDD0Xn133d14Uf//Ef9zj1UB09QY1ffvllfw/GPCixnvtG7788CF/yhevkZqxNM4d8UN+La28uDmRvLnIW1Cw4cLMcYKEMYBQ2wbnZf3l5Kdy+fdsDCS9Z4mFwNjs5fvbZZ3xjgYkQN6nTxowb5kM4Ph6Ho6PDcHAwCsPhfuChYDb344NCg0Biw4Mu3FifxmRc4Pj4WO0OwmCwF0gst/3hqr73wQ0Th4dHgUDFA0mprZn5TfzgsLy87PiCZ3xw/8XAMfiCq1kWzCEENQuP+wPO4/Gx+HPkD10Mh0PRtid6B/5wBDza2xvo3ND5dHBw4A9LHB0dOV95mOD09CScnp46QAOQTV5ukYUsK4VSKRNQRsiyTOcz0WwOiW76gecAYxyee9CsVzzo0Gq1/EVCtVot1Gp1f7CDh0oIyjwABB30IbRS11cqwX0KETdwncV/aakUlvzlBctFueQlso6Qvi85zeBwLB2Ed+gRCyWt1objXanUhHsj8GBTu70Zut1t/3GDvckDVWPx+bjgrYlnALwred8lf0iN79mEj+jxeDyWnA4ks2HgASV+0ADeNJvr/jBKnjeKcdcDG2z9/q7LH54fS+fpA1mEJ+pjjg3y8YO5/pyGkxPgRLw80fEUTqW/If1K1Lk+TyW882Bmznt0IMl7eRmZR3mjL2YR1zDnh7GOpStJ73mon5tWm82mP0zJS7Yqlap0p+YvO2nJDnjwJ/mlwWAgHzd0WdLHsWQJ0C+omJnriZk5DeB6HsxmdelU+nci/zCWPh16v+gmfgE763S2tIGw4bbIpmy5vBZq1QK3jQ3fdOn7A3L7YSxcxM7Ax3ncDiIAABAASURBVPgjMONIoP/6eva/X+NUvAgN0MKPe+3u9sLWdju0N1thfSPpdO663ebBxK1uYUfw4kD4H7nMvTf1C83RdkrOh3TMeTOTjkRdwY7w81OatwP9Iw/8Dg95NRq5eMCD4tF+kQG2Dr70l8kXmkUazGIJHjcFZhZMMoxjZwV9UT+XFY+WlpYmD3ul44vOc61UWgpZVhJkAvqNcH3cY3t4UnLfVQqxXFIZgXEBcALScSyX5GsjlIQbbbMsC2aAOVpmsfQvV/iDnE5OTqTnxx7recC+05n+IBcPKXIzW6WwO2SPL8UuiUd9+U5yCh4CxebwoegNfdJ3QsHMArgC4J2A74CZBTMLfGhHe/SdvugXnSJXIbahj+jZQHkJ57hOPdoAtAfo60FAXdqh4/TLQ5qbm5seG8rlsr/QBbp5EBe60f2ObB668QHQzctWGB+6wZc+GdvMnB5oA6CXMkH6bmYTFGlLH/RFn9AGrTwYTGwEN25WBZ+yfA0+BzvkHNfwSfAEXtHXpOOn+sCcj7Apky+Bf/AO/ccmEiRbSd8pZ89xvOxxqhRon2Ul10ezaf/zsgkeIyv4HfWnH5ADuRiyWV1dDVF/pr452c1Uf0Zud+ghsqfPhIeZOY5Zhv/JCrwzP1eS/4jnp/ijd7SnL/CKOjRS/jpQPtv3H9DryLaJm41GQ3G0HvDh0b7XFMdq7t+xA2xirNwYnE49Rwg3/jGLtES6Mpc740f+7imm7Yi/HeWL68I14p7nuX/HNsnzeuceMIaGE+U+5Dhm5rzLspLzsiQelkqRn5l4HPQ5kS8ce/54qPxxX/njrvhG3Nv0OIdssTnkStlW3tpXjB+NDtyH0v7Ex1Nn9/l/qkQAYBz85u5u33OFtmL3xoZi+vq6+yB8Di9I6Ha7or0vOe45TvAD+cIbgL7MIu/MEj2zNMZjaIyQ6oagZh7v6eNEtNMfeNE/+sNY+CH0G19ETtaXz8cn9UU356GdNrSnHyDM8TEzr21mAfyQScllMxsTl+8bt5d8PpLiIrTSjjLywiwLIcQxwlvg80aRKPEFMwtZVirsK8mEcrnIXZYLOcZyWTlZgiXlZrNQkg5ksstMfj+E68jPgpkJH/SgpLIkHADwSQAeHMcSXG7d4viW6i6rfeb2gX5jq/hGfCi2yctAcs0l8QlNzS03ipyfOryUDLs41BoJNpVswiziA23nAVpDIP+O+dih5v/YF3aGDyC2MEajsS7/l3u+31E+Qs52pDUe7A9gLEBDhQgm2s1lwhoSG2LveMfbw5077/AfquKHAV544e2BFw8++2z8Qa4l2RT4LUkmkSfwY0n9mfzcieZDRz4fir5hX75pOPFN8IrxwzU+tIMGgH7wP+RZu7u7imG7GnNf85mx9wy/Io4l6dSSywvZ8YJEINL6rNMFve94xzv8xxtYg+IF4PCBOtBoZt7n7B9wAQfkAJ3gQPwm3yJmEuNTHMiLOISMkBUyIxcbas0NGo5m1oygjXHMzPmJfmdZSfJBTyOUCt03i3WoDz60BSf6o1/0rC9/TO6HLrRabdcLYhM4UqKnjUbTb/Ch3v7+UDI8psu5QegI5yCIeGVZ5ngv+boQMgCwH8olyYXjZcmGY2BZa5XLOn9L7ZZ8XjoajRRn+1r/6Sq+xzgLPwF4PeXpjvQsxsBDt6sTbx/8Y67jWQYfEyxpjHRMCa6U9wI6UCp4nokms0if2bQMD/ggm3TZLLahH4B+74Ul5wnjAiWfz3GupPNAPC6VIs6Z45Q5jWYm/qfR7i3BBUBHBloTQWfJ98j10nwuHtddV8gxqNNT7oQuEefTvAZdO9aaDHpHn4xmxvjgEiHhSAmeEagT5DuDy+j4+ER2e+S57v7+vtZY9zyn4SVCjI9+oqfoa03rmhXNN/nONXR2qLXZQ/lDXg5HXwkX8Lkq0AZa6AedS7whH2ZM7IUxWY+MOrftesnYvIQZXsCHoPUyM5MssgDNEUr6DkC3BT7UnR0PvvZ8DXfT+Z4rduTyG3lRouvYcF95Ffghv2NfN4ovrDQzyd3o+i0KJvoz8Tkr+F5SGW0cG4qwLPtZkn9Zdojn4vclxbQlxbNSYWsl2XuplHl/ZuY8NYulf7nkj5kJH/P2WQYuJR+bMZaXl/x4uchv0rn0nfi0JHzMZvOLfdnEjuZgm8r/c5+foRvYLrrB/KCrNXL0I+rkgeLwoftydDvoY2Yhk68oOW3gA15Z4Dvngz4nmp+MNbc7lA8dKj4R17AxdI/8glwGO8AmO5ovMh76iC4CJ5onqJsr/0+40XakeRLjQUdbcydsDRpr2sdgXYPvjEkOhb3gKw5l97RN/ZjZGRoTbZE+8qfgPmeseVyMkUPlDgPN43oeX6AP/4e9R96eXb8Ex9nxgj5mpr+P9z84gP9A61w9+WZ8EnoAr8panwKgAzkhN3z49jY+a3cSJ2mf/AhyO89DeFYqZRN+Zq478XumvBuyaUNb8MH/4gtHitnIB93oan4acWtJbxu+pgBu/EgGuHEtyTPhQ3/346aZBTNznX3mmWd9z5AXYb/nPfwg18vhAx/gB7leUfmB8J738INcL4Rnnrnt9rYk+74ISrKHIL8N7oMiJoIXugbfoCHhiL6dxw8eHCsODhWHevLhbc3ViRu0jzzv+97DoWzqRPaVZaUL8cHun3nmmcm+6Lve9a7w/ve/L3z4w6+GV199NfCDXO961zvDc8897/u91C8JdzMLi8+CA1fhwJujDvoOBPkCIB6HOT4nilP4vpFizkA+FGAOf6h4Mlb84zp2/eAuY+6F78AES6XM8wrmjfgcSuacxHX8Tkm2mmWZcJ4f3zDHR0uIZ2qDG+MuaR6Gz8DHML/l/hDm9cx5KZ999lmff5VKZ3GED8fKNQ/lv+ARvn0gPzkQ35hj4vdG8vmHzrux8vpTB9qMFWc5z3XqDdQurg/uyifuK0c5mOQojJP4Ds7wDFzBM+EIngD4w2N4m4mnZwiWL+f7eT5w7lGBmbkczWIJDkBJMk7AdzN7VENe2o+Zeaxm3IvAzBznoA+8VnHf/2bUJdaXilhVUszNvL2ZeTuzWPqXR/zHzHysRIeZBXQJPWKdmbhKnCWHYD5ITsE9AGXtfQGsvwDlciVQkm9wPtZh/2413L27IrgbXnvtdQd+jOu11+76j3RRj1yKnJMcgPiP/qLL6OgjJnfR3YIDbwkO4HcAYkOKv9gVcQFgvZpyoNhCnGGOx7wAu6M+PoB7Ck+UR9PPrI83m/UZJfeFpVImv1USZPqeysx9i6qL5zFWnSgfoG/GYB6Q4hxzmJ5y+o7W0snpmY9WKhXt3VY0n8m177fh+3M7Oz2fV/GjvuCnjuf6Dy5TgI7McS4pniwvl9wHLy8veX5BXASWi/WDVKZzlGamuDr2dXfiLT6MeSBzWua2QLPZ9PUEfCnzbviNf4UHyAf+QoSZFbhEnOgfvDLFXSDoQ92x8ibkhMwGivNdrUe0NY9nHMZttTY0x+5orh3nocid+vBeXcz1n/Fox5jgi44MtV4xkN70tebd1zpZommoeRl0UYfxxspJoI/2ADoEhGAhCMxMugJkKjPRXiqA40znSgLKLJiZQ9CHvgD6P1SuxJhDx2mgtZu+r2HDD+bp6BHrKABxBv5wv9qu9nvRv4QfdKrrJ/4/+kC+S672jnfcCeme3lTeufMO32shn0NfqY8eAXwHOE4AwfAQnWT9KekousU6w3X4Ay+BKKMjX28eSjd2tX80kL5i88iOsbOsVMh8aWJ74FaSPXJtWbYILfzIGLSxBvHii3fCnTt3HNg3I0cl385kJ7FPc72hjyXl4kCWlfxcpjqA2VSfzCykD3in4/uVZua6SD8l4ZmAcUqTdc2lUCqOOR+Bc6VQ8vOUCaKOZ77WYxoWUDHz38x8TDOb0JH6hF/AsvxUKmePl5aWxVsg8jiOv+T9mGXBLPYdrvGBX+hI8g3oUVdrUdgeueDKStnzQtbIsEHOt7Vug5/c2dnRmuCu+3P0Db+BXtAfugM6ZhE3eJNlpVAqwatSyDKA4whmsR5twIn29EN/9IvOoYPgx17mUP5iKJ3EdxxO5lP8OAk9nAX64wwl/dEHeybQkhd7B+THzWL/mRjW01ph1PV97Zce+L7LWH77pIinQXMnMxMdEf8si2Wp0Kf0PZVmkT4z1lZjLAUfYuCx1sSwVegYaZ4NrdBIjE8ALgC4jzSHRF7HmmvSBxAWnwUH3qIcQP9PlJdiD9gQNkIcxE8xL8XO19ebvl/I9472Y3rKVbGnofzISDaX7Ik+6A9Wmtk5+y65/yqVoq1nhc1Tmk3tO+hDH+AE0Cc/uHeoXCf6sn2t6Qx9/zba9672SCMMlJfhS6l7Il+jrib/zaZjmFmBGzhFIJ6UCv9DCV4JQvEBr+JwjsI0FpBN6C+VOCYelRSbgCVdm34veYyM5+IxdSKemfhmloUQLFz0MbNgliAL1C+JLuhbKvYmiI8A3ynPQzpPW/g/ks8kf+nO5NrENHLKZrMVOp1Nfz5roPxmqLiCnMbKf0+kV5Fn4BNxoU/wybKScAOm582oB1xEWdBc49jzKXR0R3MhdLHVins+Fc2XWIMBJ/JcfkyO/ZWu4nFf+e5wOAijg/1w6D/IdRiOT48VhU4ciEeMaKaxQxZsFqz4zjVB0FXyeOiCPug8VAyFR+AFn7Cfjs/lNgKxEV6xLgR+xEzmSMRQ5g/wi/b0Feb8JBy4H+EsHtjHrucXyAQgJjIWeDLe0dGR1rqOnaeMTV9AQsFMvBBk0rcEJekRMPs9HZvF+vRxenqifk8U98eS16HgwOeI4NGT74A38KCpuSH8ITdCbnne0Fyx7XO3gWz54GAUDmX36OApTE/IzVGaWQBH8MYGsCf0G0DvKQGOE7CeDvCddmamteYgXA7la/qBe0LAlxwv7hmva865qTl6V3OwHeV0wzByvzgWH47V9jSYgYcF+gMiLiXhBt+CPqdeF3pHsjd0qd/fUZ9bGm9D6wDxfml4BN/Qb2B9fd11LC9yMa7hp+Evcz10ET9JXkTfx8qXTgrfaJZsr+R4gVOWlUKmXBwQUsLpRHQfOT3gtKO8NcmPsbE/xoInnO9rXgz+x8qvaD8PmMGLKWRZ5niVpHfICEAmAMdAOqYEOLfkOX/0n1lWUh+ZaMqCGWBCCVBx6X/qWTCzkBU8if2VJn47jUl5ESwVPrckGoI+2B12OMtH/BU+AkB+xN7t7a7st1/o0shtCZ4mOzAz0VWaALJjjCzLhC+Azp7KxseS36HbH3qwrf15ZIW+YHfoSvST29LtXY+th/JnJ/LdYc4PuNFurFwfOonFPc0F0I9kL7Va7voKDp2ZXGLk9nIkfTtrL9ADJPqmNJpjF8cbO40j2U2ksaeY1PF1s6bmJY1GHrBTaIa3PfkgZHAo30J7M5M8l7XudWsGlnS8rPNLDsh2Vpbgk2WlQi8y4RLx0cHi/4IDb2kOLIhfcGDBgQUHbpo4q9k9AAAQAElEQVQDn/u5n+v3rF11HH7MgWciz9fnhYuvvfba+dMXfv/Kr/xKv3fuwotP2UnyIfL3edH+U3/qT4X3vve98za70fr8gBT55o0OcgOd//Zv/3b4+Mc/fgM9X79LfiRsXr34gi/4gvCud73r+oO+BVvCr7//9/++5hDMH67HAOYxf+Nv/A1fd7heDw9uxT1x13mZ5P1eZPng0R7f1f/yX/5L4P6ERqMRwPWf//N/Hv7iX/yL4Uu+5EsCL1/mPsWS5uzpB7t4WfG///f/3vfX58ESP/l5n/d58zTxOTgvrJ+r0Q1Xrmh9lR9puuFhHnn3Y61Dsy7xyDues8Nf/uVfnrPFo6v+KZ/yKWHel+tiF7/zO7/z6JB4BD2xdkVsmqerV155JXzgAx94YBNil9l86zfki+SND+z4DbxITsGPhrG2h93+q3/1r8K3f/u3h6/6qq8KH/7wh8OLL76odUI784NdvAj9ui9vniV1cbzgwIIDl3Pgsz7rs8IXfuEXXl6xqIFtfvSjHy2+TQvyF/Y5p2cefPSlX/qlgR8veHCtR3d14V//oP8g4sK/PjqdepQ9ffqnf3rgh6vm6ZM9pDcyp7sMV/bceJE9ORO5yg//8A+H7/7u7w5f8zVfE/6//+//C+9+97t93gnd+AJ+sIsf7GSN7LK+z1/nB03ZGzt//kHff+mXfsnvKXpQncd5jTnCz/7szz7OIRdjLTjwWDjwiZ/4ieEzPuMz5hqLtZHf/M3fnKvNTVdmPlqr1W56mHv6x1d+9md/9j3nLzvBD7Y8qWvS+Lsf+7Ef83utuDfip37qp8IP/MAPBH4A5SMf+Uh4+eWXA88VAKwdfPVXf3X4tm/7Nv9B55uk6Td+4zfC3/t7f+8y1t5zPcuy8D3f8z2B9bp7LuoEexbEOB3O9b/X64WbXF+dC5mnpPICzSeHA/xIDvPGeTEin/vMz/zMeZs98fX5cazP//zPvzKe5M4XrfOxj3zVXJn59ksvvXTlMZ/2isSW7//+7w/f+Z3f+VCk/LW/9tcC65Y87/dQHT1hjd/3vvfNPd+EhF/5lV8J3OPI8ZMG5IrkjPPgZWa+3zZPm0Xdp58D19/tfvppX1Cw4MBcHCCYJuBBJTPzm/65If327Vt+MxoBkhco86NcHD/zTPxBLuqQyDE5MrNAex4i4Mb30egg7O8PAw91cNM8Dy7x0hseFOHmfW6MVwN/eIUS4BwvDhgMBj5x7Ha3Ay9+GBQP6xwdHfoDBzyQBM4hWDCLwM0U4MONFdxUwgYk8MILz4dnnnnWb7ZPeJpZ4BP74OjxAONF/hx6oB0O98WfYRiIXh5siTza8xs09vf3vc7hITQfie7jwAPJJyenZ3hmZs6DzB8gySQ7oKTyLEA7YBbrQzH4nJycqO+xw8HBgWQGTnsBXJic8hAFD3HwMAcPkDCZ58Y+NvB5yIIXGwyHQ28f++TvvGBFA9OiMZAFHoBAt+4FHpoAllymyHx5eUn1l53moA83ZUALfEWHuNmsWq37DTl53gjQw8Z1l4f3+n2XwWg0CkdHR/6ACDxRN+JrJnwy7xf9ArKs5OfMIs7UjeMdSm77rq88fNdqbfgCNA+gAXme6/u6P3DV15iMRzuAPhjvSQEzE+3BQX+LMlzpg05FOJG+RuA7NFJGuLwr6lHLDP5nkvWSYBlwWS8VL58olc7KI8zxYYzx+DgcHh65reGneHlCs9kMPHzHJIyyVqv7A3KtVssfxOvKLyFDfBt2iq6hO+Px2GmmX9Awg48WsixzANdZ4LxZrBP0oR3+gX4OZffoCGP0+7uhp4WiWVsELx74rGnBsiF8N4QbuPfRrf2R2yP9napf/puZCgte6Ojsf/OvFsxL2snJhPHxOOyPhqG/uxO2uptho70eWq1maK43AvYPtDfaftNaXziCKzjDC+jwftSjmZ2hH7oTBH2oh37QbqS4MRzuhb7o2N7uhra/fGc9QCcv984L++X89va2bHdP8jukl2CWBXMIQUOGm/+YxrGQTXxvyX3FrM9avuDFIVxP5zlOkHQD3phlwSz2b2bhOh+amVmgv1Ipc9xKspcI8QHGUmmpsCfKpcK+Urmsa0sFlEJsV1J/5riF4mNmxdHlRZI18kbHd3f7odPZcn1CxtVqLVQqVYea7A7fSZxBt3uyAepHPdv3B3/RGXSN/tLoZiYcszOQcKc0swn+Zhb4gBf90B+ATfOSeGIb4xFL9vYGHh+5ho1Sn3FpSx+XAfVS33t7e7LpHfcnjUYuf7MW8DeVSiUQa9fX18NZugeKL0ONP3K6LxrfzJyuLIu0Q2uCdM4s1gEXcKcfAFmMFAOhk4dHu4qNxMhmE9urC79y4CHzer0WOMe1Xm/bcxf4QV+X0f80XBd7xEMwjXxKfIvxJtlCLLHhWcCO03eOl5bISZKdRZnQn5lpANM4pvLq/5EZsoLfxB0e4OYh7Eaj4bLhhY/EBfQHGSX92d7eUT431R9kjR6iv/QJmJnjY2ZuN0lvUgnegFmsF/ShHXKnH/pLeA2Ur/cVD/DP2HZLuRB2XK/X3Y9XZN8Rz7r8e1s5047HX2g7Pp7mDBrixv+bRXqgk8HGygeggxcaMPfodDqeL+KLaoq1Mf6sC+9N5XJdxx1bPjgYTfLH09P4siOz1Hcm3wngOzPnr5kxnOcLY+UNyASZ7u7uKp5uu18gT0W28I3FL+Tabrc1Zr/wAcdqf6xQfSJIkd679T+np6d+nhI5MQ4+ra/YSo5KX8gGXWGcpvIIznEN3YIucDrQvAD5Imf6oT8GMDPRAmSir3QfyFQHMNevUHzog77oE7zoHx7ggwD87kDzInIyeAI+lMgFfGhDe4C+im4vLcxsUsfMHKcsi7hHGy8V8e6sjS8VD9ovTWx61rZje/rJPBcw9RsElBYWn5vigDmPsyxz3VuSjEqez0TZlUrkLwniOeokiL46+eckw8z7lGpcGWmziIeKoq25zpc810rjRjyWl/m+rDwrlRzf8s3wZeWK0HKiOT4vJcL28EHJx+MHcs0j8aVNxWVuwsJWqZPsAjvCppJNmM3iUgoRp1iaWeDDeGP5PexvqDUJ/ENXcxxifPQPTc9JGJc8DJuk7onWDhgHoB/AzCY8WNIcjRdcs2bEywTv3LkT0o9U8T2+BPtZ0X77HpvjxoAl2VoIpjn5ief4+AV4AkAvuE59wb3+L1zhA+7QQdyBd4yR5h/4G9arxvLPdIVs4N+S9AxYXl6SHJFfhNu3nwm8MPH5519wOu/ceUfxg1zPB16yyNrU7duRVjOjyzMAHowFTdC4q9wYfpMLVio1j/HEzpry4tznQeseh7rK1aIO7HmOONIcClrGkil0QaNCgcayYGaFbkabgR4A2gCzWCfoQzt0aSz6kfdI+SF831WM6ikX39rqKEfd8Nw95e0JN3SF/IN6yIl+1OWc/031I5iZ451lWaHDS2d0Zkm6siz7WZrIZlnXlwv53JKO3fJ28AM6oAG+tTW/hL/wM5dtEXM5xzV4OlAuQ334CQ3wBDCb4pNl0Z5Kbu8cw9tM+HJ8OWTyX4AZtIa5PmaxjZlNZEtfU1xK4sMUhyXZ5FmIfIz1l5xHtI9g3qe6Fk4muP9/eAKP4NfW1pZ0oum5XtKLpLdRLzaUO21p/tNTXrornd3zeQ06Rh+Rz+Q0jHcqHIJ4aYJM+AFTekqlTOdNdSIEXrklv8RaKX1hS+gfuUyc12y5zeA/kTc+NeJYkY+ruz73pNtDrWmyFo3u0xf0hTk/tKE9dOFH0Dn8NToWx6xqXSn3/BJfu631DnwvY/MS5mOtv+ATsN1MeUWkNRMPSoVMM9GeifaI2KnyzjQeOjtQ/gQtxI9Eby6/kUvPc5XoPfktY1KftsfHx8opT71DM/PyrfbHzMRTIIi/VkDJ+V5yG8dOgJgDLsn3LM34nVk/FM+XCnmV1Fep6NtC+phNj9O5i0vztlmWncEljrHsvi4eLxXH8dzy8i33f0vC0yzzOQGyJsZgE+heLp2oaX7DHAMbRUeTH0Q/0El0BJtCR05RSiFpZmGKz9IErywrBbMs8KEubaIdDLW2t+v7O+geMQLdjOM2tBbU0fV+Mb8ZSxdPHOiDvi6DVI+SMcG5r7ko/rytuRN0MdfB/rD9Vmvdx+z1dnwtkfrgSVv6MLOQneF3afId+nTZ+YmdkrMlf4Ot9+RH2oov0AdvGRM+t7RWy/ltrV+SSx1o7sh44dzHzM6dudmv0HCguR6+EtyRT8S97rkH6wvMQ9GPtniJn6deX/NJ2sA72qMj6Bf9wUOwhhQzc95dxE/OmU3ppR08oS98IX0zBmN1J7lpS3GGF9fVtHZW1hpVxb+jz70ZeYIL/YULPmYWzCIsyYafffYZ5Wwv+A00L730nvDyy+/1Bzw/9KFXVL7fH2wgdyWPW17GzoBkZ8uy86kNYCLgji7Aq7Z0AZ5yvLW1rfgXdQ6eQWtCL+HKuaHy8Z70CDtpaR0FX47e9KXT5GLoKvVL8kvLyn8SQAvHt27d0v5nzEvZv+WlAO9738v+YpNXX/2Q6HvZaX3++ee9Hm3oy8wSOotywYE3NQdQdQAizcz9QQixNJuW4ZIPdkgMINfb014B+RcxFhvFlrme4KKuuMb5VJqZ/GVJsXzJ4zc+B3sGsFNsHFvFd4Yb/ODHyKvPDmHBzNzfgQ9+M859nwvcc/HCCy9ozvuC3z/C9SwrTZpDH7EBnsCb6NuHmgvseQzGr+H3OH+ovdmx5rG0AZi/wWP8KteHytPhc18xCD/Ld/J2+qb+LIRgji9rEszHwfH/Z+9NgCzLs7r+c+59mS/XypdbbVndXVVZWdU1PQ0YqLgxMQSbIOqIA4YgMoZISAgYRoAhIgjiAqKAqIQoBjOKELILAsoSKAyy+Z9pVIYZpqe7p7u6Ojsrl5eZL19mvsx8+f9+zu/dzJdVWVX5smvtfrfq5N1+y/md39nv/d0HoPsGB4dscHDAoHFJflImm+/uZqpj2qABoEP9T/6xDu75f3c3d9e8ZwG59Ho7FHi5u93/zQMX94RLluWWiS6Ae7p3Mw7Q++ZrxbmqqL7LR8wEuSDZyqI9ewCbe8KbPuluW7kN+Ag/DL8CO3tNsRHPJ/B3eOYF8Kw97V+Sn/FiAOcFUPb55z9mzz//vKUf4fqIffjDH9n7Ua7f//2Pykf5WMSYs/L/8AHg2TU9B2zoWT/yAD5d6FKgS4HOKYDeQYaIFzYVT2FDsAs15e9qyoNgG9hjH7DJyDxyR3l0AHV3lT/ZDSWf9Lv7vq5AX+R5obfQXQVk0mlAKuvugTzt0CZ2iD6SvVrX8/K1iG+XlqoRd87Kp7+m2Jv8GHBNumdW+oE4gdgc/YA9o61o+Fh/3NxdeAKZ9G4edrDwIUqKezgG2o85B4prmXT/tmwx/g3P4+bn+Xj4nHJYrxqxLVDEhujSlVaMAq2x2dACupg22gLyO9g3ytIf46dPdDR0m1PsST8FrYj3V6Ty0QAAEABJREFUFpUDX5EPUFe8xLweh15MPf7FtmxCQ37HpmJheAW+oW0APlqTb1eX38G4KMP8AoyPfpt6fgPuGmb8d/egv7u35iDXPo952B9/pmvZXjnTRhtN5TJpF5y2thp6Tr6pXGm9xUfLela8qHzmXLyTQV7jmniJvAYAjeb1/HpF8wD/0Q5Am7StLh7p//AH/tjg4KBVKiMRp/JBAd7r5Ue5eJaE74bvWfApvHozFDR293hGz/Md3l0hjmY+meOtra29PFMntKEs9ASYow09e4E3aBe+2dAzE65D6DzPYs5LysH39JRCBhOuua5ncY5vii/K2BgnUKmMavwV5SVOhI+a/OlMvGIC2gRytVFAOs8kr4D7Pv/ZMTb3VJ+2gLwlsyWN41ZI46IMY0v7Aq88eJw23GnThL+bGWCxubu5F5BFedrI257r0i7Qo3wHe6D9mPOSfPhcz39z1Uv1D/Zt5tbpxlwjP/AKcr8m3w29Q44s+Ysfk1/4UuhC5JDr+JP4euRw4Al4A55oyOejHdqjXQB83N3c07izLLc8z1rAcW5Z25xSnnrwHu3QHu3SPvYP/OB1+oTHefeD+9vS4dShbtEG+wKK6+hs2khjnJXvei3ya9evX9czi+t6VsKPs8wrj1WVPqrpOc565G0b0p3g096HO+PyPfzzFg/dvL95fKYNfGgr6eYdyfC2ngdvRV+Mi7Eia+g5aIyd4JxxM0/Qhfq00w5quvv/LU6Bt9Lw4X3kANkEGtJByHfyqW5Ipl8LuH79tfAnCj806a6a/I718D+oty0fibZos6Chu7fkO5fOOhxuJ9+0Q3vghbzSB34fugw5XpPPlWR7VXmiFcFq6Bz8QspT127a3Aud4y28stjfrHOKc3BzT3XsmJuqm7tHP1m2TwPsZC6dV5KvzXGCZCv3j3P5AEDKi1A+C33v0abdZctaz4ipl/opKXfYozZLAYWNZF8A5ThmT1/QH5pDa/Q+9uu69D3PrwCeGfMMAp5IOnY99DC2ov05ObjQXpblQYtcY0/HnANpLtxvPzbmFB5Yk52t6nkOvuys4iWeFWJvX3ihsLWvim9n451JfDpiE+zepuLARvwgl3y73W3btR1RsBXbmfo98ENcubkLTOCZucDMzQKU/VRwAG3g+8Sbm7J39Yjlqno+A268j4XPDZ3IC4EjfgDXFxcXoiy8TH3GZh1uQkE+qkahZ/TgsSWflbmiTWwec8a+ppgXmtUVC3F/U3EMZanDGOgbeSugQCPLMgOYq8OAe4C7m7tHNdpoKt6hXdpvyPbTZ13xEbhUNW/4P9AA3iliFGiUaDOnZ8HVyPtuyHfeUoyzLf+EdqODjv648AcyS/gnvoe3Cx5nDxTXOMafBjimHmOkf8ayopiSeJPYlvmE965LP3IN+eA+tN4Ur21pPvBRqOue8KCtLMtb+GTCL9ujXVOxHXU2FCPgw/C+EbSCx6ENMRz765I/nlsD19V3ouGr4YvBb9CVOsTBVfEifECbtA0t6ce0ZdIPWZYJl0z6INceyPZwgr+YR+pRn3FVW/NH+/T/2muv2+zsXMSc4Lqi2BIdzLjtWJuLHibwwAP8mBuA+WAPcAwUx+wT9Ggc6Mtin6sdIIs23VP7doRNRVWHgtRJdMnzTO3noldpT5cWeNB/ccy+gFy6DqA99GJdctg+t8wfa5mQAeZzTs+FF/VMG1pCc2jPHDAX8BIYZZo3gHYTMOZcY80C3NMPclGnIbtOG6y3pd055UuuKa90TbmBWeWW0N/oydXVFemw9fClCx6hr06Aejs72+GT44tXxX/IOmN7KdayvCJf4rp45nXluxYUKyyH3QY/xrgtP4IxCv0YR5blQe+8RcNM43Z3zUsaH/1Rh7r0V1Nujz4ZE/1Cz2sa68utdyTnRNuqeJg5gC7wqburj554psa7McxbSfFiSbaZY6A4Zg/kEUfu01pNGJu7s+tClwJdCnQp0KXAY0aBLrqPDwX44RR+QOWoGFfli/zar/3ageL4Gnw4k/2BG4ec8KyBj6sdcuuxvHRdcURdcVknyLs/eh/Rwv/jxyc6GcejUhYf9L//9//+qKATOb3/+B//Y8f48EN1+MUdV3yLV/iMz/gM+6qv+qo3RIVf/dVfte/7vu97Q23cqTI43un+Yfc+/OEPGx9dP+zew77GexQ/8AM/cFc0iC2JzfnBCz5WzAftuXbXim0FkInP/MzPbLtytMOf+ImfMPA8Wun7X4ofH8B+3v+e7m0PzB85lHvbametkVvp9IekOuvhzqV5x/84P6r3Qz/0Q4ZtvXPrD+7uCy+8YB/60Ic66pAf26hUKnesQxk+On7HQjfdxF983/ve90jRpx3FH/3RH1Vurdp+6dBjcsTFD3Z95Vd+ZeSQDy3YvdilwFuAAg9yiLyr9u53v/vIXaJzfuqnfupAeXLexK8HLt7lhD7xS+5S7J7d7urX34kPi3f16z1jqXvaED/ayY/jddooMcSj5KO340/sRQzWfu2wY3xTfnTgP/yH/xA/2HnYD/4dVq/9Gj/oxY98tV+72zHrholb71buQd2f0zNR4rwH1V+3ny4FHhQFeGe8kx/+LPB6lOI/fB/8HPYFfg9q39fXZ+94xzs67g4dfBx92nFHx6jw0ksv2U/+5E/etSbvVfDeET/Y9e3f/u32b/7Nv4l3L+5a8RgFsKX8iMtx8kxf/uVfbp/7uZ972155h+Prv/7r7cyZM7ctc7sb2AV+TPVh8N7tcOpe71LgbhSAX4+rM/kR+wsXLtyti8fuPjH353zO59wW75tvQMOf/dmfvfmyHTUf7u72rne9677pzFsQewQu/PiP/7h93dd93RvChB9XBNDbb6ihR7Ay/hgxU6eofeADH4h3Jzutd7/L84wAX7HTfvhxvOPE3Z320y3/aFEge7TQ6WLTpcCjTwEcERZkyJ8IZ4IX4UnisyB+YKC/9ZGlE4aDw4JxPr7E4nEMKC/PM0JeXkiwEw8uG63FOTwgJ/haWVlpLbzh4/XbtrOzY6l8Mz5qyMvym5ub8cI+iwSB1dVV4yUyFmZhCKizu1t88N6Ea2b0D64squnvHzA+PIcRHB2tBL4E2JRxd5V3e1gb9GW8jHN7eydotL29ZQTBBWxvbwdNzHYDV+Yhz0uxGITFA4yROWFM/f398QFo5oKPFhwG3KMc5alHfWgFPWjbPdEDvADoCw7gw1xAe+agWq3a0tJiLKqYm7thLNSbU1JzMT6EsRovdjUaDY1pK+Z1l8F2SGhQcXeNO7stgHOCvLWAI81/nmeq40E7FsGw4APcV1ZWrSrcWTy0sLAYL71wHX5irKCY57mVy73xQUJ4GlolKLcWbZSMRZNZlkef7uDoxsYwm83d6Be6QQMWKLHAir6XlpZioeDsLAuZZuOYaystWYDG0LrZTDxNm48GMD7g7tgw1wBjKGgA/Tc3Nww6Mz6uQ++maEVZWnXfb7+4xnXA3YPW0B2+Zz76+/s0H+WQBXg4a1usYx1s9AWAEx8pgL+XxNu8rABfM1evvXbdZmPx0o3ge+aLxT/wDmM7OKakx9plFvzQjeVyOfgKOdyH/vhQHWPifk9PyXLxYDEecGuKH6AXOG5tNUTHTQNXcECXws9zNySHkkHwvP7aa4Hv/MKCLa8sJ52JPLJIUG1BHne34p8OuLQHXN+Vztm1pjV3d2xnd0t6acPq66u2vLpk84tzdmPhde1v2OLSQqLJ8kroah4Sw/fgCs7gTsPualWQtS0EZJw9PT2aR6BXcpfoAy2A3t4e0aJk7i490oxxs7BsSXI0P79gC5LhxcUl9V9tW+C6ZfSpKqoXPeuPCx7Uf1e/Ln4Fsr09Y2VOi32WZbqXaXxJj3CvAPfMOHZPbWln92JzL9or2j+4p88CCjyLfXG9fe+e2gM3d2d3JNiVomSOtsSPyE+ttiZdvGKLsh/Ykeux0DTxMHIIf2P/V6S/8R/QqXxUqCGfAptZ8Blt0jYAIuAK/oX8oc/RG/gwhfzt28mBkE1kELsIX1KXdmgXO00/8DV4Azs72+LLHfHbbvgsRb/UOQy4T1sA9dEfyC+8zLhnwy68HgvKOeZ6VfYKnURZZGtTPlEDWZZvsNPmM5nktX28yA4y1N/mFzBmzgHulWXnoA3jdE/zB260W4yTvuiT/sED2WPBI/ju68fZ8AGYPxZeM6eMb1t+De0x7sPo8Xhcc3PfB2jsnuSG49sBND383n5balYk4Fy7I/yHjtATgL7ww4p8B/hkLvyw16X3E/+wIDXJzVJ8sAIfhPLM5ZZsyHaLf+Br2qV78AFncId/ykewVwX/UI82aAsoeIh+2nmoVquFrkae5+fnYzE38g7AT+Bc8Pz6et2oW+BIu/Rxv8DdjXG4Myceso3PUvA+sorNmZOdRS8xhpp016Z8G8ZpksE8z2TPekOXoG/K5b44hpboFegFZFniIXc3d7diY24B2mPsyBJzh+xBF2iGbpgNf2Q+dCYLvNGLlN2STr0dnbhO2wDlGBf8A81plz3yTT9cL9psSM9SHpyYC+rTFmi7e9CMMfX0JBveL9+M2At9MzAwaIWOHRgYiBilXzoJSDqoHPSifn4Hv4e+waEh3dcQPgDX4LNmmx9px9jcE/3dPebCvdgzRx7jY77c03WOAfd0z53rmeoCHCcwc+tuD4YCmgJz9xakechaviZz1Q4Fn7Vfu/W4aMs1AEC7Dv8LncAn4eHiI9c5PFVArmsc5+EHglcB4GPa4G/4HtleW6vJT1oOmUdWD8rppuLtbdUwxaclydS+T43uQdZ6e3sjXmrvg37cwcujLn+Q7abiBOSrIXlLfacPzqAf0BXz8r85Xl1dUR6nrnhkUzHCVuhM6tMOoKY1Zo9x4lP1SzegD/j4dYITytGQSxpWHDQgvHuDFu6pDvgBeZ6pHWlY+Y4FTTblC9Xr6+p/LSD5hQ3hsC2fTLGLxtCOi91ho1x7u4x5fX3dUvv1yGnQHzShrLsLnwRZlgXOufQXeoxxQnN04PDwkLEoYGSkorzZcOg/7lGG8tR198CMdqE7QD/gUJO9rMoHZL7nZONn5SO+pvjutddmI3+Az8VHh2qyQ/V6mgfmDJ5hPADt0Tbd0F87jvBFoZf39ykmPQxP2qE92gVH+oIu0L4mXLFF4AR/zMlOvv76rPzZ1+Qfvq54TfHo8nLMFXUKHGkzCNDhH3ePOciOIOfQeh9KwY+MYWNjM+JW7N3ycjViSfDHtq+28o2MkbLiPtXLxaM9Bm0S7fpjTqFdv+wa17iHrOFDlUo9wRulUqqHT0A5ZKAdivrUhTcoD76MzTrYmF+gVCoJz97wPYh39vsaEh8mIH97GAzHB/QHY1zgCs6MB7xy5R/Byd0PYAVPMJ/QE39lRbEadJwTz8Kv16+TQ3k9eBZeRnesyHddW1uTbG1EbA+dyddBa9or+MLdLc+z0F1lxSzQGLygWTtwjXvgyvhzyaO778VmtAuAJwDP0pPlJX8AABAASURBVD/zXK0uB3/ig15X/AnMiX/h43ZewB+kDXAD7IgbdeB5ZISxLywsKH+K/3sjfGD8yUXlMhJNCjneCp2efK4UYxbdubt4cV/vMDdAueWzQwfmrSx6JXrkokMzdDR6jTHD7/Q5Lz98Xvp8WbJZkx7Z2NiQ372lvneijroKOXP3vb29RTd3F92hQyZa7EOWZbp+OMCHN993py7tuLG5pz3HRwGKu7u5J0jtu6X9Ph5F3+z3Iek/0wZvIQvMeU36uypbAy8Q48OnK5Jj5HlDehJ9ryqSxTx0S1m81g7wWU9PKfyPPN/HIZN+FprGhswAyPe28gNbikWRC2zXivQB/IgsAByvqH/uUWZLsQ1yRH3auhNQBqD8tmJd6jM+ZBkZx44i3/ST9BE5xFXponXxfkO8vx0AnrQDFP25e9A5l37pUf4SKEvOyqIHMpdkj/x07x4tmopR0G/om6poTBzJ+ABwQva4V9CZ/gBr29zTXLddumeH9NWUvwStoPOGdAA6YlE5uddfJ6fwmnILswGc7/PHSthzdOmGeGRL80kbAO3RLki6e9AMvQyfQKd++YL9spn7Ojz5HdAPWkJXaOzuxkZbtEnbADnADeFZlw9Yk96qSofDu8zrrOLjWflKzDXnzPGK+KsuH2lLfEQ7tAfQdju4+wFcsZ/YyUplNH6E6/Tp08bLnZOTkzY6Oir/Nfl14J1w3pftLEtyoCbFTzvhJzPP4MK8Q9956V/ww3cCv4bi2zS+RthFxsj48POQSXgW+ler5HZqanMj9Dq8znjoE7qxBziG7tB6WP4oOI+PTxj4nzx50k6dOhnHo61npGXxMuWpR333RH/rbrelACRqh1sLQsM7wa01ulceFAWYF3n3ii3RC9jEQv7Qa3zQtSbbWAB6kTz3PqwqpwmsRHxelX5flC+HTCPbc3Pz8i0XVWZF9mVDemBbftVBf64YKfILcI7sIYfolLJsC3oIP35Y/jmA3uQ6Zdpl1T2NhzbuJxR40oe77+nMhG+f4odBxRrD0pEVq1RGIg8IvuDqfhBH2oLm2Gn800TzNeWua4IVxWirot166DnmiPI7ev6CDWCO0KnMz4r8BfQoc0Q76HrKuu/3V5yDZ9KJw8aPHvCuyLD0Iz/QxfVy6ME8fCzqiEM0b/ZAN3eP/t339/BFFj5VuvZgEEr8yoeWd/TcaUe039G+mItEn9tjItHau+kO3ln4RuSMsZv4A8xHSXGyu9v92trxoA93D/pyzHgaynfBN/ATPtmi/B/sLT4EwDGAXBf7ecVO87Lh8/M3Ir7lOmXxP8jTEEteV/zLx0GvXbtmLHLhY74c89EQPqQ7K3+FevRHv/AyfA3/QmPw68KbigLdwdxHCqCPkJttxZjbiv/IKyFLab8dOWLsPOXcPWwXdgkdRHxSlr1FJ6GbsAXYXuwt9vcw4B7lKE9d2mi3y6aNvpqKA+l3O/DaCnuWbN6GbFzNqoph+GA7+gR9UMC8dAx6oYgP0FVNxWu0qaaP+B9dVxTl2GPcyZ5kEdcXx+yhR/ueY8A95dSg535ssiLcq8qfLsnXWYg9OmxDMSG4qkq0D30LukIngGtAO70O2jc3NsbKmGkv9b0esSd0qSoWIjZaWlqM5yNLS0ui56p8ho3wt6hHfYC27g7J3u3uNuNZAn1ui4+AhuIzgGOuNzWnuzIs7r43RsYDDxRjhTcSD/WHH4SPQUyZ9oNxDR4CKFvwUTtN3G+lAzhAi4bs1kbEwnWNuyY/tBp0gH+wQdgX/FFohW2D56gH/uBuj/jm7kFb+AX6DOi5MvQ7ceJE+G74b5xzD7oXdCt4GL4twH2ff5GnFeUFlpX7x2fkvKANtG0eUcagIZBkezvkmvmA1rQL8M4e+se0JVz8gPyla1lcA+/e3rJ86IHwoRln4ZvCRwV/9Lae6SU/qqxnaP2WeGpoj6egCeUpC13ox933/B47wubuQX/4mjmAr2l3QM/0ofudYFjxSrqf+Bz9WYwhPSMpacy5ILstTuo+7qEXAPfMGEc7QLP28+K4vax7Gre7W9qKfTq721/mGIA3mF9iQHQN+RjyYsgZvh7PPPAByfNVpdOZf3gB37LgL+SPduAxgHYBd4+xMR7ozbwlmvdrfgeCJxIN0zG07FcujTKUL+bYtDWlm5Bx+jkIO7KBO6HbpLpU8uB/8GiK96nbkL5jrOjzqmLb+fB151t6vqq4dlU6h+c465GvYlzUQxZ2pT93Wx24u8aVt/FRbzyf6m/LATKuAuCtNLb+KMf4oAVjhDbMrzvzl3Q1fTJG+j8IyOP2nh1oiibW3boUeItToCn53pYfiqwcJt/Eosg79hHZryvPviF/jvLUIxdAGwflO2vF9T3xjAi7sy/f+/ofGb+TfBc6zB35ttBTSb53ZFuR5y3tEzTk+4DTjnIS4GO2a2zubu77gM4o6Xk8OqSwX4ODA7KXw2FjsVHoG3CmTE9PKXSVe/IXaPOo4O5Rt0fPh9Bb/dLPjHdwcFD9De31R593AsoDBV60l+fJ9rnvj81am3u6Zpb27qlsrmdVWZaOi31x7eY995nTbfm7G/IpsVvYr2U9H16MvCY+Ns8eVuVfr4depXymnFSpVGq9G9EvW9UnW9UvSHaqX3q+XO4TX5T1LD89G8uy3LIsM/eEL3ibNtpjLneUYwIPbObaWk1xRTVyLDzXmY3nO6/rmdTr8Qx9UbkacFyLdwrqtrG5YY3W86id5rZ4aMeaskcpiaf++BEuL1nmPZZ7r6BsPVmf9Xh/QEnHpaxf1/uslJUtz0qWeW7uCd+bcYQHoRc2HhzABZzm5m4EjuBcwPz8fMRLlGNsjJGxMmbaFQnu8n9Xw0jQlD1rSpapTzvg0ZDNZs8513c1bswwuOfiBfgIgM8Tf/ZrvtJcJX4bkP8I3Elmy5rLXmPOabOYRxDfVWfoB/rebukYxploU1dOdzXGjy+R/KbXjfwZ9IJu6Jv9/FeSZ9o9KrhT0s09QSbeBL8CCnyLc/Zcawf3JPfQFlrW9eywKl+OmArg+R14bkgnMk7GnOdZ0AT9Ulb+uFc+fK98dAA6lZTfzLLEP+4OkgHUpR/a2ZbcNaTT6tK3yB39LCzMB9/D8/iX5AzZF7Hd3NycZCPJZF14NjT/+F8uXi3mGRzAqazcBse9vaUDc5fwyoRPgdeuFTgx/k3JE+8CgBNzhN+7sLAg2ZvX3KUfmWN+d6SHGU8BavBI/xM53Nxd5V37TOAGXkAuvmVfQHFe7Ivr7N2pC9BOAabNBUf97xaoRHGO3Wj7TgAuQHsZdxcdd8NeEQMW9IOXEg0XNXdV+dC18J+huWmjnd7eHmO+sEnsAeYTKEnXUoa+3BN+qrb3H/rT1o50KHEnfcOvzN2i9Pii9OVS5EuWJIvL0f+G9D38Rz3qA3sN3uZAoh6xRKONZ6uKE+AN5ASeRe/NK4dVlfyAA3wCP8FX29IPN/fn7qI1kGmfBZ8yZsYPQA9kDOAcOrlD52bQmfZZK1YVHvOteAU5gvbre+sKdqRDLdrP85JBy3aAroeDq46LNwDrbl0KdCnQpUCXAl0KdCnwgCjg7vbn/tyf66g3PmiOf1NUwmfmg4vF+Z32f+SP/BF7M32kjpzOncZ72D3yFLwzeNi9h3Xt5Zdftpt/aO1h4dJhv1H8P//n/xxrY+LkIf957rnnOv4hJd6FPc4Hfx/yUB+J7t3dvuZrvsaO84G+9gF867d+q/3u7/5u+6V7dvzJn/zJ9tRTT3Xc3nd913fpGfRyx/XudwX0/W/91m913A0//siPG3Va8Y//8T9ulUqlo2rg9zB/xKkdWXIF/PhA+7WHcXzq1CkbHR3tqGvesyO/2lGle1yYH0b4P//n/9zjVo/eHDmiTv0kWucHE6Afx48C/PRP/7SR1+wEF34Mj/HfqU6nP+xatMWHZ3/7t3+7OH1k9szZf/pP/6ljfLofSO2YZN0KXQq8IQrwIwKnT58+chv4BEtLS3vlP/axj9lv/uZv7p3f7QA/Ez/mbuXu5f2ufk3U7OrXRIdH7S85jU4+0l/gj9z93M/9XHF6nP19qcOzNX44pdPGK5WKEat0Wo+Y6Dg65b3vfW+8O9Jpf/ejPD+eg59+P9ruttmlwMOmAH6Gu3eExn/7b//NHhWZeOmIPyDV0QA7KPwZn/EZ8Q5bB1WMdyG++7u/O96N66Tegyj7wz/8w8a6w077wk7y3kWn9e5WnndM/tk/+2dGbu5uZW++j0/Lj23dLc6/dOmS/dN/+k9vrn6k82/6pm+y97///Ucq2y3UpcCjQAGeBxwnDwTuf/AP/kEj38rxmw061eXoJN4fK+iwvr5u/NBZcX6nPT9G/Umf9El3KvKmusdziy/7si8z3uU7zsB41+77v//77Wu/9mvjXbzjtPGo1+Hd6re97W0dozk7O2u/8Au/0HG9+10BHxFfsdN+Pv3TP9349lCn9d5E5d+SQ8nekqPuDrpLgXtAAV60J1gCiOcJevr6+mNBGR8vYpF42g8bP8zV19e3Z0ipk8CMuru7TQWpm3sfUODleF4K44E5L8mlF/O3w5jvqmMW82xublqt9aE9XqznZXoWFVCWRQYYfsqyAM/d1Xe29+I+uAwODhg48iCfhCPJV17ez/MscLLWpu5aRw9uJ3SFgwdkWVp00L7P89xYgMDCGXBmPCzKY7H98PCQjYycMD5yNTpasbGxUcGYjY+P2cTEuICP7e3DxMSE7o2rzKhRfmRkJBYEskCQBQ30Q39AOw7FcXHd3YNA0L3R2FJCtW7MYVp4MW8sPueBUbW6HAuu6vV1zflWzGlUfAB/Ej+II8Rv262FTfAXuOBMF9BoNIyyjA3awhsjouno6KhoNRE0HBsbF71GRWvoNRQL1np7y+KzUtuCjEQTMzd31/VM9/MWZDrnWlooAh7wMPTiZVAW8QPz8wsG3VjcD89DX3sMN+gJgD8yyliQ75XWR9I4hv7cS/LLgpiDi+2oXwAkcHfRMAu5Rg5Y1Dk4yCJB5qMvFr/lOfMBrbOYAzviVvQDvvADeDIf1669Gh/NYsEb8wRfr6ysxAshDfE99dw98Cpk5NZ9Hjj39vbGxwSQteHh4eClxGNjLXncl0l4kPGVy/uLHOFP2nbf769Y1Ccuj4VQ0HNdsrYsubsxd8MS/tdsNj7aPm/VatVqq6u23lpsBf5Z5kErd+2Nzfmja9rF4a41d7dtp7lpWzvrtrG1arX1qlVX521h6fWA5ZVFW6vXJOMN297ZVnnNpeqCbzve7rpIs7H36MM9a6NPv+zH4J6uRl8B4+P7OgvaQRd3jwVXyNL6ej3sCQuvarWa9NG67jWs2WxKtkUdoWPd7ZGhwK4MbQHo5nUlN5CrhYX5eCl5dvZ1m1XgmT5m8rotLvJRJfhrM/icuu5u8FYumWefZbm5w1MJrLW5u+UtG1oul5VQ7xePDYnHRkKnj8tWAslejkvnj4c8YlPxGZBFZBbbgAy24jiJAAAQAElEQVTj+9Ae/WVZpj4LoF+Lzd1jf9gfcIcv0Xshrxo7LzuiX65de8V4sZxxs4CxKnldW6sZPA6dRDb150a/QMIj2zvnWpbl8hdKsXgTHYKORGYYz9jY2N740D1cw2+jDOPD/hfjy0WzTOMrgHOAc8YA/g3ZzrW1tbBZc3Ovh67kRbBZzd/CwkL4BNhb9H/CvyuI9gY3aN/OP/BG4h/0/TXxzyvxwxcsal9erspv3ucfus4yv4lf4B8PvjJt7n5AXuAhZGBEviI8Mx66eEyyA1TCjnGfcgflIzM299Q2fAP/ABy7J18Ivijkf3Fx0eZkt+bm5iT/6IDXY/F5VfasXq8bP7rH+Aug/XsN7glfdw86mTZikK2tRsghC9FrikVqsjP4aZwzhkx2tFzui5iooBW2a3ISn3tMOqVilcqI9M6w9M+AfIFy2D1oAbi7etr/z7XDgLFvbjZk7+rG/EIzZG1+fl60mpPvvaDrK7KBG6LXtuzfQZmjfjv/IJuMgY/XLkrPAvimzAnjojxYuXvQo33+3D34JsvyGAv6o9Cxw4pNTpwYEZ9UNPYx6Z0x+dLjguRTw0cAPJXockKxyJDoNxj+Ne3QHvoIoI8sg1cT5Af0kwceQsfu1ca40bdpvxt03FUssauLBUBHgPNiz3E7yPu4Vyh123mLUcDdY8TwVmFvkVc+ULIePm895Hxrayv4E5lAB+OvYNfJByBj2H3kbFQ5ghMnTkj/DB7QP+6pn+is9cfdQ96ROfd07O7RD3oBu4MOxG9DdyRYVry/0oqPkv9tN23umexLST5Kr3Dokz82EDIPvuhN9tgSZJ+qjB154vgw4H5DsRj5IPBBd9Xra6Gr0ZPQBtpR7k7tFG1TjjrQOLVXC127Lj8N2jfk8zB+yt3cHueAu2uMeejENB/90m3Dhp4D8LfKiu2grd20UZ+2wRk8oDNjWpRt5IM116+/Fj4y/iE6vyofsSZ7xAfJm82k62kXgB8AjgG6cvc9vMj5DCo3hv2G9qPKecArAMcA19HlzAljQRfTJkCb7m7sOQc4Nm0F/uvi0xXF/cTO4I9vmz7KMS+/flG2aln0XTPmqql4TVUf2H/3fX6GfnXFztCS/brmG9o3xFvgxbgYP37yoPIO8GmlUpFtG23BuGzcuI7HYp65T46OXF1ZcQf8DO3Y9yl3Ck1HJY/QejxikHHZxnG1MSaf6oRkYijsYK/yTD09JdE4N6Eb8nczgeCZArA3mXyRPM8kYyWjb/TBsHIOlcpotE+sMzk5Hj++MTk52baf0PFBwIcBR/iWNhh7WX5OT09P8Li7C68Epo15h24rypPgl+DLMd/MPXHBnPw7clw1+U/IUyFLqqoxZtFmlmVx7J7a5TyXvYd+vcqjwIvkmeHNUfEsAI7jLd+U6wWufcpFU4e6tGPm0TbHtMkecHdjA39kf3V1Rb7UovzROckb8Lr2r8vHmlceZVk6bk05hq1WjiH5B9S/HRTzw3iJmRbla80qxuWDSnPyd/n48vJyIQspznX3wDXPEz2yoIubO2B7W7qe7cl1Md+j4q/xFm+NizbMO3TCBlAGulB3Z6cp+duMWGFV+aGa9Mm65JZ5bLTpOzP6TWDd7bGmgHuaR+2kU5rKq2wHPyOT69J9xATEN9hSeGBXvm8uGUw2Y1BxzInQdYmnRuXnj1pF+rDgLcoVMuee+monmHu6Bv9l0ldpnwkXCzzWxX/4FDwfQi5WJY8Jn7ps++ahsU17+8Xxrvx1ZK4hPb6xAY+vKV9RlRzP2fXr1wWvGXZ0RTaKsVOWOtQvcGLcHLsnnLlXgLuHzkIfomuQK3TPqPQStJmM+G88aMU16IP+ok3sylYrrqwrvq1JJ9Zaslfggj6iHDi539q/dbzduQL9QAP6B6eVlh5HV738MvmpVyI2Tzocu72p+drWvDXN3UWLLAB6HQbwRFm+T39/n2zcYPhF6Gtog44COOYaNhR709/fH/l96mZZHjoxy7LW3lv7dG7adpSD3oyPxq2Ff8H8gj+5KX4AY042CN7aaOXBd3Z29vS4qh/6393jOjj0C/cRPSPCNvIyycmTyYZyDu7gjG41S/6FaXP3wNNa11JOYVu8vCGfeTV8IXJoc2ELFpU7W5VvXxesSy+v6XwlymAnsKuMif3S0qLq16IdxmGHbO5u7gngU/AbHR2z06dP2dmzZ+zUqZPhF4wox4PP0if/hHLQ+JDmupcOoYDI27rqN+1bp4fsijo3783cimvW3R4QBRLNZS5ClyFL5Bs3NzdDvpaWluQL3gjdhy4pPoA5O/ta5FuJa64rNrsum4KO+fjHX7YXX3xJ8KK99NLH7eMfT8AL8MhtTboePYu+LQbo7sWhcNgN4EIuu1tWDIHcYj9GRiphT9A3yZ8bjlgh17MQ9/02qPsgoRiLu4euA28+kEgMdEK5wDE9Rx/TM4gTykH0yS/nvruL1/fBtGHvoA20r0dMVpP+W5b+WwrbvaZnItyjHLCl/Ae6fE3PIlblv67Ilqf9iuZuNXQj7bl74OXuxga+7i7b0hM5EWKc5MOMyDYNRW4CPAtdSHn6a0acnWJte4tt0ABaQv+6fBYA2hO/Mw/ITVNxPABp3D3mN8kVVxK4p+vwAPTFpsLfQDvN3T0quKd9nLzhP2nuGEs70Czn4M4YGQ/jBBgjYwXW5R8DXAO43w4b8jM35FsAxJLUgTeR+RX5U1XlbMiHYMOJi4kB8a1efPFFe+GFQl+8rOf310LfoHuoD07gB55d6FKgS4GjUAC94dJBxAce+h+dA5RKuXImPdL/vZGL7lecQfxGPpQYDjtV2ARy6dgu4hPiOmzvpHJnyfefUO4OGA8/OtmQEwdsCPEAfeJTJwCXAnLhBS7k+TJjQ48Ss64rDl6RPUNfzOq5OrCoXPCK9Mi69BBl0AuUv5+6wd1Baw/oCyh0JfoPfNB17NF9XAM3d7eyYj5iC2KMUeWloCU0hJ7QC3oPKhdN3gB7AK1UTT7QXpeaQxO4aAVklueZjjMzS3EWuEAPchfEd/PzC8rhLUQMCF4N5bKgEwDugB1hAw9TH+5u7qnPTPEn/SceKinX2rvHR/AQAB/BQ4wZny2Ne7Tlu423eGayLec6GdegyajyB5VWPmVQ+WZ4Ex6CNsSg9O8OPm5Z5E9y0SPXcW7umZklmmxv7yiG3JD/tBq0mJ+f134x/KiUV6np/rpi+C3ROtlFe8Q392LcmeQ3l+yW5b8NRE5qRHE5dIf+BS8V9DJtzDmgQ3P3iPu3lIOBZ5PPuKp4e/+Zz4Zs+Zb8y+1tchxHow98uKMcBB8/xy+i7ZryOtB7RbJcl09Lm+Dhnsbi7qB0ANw95hQful85B+QH6FN8Di8wrlyxQWnvx0X6gg7IEvyDfKGjxpUDRn+NKL4f1nN5/PGy4olSqWTtfGTawKkAnd7yn/LwILSFxsPxXGEk8n/jyjFPKt+VYFJ8fRigJ3knYjzkAB6nDdoCJ9pmTPTjfitNbkHoIVwo6MM8N5RXZE7n5+flr70a799cVxzIMw/ivGp1Wfy0ZjxfIucDuu4edGecAGMFTJu7B19yDnCfuYbeg9KPw5q/EfH4qHQo9E62aFx2Z1z0HNc88PxoJPJqlO+XTYOu8BC6Ksty9Q1k6gdI/bmzFwI3/Wes8D66fF22CD+UPCxjXpENQmbWZYfgZ+hBdXdXH9kBcE99oaty8WxPT2lPXw5Kv5HrY0zYBcYFwL+Mj+OxiB1HDX5BpxYyDt/0KZaERiXJAW0fhHY89vEybUJTf7v/uxR461IA+d5R/ntLNhBbh21K8r0SPkJV+guZx44h3+5uyHCWZWGb8jzTeQLT5u5xvSTbgkwim8j38J6dGJOuAsbD10G+gUK+R+X3jISdGpb/PBh5LdqgLdrMpTsSZOonQSZc2iHpGjt0o1xJegKdiG5Ej6BT6H9S/jyAvinw4D79lzQeGoReBXB+N6A/cC/6YmyjLd09KVtJ/ABMtvpG503q+mScT4QNhT5Agdc+Tj17tHf3u6Fyx/vuqb67hx9YjJE535L/w/yj5+vK+bDfaOU3uEdZ6ANN2+can2Ncvse4/IICxpT/gwbwQ9Ld5bADJcVi7gmHfUQTLtvyYRvy3cml4EfxTJD3X8ibkE/luQm2dmVlufUuyaaeZ+5EM1mW79NIfJJ4I7PMM/OAXMe9VvKy9fiA9WRD1pudsHI2Yn3ZaAsqOte1fNh680HryfutlJctV741yzPLc7WhtrM2KK6BBPIF/aDdivw/4jee8+AnAKw1IceD3EFbxrrdgb8J2dzd3Pchy9zAJ88z+cglxSel2MOL+BL4gPARgD1lTpADeJM5Gm/NG/w4MYEfl3hxUrw5rvmkDM+QqMdcMu/98lHLivN6bno3JMuyPVxy0SpBugbvMN40r0uKTVLMBo0WF5cidkP/tPtP9oA2d2/1tBtxAvMIvzOXzBN41eXL85zA3a0snxqehp7QEjoBo6HThuWbD0qf9QW/QwP3on3bm7t9WuV7fMU7PanvhtEfOnlOzzCvXbsun/NaPMMmj4gPSowBbrzT0dNTiv6IGUbkMyZ5HJePWKxlSzih33o0Z/TtnnBitw8u/NJ8UcYsySU4QQvoQL8LC8SWC4o1l4VnXT7vVsghOoR5BuwttrknWjF2AJrBQxuKK5lLchXMF+fIAfehMby0/45TRb79mOzluGznuFWUFxhWHACvUY65g59uJq0785aANimTZZmKefAzOoY+wYF8yaLySuSZVuTXM6fMLWXAqZhDVb7lP+MqYFu6mnHBD+ho4iD0G+2i42h7XXEENICvs5aecoe/3MDTPeFsrc3d4zr494in0V+DioXg6VHZUvTQmOKDwkYm+gyL9/ul93qNraE4jXGiYxkbOGBPGrIr4ML43FO/7k6VLnQp0KVAlwJdCnQp0KXAI0yBT/mUTzE+yHhUFH/jN34j3sspyn/wgx+0j3zkI8XpHfdf9EVfpOcNfXcs8zjdvHbtWsfojiqe4b3Hjivexwo/8iM/YrOzs/exh/vbNB80exQ+tLatvAMfkMUv7mTE73znO+3JJ5/spEq3bBsFzp07Z3zw1f34sQfx/zd/8zfHs9y2pu/J4alTp+w4P7jGB+v5EZ17gsQ9aqRWqxk8TszaSZPubp/3eZ9n7p3PER8C/mN/7I910l3kYb/ru74rns93VPGOhY93kw+S8qHN49W+d7XIAQCdtIhdOI6d66SPO5WFz/gobqc69U5tHuce8nu6gx9+oQ/y6+973/s4fOhATqnTj36SI+PDwndD3t3tsz/7s+9W7Jb7zOl3fud33hede0tnHVz4wR/8QXv++ec7qJGKdj+QmujQ/dulwIOiAH4z/vNR++MHc/nQelH+137t16xarRand90/DBl37+pXJuZh0J5+u3B3CrzjHe+IZ7N3L3mwxHd8x3fEc+uDVx/u2c///M/br/zKr3SMBLm06enpjuu5u73r4uFDEwAAEABJREFUXe/qODYCz//5P/9nx/3d6wrEhMf5AbN7jUe3vS4F7hcFiIOuXr3aUfP4FcgFMWxHFe9D4eP+gNS9QoUczrPPPttxcz/+4z9uv/7rv95xvftZgW8hfN/3fV/HXfBuRSe+aicd/OIv/qL943/8jzupEmV5Z+Tbvu3bjBxqXLjLn7/wF/6CfcEXfMFdSt16m1j/K77iK2xubu7Wm90rXQo8YhTgWQ75Y3T4cVD7zM/8zHhn9Dh1H/U6/BjSp37qpx4Zzd/7vd8z4u6iwsc+9jHj2UZxfqc9fvHExMSdirxp7vGdi7/0l/6SHZfn0OXkLr/0S7+041jicSMiPwp3HJx/4id+4pF4JlTgjm+Ij9jpnLsf/3la0Xd3/3hSgLeQH0/Mu1h3KfDQKbArDNKiFDO39FJ8nxWLeViAAgwPn9C1wViYwgIt09ZsNuPFAh3qv8cxgQ0felxerspwL8VHk+r1enw4iXs4kiwCQNGzsITFwLxEX61WY5EgybP11iJgyvEyPWXVgbl7LGSh/2Lx0WAs+D1ho/HyfiUWxpTLvZZluR22FW0ddu9+XBPKwsUD97RAIdd5HuPI8zzozYLqcrlsLHriITNjGh4ebn2EYMQIlEdHRy0tuhmLxRssnpqcnNTxRMDkJPtxlRmL8ixoGB4eEj0GNGd96qcnHHD6BLIsEx4JOC/APc0jdGcxA3PHgo75+QVjEcbCwkJ8PIv52l+w3YhFIPeDfrdrk3lsNndtZ2fb4KuNjY1wZOCdAuCtpngUfunv7xf/DommI+KVUdFsXMDHA8Z0XhHNRmKhO/Qvi39KsYgwi3kzczOBSGPuLrq55i8LKOjo7kGDjY1NW1lZNeg1N3dDAf4NHQPz4u8lg7/Ba2cnLSq0x2iD5gA0BZBlxstimJWVlRg3sryhuYB3trd3ND/N0Avtw6SNArju7qJpFvyJXBdzhRxwzDXmA1q7Mxd2pK3oA1wB+ASe5QdNrl17de8DC3NKwrBgCT6H3ylHeXdvzXcW+OV52mct2eEcfQm/lCW/8A56c2RkRHI4KoC3gFHxFwvlTogHByXn/fFwiLrt49pvNxdv5dEnAwWX7e3t4O/l5WWbu3EjFuvxcUA+HsiiqCXpz9VaLfQstKeee8LfPM6MvXuccGgsmmrubtv2bsMazXXb2Krt/SDX/NLrNr84Z8urS/GDXJuNTc3ljuayqboeuOXSXwXO7m7ubmxp5yrjbXPaJ12UPvaLLmOB1aT0F4sax8agUUXyNyRdVY52GANyzHzAU8gN+4K3mpJr8Le2zT3133ape/gQKLC7uys+2Y0PK9fr64ZcJX04Fx8+n5193eBbFvQtLS1JJ64ZCwR3pMt3d8VfmsY8z8Q7ueQgEx8lcPfgDff9fS4e7OnpCb5BVyT5OyGdPmrjrYXH4+Pj0vXjcQ7vVSoV2YHhPVlEdmmDthKk/rJsvx/T5u76e/v/uxo3fLkj3Y68wqshr7IDyCof5uPjnshrVfJaq62FvFKWVrOs6PfwPbiV4oMDvaFD0I987IQPQiFD4xovCxhH5QtxDb+NMv39fQfsP/24e9CSY4C22TMG8MFGIW/MD/N07do16ctr8WI8PsCKbFxdfh3l+DhRU7aYMXTh+BSA9k3ptYJ/WFRarS7L75pr6ftXgv6Jf5YlN7U78E8ecuOemXuaa3eXPOXBC2X5OP3hEw3ayMgJ2arRkA98zFH5mpXKaFxnwTflkg0uRX34xN2jXY6Bgn/c3dgYC3yEDl+RbwDP4D/CSywwn52dtTnJRVVyAB+h7xk79QqgnfsB7h640zYxSKOxJdu6EQvN4fma7Ch+QoGXi4YsFC50CzTCfpGIHZduSfSqyH4Nx4dey/IFSiVotU97+gLcU9/QrAD3dI3xNxqN+PBEVfPOQmf0JvMNrebn5+VjrWjO18MW0x60Yl8AbUB3ANlkPNB/cXFRfvtixGPwFfeLuuDB/BXAuXvCiWOuMx54AF6AJ+AZxg2MS++Mj6f4A7qMiybjuoZOqkjXUnZY8UzSRf2hq9G3tEnbeX47fVdcT7i4ezHMY++LMRd7fIimdFeCZtgt7h0O3Ad2VU41FTpT7tjIPO4Vu/gfiwLubu4edZvS98gi+g95xWeoy2dCbtGdjca2eG039C56ZXBwQL4L+npM+jr5NOgj5CzZ+wHJV598p5Jl8ifcPfoq+NQ9nbt73C/KsDdt4AEO6ED0BoAPAySduB7xNnir+IH/mfwl4hnyGXwIhHiID08g+yOKicghoT+QfTPiZeQogR2yNSWX4IO+Ap/0wYW6dHXCAb8DW9kUDYvxHdLM3iXK0R7jW1uryX6uSuevRXubmxsxLuaCNtvb4xigIXcPuqG70IeMkfFB/0plJHzK3t5ylLGbNtoAB9ov8ICm6PnZPZ/49bCL2MuqbOPa2lr4xtRzT3PHXOXyewGO3Q9e7+3tjYWlBW7QvtDT8ArAecJ3OHxJeIsx0SZAu+1QXGMM4I+dgj/hD3At8J9TLI29Wtz74E5ddN2M3MhN5Lhvp+6JHnQArsQWdfmq5CnYg/eG8jRbW43Ai3HCk/DmYFs+EfuFHSsAujHP+NyUozx0g97QLrVB7nRY8UdF8plkdGIi7WmPucCP4KNJZflgJfnzeZ4JVRdgU2RU4mj/DzRPYOaehS6gHvVpp+A/2h+X7cUvmVQ+MH0MbMI4npggVzip4wTcm9CDZOqAE23AL8gt48iyzNw9wFobvhKyyJzji+z7cq+HXzonf44PatUU12xupnwBfEt12ivAPbXLed7i45L8JejYr1gF+ozIJx1VHDMqXxQcGVdBf3At6E8d6rro4k67mbW3y7G7g0L4TBvKTa0odoFnwXdO/Argk5IXQs/BI1tbW8Eb4J9of+u80Cj3ij26A3ldlK9FnHf9+nXFu3OGfK/IB4b/CrpQh7GDXwI3d2jOnX1w99Z8lyJnxHyfODFk8OG4fCxgYmJc8e2EfPixsA3MI3ShXT4USp/MSdKfa9J56/IhNySXjYjRGaNpc3f9NXNPe+tujx0F3D3mz92Fe7Kx28rDNhTjwAfIL/xdU4wDPzYUb8DD2O2y4hbkCtnbl7mx0GXwW/IvBg/4F/CYOtr77+7RP9fdOYanE1AIuaJ/PrCHfUPeViSPBT6bssPbynUWPEmd2wF4o9+3pMeRa2SvWl0K+8kH/ZC/eT23WJHscZ+yRbvgV8ifO3j6gW5o291D9pAl9CK0gQbQYjz0LHI3Lj0/KhqNSvawpcn3asp3aYjmG7Izdflz2Hnkj+NN6cZijPRjrc3dg3at03u+a8pP2pJeo/+67CF0QQ+iq15++WXjRU70IPqL+diQruSDdE2NxaWbsiy3Atxdx0nXZrIVeUuP98r36evrj1wvenpEft+o9Ph4S1eNSp/jd0BH9Dz6DL5Dh+c57dEH+8zcE3AdMG3QDfyZ62U9Y5xXTJzwf0U5klc193PKNy7Lp9sI3cact9NYTRz47+5x7u4x1/3KiYAbOpUPU0xOngzdiq0Ed3DulX+l4mEfirbd3dw9fHXsJHhuaO6h46J8ocJWFrYAHwRZXJMfyjyQZ+NeggU9M5q/5XmR0otqHx8hgbU299R3T08p6I6dPHPmdPwgF3Z+XLzKPIB7v+xrj/KlmeasVb27uy0FXHcSuLvmV6fH+K+qqkV91/5N9P8xGUqiP8juSmZ3pRd2jNhxQ/oN+UT25uS7zion+dpryZd97bXZeEaBbrl+/bX4MCY2hTw+P8j10ksv2YsvJnip9aNc3J+XvUGmkX96bAf3NP/ojKZ0MffQe319xAyDYT/QjegZ9A82GB3K/VI8j3bxoFPtgQL4AtI60X+mOD+XvkeP4GuiL8db+j3h26/8Qx44unvUcS90I7TfUky7KR29rhi8Jn29EroOf6C2Fzs0NVdNzdOWfNVNlVtT7nNV+csV7YFlXavpXtLzdIZOc3cOpSd31a8p190bOdmRkYpsdMVGFFcMDQ3HtXK5T/d7jHqMjTnZ1fOnXRSt7UY7b6U/Tdl5+JZ4GftUl9+CjPDBXPwAbCmQ6HMzZaAX4KJ7gjzPImaBf8kZAzfbH3e/uaF7cA4eB5sBZ6ApuWOM+EEN+b6ML421rrgoAecA99oBvyPBhngXWFed9cjX1+RPr8iPrSpvj72/cWMhYj90Ar4VuuKFF16wl6Q3OL927VXdnw2+r8sX25aPDsbgyL4LXQp0KXBnCqA63F3626VzMu0ToHfyvCTdTs6kx4gv0EHYKnTQ8PBQ2IGRVmyCvR0fH1UcN77n609OpjzZROTNJnRvQvmV8bAh2LuhoaGwIbSLHcSO57KJWZZwcE97zvM8s7x1D/lGh6J/0DErik2JwWaV/wXw/1ekR7i3pbh2uxULU8/u4+YODX2vB/or8ETnoaMA9CHn6E7uZxov9IWuI7Kto61YD/8FqOj537Ce/UH7csveQgsz+mrX027uQGa0mWW59pxb+AH0RZ/p3dJl5dTmBQvyHZZD/2KztqVD0e+AHWlzlfJWv2mfybfJsizmK9ecMbdAWbnasvIj/YoPyQMwJvhgRDxUUd5/VHEtkPygceVZi7wre3iJ/YT4aEx8NGrQhfrwEW3SdsFD9AsO7i4agAuQC6dM5+BpsUGTjY318Ingmxs3oMlivHfLOzfYJGLMLcX8R6dJNP1Q/rgztn2AHtAFekMraJ3oNWDlNl6CVochDA83lINBlsi9rEjWoAk8VJdvs6lcE7SBjpQ9rI32a5SBjpTHH9pUHoe2aRN6r+zJ7Zaq7e7xlU4O/HdPYwTvnp7eeFbDczLGCS/0Kr8AD+QtHVZu8R4yBB3gswnl7tFR44rtOYcH4cn+fmjTa9R3T/0c6Lx1wlhah3u7hE/JyqItuNAeNCefgCxPhC7c5+VJPWMo4ORJ+Dvdo+y44oFR6QLaAG/GxHyCF/2YuT1qGzQBmvKDgYb8Q/J2yBX+Gvkx/DlyZMR5y8uF7tmMZwuMx93NHTnNjXEC7lzbB64B0APdgg2BRkOKS0badOi45rYdmAfm+cSJYdmewXhux3sptEFbeU6/BXj07+52u60pXzjFwZvhx9YUeyEnjLngZ+QEOlDW3c09QS7dmAuy0JeuvoBMcV9JdrfHygd05QlD34H/uPhiXOOCRybEwxwT5+6/tzYS79HAf8gC7cA7PT0ltZ3vQZYl+uaBQxqzu+/hZ+bW3boUeCtToCk9hk/UkA3Eb6srzqwpTkVvkfOqVqvKoazpOeBm+Fjubu4u25G1IMmYe7ruzr085BuZRD6RU/RRId/I8rhkvF2+Oec69mBE/hLlsXfoPHQfMo7+ApBnIMk3/SdI17LAz93t5s3dpYMy4Yb9Kks/DoQeoT/6Pnly0oBx6Z5R+WpcH5IPT//0q+qRM0L/2yEb14H2W1mWqb+e0MO0RZu0TR+Tih/S8wNsIjARPuGEbOhk2M3JvViD8gA0xF5CV/Qd7bt7jBqD/mYAABAASURBVNne4Obuey0wDgA/Bv2PH1OXP1QXf+DPwCtcwzeiHLSHToOD7TQdDV92XHNdAPodGkAL5rYsP4J3gaDv/lhM47HYaHtnZ1v814g8HrzJ+wPkYsm5Jlubnp9jj8APvHZ2dtSGW5aLTzUHWYDOY5+ZjgJ013LvEfRZKRuw3mzIytmwYCT9GFc+an15xcr5CcGw7g9aT/wgV6/l8r0Yd/SR55b6yPb23HP3sPsN+Qngtrq6YuR+Ev7X7dVXX9PzqBvK8SBnNeWM1iPvCf6M3e66MWeAmboS+IH+wQGAvj16pgOtmSdoPzg4GPyPv8icVBSHwZvIwrhkoJDPCdngiRZPsufeuOaUsvga8OOg5p12e/Vsj37oE3q4+x5OXEuwTyPGSFy2trYWNMBnIk4BFheJU6qt2G0z9I89hI1U765yvszJtmJt+AsZqMkXYk6Rj0w+DjpqUDRFd43Kr4VG46Ijx9CY+Be57W357gxll8Y5aIG7H5g/aEgR+m5IR9NfVflD3pPmY7k8a0AOeHYI7bgHbrzTwZzTH7LGPKV5HVN+YlS5jZGYe/BN8yYZyLOYK3e3/c3jGuNj7tw9bjXlF24rlm6Ir3lHAHtB//N61srxevzoUiPmjDECUfFN/sfdg17uaV8Ml/FDM2BLOZtNxZXQiPls16Xcz7LM4CX4hXmrVEaVDxhr2YJx+clp7pBh5o55pg590Q/7Atw9+Im5A4pyzZbd31R8Cg4rinsLmWvXo9vid3jv5nbtpo37AOVpryq/AR1HHASvkr/Cn6Cf9dbaXcq7J57LJD/g5u7m7gdad3fjHviXSj2iTV88w0amKtJZ2JRx6SPeLx8bS/SB56EPusjM4xkRMX2tthr6pC5bVtAdnJviZ9Pmnvp2T3td6v7vUqBLgeNSoFuvS4EuBboUuI8UIIbmQ9dH7YK4ovhYMT7If/2v/zXi+rvV58cs+FGLu5Xr3n+wFOB9iX/7b//tsTu9fv36sevey4rf+q3fqlzAw/3YJx+O5QOynYzL3Y0P6JVKpU6qdcveRIHP//zPt3e/+903Xe3s9Ed/9Eet0/k7Sg/MLXPs3nlc9I/+0T+ya9c6/+G/o+B1nDI/+ZM/acf5CPyVK1fsD/yBP3CcLuP57Zd8yZd0XJcP1v/UT/1Ux/XuZYWangcc5wfM7iUORVvkGi9cuFCcHmlfV84avXakwvehEB9vvR8y2Smqnf7wS9E+PybGc+3i/GHtf+7nfu7IH8EtcOSju3x8tzi/0/7TPu3TrJMfdi3a+rEf+zEDt+L8Ye/5Ia5/8S/+RcdouN+HD6R2jEW3QpcCby0KdOpbka/mR7igEjnsTvwDnj198Rd/sbl37sfR3xuBrn7t6tc3wj/U/ehHP8ruvsAnfdInGTzaaeO//du/be9973s7rXbfyvOsjVwCua1OO/m8z/u8eFel03qU/0N/6A/ZH/7Df5jDIwM48iMsPDM+cqX7UJA4q8gJ3ofmu012KfDQKTAxMXGsHyL6/u//fnvYP8ZN/HmcH5C6l0TnHSl+bKTTNnlH5lu+5VuMPEqnde9HeXQu+XLixE7bP+4PNt6tH/KDX/3VXx3vC92t7M33v/zLv9w+93M/9+bLtz3nnRBszpkzZ25b5nY3+CHcv//3/77hg9+uTPd6GwW6hw+NAj/7sz9r6O7jIDA2NmbveMc7jlP1sajDe5H4ukdFFp3ZHmf/j//xP4x33O5Wn9j+cz7nc+5W7E1xf2try77pm77Jjhuj8Y7fD//wDxs/mOjubwqa3GkQb3/72+306dN3KnLovV/4hV+w97///YfeexgXP/CBDxxLzxArdt+neBgz9vD7zB4+Cl0MuhR4PCnAghAcEoARlEo9Str1GS+981I8C1B4UM6+WOBRar2cw4vuqR6Lzy0CLgJUFuBUq8vh1PCSPuc8XGg0tiLYKeqxsIRFA7Xamsqm8iwIbv+IQFEW3Nw9Xt6nfwKvvr6+1sv7fAB3NBYzsNCBBQ95fqtaSLjaA948HpBk2f5CJXADGEdJ9OZBCjgzHhYaMAboPTJyIsZUqVSMhT8sTBgbGzcWJxQLqtLivolY0DE+Ph6LOyoqPzJycGEH9Cpp3vK2xWXuHvQEt+K6uxsbdMcJq9fX46MXJIJZmM6exRckWdNcrRvz2mzuUu2BAvO53Vo4BM+wGKQdGo2GUYaxQVt4ekQ0HR0dDXqRxBpTcML5iOg1NDQcCznLZRbk5aKNB0ASwLRlrcUl7TTj2N2D/+FzeH5hYT5ewGPBCnRjMROLDWu1WizKa7YWiajJx+o/9ARYyLO9va2xbMQimJWV1fhQGrLOXDQk65RhnJS/eZDFNXcXjTNjjuDPcttC/qGhIemifivHfJQMOgPuHjJlR9joBwCXhvhhdXXVmA+SRC+//Ep8aI/FRbzIu7KyYvV6PRb4UMc99UOfCeCJLPBNfJBbqSW/8BeyOxwf+xmRvI5KFpHH0TgeHa3EQrliTL295aibFws/syzGlPrJDHpkWR4jBHdkEd6uLi8HX1279qqxYO+12dn4eGd1qRpJQcowLwn/1Ka7q20zt7Q5R87xrjV3t22nuWlbO3Xb2Fq1tfWqVVcXbH7pdVtYmrPllSXRpCYZTx+d2G3JeSZ8c+kSgGN3N/cEZuwt6FQq5TF/0Af7gV6DFkmHobcSjSqV0VhEWNb8u6dFVshSXfoHnkLX1GQn9nmrKdk2wUG94+7W3R4OBXblTLQDfAg/Ilfz8wvGwlI+OsXHLmfFt3Nzc7YUP8hVkx5p8ZfacPfgf3grQTsf78+veyqHbYNvSMQk23kiZG5MtjLZyfGWvk+8hq7Ht0EWkVnq0kapZR/pM/H0fr8mnrYjbE3pdeSVscO/2EnGiay+/PLLoW/m5+fl71RDXilDWZqmzzsBeIEn+Pb3J99neHjYKpUR6ZpR+QVpfKOyb1zjBzCQOWSvt7VQmDZu7oNrANeZP/BBVyJ3zA8LL8GfByfMG4s7mdP19XrMG+V3d5sMoQtvkAIH+Sf5XnNzN0LXwz98ILbgH+an4J/dlty4u2Qn24Ms/JUkM+7cy+MjEomH+sPPRx7G5AcVAP+MtuwVH87o7++PD2sW8gGfuLuxuXvoefgHcE/XwSfZrA35BasGzzCOOck8/AQfcVytVuU/1CMuoA5g93Fzd3NPQDfIKry+vr4uPNYkk2uGrVmRPwN94W1oiAwNy7ajN0YlX/iOk5PjkrmxkL0kb8Mt/7Es214SXXKB080euHv0Dw3bwd3DloELi+Crip/wSfAj8SGh1bx06Ip8FGwgeBe0at8X/APt+RhCXf7M8vJK0H9xcSnmgo+4Ma6inruLX/IAcHJPOLq78M80llw8Uwo7Di+gN0fCj67E2Ik7kp7lg3PQJAGLqSuKRU6cSLEIuqj4ADt6LA/fp2TwDUDfN+/dM3N3MwP0N47tDW1p3LtBb47bAfodds71pnyfdI/u8TuAW30Q7nahS4HDKODu5p6A+035C8gico8uR7bRRchtXb4vcgzPIRfo7IGBQTtx4sSe3KGz0UcA17lPOXQ18gTQD0A77AGuu7uxB9zRPxZ6GBzwtdEb+7AcugPcwAm87abN3UOW8TX65Z8g6/hjw/JR0Bf4/v2yJeBm2mijGTKlk0P+N0Ub+qLPmuJmPrhQlz6DTtALum0r/qfcIdVvucT4aQ/9V1MsgZ5Hx9P+xsZmxH3bimnb26NOATTo7jFGxgCdGc+w7MKo7CW6Dh1XVrwKTe2QjbbpA6BP4tHFxUWbnX3dsO3s0ffo+mrYxrXwsajnnviGttvBvbju0tUl2eoexc34hwOKqYYUd54IfoFXgNHRsfCPRyLnMSSblew7Oplx0ba7B59yDO8BHDMkbA90rIs/V+MjRIvy7V/XGF6L/bz8W8YE7/ChDOYK/Kn7RuAodd0T3u4e+h06k2PEpjLXdfEP/L2xsaGYdsua4j/GBc9i4+FX+JS5xH5Br/H4IMi4aDhmhZ1nnpl76vAhJOgD7bgGP1A/1RuTjzCu+GM86kNz7lOurFi3p6ckGcxF6307Ar/dPNbimrsH/1GP+gMDaY7hv4QrfU3Ex79SbnCy7bi4zrVJ4TQhnNo/4DNgxQceGY/7Pi1NW7O5Ex/OwgeZly9CPJfg9Zh3+JZ4oSZZhebQvsAbGtMmwDHg7hp7FuOBdswBdGEOoBM0bJ8DxlfQn3En2vcGz++3R5t5tFn05Z7GAd8y7+C/sLAQeRT8KvxRgLxQVX4XvAJ/Ux78AbvDVtzn403wGLxPjMti4Lm5141z4kDuQRfadfcYO3jvQ8LT2jZ3j7EU9GHcw9KnB+ebOU/8lWzAgHRAb7TPj8PQ59paTX7tqvzbmvI5dc3jpvi/EfoeGTBt7rf2r8vd/48xBZqyoTs722HbiAfQffB3TfaPPboZ/kVWkCf02gn568jaeOt5wqjiHeQOvTg4OKA4oBwyRx33xDO0ARSkcvfgv33ezkwaTnhsi//W9UxhJXIg2AjksSadgW6GV5G99rZU8dD/lNmW/W8o17y5uRG8TY4dPYTsAfOyRavK+SL32222HdyBAj/3NA533+vL3SV7JcU+PdKLfbKT6Nph2c6KdOdY6NV2Go0oJurr61edXHalGfJFv9CZ8QF12UzmgTHu7OxEOcZhD2CjH2iwubkZHweE7vPS47PKxZHbeVn58Fn5IYuKE8GVcug0eMjdNa7sljkt6Me+0FH98v0GWx+vG5GPAf/AT2PKx3HMNXQYer5f/iB6n7rMR54Xfbj6AorzLGwkNAOvtbU18c+yct8L8ptmIz9y7do15fZvyE9dkX7bEK9txQcTwZ+x2202d1fbHjwNPifkXxPf8wFPYHIy2UpwZ1zga+YH5s49tUE/4MgHu5l7eG9paTFsDbZycXEh8IMP8DtrkkNkYEl5UO5hlwDmhXmgPu2gx+2Qzd3jqjv498TzUGwmLwOdPXvG+KDJmHI70Bzc+/TMtKenx9xTPetuHVHA/e50K4qkPeVd9E7dpGvpuPv3QVDAW5244gELmUU+0b8bivlqsjuFzUD3zUoX4rsdhNcib198JPNl5fFffPHj9uKLL8YP7Lz00kvGj3RxH9mtSaZpH13Q6lzzn/DgWgHwAnoPPx7ZRO9UlC9DXgu7gp5EZnPlytw92nH3otkHuleKWf25cMikm/PwMfFHR2T32vHtl/4v8DVt7tRxHSX679ugethsfGP0H/NQ03yg34k1oBP2J/kstfBfV5SXXVEOFJ1J2Q3FcbRH41mGjUj9UNfdhWNP6MSRlh06Id9mWPE69C5iHepRflfPMHY1yAT2ltt2NX5oyQ9wYZ/qipWhb/JXtluxQlNylPKeZonWdsvm5u6W6/kwsXG/bDz0BuBl7A80d3frZOuk7G5rHtvrcA3ZB5DPRqMRuRXsMIBPwR5g3AC82A5c25De2BDfUQ4a4d+RS4Ivq8rZLCqfMy+/c1a+FD7oy/JQ5JrBAAAQAElEQVSrXnjhRfvYx9AXHzfO8VW4D99Tf0c+OviBb7HnuAtdCnQpcDsKeOgZd5c9wiZloXPQO6VSHv48vjr2FR2EreJ55rDyJyfk4xPTViqjkQNLNjfl6ibjg/nkyiYjxuOc51uUqcg+j8je8QyM9mibPugTnbYPHrjl+T5OufShaSMeQffUFQuiM3g2ii4gB8Ux19AvDcW16GN8/welE+gHAEcAPYn+Q9cVAG5cAzd3bGyvbCx55hGrBD3HFB9PRN5zVHlx6A2tsLfYg1w0UTXZERGj9Z9z90SzTM+sKZNlWdwFnx3Fyg3p67psEv4CftbCwnzkEbjGvR3p0IJW1InKd/ij7jRH1oLUt3tm9AvgmwHYK+aYuYaPsGOMCR6CFyriCcZJ3AWPwCsAfDOp2HGyxU9cw08aVT5lVHShLm3RJu3TD/3Rt7vv4cE59MjFPxy7u7HtiCb4RivyiRaUz8TmEEPiR0Gj5B+tKw+xFX4vdR51cHdz9xg7tCiXU94FWgNJ7vqNuYBe0MTdjY05L4Dzgn/hW54drchvhCbYW67Bww3JGHSkHnXuBJShTcrjlzaCH9flw65FTE/7dck0MiP3I8bhnnA7rF1wRx7wieADxtYv3xleYOzcZ4ycUwYZIgcH70y2+KrgpxH5t8Pya3nmBm2oX/CKO7FPet7djgfjKc7dvUXznsh1DSrPNyw9Sbuj4lf6mdzj40I3oh8nlWNI+0nhRN6EsuN6ZlKRLgBf8C5wYkwJL3skN2gCMM/ML34dcnXt2qvht+HPkcdZkO7B18NnhI8oLxJqzk10dNmhTJDrOAtwd93bB2gALdrndljzd0LxSUFvaJkAuzSmvOOYnuWN6JnesPTtQDzjg67wEPNNe3me+sukO933+7NDNsaJDse/r0uvIhuFnKysLEe8hZzAz4yPJtw9xkP77eCerufSUe08O9jKA8IL6MYx5QDRg4wrvQM6LjsxFja4Ij16QnZ5WHxHvX7FDfA9NErjK4mmQKY9kOib59keTu7FmK27dSnwlqYA8p1s1VbEuYWMkztZVI4fPyHpr4Z8sWbop0x6A8glx+wB9yRTHHMd+UbvIJuDLTuBL538n1HJM88jJ/Z8QGzBmHLQo/J5KpUTob+wddgF2kC+aZO29yFryXja03cC15wC2rX+u/se7qVSj+xXOZ7V0Af2i/6xTeTC0T2jsmcj4cMPqmxfxAlmHj4SNCvAWhvnrUPRqch9WOgc8GYMqa8TVpHNa++P5wcnTyZaTOz98NFEW1wx0aLTmPT7qGgzFHqdcaTxZubuAQUO92KPPgd4ToH9Qs/X5buwL/x79D5jZ06Y74GBQeE3HDYIGjLOcT0jLID3SkbCDxkO+kOXnp5ezWMu/LMDaGtIQcvt1vM7/FhsLfmQubkbyrdeD8DW4tPizyZe3Yw8FI3lWa45ADLtBZ5FP763zy3zXit5n/X4gGDIerMTVs74Ea6K9WWjOh5JkA9bbz5oPVm/lXJwlp1R+6kPtZ3dCuCAfEG/uuznivzwReV+wJkf48JXYCyMCbsKbfEptvUcErpS/07gbrYP3jp2K/giz3PxLlDSM8qS9fb2ip/L4p9++QeDMVfYU+ZkVLI3Kr5PMjomGZ3Y48HJ8Ovw4SbEi+OyxWPBiyMjlWhjUDYcW1wu90Y/9OvuwmcfF3DK82wPt0z0wgcml4hfAQ0WFKMAzCd0qsa7FmvSTY2QPXuAm7tHb8xDs7kb/cPvzCXztLZW03PqevCaexa0hQ68U1+Rn4IemZgYM46hMfLfp2e/0Ijcg7tH+8Ufdzd3N+iSa94Ajk0bPARf1CV/VeUP4RmeJfDOPTxEXgAfFBlATpp6pt/TU5KM9Wt+hoz5Rb8Co5pnzvG7B6Wb+1rP++hL3QsHCzBt6dwDJ+4Dpq0peoATfuGanrPS74L83QXNH7YDPKFVU3gA0FDV3rL/GT8AzRqKJzeUH4ZGdekEeAmeaihW5H6eZxG7wi/ME/PFvE1MjEsmx4Kf8H8HBgaiXI+e1ebiF4hLHwDHgLtrLj3mjzKZZM60MSfomDR/9ciRIG/AimJg4l/wIYYFJ8q3t6sm4j/yuw+7IQuMCX7gHQtyVuzhi2p16UC8QHtZ5oEbeBXg7mYGWGtzc096g7HCr4PSN8hURbZ0VDoL+zIxkfJJFcke9EEfoe9oBF5kTNgP+BUcC7pDB8ZHOXf6cg670KVAlwJdCnQp0KVAlwKPMAXc9z90fVQ0+agVdn9ubs5+6Zd+6UjV3vnOdxo/anGkwo9JIfypTlElziDm6LTe/SjPHH7bt32bvfDCC8dunnjq2JXvYUU+9vnv//2/j5zHPWz2yE3hs3/913+9ngU2jlyHgt0Pq0GFNw7IIh97JY45bmvEVHwU8dq1e/8DWHw8j7nuFLcPf/jD9g/+wT+Id607rXuvy0MXfiDsOO3yochTp04dp2rU4WP/nf7gD/P5Dd/wDfbxj3882ngYf37gB37gWD9gdj9wJfY/jnzwo5vE+/cDpzu1iX365//8nxvrNu9U7kHcK5VK8cOJ7p3lN/hwN2OAFx8Enof1Qf7oO77jOw67dcdrfHSXPNAdC7VuItvIeOv0yDtyR1/zNV/zUGW0QPaN8Bu6HR1ftNXddynQpcCDoQA/9MkPfh61t1/+5V+O9XmsL/mN3/iNo1Yz+jnqDxQeudEjFnwQ+vWIqBy7WFe/Hpt096Qiz3HuSUOHNIKf8J73vOeQO3e/9A//4T986D9aU2D53ve+1/iRsOL8qPupqSn7U3/qTx21+C3leFZ5nB+s+dVf/VX73u/93oeW9yAH+I3f+I0Prf9bCNm90KXAfaLAu9/97nh/oJPmeVZOXpD8YCf17lVZ4k7iT+LQe9XmcdtBP6InO63P84bv+Z7veSR0zHPPPWf/6l/9q06HEOWxj9jJOLlHf7Dp5AfJE3baJPk0eJPcRid1L126ZOj8TuoUZfkxs//yX/5LcdrddynwyFGAfDE5KXJTx0Husz7rs2xmZuY4VR+bOu/U81zeFTsqwr/+678e36Imj0w++Sj1PvmTP9meffbZoxR97Mt893d/txF7HGcgvPv3gz/4g/b5n//5x6m+V+dxOuBdAniwU5yRaWgNH3Za916XBweeN+Ijdto2sSIxY6f1uuUffwpkj/8QuiPoUuDBU4BgGGg2WZCyGwjwYn9vb9lYEMCiAV5+Z3EHL8hz3N/fZ7xc4u5Rnj/ubu4eAWmjsRULWXjxnyCfD8rVamvxgAEFz4IS9hutD9rwIj0v0bNgqVarRblGoxEv/zebTZoPcPdY2NUbi476YsER+PFRPz6ywX5gYNB4qJ/wy+xhb+4eC6bAh49RpIUGw7HYiRcPWCB4+vQpSx/PO2skA6amDtuna2fPsi9gSuU5nrKzZ6d0nOBsqwz7M2fORNv0w6IrFjcwlwMDAzGHzDWAwwS4p3mEbu4ei5SYC+aLeWQ+24Fr3Nvaamju9+eK+g8CEu8246OLPEwBuOaexfj6+voMnmXBCw+MoMnZoFWi27lzUwZMKVl9VnTjA4anTp20iYnJWByDQ8Gclcvl4D33RB/3w/emDRxYgANfQx/oxUuBi7EANi1aqdf5SAY8viPcm6Lzruinyg/oPzQCWIzD/IIP8ofM7sNqfGSCBViMAUjjWDReoJifXzA+YAzMz88bsLi4qDqr8THMnZ1tjYlxJSiGRr8FcI1kC/SFJ4eHh2K+0DXQfnh4OPRQr/QRfOruVDH3tI+TO/yhn2I+4FP0S7W6HB9Inpu7EfizUJAxQwPmjfI7OzuBu7sbcgHQf4Frf/9A4FmpjASfTE6eNGRtqiW78NS5c+eCt4r9lHhsSvfhMeQ98dm4ETSix+DVXuk2+qAvd9c4bW9DF4LbxvqG1VZrxg9wMQ+LCwsxnsWlRVtersaPimxsboivoH/TRH3TH7XjRoNqVnuLbdeatrPbsK3mujV2NG/by1ZvCDaWrVavClZsY7Nuja1N22nuBE12U2NqygPM3IrNHX1XsnK5NxaFMi7Gx2IzxszYkbMp0SLRCJ0FnYAp6bEz8XEPFo0y98nWlEzNxnhYPLwjvmoWuLBarOi8u38kKLCrOYFXdyRDm5uN4EcW/rNwj4XK89IbyNzy8rIhj/gDW7If1GkfgLtr3vehkEFkhI/OwFvoCHT75OSkYUfPnDkrHkowJVlrB/htSnyXIJWBH8+cOS3ZPW2nTp0K3hsfH4sFrsPDw6F7ytL9pVKP9H8m9Fxw+/+MIWRUvg0+DXqFsfORLcY/Lz1ZrVaNhYP4P1tbW+LrHen/ZDvdPcZcjDX5DcnXQSeOjlZkm8aF50mN88yezWds6BnGxvH+/qzoksYGjcbHx2NshU3r6SnJPymFjnP3vYExh8wf+KE3V1oLzdE3jAU9z7iwDfX6mqE3KU+9AvYa6x4cmQIF/0DPer0efIKcQHP4B1sL3ZGbO/FP0aF70sc9PT3hFzPvJ06MhM3CJzwj/xBAJwPwzVSb3BTycUo+0eTkRCzUP3HiREsueuVjlSQX+R7/uHvwb9E/vAAP7Y9n1eB/xoMuYEzoAsZDGWQHPoIORRv3a+/u0TR90Sd40j+2hRvIILqGuGJ0dCz0A/SYkg5BxhKc25NB6Mf9U9Ijk9JH6CX00+DgUNC+VCodoBN9uCcc3H2PbnxQbkv6kPlFhyBj0AjdgfytrKxEfLUl3QHuAHQGaJM919KYGkY78BI0BjhvKEajDOXdnV2AuweO+B8A409+2Ym9mOXUqcnQKVPBJ1Ph40wFTc7FMXoI2nBtHwp9W+zPSOeeiXZOBW9NSq8l/qpUKvGDQ+h3+iZugn/zPNujkb3BzZ0xe6u9tHdP+yxL/binc/fD9iDg+gNYqx3rbl0KdEwB5BVZRfewR/80lY+RGxW6ta8thkVn4+egZ5At5AzgeEryePbs6fANsPPIETLU398fHxPJ8zz41N1jD6Luzi7O3V17C18EPxt9zA9XYd/RGyvyAdjjDzSUn2m25WaiEf1x98AZXYfMllsfUwQPPmSSfPqET5IzO2TzuKamIt5Az6Gz6Bu/qaZcUl3xM9fAI9FNcQ4Ei5q3/wPO1KE+41mRLkXHFmOiLcoAzMthLYE3tEzjKysPlWLBkZGKjYyciPNexatZlt9Sval53W77ANHaWk0x20rEb9hCYlJ0PXjVZf+ZA8bfFK3Bx901Rwky6alcc9qrmHHfH67s2fYUb501+GJK+hlAN6f9VOhqjs+ePdPSxacMuzU6OhqxbcE3zCX90J+7x5jABZy2t7dlXzblx69pHMvxQHNReQ7sFPZqUfkAciDMFbwdlR/wnwJP6AhgX0GBMeHbY9+RlUn5N9Cs8IegTTsUcpbs/NkWzU4HzZA36AZg9ydl/0/JD6A9gDYBZJdYuKK8ATLR15dkoVSCV/ZpC34AdG4HrjEPeV6S79UbfgUyRbxMn0VfzGmBe4F3cT41dS7mPvHCc9g07wAAEABJREFU2fBrqAvu+75d2aCPe8KpKb5tigcb8hvIa1WVQ8EXnZuba+V9luTXLctfXb0lfwv+4O3ue74FspP4NskONDt5ctL28T8bfFvgzj7BOV2fEnB/KuYA3KkP7sxlX9C0Zw9/dw+ZMW3gAs82pL+Q+ZryzVWNBX90LvJBN4KHyYVxn3KJZ3ZCF6mJA/9pD7oUbaIv0VFVxXjwP1BV+/SDDBRtUcfdgx7ubu1bmt888Ic/8dnRK/DYKflKp8RX8NKU9H2iCfRgToGpiAvhM2zFuGJZ+IN23LPQ7fSNLIILwDHXwMHdzd057ILZY0sDd9+bR3gUnQePAsm/SPYSXutr+Rfjyg3AM/AO+uPcubPSE4mnplr2A76jzLj4amRkxNBh2AnkudAX7vt9Q0D3dO7ukiGLfAd8hzzUZcfrsnPoFGRkbW0t7AkfioInwZ02DgPuUWZLsRKyWpNfgN0kXiZGXpQdYl+TjNMXfE4d2nJPODF+d+dSgLuH3KGb+vWcC31Ska4eF22QO+iS4Kx00FTAudYzBPbcOyUZHW/RB9mlLfphDrYUszEHO5HDbIY8ghNg92mj7QJ2Iie3GfFjO53m5xdbenxR+fsV6fB6LLCmPDSmPui5dAhjYa7xCxhbv/xLdC/2Y2JiQv5n0uPQIvENfDR1Cy8lep0N+4PuHxeNscM381SeZ+buAeAAPtAQWm4qz838Vlv6FpuELmfeV1dXYpzMPWWpR/07QSafCl5mTOABj6dxjcvOnxRMGjgyr2XluKFBLh+Meu5+oOmmbCb0o39sAn4dfhH4pf1C6znKvJ5D3Igf7MIGcY/xrK6uBv6bm5vxLLSYg/1Odo1+waGsHCU4D+v5SWWPX09qLk4qZzOqeHpY+fi+iAMoTz33g/jut9s92qcAz8SBtitHiDP2S9969Aar39pg90pHFGjKj0Uu0QlJNlcj/uKjl9evvxYfgb1+/brxQcxr1161AvbPr9krr3D9mu5dj8X45DLx9ZBx9BHt0k87YoX8InvIIEB8jJ4ZHa2EbsF24M8SI+DTjkQ8OWjId55n7c09kGNwbgc6RW1k8aFFj2cH+A+MYUT+ALpxWM9s+/V8tCz9iC5lnFmWHaq/N+LDlXXFj7WIH7Hf+ADY84ZiDWBDz1LIQaBD0YnQtyjDvYZ8+YLW7h46MZdOJqbiY8DoRfT1iGiJncKmk1csS2eCH2XBz7Q1pbMZrw7fEv8ZK7YUGvIcLvlia5oPoBbP7ri+JR8LmaE8UBBH5C4Ow7czc/lPWfAFvkFZ+R/oD73hEeYBfoHuBc3tmFuBR9Kn6OjdwIFz4OZm3fftHXWBpnRBAYyP42LP8c3AvXaAdsBWy69jj72GLwtatufv5xQv8xFTPuDx6qtJd5D3QW/A2/A99WmTvm8eQ/f83lCAuQeYS3i/rjgE+lflR+J/zSkXMDs7K1vwWuh3fpyR8wI4BzhH9zOHhf6nHeaRdmmfeaSve4N5t5WCAu4eur6npxR5MHQL+h1bmuKQk3ZzPqmIR27dn41Ybv96nOta2pPzK+5xnOBMtF/Ew/SL7UPXofsKu+Lu5u6Bq7U2+AG+QM7hFXhmUblSYgPiMmwcPIkuSLHwjnQbOq7VwH3egR8AjgB4AvCz+0G7z7gnlTs9q2cP0Ii4DuAYOBv55dNBq0nlRQsfoU95B35IpqATOhtgaO6JZu5pzzXwoX9ogv2vKq8GFLk6dO+2cuspv3F0WmGH8sin9oiPysppDFpFMRQ+GHEpPtmZeEfkTPADcz+l3Nv+fiquc22qlSc5uD+r+5QpgPOzytOdtTPx/P20kXNJfDQefWMr+0SfHj23x3+CRu4OGQ5AMTfQpK48CnyDn4Qfhd1hz3U+ig/toCFwoJFH8MTdQ2YYd1l+JLI90vIveX+Vc/yKcsuHYw4ZBvRoHx/HjBvewCYja/BOQaeackbkbLlPXdq4E8CfKY+zbej3m9skj8VcbOu5CH27+15znHMCroyLuUVPMM+Dg+TBh4L3GBfXsyy3PM+U5+8RX/brudKg4vgTiufHIq5HruCzM+JNeBR+HW09u+lTDrxHejFr87uttYEH0Do9sKN8WfRGh6FLiUEmJdunlHNO/D7Vxstn4zjJOnlCYCr4GtzQvchPgVMxrsTPWczvgc4fgRPosi0dgrzAK/AH+jj5BHORo1lUXhG5KuYa3oHHqMsQ3D3G5p720BQo6RlPj+QZ2mInoAtzBo2g7xnpgkRj6JrgnHKwU9I1U3t6heuJxlO6Tp1E51OKHyfi2R9yQowDD8BH0Jv+zdzYCjw5bire2Ravbsm/L3iZcePzA/Dylnzb9vFRz93NPUGuWAtgbGXJI7qLsTGuM+LNM23jOtfKlU61xsN5cby/Z4wJ4CPgTLRT6MlJm4j3s8fjnZQRxXWDg0PKb/Ub/YMH+Lg7qHbhHlIA3mkqZoIf4Bt0IHKArUkycsPwh2dnX5ffPCvAf2a/D7PyqwugbOE3I2e1Vq4enqOfe4j6W7SpXT1j2FH+eCvsFfKMXOMTYAfZc425xLa5e8h1QSz0BoAOQa54FwvdUpF/RL7+lJ51oH+Q0UJ+kWmg/Zzj9muco+sSnAk/iHYKP2hCzxFoHz2CfKNT0Jv0T07ndvLNdXQetmY4cuEV6YqJeMYwJX0J0E+7r0W7+KEaevjY8DhQ0OBOe2iDzkk0qUj/jss2Txp90Ne50N9TNiV9dy5039nW8bnYc72dBujMSqUSth6cGA99uPud0Oj4HuMDkLFClpG5xAf7zxWgI37AuJ5nnQof4IzwBqb0PCeNayro2n7MGBOgt/EfRkcrxnzQXm9vOfJD7i7ebAZfokOwqVXF39jXRcVC8/MLej6yGM+juA+fgiP4gru7B69m5CI9V3yVW571WE+m5xzZkPGjW/3ZmPXn4zaQn7TB0mnBGRvMEwxlZ21Ix8M9Z+1E+Yyd6DtrlYEzVhk6ZaMnTtpYZdyYi6Ehnp30W09veqegfU7cPXimoCM4giu6bGGB5zrzyi0vGM+j0JE1+ZvIH+OgzlEmzt0tyzS2PLfevXd9hgO3cT0zm1RMdUpyeKZlZ+Gn/TlJ88B5uj6l+Utw7tz+vSnxZ4LiGmU4PrMnm6c0//SFTwhPDA4OGvIITuiHLMtiPtz350WHMceMF/8CnVOTjl9ZWT2Q7+UeZZhb6ML82n3c3H2vdfoCin45Tjc9+BT9UJG+Q2eg54BEK2g0JX8XGp2WjjkZPljBM32t+C3XvBW0Se1a0IlrgGmjT/qHBtACGlUjvq0a8Rx6ekO5cmKPnp5SxAnM/SnNO7qGuQenc9Ix7Kckk8w39yg3otiJcaCreuSDgpP7Pg2EQuDknq4lfHb1rH475JP+wYM8BXOIjwivY//RGeBOHdp5qwHjBqBBAfAxc8ne3Q2aww/owEplNPikfc7Su1jnQjaLeTslecMOojuHhoYka33RTklxRDvfQG93j/njurtzKfQS/TNP6KSVlRXJ3Ipy+zU931831uYwd5QBb8YQFQ/82VU7zZBhyjHftFUVb87Po9/S+1Irkmd4hL4YNzkYmnFPuHBcgLtLn2WCXPLVI7+9T/w8ZBXZvXHZGXQMY0/0ORs0mZJ+grcB6MO9M4oJoA+8jV1BB6npPVwZGwDejM+0uXvQSYfd/10KdCnQpUCXAl0KdCnwiFOAD4138kHzX/u1X7OXX37Z/u///b/2kY985Eij+7N/9s/KHykdqezjUug4H93Dj+ODf4/CGPkwJh/IfBRwuRc4PKwPe+Pb88FYPo7d6Tjewh9W65RUdy3/zDPP2N/5O3/nruXuVIAP2/KjU8Q2dyrX6T3iKOa603qU54fmfuqnforDhwbEncf98C+xJx+zfiPIE7O+5z3v6biJj370o8Z8gn/Hld9ghd/6rd+yr/u6r3uDrdy76sTwndj5omc+iP3+97+/OH1g+0fNPvGDS/zwUqcE+Jf/8l/aL/7iL3Za7Z6V/5Ef+ZGOf2SCnBAfUO8ECWQcWe+kDmUfpozSfwFvhN/Q7ej4oq3uvkuBLgUeDAXwDTr5MUB+cOell16yD3zgA3p+uHhkJB+2jHf168iR56pb8MFT4Dg/mguW1WrV/u7f/bt6frbM6UMD/HVyCMdB4F3vepedP3/+OFX36pAj48dO9i4c8eCf/JN/0rF/d8Sm71iMmOrv/b2/Z/wY+h0LHn6ze7VLgceKAk8//bT9+T//5zvG+Zd+6Zce2o/m/fiP/7gRf3aM9H2ogH5ETx6n6Yel49px5b2zr/3arzXsVfv1oxzDO9jHo5TtpAx5QfKDndShLO+yYOt4N4bzTuFLv/RL7fM+7/M6rRbvj/ztv/23Df+748rdCl0K3GcK8O78l3zJlxg5qeN05e6GbJBrPU79x6XO9PS0fcqnfMqR0eWHDPETkXvi76NU/JN/8k/aWyGn9sEPftDQxUehyWFlsI1f+IVf+JZ69w75Il46jB53u/YzP/Mzht28W7n7eZ9nxvhlR/1xunZc8CW+4Au+oP1S9/gtRIHszTHW7ii6FHgYFOCle6AZnbNYg8VgvOTOohtgeHg4FoOzZ2EHi3Ao5+4yspmAfVqcxMecNzY24sV/XtRnEQcLTGq1tfjAD+csTiJorFaXjfO1tZrV6+tWvNDPyyYYhEBIf9xT+xg5FgGxQKFSGYmX+Auc0mKTkhV4qZqxyNCMsXH24IGgElpBMxYxjY+PxwKn8+efssuXL9vb3nZV8DZ7+9vfbs8+m4CXdrj+9NNXjZcTKHf58ozNzFyyS5emDUdzevqiXbx4IeDChYP7aTmiJE0vX76kPmaiXqp7SQnZp4xFOjyUZn5ZKAK9wLOdOu5uXHP3CFBJbDKn6+t1zWH9wNyur69bo7EV5ewBbvDHzQDO8AE8wcIxFng+8cS5oNOVK5ft6tUroull0WSmRcuL2l/S+aWgFTRLNL5gFy6cN+pOTk6I94djMVyeF7yeBkr/7ok3s7YFafBds7lrfEwFutVqtUiSsDBvZWUl6AfdCn5n0QhtpVbv7V/3hJ972tMPwKKZRqMRuCwuLhgfGLp27dreh+heffWacX7t2iv28suv2Mc//nIkKV544UV7/vmPKSD8fcFH7cUXX4z7fMSOD2Iyvo2NTfHD7p5ecPdDB5XneSw0Yr6QjcnJyVhAyzHzR7CD/imXeyXXWbThfnhbcfOmP9AVGq+trYn+y3q4uRSLI6vSO+ggdE9aILktXZHwvamJOHX3kAfkBXz4ADYPWeGPC5K/y5JPZBbZvXr1qj399JU9fuIeMgz/sQc4BpDTJ588F4v5kEnaLpfLey8GM0+mzd01/jxw2JU+Y1yN1kcUatKdyytVW1xasAXB8mpVMlqzjc0N29reMsqmdtz4Z/prra1pO7azu2mNpso3l2x9Z8k2d1assbNmWzubttPc0jzuqEfRRnXcnb+C9D+1u5tO9DfNZ9mYz9HR0RhXotHFkLurV5/W/gjyUYEAABAASURBVErIG3oKmJmZ1vmMrl8OQP6g6VNPPWksvoIX0PfQ3t3VCyCtLiGj/wJ0o/v/IVOAuYDf0Hubm41Y+Ic+YIE1H7ycm5uTHMKfdenGrZA5zaSwdnPfB11o3ePI4h76FR5ARviBnNOnT9uTTz4hPX1B/HNJuv2qPfNMkr1CtuAleAy4ePFi2E5sITL59NOX7Wk9wIAnAeT3ypUrshUXpfefCN5FB/EBoP7+PslfSfJ3EEdr24qxb7R8n8XFpVhQjs4nUb6ysiq5rIePs7OzHTXdU3ucUJ+9u6ufTP3l8YERZIkPt7AQ+KmnnooxXAlbdlW+w1WNe1+mGNvMzIzkCLiifZIpdA5jxmfgRTYWMjKuvvhwT0/0Z9qazeYe3aG3O/Z/1/DHkh6th79W1QNqFmTOzy/oIfWKfLd6+AA7OzvSF81ooxiPmu3+PwIFoBcLrqFzTb5yVTZqaandXi2HrYa/kC+adE/84572XANoC3D3WMQ7ODgQiUPmfWrqrPzA88Eb8D+8NNPyLZEXbBLnM+IjgHMAGcJvhQ+TTh4Wf/ZF+/AK/bXzj3vCyd1BKWB7e0e8si4dsLz3EWrkBDtcryfZ2N7ebrNZUe2+/QFnALwBOsJf5wMbycafNB4IXbyY6IWeKOgFPablh0ObGdEP+ZoRzaDhRfnm0IoFxHxkAz+mv78/aIWNdE80oW/6BNy5BkgjyqRyD1rgJ67IZ0TW5ufng3Z8oBbfrV3eaIM6AGMBuA+vNOSfw1cN+Xu0ubvbDJ3qnvor6rJ39/A/8EOIW0ZHK4Yf/eSTT4ZunFZ8MaPxzmisxZhndM51gPEXwHXKPC1/CNqhY9/2trdJTz/TineekQ57W+gwyk2Lnuh07D6+4Kh8CGx/X1/Sv+5+C97gfHTYrw/PAswHwEJ34kuOAc7TvhS6mHsA1xJkoTdpw92FAqBd93+XAh1QYLfNj6UavFVWvIPsoTfQH+ggZAN5KgAZ47jQPzOSR44vKG5FhqampuTDnIqPlqHP8J32eZWe0DNSNOkw5Kp1GPYb/YGuSH5cPWxPTXEs+gidAt5F+fa9u4dcMI6enpJsRNkYC/4GvgzH5VaM444MuamKFRvHWca1LC6BAzaPvtGD7Inn6soXcX1LcRB67nb4RCOtP8m+NuSHrclvqUqXVmNctEM/tMO4Ke4ODs5hQNE+NEzj6o2PSQwMDEa8U6mMKE9wIsZa1vzleRb12v/sSu+CLx+BZBzEoPiH2EB0O/ae69B8V3zh7qLNPtCWu7MLQB8NDAzEHCcdfW7PH0bXPvMMuvWq/NwrEY/OSE+jZxMk3xDdjB9Aea4/pbjr1KmT4S/Qdnlvrlx8Ed0GTlmWxR56QTtsC3PCHC0uLsaH2ebmbojGy2HzKcOYCkgt3d+/ImHgnPa7gW9PT4/mrV9zNWzj42N2WnEEY0Z2oEXhK0OrApC1adk99jOSM+h0RbECe64hc7TxxBNPREzyhHJOT7SOsZvce0q++xO6Tn/jygOOjJww/LJyuS/srTv03d0jCHTihD0AndlD956WXA0ODlqlUjFs5ZT8OuT+Kc0fvsf58+dlry8EP+CPANPTFxQ/ABe1v6h75406fNyENrC3yGif7C285Z5wajZ39mIA+BOe5SPUzC/HXGP+C/kBT3c3cHX3oLtpyyTXPUH/vvgIC/3R93nlQ6En8dvVyJ+kmObgXMxEnHclYp+n5UNcDb9hRjx9XmNNvtZJ0WMk5pe+wUPdxn/3hId72nMRmiL78Czyx5jg3ap879XVWsSvyGLBu9RpB+pvbW3ZhvJd6CTq4MuuKNZbkc/GOfqyIf+r2Uxz677f/81tcQ7e0Ig5GB4einzYlHT5tHwj+A1gzPBrgmnlMPeBe8Bl5X+JeRNdJoMug4oDytJN9AFtmor3AI7puwtvLgowr+3A6HLlXOEBdPvIyEjoDngEXoFvZqTfEl9davHVpbAdl5Xj5Dq6Dp02JX2Db4L+GZQegmfhK/oooOibc/d9vi+uw3sNxSQbypmsrdVll+shc1ttNr0oSxtAcc4eudwI2avJzlQjt4vcoY+S3DVCb9EPdcHP/VY8uEd77m5l2TtiDnQTH2FLtLkQNMBOon9mpHPQ+9NtNoHr6CuuQ0t0GnXRq/g+tFuKj2k53UWeBLyAuHAf/jAmgD7QzdC6rjibfNTCwkL8CFe1uqSczkrQHlry/K4pXeXue/rbtNEOAA2xDcTJzDs5Mmwa42Xs8Am0uKpcL1DYVGgGQCOuQUv2nMNX2KcnZDML36M9XqZPoSBbflCHYtfhAWJb9C9zz9jwo/i4/aJycOhgxtWUrqONuwF9ISOMsSzbjA5OYzxl+FjkUEZHK2G/+pUX5FlpnmeBG/Qp2s+yLA6hO/jVWjkdnpHwrIVnKi+99HE9O3nZXnnlFbt27brxst2ifCdw3lT+nrGBN+PUdGg+PGwpxzROH/BVgSO4Tep51aSeowDj8m+G9eyWceSSe+q8WQHa32uAVtC+vV2u3Q2oQ5m0393jDdpR1BXn6f7Be9w/LtBeF26lQJIV5IZ7u9K7u7IJyZ/dkN1Zka+GzM3Ovm7Xr7+qZ56vSh6vCV4RJNlEPgGeh6Yf0rkez0tv3JizxdAxq4px6sqBN+K5RpLZpKva5xMMkl4py/fHd8f+TsRzLvTnU0+dN+wqsotdxQ71yRc/zLbS1sMD6OnKi2V6Lt4jf7tPMfCQYDj04qD8zP7+gXi2i51gzOgq0wY9oA96cUu+8+bmZtCuptwCvjN7bBT2ez3eN1iLGH0l/OlV2am18LepSxu0BdCuuwunPHDq07MN8BiUbwId0YMAfg84oQ/ByT0zNuojm+mYv29+gH7QH5q320xiOuwo87F+0/sd7h6EcU/7OGn9yVrxHe/oQPdhxS9DQ8Pii6HgiwHlSrBFpVKPeYvurapH3hU6lQrMWQFN+SwcF3PIfXc3931gvpl3oFQqRdyNbN0M3CuucUz5dnBPbdKeuxv7w8C0NeV3kC+DzvA1dJ3Xc7PZ2Vnpm9dCjxTPRvFZoDl6iXqq3v1/jykAjwDQFx2Cr4UvfP36a/aS/LHf//3nYwHnBz/4XCyI/8AHPmi8kM75QfigPffc78RH3373dz9kH/nI79sLL7xg2Afawx9lzukDOaPPezyUt2xz7kn+iKcGlP8kjsX35dnkU8qzEYcQe7z97c/YPrw9jlNOtMgvzSinNKM4N8W608qxAMQiF/XM78KFC5Eju6jneQD3UgwzY8QuxDmXLl008k/ELqeVSyRWGBoakg3qDb3gnnBtn393j3umDd5A3uEXZB9djJ5A7xb8s63npu31Ve2B/C/6dE9jQBdCb+IfYuMp5aWg97Ti4CvKhxY0mYkcwnTkGLlHfDejmBka8iyjyBsMhD0oh81mQMjkrnLku0nJh+7murvv0QtdmuhVU9xak++wfos/sNvWht1hQ2czprJyYv16Pss7mvheTyhPe+nStBGj8rwSHvqET3hWzyyf3eOht73tad2/IrgcuYGZ1pipR/zPWOGftD8vProQwL19mswE/1GXuHla/Dc1dU45mQnlp0/Ir+qPZ8bgyTB2RReAY/c0JxxzDYBP4BlyKdgZfKaa4s4N5Ui29Vw90Xd3L/6g7qMMjLu3t7znK+MTM0fDimkHw8fsC/pgm0WaGBd0AIpxccy4AXQx7/vV5GtWq9XIGdX26LNzaP2iHfa74qudne3w8zcUOyCjBdRbz6PIsezspLaoA+wKOYBjxoRv0Se/fkC6azD802EbHh6WjzQcc05OAV+Ksr3xIwwDwQ/jem5w6tQpI69EvHAhnvU9qZhhys6cOSO+Ic9bEb0GQv9AF9pwL/L4zTuOkfLgNSy/jfcfkFPaRR7oD14u4IJ0Yzq+2JLzi3recFE8ft7QCSlHOHUAp7Jya4yNftwdcjxSkJ4PbireWAveWFQuBsAfropfVhQr1pU/21J+kvl099BR7vt7BsQ9gGPoj45hHplr6HrmzGnZjKfC7iD7V/RMA9359NNJl6Avkx6ZFm0TcD4jHYqeeDrep7i69+4E5+TRpqWHmSt0c6UyIj4YjBiM/t0TD4DTPuwqHt6JmJXnHOiOhp5VJF2ReJhxAO77Y+QccHfp7ixkkLkdllxOKv8EDjPSh9hgcGN84Me1YmyMp4AZjQsoxpb07lV75plnBG8Lncs78ujhq3o+RDnqPiVbz7si8Ck2iefc/crJIV/Q3brbPaUAc45u22rF7fgrN27cUJ7kFfv93/+o/OYPyR/+f/Y7v/N/5DPjP39QPvQHdQw8J3/5OR3/jvYJ+GDyhz/8EfvYxz4WbRAHEYciY/RzT5F/CzbGfGH30GvINPOGfCcgV7UduTDKQR53ZxfANQAfuyz/aGCgXzZoRM8jJ8PeoPuR2Xa4rGeOM5L7m2V8pk2+0QPoBPwnnvci48g16184ftvbrsa7icj3eT0XxsfE5uFXY/vBAxvinnLugaz+uLsh8+A6ODhkIyMV4Tph5OwLe3lez4l53j2lZ1en5atjT9FZZdklM5cubAYwbmtt7cetS2FDOcaO9cmOgxfxB23SNvoP3XT+/AXZxHbARqbzafl60PCCbDhlsZdnz04FzsPDJ6ysZw+0z5jc9+eFft8ItI+HY4CcCXt8DmiBnRodHTXsCLS7IFuPDr+qZzpX5Odfbj0LTPNM7HRRduqifNlLMXeUYy6vSldPh016wk6dOmnYvmH5FvTBuJBx/KeVlWU9i7oRP3hJ7IytRbdwD5tEOXeP+XXlmABNl+mSIDPayrOSlfKylXPZvdKknSids5GeCzbac9FGe6cFMzbWM6PzS1YpXdT9C7p/0cb6pm1ycMZODV+2M6NX7NzJGXvizCV76olpe+LcU3bq5CkbES/1Kz7Artw8J+4JL3Bw97Cl4I2vsLxcjWeS6DRgeZl3YdbiHXDk0u6yubtlWW7Yb3geHCqV9D7mU089KZpPB72JUT7hE95unxAxyttlM5+Rb3A13o9A1q7Iv2DOkEPkCiAOKeCCeDDBBfFrmkvKML/UA2iDa/R79uxp8el46APkEbqYNsYEH+nwlv9c5z66B9+5Jh+c3AuxCu9DMc/oJ/QU5Sh/SyP36ELR9s17dw9fBpkmhodfkeknn3wqYrwr4v0romVBx2nJ8LT4e7q1Py/9MqWY+OTJ5IfTBm0xf6BOfwVw3g7uHqfch98LWiCb8MC+/zgWzwuYL+YHXADmhnPmCh0LnpwzX4wB/Tks/wwe6ulJuYnosPWHfluHkikLMG3MRYFPQ8/qmSf4O8FGxELMWXt9VXtL/WfsBRQDz7IseGlQcSoye0pxG7zxlHzWafEM84NsMlfF/CGP0+KlNJfTEUtRZ5+fBq3csgumjbm5uV93l87IAnQY79LzA8Pkl5C5elucyrxtK7dEO3bIRtvc21HMCz9uKI9AO+gxctjERug55Jd2iibcXfzjxWnYS9qhPXdXzJDXqezjAAAQAElEQVQHbdAdiTYn7Qk9+78gO8M7aow/8fFM2BTOgWnRDVpxD/pxjD0nnmrn70Le6BOgX8Ae6a2LXJcCXQp0KdClQJcCXQq0U4A49NM//dPbL93xmGfrfLyYj1odxe7jY3Xy8bY7dv4I3SSGL3yhTtD66Z/+6fDZOqlzr8syf1/2ZV8W+Zh73fbDaq+uZwd8TPFB/+AZH73lw9Sdjps8fPfDap1S7c7l4elP/dRPvXOhu9zlR+p++Zd/+S6lOr/NXDPnndYkxmJcD/NHfdD1x/nwL2PlI9bHGTd12+GLvuiL4ple+7WjHP+7f/fv7Du/8zsfqM4ldufH4ci1HgXHB1Xmkz/5kzvuCv779m//dj23rXVc97gV7r19Oi4m+/V4D+o973nP/oUjHkG/v/E3/oY9aLsEetDxOD8K9653df4DEzyT+OIv/mK67RiQ0Yf1w3kgy9xAJ+aK806APPBxPw7bST/dsl0KdClwOAU++7M/O97JOvzuwavY5t/8zd+0Tj6GTP67kxj5YI/35qyrX+8NHd8MrZB74L2ITsaysrLSSfGOy/IMDj+n44qqwI/WfOVXfmWsP9LpA//PMzd+FOw4/jrvmf6Vv/JXDjyTO84AeEZHnNdpXXDmxwLxYTqte9zy5P3Iexw3Jjxuv916XQo8LAqQ6/2Kr/iK+AZRpzgQWyAvndZ7I+Wff/75+EHw48Q0b6Tf29V1d/vrf/2vW6VSuV2R215Hx/3Fv/gX7fd+7/duW+bON97YXfTd937v9xp26jgtvec97zHs43Hq3q4O8/tVX/VVx8rh/9W/+lftz/yZP3O7pu96nfecvvVbv9V4L/OuhW8qwDo+fpSLd15uuvVYnb7vfe+LnCK8cRT403/6Tz9W43urIfvSSy8Zc/Srv/qrxx76O97xDvsTf+JPHLv+41IR+e/kB/m2t7eN5xe/8iu/YsTfdxtnb2+vEdPfrdzjfp/3PL/xG7/RsG/HGctf+2t/zf7W3/pbbzj2OE7fD7vOp33ap9lxniuhq7/hG77hoeTjC5rxo3T8kFpx3smeGPte+xKd9N8t+3ApkD3c7ru9dynw+FJgd9fCaW/GB20sXuRnwQYLSVhMwKISFnKMjJww9v39A1Yu98ZL9e6ZufseYEiKDybUamtGgpVFN7VaLRKZ7FloxXUMPMBxTWUx/Cz2YNHHTtuCdnc3FjcAJBzAC5wImkdHK8bHDsGzXC5bqdQTeFFW1UwjEzy8/+CB4wZ+JKdZAHj27JlYsM6igqtXn7ZnnnlbLDh+9tln7dln3x7HLLDiHgs20sKDmXjRgwer09MXY9HUhQsXjQUMaVHfBV0DLqoccMlmZmZiERF7fvSGBQ3nz5+306dPG3Tr7+8TvUpBW3ffI5K7xzVwd/fgDZxV5qZeX495LOaQPdcIXJvNpj2oDT47rC9w5mNQ8CkPqHAKzp07F3Ri4QvO0ZUr0OVSLGaDJsDMzKVY2DYjms3oGBpD2yeeOBcfFGDumEfad4dWwEEM3D3kIF3djSTE9vZOfCxkdXVNDu2ypUV5Kwa/QzdoCu3a+T3Vv7d/3dtxk1TEhyWasZiqJtkkAJmdfS0+RsdH5xK8qvNrsVCaj9GlH+T6uL0QP8j1fCzA/uhHn49zPi7Jh4hYnM1Hxjc2NsQ3zeAjd7/tYKBnX2tBK7IxOTkZCZTx8THx6KhVKiORXOztLd+1rcM6gSehcU36pVqtRqBVrS5pLqrGA46axp4WE21FdXePOXRPey66p2NwZeEhi/5HR0eNhb5PxCKi8yFnLCRGltlfuVJ8AH1mTw6vXLkcPHZF9wqA92jj1Ck+JJ0+pAH/5q2PZ4I/vO7ue+PnHH7ZamzFx2sZw/JyVWObt8WlBencZVurp0WfBW81peTVhMZW6GvTtqs52rHt3Q3b2l21jZ2qYKn1g1x1244f5Nq25u6Oykm21YAoYa6a/N9Vm/rPYQs8dG+f5hP93C5/6CjGfPXqVXv66ctBE2QMQKehC7mPjE5PXwp5ZRHkmTNnbXx83GivVwEwc+CeMEj9M4Zd626PBgWYE3h2W8kN7Dg2fWVlNX6Y6vXX52LBNR834Qdl8BOaLZ8D7N3d3J3DANoC3D2uu7uxKBn5SwtlT8UivosXzwc/XZUtLewm/JT0+HToefgswbTs4yXJK7J4Rbx4xVK9q7GAGd68ePGC2j0XyWl4mMXxfX39YSvdEy6BYNsf8OQUudzY2IwPRS0tFT/Ihb5Z1rXVsJ3c35ZdoDz8zL4d3D1kHR2AT4N/Mz4+EYtwn4rFnBcDf/QM+gb8r0i3FGNmjxxx7Uromssqj82bkY9w0aamzsqmTciXOxEfa0Gn0RdjAEybuwcO7m5N2XU+0owerdfrMQ7mcH5+XvO6ID26YlxPuqap8rvSF12ZtA62gu788AEfxmHRa7WKv1Bt2apq0BldzweltiVfsuJ7c+Tue70VbbF3R2Z6ZUMHbWRkJOb97Nmz0q/nxROXxftXZJOu6Hgm5AIZwSYByE+Cad0DLhn+45kzZ0InDw8PtfFPFv3DK/TLibuH3HKMneD6zs522Kzl5WXjw9TpBx2WZLPgofX4UEHiI2zO/eUh8Em4JX7l3N0jtkHHYONPnToVH7/CF7wiGUv+4+XQN9Boehq6TOv8kmiY5IzrLKy+cOG86ib/Edr3yS6WSqWwke4eMkKfAHgAuiyacZRwYp6TDl0JWZufR96WpUfq4btxf0exUjvdaY9zrm9LzyC7W1uNKA9vbYt3mtK79OLu7A7ggk4CT+zt4OBg+GHQ4cn4Qa4LoU8Lm42umZHPzDnjBtppwj3oBkC7QmcVH2DhI0t8lOXpp68E/aj71FNPStedMRahMwfDw8PBZ+Dk7qJPgkD8iH/cPUqyc/eQG8YJ5HkWc5LnaW74AA3Aedrnoftz+WTtkGVZtOPuLZxsb3P3vePuQZcCt6MAslpAU3aWcvB5r+IdXqIaUc6FmIiP4uCXHJS3S9LLl0L3IGcAckg5ZHVqako+zEnJb8UGB4fkOxU5Gw9+3ZVSpm/6BNwPXt+V378jfd1obMq+rytmrQVsKLZDnxT4Urcd3D3kAlnBtyCeGRwckL8xFMBHGMrKHzFOZMg9MzO3/c3N3S3dM0Nf0Se2j3wDe/zH9fW6YusN6bUtA8/2sdhtNuwr4ynsa1U2djV+eGcjPqTDmGgHKJpw9+Iw8GJcJeWZmCN0ejE25oo8AfPW24pV9iq2Dmh/a2srbGCttiqbvhz2nfgb3c4efMARHBINPPp1T3uacnd2Bi70j548rbwOsSTzD59cVaxV+MNX5AdyDR4BOAauhE27Ij/gacFV+QKXDd5B34/IX2As5cirlQIHfA4zN/d9AE/oj22pKz/EHC0uLsnXvyEbfyPGWJffyDxSFrAHtuFDJKBfd9/7EAh2Bf/+zJnTMeYZ5X2gBwBtAK5h05CrYs+1wr9mj826cOFCtPGE8kVPKCcA8KGQJ5540rBn0PQp+e7nzj1hzBP+/IkTI5LLQdm2suxLT9AUsoAnsH8sqrfJKjwB/zEvg7LP5EHREVPy6+nzKdnPp9TXBfkfF4TXRcVHaX8h/H98E6DAG1zPyKfbt7dD1q/cILxl5uEbFB90IwZA/qrKoeC7ke+pKq+CPHGPOYbHwd898Yi1tnQtC/r3KZ4ipodv6fu88pJXxKMFv169eiV48Yr4k3kAmAP2XLvaFusxH+fPPyVfa0o+w8nwc/v7+0N/0Cdgrc19Hyd3l97YkQ5Zl/+5asgfY+Kj6PinjLMufm4fV6uZvR1tI8+bmxvyydYiNiLeXVlZEd+vxDltUAa6FBXd9/HgGu0AZruBd9KbfdKXw/LZx2Ns09MX5CPN7Ol76FHwZDq+FPaAY+gETCtX/IR4kgXtIyOViAN6ZVuYW/rbke/IvgBw6cKbjwLMb8F/zD26AzuMjkfuzylHfpC/9nlpRv79jHQj/MRzBHQJemZK/gV8NTpakR4bkFwnG+HuQUD6jIM7/IH/kA3sOzoE4Lih3CY6hzaAm5vgGkD9zc1N+SVrYUfRS8ge7ayvr0c8iU6irLube4LbtYduLcs3KeI/xofvdUG6FL1DnMJ+RjSZjtjvYsgctCkA+buoHNJ56TToOjk5oWdUJ0LPQ3v6MEt6lTkBN8Du00bb9AOtoDX6iBw9eg6dRy5nRTm6umw0tEx5uaa5e+gidzc22mEP/iXFsWX5BdgfcnFnZEOxOegjaHNFuvyq/I+r0tMcQ5sZ8dCM6MbzF65xj5iQe9TDJj0h23ny5CnDpqHD6QeauScc6B9w98CP4x35qBvKuTHn+B5V+XQp97YQz1vwszaln3dauo46twN3jzHTJ33juxZ+Aj4RtpsXPMFvaGhYdrJffN+rOrmxQSPA3XUtCxy3FYMX+FVlK+eVN3vttdfiuQrPVHh28sor1+zVV1+12dnXFecvht2gzrZideQAu+DOmFObZm5szAU4ggvzAG4TE5OyGROCScO/AX/KUJY6b0aA5vdjXKnd3fCBOD4Id+5RLpvqaeZ0cLAe7aXrd26hs7tFH53VemuUluhooElmki7cjnhvQ7EsOgNdiOzxDPPatVdDNpHLBC8be56BFnLKj7fMzs5GjIOuWZG/125vbtY1xdy4u3z9XDnGsmzmoGF/J/XMc0q+O/oTP5b8LDYZuzo0NNTSMcQHmd3TrcPGGIO4NmppGObuEX/2KtZFV4MruoY9doHYsU85T+6jS9E/7vt2D92GPdqQ7sb2EPcyFzU9q+UcepLr5oOt3FuRjQK4t6F5oy50BpjThJ+14dQnf3cg6DysXPWw8ojgBq7Yrnac3N3YJKqSWeJFzt78AN025T9BX/iYjyEvLi7Kl1oSLMsO1SJXAa0L+t6JKu6Z+LskX6cv6D4kGzks2rMfEi8PKg+ELerpKVmWJZrbMTbmCV5Mex1pyjgGR/a6cqBVeK8dsO8APAD09PTIjh8ErgNFOfZA0Y67m7trHNltQbf1PKypHNaWfNGGYsS64sJl2fiF+CGu69evy+bPGh+iJ/ZcXFwQzVcVk25EbGrd7Z5SIPHHbsg4x8QZtVot5oO5ePHFl+yjH/1o/LDAc889Z//f//cB+8AHgOIHBX7H0o9ycV78INf/sw996PeMHxbg3RjaQY7wRxuNhuZ+O+aS/u7pYN6ijbknuXP30DXo85GRE/J3J/Tc6Gzk24gneNbEc6YEb297t+6qcp1PG7Ec+TvijxnFJsRzAHHIBeXNEpxXzuzCHkwrn0J8Rx1iGGKZacWB5xXrPaE8C+8E4YcPKi+HTnFPuLZPlXu6hh7hOnYQewYfJvtXCz2B/UM3w0PYuAfFP/RzM4Cne6I3dr1SGY1c25RyAPgt06LLFeXqiOmgzT49Lyo+nlbOCrgkOl5ULutc1K1UKmEjsMW5nr3RJ/n5pp5NckyfgHuil3vyHfbptaa4v6ZnE3Xp1o3w56AT8VJ7fdq4Hbi7vy1gaQAAEABJREFU5eq7Vzkx+OjEiRPCbTJwhIfIQ8JHzzzzTPAPH7yHn4o8JTzEuOEjxgxACwA+Ig+Q+OiCXVAOgXPu0TZlL1++FDk96gPT4iXyDfiE4NKvPGyv/CvsDmNq6hkRe9Pmnuiiwz19ttMWC6/IJyXOx3+Cv6Ab9QHaAKj7KAMyUlY+BnkaGRmJZ1nsh+XLca1PeWToQzlsfjG29jExzqZ4Cr4gtwEtkLOqcthVxePI3WbkB7b36Nhev/2YtrYVz2/peTrt1JUfRk4L4FpDuattxe2UpS57fBJwYJ9luXyN3vCRyMExjmH5SMw3+37lrtEdWZaFX8H4kDnuE8+fOnXSkLvz0jnwFM8W4BlyMJPKNVUqIyFX1Mv1zJp2wANIuMhZ0klxzN7dw5ehfLlM3nlItB6VTp002iWPRWxyQXoRHr4ZyB3Cu+wpQ1nwmlJcc/LkSUPWBwYGNeayxt5j9OPuwuLR+o/+2ZQ/jO2uRh5pMXJI+MZV8Qoyta7njsxxO93cPejn7nsDarZkFfrjRzIfg/J/R0dHRdMz9pSe0UAz9AA6BF1CPoxjrnFvWnp1H6alS9EXl2W7no731dBNTz99VefpeQk6h7mC5sjJwMCAlZWn65G/DWrgDBRIcryjvNiWnkkybmBLvA3/Ii/FGIry7vvjoy7XsyzXs+WemFv4d1Lx7BPK46HbsAeM64rygZcvz8gOXArAhk5L101rfOhCzrl/RTbkisru6923xfvwvCfCu/HoYdq8onLTqg+fTckG0WelMmpDijfQCT3y590z6253oMAxbjHnBb9sKG4nbuQZIPmR9INcv2v8yNbv/A5+8gflOxfwXMtvfs6ek1+ND/3cc7+jsv9PfvOH7WMfeyFyLORUkLW6ctH0cwwUu1XaKMB8IcPQEpnekpxvSb63tEeHsece5dzd3D1qcw5wksuG9IZ/NKB81QnZhImwP9iAGeXzAWQX4HhGvjQyPS3ZBpDtAmZU/ork++mnn5YPflU67G1t61/eHrKOfOML0QY2DtuGzcOvHpbd7+8fkL7pteyQ/AG4ou94flOpjMRagtOnT4c/R1sX5IOlZ1dnDV+dd8t5v5Y67h6xejFuxn43yPNM+bm+eL4zMTEebZK/Q/+hm+jvgmxmAdAMHZ3ggvzhC3ZBOFH2KT23n5K9nJQNByfyJNiNXPTPsmxvbu6G01HuM8YE8prklHCsI9E0C9oOKVeDnYLuU9KvFzSGK9K5V/VM54rmL831Jdmj6YBp6WLmi3m+0iqX/OSrcR96nDp1KnwK2u5TXpBxwXsbyuVhV3kfFF1CDgRbi4+GHmgohqYc44IOmebJ3c25wF6QeW65l6wn67O+fMQGSidtuOecVXrOCy7aaM8lG+uZsdHeyzq/ZCOlaRvJL1qldNHGytM2MTBjp05csTNjV2xq8rI9eeaSnW/9INfJ4nmUfM2enpLlpdyyLKP3AHc3d9+7hpwxJvCvyoeoym/gGRvAewX447wrg321u2zubnmeWUl9siYPe57m5ZThX126dFHxw2XJ0VXFJ8/aJ37is9q/PeQI34D5QtaYk2LOZiSf0y3ZhB+Z22Kfji8a9y9dmg5bTXnkkTY4pt8zZ85ItsZDH/RLHnt6eoIG6JrESxbn7m7tG/fROet6NltTnpdnc/ha5HmT77EVuRLmu2invf69PC7ab99nmlfGgg+OrhkdHTP0B7I5I90FLaEFx9Pi+QTQazpodkGyPBUyPCleT/Ftn3gdOQZ3xk9/BXANcPegF8eUYfzwEUBZeKC3t0d+/YCNj48Z9L8gmQQPZK6AGc0tAI5XJKccM1+MgdiBMfVrvmiLsdK2tW1SBW1n0gi6AD7gwbzBt5uKleDvumIf1k4V8nlzWwcaehOfFONmX4B7mk94aWBgMHjhpOKgKenS8+efDF65Ij2Jb8xcMU/TIZPwUQLkjzmmTvE8aFB5JWwV+oC+mBuAYwAyu6e+mV8zlzxtKz+yqZzSmqCmfH498svMG3MKrzUVHxf17aatqThmWzEv75Ez98hrVXqNHCfPzVZXV6I92mlvwz3hUTRX3HPPQqf19JRkO/sVG44o53Iy1txckPxgG6clW9CkHbgGTWYkh+iyK+Jv+B7ZbOfvQt7oD9wBjq27dSnQpUCXAl0KJAp0/3Yp8JhQwN2Nj6u5+5Ex/oEf+AF7//vff6Tyn/mZn2nnlU8/UuHHqBC5iImJiY4x5kPwH/rQhzqud68q8FFTPm5aVex8r9p8VNrh/QI+js17Ng8CJz6yCy3xgzvt72/+zb9p5G06rdctf3sK8FyGH3bp7e29faG73GEuv/7rvz7eW7lL0Y5uM9fMeUeVWoWRVX7Qi49ati49sB198qF46NJppwN6RsZHrIscTaf128uT5wSP9mtHPeaD2P/6X//reAZ91DrHLUce8gu/8Avtfvyo23FxKuqRsyRXVZwfdf8Lv/AL9j3f8z0PhH6Psn36/M//fD1TeeaoZNsrh11697vfHd982rt4nw943vfVX/3Vhu7opCtkFhvqfnR/kPbd3ZD14/hE1P/mb/5mQ3eTN+P8QQF04oc8maPj9IlOQjcdp263zpuUAt1hPVAKfNInfZLxgeajdvre977X/tf/+l9HLW6f9Vmfped1M0cufz8Kunf16/2g6+PYJs9QO41x+MGB+/2sBr+X98iOQ1NySvxgC8/AjlP/uHXojx8DO+6PrRD/f+InfuJxuz9Q74u+6IuM524HLh7hBN/lQfqX5D3A9Tgx4RGG0y3SpcAjSQHkHHnvFDnk5C//5b9sP/MzP9Np1WOV58f5PvdzPzfWWx2rgftUCdvwpV/6pcdq/YUXXojnFOQHjtXAMSthM9/3vvfFj5sdpwn0ObryOHVvV4d3vPghFr51cLsyt7vOOx7kN3t6em5X5EjXmctv+ZZvOVLZmwv9yI/8iHV/zPFmqnTPHwYFeLfqh37ohwzd/r//9/8+NgrubuTbeAfXjt3K41Pxne98p1UqlSMj/PM///P2oz/6o0cq/0f/6B+1Z5999khlH+dCP/ZjP2Y8Dz7OGD790z/dvv3bvz3WfB2n/uNeh+dp/NDlccZBvPS1X/u1sa71OPXfSJ3nnnvOiNU6zcvTJzaXGJvjLrw1KbC/OuKtOf7uqLsUODYFCOYAAnKzXcvz3Fiw0d/fZwMDg4bzxkIOFoSzZxF5b285yrm7ue8D7fCwkgU2tVotPi6zurpqtdqakVRkzzkvBFSry/FxGs65t76eFgpQHweUtqy1ubuxwICXJnjhPi24q1ilUomPlhY49fSUAi/KWmvbTevPW2cPdgcevb29ouPA3qK9M2fO2vnzTxmLClg09czeD3K9PRy8Z555xooPPrDogAUblJ2ZuWQsSgBYtHBwEdUFu3DhgnGN+5SlDsAxATeLGeiXxQvQra+v36An8w2eUKagubsHvd3TIkXmZHNzMxZzMFc1zS2L6FiQu76+bizuSPxj930rcGR/M+R5ZuXWBwV4qQOHiAXq0IWPp7QvgLl0iYVUF5Vcno4HWdAKuHSJBTEXRc/z9sQTU3by5ITmbtjKZRaBZqKLi+clKWIs+mfA7lxLwDnXd3eb8TEeFi9Br2q1Gi8eQLe1tZpomT4YCm1v5nfauNfgXuC3a80msBPzxqI4Fta89tqsvfrqNeODdK+++qr214wP0AEvv8xH6V62l176uJF0ev75j8UPcj3//PPGR4z4WB0fIuKjUisry7FAhz7cU5/ufuhwcukaFp6iV1hoNjk5abwsMT4+Hh+T5OW1tAipN+T60EbucLHZbBqLyKB3VfRnsTcLIzlGByX+3ZDTux0v8mRZprk9iKu7a865noVeBB8WBxe8hdzNzMyEzLII9erVpy3xWfoAweW9j67MGPJ85cpl7RPAa7wocTIWfY4YbZfL5ZBL07YrHtMucAI3QIiKr9LcBW+Jl5ZF84WlBWMx6/JK1dbqNdtsbKjcliXeaqoZj3bcXcfp/67t2M7uhjWaNdtoLtnGzmLrB7nWLP0g15Y1d3dUeNeiFnWBdBbXWygal5nPcsjfsOZvNF7mLOTvypUrBm3Yz0iXMfbp6YuSvUuhC7mOruP6hQvnjYVWZ8+eMXhhaGg4gjp3j37UsciwG1Acs+/Cw6UAvMBCYz5802hsGYs2V1ZWxZeL8dE5fpSLD+GwKBm9tysdKU2qOfWQMfjb3e3mzd3jfk9Pr2RkSLzFotTT0s/npKcviH8uibeuSgb5OMnTIV+FzYPHpqenZRunw37Ce5cvJ1mEHwvAFsOD2Ap4FvkeHx8N/wJfCFvpjh5wc09g2nYZdGuPrIVMyj6ia1i0iL5B16ysrMgHqksfbdr29rZq2C3t0Ja7G3RIslSO/lnsPzV11s7Lb8D2gz/4PiPfAfyvSKcwLoB7yBHXnn466RmOuZ7GNhU6Fp3b19cnndYb/Zk2+tcu8AIHdw8ZYz6x//V6PT5ez9jm5xfihWDGVq+vS4duGfoWKNqhrS7cmQIFrdjDP9AZ+YCui4tLBv9U93zlWthWFsfCdu4ec+We9kVPtMU8uLvmtyf8T2wptjXx0XnJzGXZqSQrM7Jf6N0CZqSfC0hydCn8pPPnz8dH7yYmxiIuwHb36KFJluXBJ/QLmDb3hJO760xSvmvi+53QCYxtfv5G/GDH4uJi8NS6/P9GoxF8BB2KdqLyPf5TtM2+gH169cbYxsYqsl8n42MeyA0y1S5r07JdQKLZjOg5E7ZsOnTNBcnq+ah78uTJ+HABsoYOyVo+Bv3Sp7U2d4+55JS53ZVuRE+sy7/mw2rz8/OSt/mImdbW1qRHGmHbaWOXClQUcAxwHTrSRkO6GL5qiL7b2zshp+77/alaXKMe+IFnbytu4QMQp0+fjg9AoHsYH7wBPQCO+VA/dOAe+4JnuEeZKy3bf/XqVUNn4SeljyylWIcPHeCfT4umfECAhUT4gqOjlZiLRLs89JS7g+4xwYPG7h5t5fI/24Fx53nJckGplFu+t8/DJyvKZhn38mgja82nmZu7W3frUqBTCiB3APVy8WRZsebAwID0xojiz0npkSn5LxdDvyBTM9LXM206mmPsO7J3QXkAfOdz585Kf52y0dFR+UyD4T/v8yo9oZN3Q2+ns/2/4IL+2Jafwo9DoYOIYQGO8d24v18jHbl7yAD9MA7kiXiAseBvABz3Kn+EfFHOnTqpPn912mrDOZWO2w6bR9/kithjH8EDnba1lfQgOEeFO/wB5xQP1kOPYodqyk3xYRFsKveBogn3hENxzh6cGVev9CN6ifEwLuwrOTLOuUc5yrcDbW9tbSn231BOrCYcVmTfl8I/xldclL2vyXcER8ZDG4C7B03c075oExrSH3N85swp6egn5A+fF5/MyBd+OnQtOvfpp6/o2mXBpZadSvYK3cy9q4pZ8Sc5h3fwfSuVkfAbynvxqItXTHgAHrrP3cNubMumYFuYE/zcRdn0ubm5sOCyU4YAABAASURBVO9V+S51+Y3b4iXGZA9hwzzSt7uHP9Tf3x9+9fj4mGHbnnrqyaANtLgiXxo6IFMFIFcFzEj2kLUrsmmU4/oFxavYLWJ5oDjm418cP/XUU4pnn1K88kT0NzExHrLN3CEf8JO7i75ykm6hz65onIBxwA89PSVjXsgXME8nT06GX1b0d15+GjgluCDd0Q4XFQcl4P4TT5xT3TOW7O1o0KVPcUHCKemIZnNHvtu25HAz+Baf9MaNYn6X4hqyiL8BjzME98Sr7s6p8cfdpYdK1q/cMjncsbFRg/7ENU8rVsE3gA+TP3AleBVaz4Sum445gu7wa1GWe4yDmA06VCoj0X6eZ1Zs7i6+TcA1d2cnujZDFuFZ/KsbN25IFheUp1tW7rqme3XlyDZj7PBPVGr7w1iJjYj50EnILjqK9vDZOEYmkA3qu6d+acLdAyeu74MZePfIp8a3Hh4eilhtampKc3hR9LgsmAk6MO7Cz0r7afnol/buQTf8qXPnpsKGQJfEb73RB32CP8AxOHXhzUcB5rYARodcY5/ghZGREyH3BX/BU0DBTxwngOdmgr+QNXQaPjqxTaUyKjsxKP+4Z88m0E/RZ7HnGlCcs4f3sIfYX2IaAFniGjqHMneCbdkdyiN3VdkZ9BKyx3khd9uyO/Tj7nv4ubsVW3v77i77UI6YA5t6qvXx4wvyqa7ILqB3rkjvQ5NpxXkAtOL8iu4jc9gD4iR0GnRFr0Jn9HUu387dJfdJr7b3zXGB073c0y7jB6ArthgazbfyN9AMPcV1dPhh9AIf2gHcXXNdEp16Ne8De7k4xsvYoQG6HB3+dOtjwdjJGdnNGenxg/fR8Zdljy5Jv10I+wjNR0ZGrE82CD0IzTLFWAUO7AF3ZyfdvKNYeDNya4wLn478FM80lpYWwzZtbGzKjySPnegeFQ/54+7BI/RJ3+BA7plnSXzAE8B2VyoV2ckh2Zn+oAPlTRs01k7z69GOacMmQtea/Ex4dF5xPM9aXn75FeOlZPY8Y+G5Cwsv8Z2YD+pQt5ADd1ebrrYtwLRBl3Lk24diHiYnJyTPE7IZk7EH7+Hh4aBlgaOqvan+w5MMiP29hqJdcU34ZvhfANePBruqp9py6/Zxo2Zxnf0bA1prB/ppP+8eJwpIfDQX0LoZugBduLGxIT9vRXm1hfhhHJ57vhrPQK/p2ecr8ZHoJJ+v6Jxno9f0jPRV4yVzZDX5i4tqY1V5TXzFxl7+MvXK3O9Gv4VuyJVTwrcrfHdkFlt6Xrl9YEp5/kk9B8Vfw0fGV0YXZZkXTT7wfcFT+7zv0kEufZSH/utXPDU0NCSdOCzbORj5BvwL9Ce+Bj4Husq00RZ6DWAONjc3gnY1xb08j8UHwJfGfmOT+PFt7qHb0Yvcow51C1sFbWnX3WWb8j2coDF4Den54fDwCeE2FDarHSd3t2KjjXQsgU0Hb+q/PKvbkG2EvktLSyEH7PEJsKPQm3kgfoHG7olW7ml/M3HgUXiVeYd3hxW/DIkvEgyL9oNWlr0qlXr+f/beBEruK6vvv/dXVV1dXb2q1WrLsizb8jIzHs/CDP9hD0MCJIdtWJKZEBIOhwBhS1jCNoQkQNhJcoBA2DMzkBDgEA6QFQIJJwlLyHgfj+3xeGRZS0uWWq1Wr9W1/L+f++pXVd1qtXqTLcv16771296777777vbub5P8ZBurb3M/jU2SxaRbjNt6SKjcXe10ARnEDwLFYlGy0gXo3gh5GcoD1L8WcD4H99Smmccckzni6upqyDnzQmIA7Mfp02fbtuSckS8hZpnX9VLGhLGx/rLvHMjlBHleU+4Q2Sf3dubM2bi/JX1Y4Cl75JHH2h/kekTbj8aHBB599NHYfuSRR+3hhx+NY3yAgJeXPfPMM/FhgdOnT0uPZhWPLip30PUHtLvvnXmNI0Q/ufeP+cKUYl/uFzmmXB5zMuZq6TrTg/bQQw/GS8ofbN9b97rXpeuezEWYk1CeuctxXX8CmL/drZze3Zr3dYGc2fHIrzCfeZ1yqsz5qHf33ceUo7/DyGURc2P7sCXYCnePUWL8AXbcXb4zM3fX/KUe8xfkEHu7oHkCPg+7ix1YU74YX5nXtZdhoS0gb8rdg1b6hF9n/sPc/4jyUvD7uObC8CLnCTw9Hrw8rrnd8cgb3HvvfZrj8UGuI5qbHDLim2p1yJgXF3WtzayluKypWAnIW7Zo1z21Txny9PCFOGFBMQMxArY18akue9sQgCP5CdticSdeSHNZYhjy91OKvciJMq7IyYMPvj5kh49x8QDOQw+9sSevnuSIa5f3aX5LHYC+c824Kzt3W76NbB0Xv+69l1zdfZKn+yKnB/84Rx4TGqBlcLASsQxyxHhgs1jTJfecJ+xZ9LmufMiq4il4g5/Bh7O9Kt+DD8rlKMeRat68v/Qb+UBOkBdyMmPKWRFXVKtVzb8HlU8uGX6XeKDZbEl+EuS9oq/NZlOy1YjYHL1Cbohx5ubmlB9YjLx2zpu83mZrcDUa9bDr5KzAtbS0rDxxghXNJ9bkUxqNRtCR46BeS9fz2S8UMo1pSXI/qHhoKGJl4qMRzdNZV5Qb5z6nLMvCRhCrVqUn9JvrFdPT07I1R4y5AjJ17NjR+EAKL+lHbtDNqnhDvUIn3+RBT0tMygFaNgLlmZsMK14mN08+Hbzow126ppDLNOsu3BN6fVz6jvzeLbt57Nhdhl3APoAjp6ms2I++0Y67b2z+Fd9HTrjeuSAbjGzM6nocwDbyMj8/rxhuOeSIshDs7mGjGC/3tN3L40zzNvwU48G44B8OH77N7tJ8D1uB3UD3+QgV9hPfwrHjshHw87j4elzbqey9YSso9/rXv0HX+N5g+LkHlJO8//4HZGuxr3co3499TR+EgOfFiLcdcgOgjw3WyOqafAw2AqjV1sIn5XknylDWvVuffcDdQ/fwC7SDDE/JD9955x1h16ANG/pAOzdKv+hHgnvkF44L7lXZ44K8b/dHn7gH/sEH3yBb+2D4b+wu/hyc999/v/p6XDJ2TNeubld/p3Sdm5xcVTahEvoF362/7CsHkAXkBRlBVhbkf/mQDvd/8wDhhz70VHxk67HHHo84+eGHiZ174dE4/uijjyl2fkxlnzA+ZJs+yHVSOZhzcT18qX29eF+Jf40ia8onMmboeA6MH8A+5yjj7mHHcjY15TPZxlZju4iziUmmFB9h17H/9ymfn+C+sEv3RQx0r3T6eAeS7bq3o9/Ygte97gHp+OvDfj2omBy9Tvr9Rh0nprov6mMjaWta12Gwm7QPHdgb9wzy1gG0pnihavgccvXk7LkGCq675MOOHj0aNoPjnMdmUcfdI4ai38g50IucfaD3WJYVlFuvGHRxbyXx/xHl747qmvoxXfO/O+YPd0XsB7/Wwz1x/C7RRFmuqVEXPOCDpoL8d5Zl5u69ze7LdupLS3GBCVi3oh3aHVbOZmJiXHb1UMQad8unp3F7neF7sL/3aeyTHU9jzThzHyDlsNEPynZzLZ/jR8XzacUtjGHOb/qF7BFDEauSE8lzIPhb5kLYgVqtFrGbuxt1PPhhZmKJDpl7ZllWEBStmA1auTBq1eKUjRbvsLHS3TZeuscmBu61AwP3WXyUq3SvjRf5INfdOn+PHRi816aq99n06P12eOJ+OzJ1nx09fK8du/O4Hb3jTvHgNhsfGw+/gtwVY0zc3N1Y3F1tZ+EH3T18J32CfvqRQ4oj5jt5AeTMtrFkWRZ5KtrO517ILvICb+E3fEZ/3vSmN8lXpvkJ/GccGK8HIj64L3QwHzNii1we7w45vVtxXALwpnLo7X3G/OYB+XDmLMc0vz58+HA8l4Gc5vpoWpApQJvBH3ePNfsAfV5TfNx9PnBB8dRixM/c87SmOKTevl6b46HejYa8LXeP+USlnc8mBobX9Bl5T7y8v83HexWD3CM4LkhrbMwRzYnzmJc8APF0UblG+kA7ANs5uCceuac159ELeMGacpnkm/HP40fyHHdLJ6EpwXHRBNwbdpi8Rj5eyMltt90W1wfRvTReA51xoT3aSNBKK/26u34tbCJ0QA+x8YryxSua5yDjjCP6mY9ZVHgN/sDDHPLuZ229ZczGx3kW6pBs6R12TH7huGJ6xiePjRnD44rxj+t4guPh/+655y7VOdLOl4zHXBF5KugakkW+JM0zaTtvl7W7h00yLYwdsRq2dEHzGtaryhHk48Z59FJTQ5Ve/w9ezjU05yV/sKo8woJiPvIK5Ex53mxe+WrkoKE5b17b3UO+3D0OgSeHTPOhgmwo8oyejY+P27T8Oz7ibtkh+o/tgSfIMWvsDscA9jkO//A3uXwzN0a+wVkqFaNdaMrbjQP9nz4H+hzoc6DPgT4H+hx4JTmw47bf/va3Kzfw+m3X48WijzzyyLbKf+EXfmHEK9sq/CoqxDW6BzT32ynJzMV//Md/PPLcO6271/J/8Rd/YZ/92Z8d75nYKy7qk5dkfTMBH8J517vepXznzA0ji7iXl4q+5z3v2dU4fvzHf7zxgaUbRuBrGPGnfMqnxIdh9sIC9OTnf/7nI3e3Fzwb6/Iy50/91E/deHhb+3O6nspLlpE75G9blfZYiI9xIae0vRtUX/VVX2Uf93Eft5uqm9b5iq/4irhmtenJLQ4yz+ZjaDf6o1yzs7PGCxN3+3L/LbqwL6fIAzy0yxed8lEzXsS/L4RcA8kf/dEf2ad92qftm3+6RjO7PozP/87v/M5d1edlv8RCp06d2lX9nVRCDnkJ+J//+Z/vpFqUxUbxcuLY2eEP15W/5Vu+ZYe1usX5KNc3fuM3Rs66e/TGbXGfKPr6v/7X/9pVIw/q+ho2aVeV+5X6HOhzYF84QF4a27pdZH/8x39sJ0+e3G5x+4Iv+IK4TrjtCjeo4Dbt6zVb/97v/V7r29drsueWPvHss8/abuP47TKG+Oh7vud7dp3v+dVf/VX7oi/6IiN+2W6beynH/bt8BIx2d4OH+0n4MEp+DXo3OHrrEJ9/67d+a++hbW+/HPEl807mn8SIzKm2TVy/YJ8DtwAH0HP0Hb3faXe4N4C5BrnzndbdSXneG/w5n/M5N93HuOiDu9s3fdM3GfdHsb9T4P3I5Af+9E//dKdVd1Uee8fHuL7yK78y7tXZDRLsOXZ9N3WvVednfuZndvUhF+6b+aEf+qG4T+ZauHdy/Mu+7MvsMz/zM3dSpVOWfNJ2ryF1KvU3+hzYJw6g2+TH+PgTubL5+fk9Ycbm/rW/9tf2hOPVVJn7xj7pkz5p2yRjs7mesJ0K8JH7pLdT9tVahuc6mI/vhn7ij5/4iZ+I99xtUv81cwi9RQ5302HmMXxAj3tvd1N/N3U+/OEP2xd/8RcbY7/T+u5u3/d932fMsXdat1/+1uFAdut0pd+TPgdefg4Q+AG07O7GDfNM7MvlAatUBuNBgNHREQMIQiqVipXL5Xh4pVgsdG7+Bwc3weNAuHmfG/WZ5HMTP8GqyKSUAAAQAElEQVQkN/LPzvLin9l4We+FCxcjAct5HvKgXr3eiIkluNw9cLunNTfa85ICbrzngbGJiYl4CRT0lEollS0o0ZoJLBZw8OBCF+Lwy/bD5JKHGaEPmnn4gIcAp6en46HAO+64Ix6m54VcPDSDI5uamoqHZyjLA0/U46EOcFQ0FjyQAU76mwNjVSoVYzw4V9a4lcuDNjg4aDyAw4Nc4GBNfc5TnnGGRvf04ASMcXfxrwvwkMQmY1Orrdnq6kpcjGZcl5eXtL8aD6FRjvovN7gnWulHsViSrA4ZvOOhqMOHbzMA3h4+fNhYw3t4TMA4OTlprKemDtqU+A7/OU85HnpizXnw5XIPf+GbuxsPseT9dnczWw/wDZ4tLy8bMj4/fyXWvFSMY6urq3GzHDqT47F9XNzd3LsA6kRzM3SsVqsFPbOzs8aF/1OnTtvpeCHdaWM7wan2NmsgP3fKzpw5Y+fPnzMezkG36SM6j6zQH3eXTmZBA+MD3+AfMjkyMhzjxBjAd8bnsMZrSmMxMTEuvR6W7Ul2plgsBg7b4cJLreDxwsKi7MzleNg70bloS0vLltsc+L8RNfRzzN2jD0XZubJsHnIwIbuTaL4tZIqH9oDp6UMRjCIz9KsXOAYgl9PSf2SLNf3lwb/x8bF4YdygdJb+mhbkR6v4d0/jmMavFePHy2lWV1ZsYfGK8SGuy/OXjA+s8UKfFenp2lrNGo26tZotU21zz4TLBfwLR6th9VbN1prS48a8rTbntb2oYyvWaK1ZU+dbraa19GeqJhKoqD0dESH6N3e33rHlIcQJjd+U9In+0c8E08Y+/eccdjBB0r3p6SmDh5Q9LF1dr39j0utq2LNS2Hn6YQZ/gJYIAay/vKIcaElW6vW6pQc3l6VjS5LHBZtXImlu7nKssX3YnTRukCvBYrUBWhpTDuU2o6KYA5sxEbo31eM/b49t5OWw7AcyNjV1SPb8YDw0jM5NTk7KzueQy9uhkMfDIWu3x4OPPLh/5Aj4kq84eHDKxsfHQ/awW9CSZcQY62nOaW00GuEPebEkL3Dh5Yb0nYuq2Br6DX9SeQ/dcXe62YEsy+LGCtqryN8TA0xOHmjTelvHn9FPbFDSpYPRVx54nwyfNqn+pn5ShrLoFfrFefoEL4kHaKdQKBhLGpMWmx3aoJXj2FLsybJ8Pg+b07dZxXJsLy0tacxrEQdQljpAIOr/XJcD8ArI5WeRjyxeviyfNRcve0Vn8Ku5/DAWIHX3GCe2qc/aPR1jTLGVlcqQkmKjko8D8k1TgkNhZw9LVw5L9pGNZJMPhswcPJjWyBV6hMwcVln0C6DsgQOToRf4wor0knaQW9rfCpCNtbW1iB/REXSDNf1NfVyW/nTlaCtcuz2X8ylfu/s6/0WcPDY2Jn4dFK+mpHddfqFD8AvewCd0ifWUYpYp+btDh6bFW3T0sOL6ZEc4j77Bq0H59lzf3N1YcjrY7kLSwcSvWvBrYQE7eiXsKfqW2xP4idyA52poyke2BE3FAWwnMHnwblvak62lbn7M3WMOyLhCc84TbC+xyqTsUfLdk5KZSfEKOKA1kI5xfir4Ah8Ptfl4m8FD5jvYWewtcPToHXb06FHBHWGHOZdk7ZDRJu2XSgMxTsiZu3fk3rZY3FM5d2/3pxgx5cjISOBlbA4dOrSOJtoGchqPHDkSNEHnEfkG6EcHJmVn07hWjbiQ+NA9tWf9pc+BbXIAvcvB3W1goKQ5e9dmI6PYHPQBmcQWT2ueMSV7wznWCQ4q5plq26xp6dttsY+Moj8DAwPSgSx0yJ25a7IxpsU9ya27a69rD7Ar2BfmUEuaLy1rHpt8UMOgOQpv+HH30E13V3uF6E9FcQw0MDeoVofUv0rE8mXlKZjroNOmJcfp7kGnaakrH0SbtL24uKiYMsF2/QU4AWwpuOgLeOY1F59XXBpzpZVVzcPrYScpC6jpTj/cU59yn0oOhTls6k9V/RmSXQEq6i98LkRdcADgA6Ah78uC5qTETvi/HJYUR0EffKeee2qX7RzgVU5HWTke/Mq45o7IArZsWnPLacnHdHuNreLcwYPJNk/Kdk/KdgEcR3amVR65wtezf+DAAcUM3Tl4qdTbp0STuwdJeb+gOfVtJXwU8+w5xfz0cUmysxI8Ti/7oyz1AsHL8OPuIU/4s4rilbGx0fBb8Is+03d0Cx3DvsMPYh94AY96YUo+jXqUYc46JT2cnDwYvg/fiL+a0Px3QvOUXkjnxpVDHY35xGA7Ftgo//AlB9Mi18xvR9/cXX0pKNdXDFlLcjis8RoLn0Y7CfLxnhRtvbD+OPaBOQayDK6ychy9NDFWNeX9iD+XJJ/oDmOK7gBLGtua8kiUQ757aXf30AN3aM40rylYWTJbrVaDXuicavMTvgPTkltkluPwHTnthYMHJ8OuTUtmAcZiSmMwJTyUoy/Ma3KZRV/c3cwA/Wrb3c092cC65qvYFvrEi8HmZRfYXlC8hY1Jcptsg21YmsqrYB/hDeWpy5p6y5onpbprir0a68avF407tKQj6PXAQFn2pKL814iNj0/E2NFHZBOAR+zDmxzoO9usp8U/yhxWbA+wz/Gk06PCPRRy45763zteUME+61sLXlu9udYYogsDigPQD/QE+4Q+TUuXkBVsILLD/pR0KpepKekWOpngUOhfLoPj8j3YDuwZdgMZdvdgOHQAsbPhh+OtTr6oFnOcZcUXq6vKR2qOiD1pyfgBG6qGLjWbzGnqmi+uxkvu8DfAgvzqinKi6CU4KJfjcPeO3nMMcHfZ00y2qWhlxSNVxSdjmv/BF/o4Hfo0bfAFX8Ex+MB57A28mRKvgFT2NuWjDsecAX2dEu/GlUPKeYQPYhwUZXXiDbbtBiz0rykb1RSvsHPY6WXZJezU+vzNsvI3yU5RFlLcE6/YBsDFmjFGhvCjzKPoG3ICb5Ah+AQfunw6GL4W+wPAM8rDF8pMS/a6dQ/FtS9kE/zEwrSX+EXrCdy7tEFvt28rij0WI8946dKs8v1zyp8sSEaUz1ZuLtUWtyVX+fbGtbuHPNAmbVcUu47oWgW6Au0JDgSd9J1xLctnFgpZyJZ7os3djSWnD3nkJd7wflbXW3j5JNdczp07174WeqFDL/JLn6ib8x1c7h60FZSvQ44GFUMQ/0HblGQQfkLfhOIPPkBTlZ+lDGUz5RXtFlvgD3yCX0uKTRbks/Hd+PE5xZ5zc3PKoV0OwDbsBhgvALzEPqtxXWUtbJCZm3sXTAvjldOVxnwl5izE+POab+yGho115qJvl43j4KTf9H+lJ8aGBmgRSf3/Hg7AE3iDb0jjs6rxWQqbAV9T3n7OZpXbnpWeXrp0SXp5KfbnJE/wHEAe4Pty+KzVyH2DE9y0gYlx956W06a7S2ayjh5jY9BPbAiAbWUf4Bx6m2XU8YTgpvhNuQPowhZBM3amKt+JPcJecq/IiPJsFc23OE8/ekmHR/CrprnFqq6DI7/wc17xN/zN+c545HyH58vyXzXNN5rN7gcWwQXfwQ/Pyu05xojsNgBN2Omq7CE8hrfu6/nJeFE/X7N9qwF8gufIfc7zedkk5Bx/dO7ceeOeHPjPdeTltmxTh7qb8cPdJcuuXE8W8wpiyzHNr3Nfj48ckRzkc0t4j8y4u+19cemSq/1M7Rc0Jy4Z44vMMdaMO7EENEBPHncQc0wrrjus6xqHNU8i7iW3C7DNscM6R1ySx3rMVccUF4IT/Mg0skZfAHcPWkyLe3cbvgHIJ3xfUWzK/BAfhYzzEa4LFy4Y/GcN79EFru1Th7qA0Pb/94kD8BNArhmPBc0ZsDHwn3iM+1p4GP6FF16wF144GQ/Gnzz5otY5dI9xjwzlieX4QCN4FnX9jnkMsQlt0BawT+S/ptG4J93CnxQKxcgjY18mlG+b0lwr1+sjum4DoM+33Xab8uHTmrcejLh9QvExdgFdxk5wjRT/he1Ar5l3YKdKpaJsClDqrDlP/reieQH1KvJvAHavomOcL5VKhk2ARvdEr/Us7t1j6Dh2AZ+2qtgSQCYBtjnX4B6el8ExIaM5QBfb9IG+0C94hF/HluZ8Zr4HTE8nHjMHOXhwSnO+g5G7mmrPS7ClwJTGCFs6Ojq27n4ndxeHWoqrtdL1yc26yzGufcMT+APAt5piiFzXcrrBcj1wd837C+G36BvyMCE5og/IzlFdl8yv+zGXP3x4Oq6vpDnWhHKYo8rTjUY/qop9KpIF8CBH5B+Rg1JHhpCjotoqCQbkp4CyrhtUIidXVWxCjAIO6iOD+Bf47w5vrp63unvH55gW+p7zBpsGLCteWlV8hQxxHmBcVfym/6fv8AB+oF/whzHKAZ7B75L0jbLurj7loE3909cc4AEyw1wMO01sSZzDvJwXjsMbIC+v6vGf7zeUQ0DWUr53UXmnBeWtluI+Qo53ZTDFx1RGZqnfVB6GfXQJ2ajIVgwNVUN26A96xXpwsCJbU9K4pnwC/ad/g5rrDw0NSd5GJHdjnVw/8jquHNzoaJLDimQQfhVkG7s8oeUkP9CSQzra/SWeT22VQyahB7zgR2cn49pRyn1Mtq8hTcax7vUFbANlibnyeInYD/tBXwqFLOI1d8ap2/bNsNVUngy/jf9O8nEp5oXMO4jJkB30CzmAXvfUB/e05hjg7tHHgvI0jAVyCi/gC/YP23nkyO2RI2RNrJns56GwL5QhvwhMis/d9UGdPyRfdsiwpdSjPveR33nnUeG7ww4rnp2SzUUuGLuq7BK8hxZrL+6J3lwOmpLNpvqeQ0t52ZYEF2hXuebK3dXXQseOVmXHaHdScgEd0A5Mqh9A2j4QviHfP9hzzxG2F/7k/cPu4sOPyJ9ji+nr0aNH7dixO4015ykPjnFdL8FGDEpXkLUsy6RH3gHrL3vmADKC/KMH6AO6wfxxZuZc3A9OPPzii6cibiZ2zqE3fuZhP4CyMzMzkf8EB3NR9AwdpJ09E9tHIA4QUyVohp634rpDM/S9pXgLXwWoaPsfvQfYdc8M24FfSLZsSNewR8L/TErHkz5Phj6zDUy2dZ01+wkOKv6ekv2aWme/0N9e/T6qmOuo9DvBHbqWcrul+PKQ2jgQbQ9KvwuFDPIC3Ls6jt5DJ34QW8TcANuLPcT+TkyMh//ERnG+rFwRdYSizYvkJwPxdX4y2ZeS4jvowe7gw1Nb45pnTLQBWwckHsGTXsj9ZU4XNIEPmsAPuKf+XYecbZ1mXHtBqGN8aY928fnQgh1ONvhw+BT8yu2336axIwY+FGOJzaUvrPMxTvVu07gdNsYNHwDf4TfxC2NTkF+EWOIlbAgxWPK3c+FvyY9wfG2tFnnVlvwR5bN2HtQdfpi5e6K9oJi6VLbyQNUqpVGrFA/YUPGQVQWshwpTVgmYtMEMOGDlbELb4yo7YUOlSRsuH7TRypRNjEjOJg7ZoYPTNnXwkB2YOCCZa89VFLP1+tKWfKS1F3ePLfSKfhFzLyt/Rl+w6OUdGwAAEABJREFUkdi2K1fmFTOmeHGtfY2T8r14Akn7x90tywryrcWYMwxK7uEjMjOt62ZJb26Pe03xjbffftgYM3JWk9JNxnFMuTh0oFodjpgOvShL5su61klfSoqdExSjnbRdivbKuq5VUZ8riikZu6piCdbsD4qWsnCUJP9ZlnTxWv2w9sL5etzPtaq4eTny7sTSjDXPDNSU163X62Gf2lX2abU5GujhjLuHLKED9C3pwITszUFDfg917uu9rSP/BzeJWQ4dOqQ6k2EbGaeqYiF4DV7aycc6b5djG4FzQF62UChYpVKOuH98fDzw0w76CKBjh0QfdB7UvJv1IdExrfwmcnBQdCZZmJAcj4YMMG7gdffo90YaevehhTl38vl1Q27xzyu61oSMs885yvXWey1s0+deoM/oAuNdkl4hS+ge/Ecv0c98zNiflg6nMZqKfAljxfhxnHGd1hhOtfMlY2NjMVdE78BPW7Sdywn77mk83dOaY4xNTfmRFeWdmecyZuyTX+Yc11FaYV/XxwDUbcm+1UNf12KOu7SUdHYhrrMuxLV28IKLstS5FuTnkTvsTuLNsCHT9BHeHNGcKPFnWnHCodC9g5Lpg5JhgHLwC94dVn7+sOY6OY/g8fg4PKpaWfaNdty9Qw7t59A52N/oc6DPgT4H+hzoc6DPgZuaA/j/v/yX//K+08hHUd/xjnfsO96bASHzmE//9E/fFSnvf//77QMf+EAnJ7IrJDuoRCz6y7/8y/bJn/zJu3oZ2LWaYn5yrXOv5HE+sPHOd77TeAHaftMBL3/yJ3/S3rPLj3Exh/mBH/iBmGvuN22vDL6bq1V3t/e+9727+nBTb09+9Ed/1B599NHeQ3veZp7J2DNH2w0y9I2XOn/7t3975Hh2g2M7dZjLYZ/4ANjc3Nx2qlxVhvnjN3zDN1w3B3JVxS0OkHv5wR/8QeXtUk5si6JXnWIuz8coeEEyucOrCuzxwIkTJ+Jjh7//+7+/R0w3rjo+i5ed7qYF+Ifsve9979t3v8V48LJJYhDuE9sNfS9XHV6o+bmf+7m7ao6PJvASWz74tysE26iUyyEfptxG8XVFiAN54XyeA1t3chs77m5f/dVfbXxwchvFNy3ycz/3c4Yc0I9NC+zTQWIDYgRihd2i5ONs2KTd1t+q3gc/+MF4ltXdw4a6b3/9e7/3e1uh7p/rc+CW48BnfdZn2ZEjR/a9X8xhsRP7jngXCN379nUXbLvlqhDH3XnnnTvqF/5kNzHBjhpRYT6o9SVf8iXa2t0/8fP/9//9f3YjYyQo494oPrS3249xgYOPefGRPLb3C/bykZMbGV9eO++xXz3v4+lz4ObnwIMPPmjE/buhdGlpyT7/8z/f+JgG+rQbHFvVwWZ+xmd8hn3oQx/aqtgreu6uu+6y3X6IBMLJD/ylv/SXjBzsjeAhbQDk2sjVfcVXfMWu75liHvzX//pfB92+wf/9v//X/tk/+2e7wseHxZC/XVXepBJxyI/8yI8Y95lscnrLQ3Nzc/Zt3/Zt8Zz9lgX7J/sc2EcO8AzqP//n/9zuu+8++4RP+IR9iTO5b/Mf/aN/ZNx3tY+k3tSouFduP21J3llsCR83y/dv1fUv/dIvGR/P3E3//uW//Jd7vr61m3Zvtjo8x8D1nN3S9bM/+7PGhyHx9bvFsd16xGaf/dmfbXxUdLt1est9+Zd/uX3e531e76H+9muQAzu/8nmjmdTH3+fAq5oD6eZ8d4+Hw3mgmgcLeMiE9cjIcFyI4zg3bnDzO93lJoleYDLKAwDcwM/D7xcuXIyHLwk4z56dMdazs5faL82rxYtL0wMC3fbdPR66og0eZKdN6JicnDQeTBoZGYmXchSLBV0UtADT0kootPXK/XNjEw9mDA5WrPvA3qgmh2OCcRsbGw0+lsvl4DPluakA58uDSrws+sqVKzEhTC/vgX8Xgoe8wAf+zcycswQzWudwzvhQEi+I4WNJ1OVFPzxoznjw8gH4454uoOYccvd8U3xM2xvHkwc0oK9Wq8VLHOv1envcXj6GJ5oSqe4e8sEF+sHBwXhwCdngAQ8eWJuamgpeV6tDISfl8kA8bMa4bATqV6vVGBdki4v/APgAAnHOI/NmvNC2GTd+JHpaJlLa4HFDjrsrUdKIh5iWlpbjYbwlJbwSLBtjDB8b8cKVpt3Ixd1Fm6uJlmhqxZjR9sLCos3Ozkp2ztnp02fs1CngtNantX9a6zNan7EzZ84aOovcXbhwQXUuhVxSn34gU8gu0OWHR5vobj4+6C48ZWwIVrloc+zYnXbs2LF4oQDjNTY2FmNFnUIh6/BSxO/oH1tCH3ko8vLlOZubuxwPEUEvDxHltOZI3RO9+T7rLMviQUXGnMks9mZ8fMKmpg7GQ1Tj42Ohw8hSlhVEaxcHfLBYPH6zNi5kEDuGLJEw4kFe+DIiu0obpVIx+Eb9XgCJu8c594xdqzfWbGV1Rf26YlcW5m1x6YotryzFS0jXeKBVstWMB67M3KlrZm688saa1rBGq2b15rKtNResJqi3lq2pY5IQi0VljQpASzst1ZXxaDa1ISxZ5mG7yrJhVekYY8f4crPb4cO3iUeT8SAg/SpL97Dh9I+xBdgulUrCMaAxL0t/h+OBxinp7fT0IdU/GDeGTkykBwrBUyyWTFRYs9ns6J8O9P9fYQ40JRNra5LHFeRxUTK5IJu3KDu3LHlclb+ohd1patwg1d1ZXQUtyRfg7mGrq7LJ4+PjIQvIxOHDh+PGhiNHbpceTslejxn6NDBQVvlSADJSLBZDd1kXCoXYTrKGvJWsLJlFnsA/ojiCNrDzyN5hyS4wOXkg5BffQN2i4owsK5i7d2QPWulTvd4wHlDEz87J1gALCws6tmqco1xvZ929s5ufK4hO2qE96MIuIPvoFC/+Z5++UibLMgPcu3hyhO4e59A3cBF/DA+PSL+A4VhXpa+8XAz+mBZoALTZ+Xf36Ks7/TWN4Vo8SM0LBS9fvhxjzM2K2Nl6Jxa4sb6sQ9yrfANeA8gOgA9Ffhbkk+EtD/EvLi6G7nA+765775i01skh8oBsINskYccUYxLLcFMekOR5LHwWcsH4DwwMhG4gBwD1WZdlryuVoZAVZJAXK1A/B46NhM8ajPruiS7opF8JTPKTwLS05IvoC7JSaz8ojH8mzuVFWTw0jA1pypao+A35b7XtCz6kV9/QEfQr8WtKtuVQe44xKvuS4kd4BcCjjQAvh4eHbXx8XHWnjIeHDx6cDBzECTmvqOee9IkOihxWVwF08jB84lUt5AD5QN/yGLKmOJzzlHVP/HfP19gHlx3ogrubGWBbLuADNhZyd3NPgKxthEKBNgudmLwoX10qFeXfS7LLA2FzkTvs7tBQNWzrxET3RQM8iE5syIuXWMM/xgTeFmXPC7KPmezeRrqutU9Z6lB3UPMwbDxt3HXXsbjg8frXv84eeuiN9pa3vNne+ta3tuEtWif4uI97q73tbR8neJux/dBDDxl17r33uPESLHRqTPFqWb6EdmjPPfHnWjT1j/c5sJED6BqyM6g5LPKO3BOHJL9/IGJi5KxaHY6LarkNQq5z/UIGOU856gPYHfx8Wba8UChaoZCF/tI+bfau2cYmchz721ScVldMgz3GztRkr/FRjUYjfE4qf+3fTHoKfWXpxtDQkHIgwx0YUbxVVVyX6zVYaI+22c6BY7S/ulpTHLUSseSS5tJLS4sRh3TzGcxH8lppDS4AegHwrKysCseS4pYrggXhWFZM041LaY86CYMFr9xdNjQLHwe90M0Y5R89oH+MAf0F3N3yBVwAeOuKj+gH9htft6DYcLn9wkzmo9BIWcDdo+1ePGwXZP8Ye+wn/go+Mt7jmpMy1vgfzpU0p6Jslx5X9cQjoda2qU8ueSjKNg+EXaYeOJmPgmt0dKwdJ5TV90KUd3czA6yz5P4LuhuabyInK5oDLC8vi79LgsWYBywp98F4wQf40UGwzxvQAYCW/sOHknxQrluTyh0e1hyCHBHzCfbhIbxDTik3MFBSn+FNSfwptreL2ma/FL5sQPONsvQqQTl4mOqVVL4g3hZijQ50IR2HLsDdTf+Qeg1IY9Y9SfkEmebeWZbwdfEX1WaCgmRlI/SWy89lGT47gXvCTXuMETrDOCKrxGjEo+yvSI84l49lkgGn2jpwd8lNFrwolQYUR1UUT45GTHTgwGTM3UYUQya+l8XXksoWxZPM0pJw5uPp7oEPmukLY5Xr4+joqHCPhMwyRyrL7pSkB5TN7Vqi0wKHu0cOgT7Ql1XlUegbcrq4uCC5XVLMtaK529qm9q6lWHZNORbqwBuAuqurq8r51QM3PLRYXH3y2OKnJUIAtt0z9bkQsgXdo9I7ZDLZ/sm27R/v9I0+D2wSs3OMc/ADeSauOnDggPInBxWPpjzKqHiEnsM7dzd3Fwke/cvp0YH+/6ucA4wlQDfc3dABdKFSGVTMPSL9m1A+ZVLrAyFfyMrY2Kj8c7UnvsCOlEIuqYs+oaf4B8ozHxxT7IvdrFQqYf+KivexK6YF2c9p0G78uyNvFnInFQgdIaaoaR4DrCl/hA/J61IfsPbC8RwouyI/w/xxfv6KriNdkc4uy5+vBd52lXUrcAHgwCYUClnYnOTXh8MeTSrnQ1zP/I0+jihWyfuHjsGLouYiObDPcXSPsujc9PS0Mc8ghmM/8QneDoZ9NuvqHHywG7S0ZKMaitewccQeS4qdsOXkb+bn58WvJdmqtdB/dzd3v4qSlggE3D1or0iG6CcxQoJxG1f8QR+xPchJUXkyd98Enwu/hzxSZlDxLvIDnol2jpcYBDs4IP8KjzP5J9MCDVrFvzt4YjNo5xz9XJUNX1D+ZK6df1tU/mRFvopzlAFSrev/0i5jC41V5cqwnYwlY0r8wBhPTBwIncG3Ud7dzXpQ97bXVE4DGYemubm5+NDPnOicl+wuKBZcUnzEiwnrirlB4e7BP3AAHCvIpw/I9jMG8G1Cc+cpXYuAHuQN2eV4WXEJZTejCTy3AjCm+F5kmWudZ8+e1bWq07pm9aLxMY0TJ/igxgt28iTrk1pfD9IHN3hZMC8VBk6fPq1rX2fi2hdt0NaKbE5TcyP3ND7uHvLs7mF36orzGecl6dq8dOyCrntDGy8gPnXqlIH3xRehJbV38iTb14f85cb0DTh58kXRdlbXes8bH3a5rGtcC5L9lQ3ynsuO9ZeOrYAnjCEyxHgB+JPNoBbz3rWwk5SjDkB98ADrWYtcpCPubCfA31CPNlYVIyIfC9J7ZGR29lLYgytXkk3mPOUon7eTMN4sv+SdLewTNgY7jV1K8cFoxBXJdw5HXJBlBUuLa5WDhb7g/5NvWopryhd0fZlrzVxz5h6HC9If7mG4cuWK5u4rGoe6xtGibf0aC2Pg7hGr4Duw1fgj5ugjml9UI9cwGL4+a/uTnK/UBcetDvS3pjhrSX4mydxs3EsyMzMjm5ns3AXx/mzmj9kAABAASURBVLKu6yzJdlE2lz93D367u3jP2Kd5KbzMx76iGBCeM28hd8v8elJzbfiPbBTkuwqFTLYSXLvltkdFkRF48raJ35LsjUQ8m3zibXFPwbFjd9o999yjfO+99sADDyh/+3p74xsfjLzvm970kL35zW8y8r8A2xx7SDlhHmSk/PHjx+2uu+4SriPK6R8K/MhTed380oIvQVz7x907PMskcwCn4Cl2BB1H/9F9PoYGIOcc41xdcQBlkU+Aun3YPw7AU3Si3vbX8Jx7Q5akH8wpGIcF+VOAmC2tFyKXlbYXFT8Dy7JLy5ErQGewZ81mI+SBNoD9o7qPyT3pFfMHdLCq2HxMc9fx8XHN30Y1vx3tyZWUY86iKm1fsxZ5ZMYTfzKn+BudI3566aULiqVeEpw3dHFmk3vr8EecO3/+JcVcF2xOcTy5XGQGH4YsIVO0557o3M6IISPUoz4ytKIYc0VxHNt12QHObwfPfpShLQBcBdlseIxtZ94/rnke1xV4KfL09CHllrg/YkQ5A3zrQPjfUom8QTG287pV+V/mJSOaSwPgYh+8+IZkG+EXrQLJv+R0cEQWVjrV1Dg24j6SuvQWaCjnnNYNnWuqTKqb6lz7190j70bONqcTmpClCc1FAeIH4glohBeaCqvtunIMq6Hzi8oT4ku5vxU7fkGxSpIjZOic5Ohc3FtHPDMjP5uvZyRb58+ftwvyt8gfPndBsSDXvxlzrvv29t0d3rhttVC+LllBDsHD3AiblseRnO+FrXDdLOeQC3w8wBggL8gS8oMcVaX7zM9LyvMWCsQWWfhc6KevrHOAp/BjUTkBxgu+YwOWFOusKY9blzyhg0BeBxwAxzi/qvwC9RlzYEm+gvHC3ud1bN1GipXAweFC6NOA8uBcD6tG7mBE8SlA3iP1pRixDeUBd48+Ze0YAhzwA2C7oOt6ReVb0nYhyro7VWM7Nrb5QzX3zLKsYAXRmqCo7WLYUdoE0vHCumMcBziXrzPRnPC5gdvM7WZdeuUDfcS2J51ciWsAyACQj6V76gv7Obi7eJV4h00ZHh7RXGjCsJV5jmZaucGpqSnZzkn5qzFdrxiOex+Rb+QY3gGFGNcu30ulYthUck1l5XfQheHhYcWj45HLJWcJXuLvKeWE0vwr2WbwMRaAe6Lb3c3dNdYAY57A3c0MsG0uyLiss4wjfEiVUn13N3dXG+Bmm/V6yOUFGoGSdBlelBVfow/0k9h+WLzEJtO3w4dvM+7/Y57BNv6I4+OKAYaGqsEn+gq4u/WXvXOAsU3QlI9tyg82NBdfU9y7GjEVthDAPgILip1ZAwvybayBhfZxyi7J9q4o1sGGdm1wQ/i358P33qtbHYNL/0zg0sH14M45t+svrRiPNPa940Jdb+NNOu3OftpG94D1+l0K3STmynUc/caP4wPHxjbeC3bY0HF0nfw2+l9VLImdsE0Wd2/3NTPa7QXqsF/s8ZWZrqG7ewcTfezsXGeDaql/eVv4SWx/WtMeQJs50PZGKLTtPGXA5+7RB3cPCtzTOnb28EPfAHwYwDZtMg7EuPAfn4EfIXcD36fkpyZ0jWFYfoZxwh6X5Xuw0fQtX+fb7HO+XB4Mn8Y2+DlOGfeUP2romhQ6j+5jA5JNWAg7gh3gfFPXS6BRbkX8UMdVV/+dbXhVLAxYeaBilcFhGxocsUp51AZLguKoDWQjVsqGrOADphEy16/r1zZZOA4+6BwcrFh1aDjmkKMjo0YuERjR3GVQ176K8k/QkWjr1Qczd7d84fyarmfSxwXZP+aJ2L88Lqf/xJT0lbJ5vXzt7lYoZBFjoS+DulY2NDQkekbC5+ProGu4PTZl+cuCYjb4RQ5iRfPHxNsFm5+/rPzynOasszHnYI7CPDYBc5QZzVMSnDuXr89pLvySyl+M533mNFdekO1ekb2G7qaugTQ1RvL8xuLe7Xu+7+7BkyzLtLaYn1F3VfnvVcXSK6KR+QoArzhHHLYZP8C5VwBvDuByd/G4EDyGf9gW5B255/ov+cvx8THF6cOW5L9sSZ5TLEYdjlOPcRhRLJ+vOcZ59N209Lar3Wv+p3Imu5pJhwYlh6MRK0IPsd2krk9PaH46Ftfeq0FXL03ICpDLC/SMKT8CJJoGZYOL6nemNlzj4tekJZ1oadyApuLgRvh8rlMiv8hZGq9U8rX4m8Yr2YFCIRNvSzFu8H1CtnNKsfjhw4cN/8XYobODsjFpzEoqXwz5S7ZnsD03HJaejwYwbsAI9kc2oFQqmplrTIjDWh3fbD2Lu8deUzraUH4E3arFday6xrCu2K0Z9ZvSX+iPwht+mqrLfYkr0nfs1qJyHdiTVeluTdcR0FXKNIUjr+qe2s33Wef4M9mAkmxn7mvGJL/4m0ldI4BHrDlWrQ4bekPZkvoK4DtKqsvxXN/gB7rJNfmkF5OW6g9FfeoUZA9pFzpeNug31OdAnwN9DvQ50OdAnwP7xgFeruZ+dXyxlwb4sALz3b3guJnr8oIt4syd0kjMxocrfuM3fiPiy53W30l57onjJdm8jJM4dSd1X81ln376aXvzm9+8ry9uzXn5Td/0TRHf74Y/jPs73/nO3VTt19kmB7A5u/1wU97E3Nyc/eN//I/jOnR+bD/Wn/Ipn2J8UGsvuH78x3/cHnroIfujP/qjfbcfyPgXf/EXGy8A3Iu94INm99577166uWldPiiFLdv05DYO8jJLPor01FNPbaP09Ys0lGv9d//u38ULMnkh/vVrvLIleNkpuc3dUNFUzoIXVH/913+9cp7zu0Gxrg68wwe+7nWvs3/yT/7JunPX3HmFT5Af4eNhu+Xhiy++aHxwAhzkqverO/Byr3LIi+Z54fxeaCLPxAuPdxMX5e3+6Z/+qd1///2GDdlPHoEffOAlNiBG4NhugBetv/vd795N1X6dPgf6HNhnDnAP+Wd+5mfuM1YzcHJP0b4j3iXCvn3dJeNuoWruruuLBdvJQs4B/77bl8Bvty2uIzH34prcdutsLPfRj340YiQ+oMt9oBvP72WfOOnXfu3X4lmVP/zDP9w1Kj62Qh7AfX9zZlzX5IMre4kv+dDED//wD+/b3JU5ITkk+sscYNdM61fsc+AW4MDf/bt/Nz4avJuuoD/oEfqEXu0Gx8Y6zGnQd/Se+eXG8zfbPvMm5k+7okuVyEv9g3/wD+wTP/ETbb/yOELb+QfnJ3/yJ9v3fM/3dI7tdIP5L/Ng4rWd1r1Wee6bf+973xvPRV2rzLWO8wGi7/7u7zb887XK7OY47/XjY0S7qYv//Zmf+RkjNtlN/X6dPgc248DCwoKld0Kcst///d83ZOxd73pX3GfIfWL/8B/+QyPG3Kzubo4h/+T0dlP31Vzn0z7t04z7w/azD+94xzuMZ8L3E+fNhutjH/uY/eIv/uKuyMJv4j93VfkWrAQ/mIvttmv46Pe85z02Ozu7WxRb1mO++cu//MtGPLHb2Azf/U//6T/dd9+9JeH9kzclB7Kbkqo+UX0OvCo5kB4sgHRuZGfSxgXe4eERGxsbNW6CHx4eVuBY7TwIwk3vlGciDzB5ATD0Kyur8eJjbh65ePFCvADo3Llz8SIxXkowO3spznOTf36DP3Xd3dzdoAGgDSZq6YGk0QiyuJkfeni4gfPubr0LeHg4KYfecy/HNnRDc6UyKH4Ni3ej7Qcsxoxk5ujomPGAzODgYDyQ4Z4esmAyv7KyIr4s2vz8FZubuyxnfKn9MNXF4CEvc4CP587N2MyGFz2cE3950Or8+fQw1dzcnPDMC99CPPAGn+k/9Ll78NndORTgnrbd0xo+Mq5AIx7uqBsPZADg4jhlgEDwsvwkOXV3yUgh+MfDGqOjo/FwOsl2HirkQY/x8bE2n8vxoEapNBDleWADYIwA6jMeoxoXgnhePEKyIl8zZjwsMjBQDp41m62rJuru0AMkt8TDSvCJhBQvEedFP0tLSwYwxpyr1xtX4bF9XNw96AVl0oVm3KxH20wMeTEFMsQHuXgBYQ6nTp02jp05c6ajr7lMobe8nHCh/YAeMttoNAJvrxwgY+gmfOalWaMxPgeNhz35oEGCO+3YsTvtyJEj8eJgylC22H5w1j3xEvp3As1mMx4WX1xcDB2akx4taCIM33mQjPNAL705/vwY9EP7QLwEsyIdHo6HIaempiRnB2UTx+IBKh6AKxQyy7LMxO4cTazTvuucS+5KIYOVSkU2oSoYFs4R4RnV9ohs6mAEte4eMgEdgPUs7h64JH22Vq/b6sqyLS5esStX5rVe0EWOJVtdXbHaWs0Yk5bkFKLc3Uz/pqVl+ms1jI9vrbWW42Nca/FBrhVr2ppK8FGdto5pL/9HflRVtHHeREemPhXVp4HgA7rGw1GHD99mhw8fjgcJ8Rs8hAUP4RO6Bk9zYJ/j2EF8S3qIbSpeYjE1xYukD4jnE8En+FYqFdW+WVPjC1h/uSk40Go1rfsA34L8zRXZuUXJ43L4HWxEXfKaj5m7m7uvo70lAcvB3UOueFENMoFcTU8fCrk6evSOsCHIx/j4WMheuTzQfli2JB0qCkohm7mc5etSqRTlyuWy9K0SvoE4YmxsXHHFZLx0D9mdnp4O+eVckruSLjIXQ+bNunTn9DbkG1ci3lmUvZkLwPasrq6GHlrP4n51fU5jQ9ATdCH5otGQffqOHxobGxPNQ9G3ZGvc3J2qHXD3OJZlBfWzpPKD6uOw9AcY0XpEtmZYx6ribzl45J7sjWmhP1p1/t098HF8TTYF38UD3iTfecgc38YD1YxtYxMf0EHU37iKA/AUQCe6urMYLyaFv8QL+Olm+wV/VyHQgby+NkM2kXNku1odiniTWIaHubkJ/EB8BGE0xr6iuJRyyBs6Qb3eNceJt5H/8XF040DoBzERMDExIVkajoePqZuF70NWoCSH5EPSXkt2uxW6gJwgSyuKc5En/DLACxHX1tbCttOvVG9/fsGXA/yWqQl+4XvgRbVaNfRrcvJA2AB4duDAAR0bbduXcugLfKG/OcAzoFwmzq9KX8cjjoHf6C18Au+w5lCD7Qex4VW3V7086h5lCzrRq1ptTT59NewoPIJnXb2TH8fHU6EN7oxDAtrqAsfaha6xynnEaXhkOHyBUIYdcPfgWxdntm6/UCiETWFdkq8uyd4C8Bl5I7arKP6B37xYDf7Ap+m2bT9y5HbDvrOeUpyV4sHBDk7adXe73uLuQRd0MFYVyfvExLjx8qa77jpm999/X7yc9aGH+CDXW+KDW3x0C3jrW/N9Psb1cfb2t6cPcr3pTW9UndfFy12JXaF5TPNi+gVdOVh/6XNgCw706lheDNkZVC4AncDXY3+mpiZlcw+ETUHOiIUq0p3cBqFXOaBXw8NDNq54iPro1JjiBfQM+UQHsqwQOkybm9GQ6zvnmrIpyU6vWa1WC8AWNRV3p3JguTa4e8QptI0fGR6uRtwxMjIcfiOnqyB7QXu94J70m7Zokxgq2b3q+R6mAAAQAElEQVQVxZRLmucsab0cNpHzlKP+Rmo4DuT9WNW8aGlpWXOlBcWnaa7Ey0V6cfTicfd1NgQbT1+wSYxTVT6WMUu8zYK37ol28AC0D9AGfMRu4+uInaBlRTEj81FopJy1F/f1eDgMr8qKc5lPDSsPNzIyIv801paP8eDvYNvHUDaTT87ipVPU7oK7B61FzbGRn7JiYXBW5QPBiQyNya6xz7lCoRh82AxXjpW+1pXLWFOMuNL26/SPGAZgO48TKZvX2891jjdfu7vBh2KxFHEK44ZekBvCvxw6lGL8MenJsPxztT2e6Bd8KcaHV0qS46L8D+tSxNT4MsoA8AdgGyiVimoTKMS6GDwuqj7Him0+ZsF/dzczwK659OoaxXNIY5upjYJwA6kNaE597u5zLAfOAeyzzsHdzb0LyGJNcQdjmeT1inRmMeZzq5rTrClOq6+bz3W70Mt/6KQNeFapDCkmHQmbRpyFnCFvyB48LClWgF/ImRm02LrF3YN/4KMsNo8xQxfHJK8jsi1VyTA2siw9KZUSv01Loqll7uB1HVFkI+aidzXZtxXp4UpbbheU12LutqJj9BNepPpRLX44VhN/0Gd0+cqVK7JJS4rRVjUPrkecSx01oTapktpki+Os3b3TH/iDbaEfBxSnI6cHFH9OKM6GT8hu3rckZyWNe3eMOUa/h2UXKJvH7JPxwhvyVZPi/aj0oBL13KHH27RZf7lFOIBsAXTH3UO+0EH0HfkYkc9ApiY1z0G+uI6CrCAz1epw5AuQRcqjPyXpJDCgvDfySTnqgANZRd44XpYPKbX1jfYB05KvtRn/7h5raZ90pBm6UpP+AehaXT4E3QLaBWMFHoDj6Cw+Ezu0pHw6ujc/jz9fjheGUc7dJdtd4Nh6MPGmINtekk6kuRv9gS/EXocOHQo7RX/z/pXDppSiDvwBSm3+DCp2g7fwZlq5I+YZzF/g8ZhyS/CJMiXxSKRpLtwUtNQ3QKt9/qev8Ap+wld4ha1aUA6c3ML8/LzsFfyqBR3uHhS4pzU74ADAw+GS+ppkaNjg1Zj8JrYJgE9V+U9iJPiCzLl7jAFjDWhX+yZw+a2i+F5WzFI15G9Cc7Mx2XDiRNoo98iTaYEOQJvx7+6xxr42FavST+w1/bt06XLk3xZkx+k38tJbNype5wf66S9jVpVPoX+MLWNKfpAb59hHZyjn3vXptAX0NtFU3AwtxEJzuhbBdZd8HBY0Jsgx8RG0Uo/2WQM5rqJiiQFdixhUjDciXwfPoId45rBy7sgaxymDjwSHe+ITeG4lgE/IM7lIXjDJy+65XsUHr06ePGkn2h/k4kNW7L/wwou2FVDm5MkXDeDGpFOnTrU/VHPWuD6WPsh1WfHPStgtdzd3N3gMuKccal0xEbaM8WR8L168aIm204Ev0Uc7J9UW8OKWdOU0n1Sf+BDXCy+cVPkXDBq5Nse1XtqgrcXFBc2JVsKmIjOA9ZdNOQBv0EnkiDHLgbHrhTXNZxKsybfUg7fUoS6A/UkNuFYumdBqk3/KUX5NcTN2YEnz0AXZJ8YNWwDM63r/kvwZ5ymXtwOtm6CMQy/fTyv8BP0AaBe5x86USkXDXldl/3M7OaG4Nfm8smx9puKJN+6sXfsWeV76SX8XdZ0WXly4cDH0jRuWz58/bxcv5h8+uaLYejn4T2XaFirRBJ7kQ4ua5+E70nxgXPHuiPwL1zqGIq7h2j/0Uh+eJmDv1gdkD7lGvrh2PzubPsiV26YzZ87GvSWMAXaVcUEn4BHcgd+sAXBxnGNFzZHxN8RIY4oHkj+63Q4fvl3XyCeV6xkJ2YDvlHdPYw+e3UCq7tKzTHJViFisrNw77eeyBw345zvuOGLHjh2ze+65O3K2Dzxwv73+9a+zN77xDfHCmDfFB7keihcj8QKEN7/5IePYG9/4kD344BuM8vfee9zIF4NrWjnqCcUpxCiDivdKiofol3uy/Rv74+5X+Qd4B19XNNckbkXvkXOA7QXFAikOqIefobz1l33lALLbVMyIfUXO0QtsEB+yQT+wRQuyzYvyp4uyS2l7UXnHxciBcCwBeUhgWbZpZV2OtKl4j3b2lfDXMDJ3l84nwI5gd5LPqcrOj2kOMaY5yZi2R2Vzks3HLpTkm9y942vIIzN2+FpsHTqHz7lw4ULYv3PnXpL/OSeY6QA2khiQe+vQU2LBC/JTc3NzyiVfUUy4pLFPeR/G3cxD790zc3fbakFGAOphF2rKKa0qTw0gm8go5yizFZ79OEcbAO2BD9uW23Y+ToXtIy91222HbFpz3Hy+kdvCkuxhgmLbLpfldytxvZlYAMA3Y6fZxldTnvG8Dps6fp576uBJXXmCumJtoNHAVjZkLxsxzvQB+rcCd+/4D/KI+A9owocxr6OvI8qVcBweZFnBTNdBG42GYuyaxnw5bAG+dE5ygD+9qFgf2UBGkJWZma4cnT3LdoJz52aMMhcV2yB/85qLL8ju43cZf9qgD4Aa7fy7by5L7i7+tNT/esgheJaXl2STVhWzrul4ly8bcXaQ32Qb7m5ZlnXGCF1HXvC9yA9Q1bycsStJxwu6jpTFtY6reUSf4emq8tbwmfG6dGnO5hVvLy8vi2e14BFlKNsL6AKAnK0oH4x/mNd4Me5s15S74jyyYRuWFCenuJlTBV1HoR/IFLIGIGMAfanoGnVJOkS/3T1sh7sHHzgG0M8csIFF5QTAyzHOA6piO19oL1NbboVCJigEgB8oiL9AarMYOWS2OZYD+0C+n2WFwOcObsC0uODm++ceG64F4huQDwBZWVGcRq6RMUYuoNzdO2PDfu/xLMuCN4zziHI02Ehs5eHDh+2226ZlNw8Z8Sl5RmwN8jzYjiUZewAewvO0LsqWFoWzpHVJ158GBGXZ1UH5uREjd4ZNTjnLKeE+GHH3hOZftF/R9WJwQpe7W+/i7hqfTOOcxTpr64/7+nK2xYKM5/1PxVy8MQFrANzexs92FwptmWJNX6EzB2wuPIR+9IW+TCj2npo6qLnF4bj/L+W9El+npqbEizH5miHxaaDTnrvbrby8nH3Lx7rZjp25Zw37hw1dUj5jSbkL9CfBQvjHtL0YsfP67aXwoegXdrmmuKcun95U3Pxy9ulWbgvRd/fQBffMXIAdSODmniD5rpRDsXULvktnGXjFPutOacc91fd1eLfS76J0syQYsLKupWD3cv0e1vX38fFxwy7m9hKbiY4fOXLEsJ0TsmlV5ZiwFe6pbZER/+5p3z2tUx8z2bZCDxR7tgtGGXdX/RQ/aWMH/27uHjgKhUz2ubAOd6Ft26C1FwqKAXJIx9fXy7Is8JoWd9fv/v5jq3Mdg0bsLGMwolgX/uJHeD4DvmNTOTYiP0YZYi3K5zY60V9U3xNwDqDcoHxaWddw2Kc8bbknPtcVtzO3Qe+XFacuap69oPn2ck8sBp2SvE7n4YSba9/jN/PMSsr3lQcGbWiwKhixygAwamU+yFUYsZIPWcHLlnnR3MRX/RpLjzy79oFCVjDygxXlkqqKK0ckjyPiCXEmMKzr6hVddykp32XCA32AtRd3b2+lFTymj9i3xcghXAkbSB85hr3bGFekmunX3Q1ZgMfQBT+rkn1oQk8m5AuZk1VFK2MDnwuSOWiCvzlvFzSvIFYlnsnnKOfPvxTzj3PnzmmOC3TnumnOcs7OnTsf82HmudQDx6LGaUUxMPib8gG0BStFqrG4r+eBu5t7AjOPuRl9Jr8FntWY565G/A0/6mH/GzGXsRu0JJqTrXP34DF8g3/EYvAWHeD6L7ZobN01ycGwW8gzgJzDe8ZgRDqCjOTrqsaK84yfu0efetu2LZdW0MWYM1/mfj5oYn3gwKRNyA6OjY1Fbpv2oR16ALYBdC+Pmyg7OkpsVI1rrkXpDbLlnnWoyGlzz8eLU13735RfbmiejUzXNOcB8P/Ezb16Sq3XCuQ8gzf0OcsKBu8ZE+RgQjpKbE4uGv81OTmp/NRIxO6MVReKsj2lGBvuhUpyNKKyox3gGHgZOw1RR55sw+LucQTaoAudqim2YtwYr4byF4wZ5yiD/gJRqeeHc0lXV8NuLYR9XlJOYSVyCnXZcHBRDnBP7fagWLeZZZl4U1LfKzYiuzo+PhZyDE/wM/CJY1XZM2Q3501R9hZgn+PwgDLgQK7J1aAX4BmTrnKOctQpyB66e9ABjTnEgf5PnwN9DvQ58CrnQJ/8PgdeCxx4y1veomv3r9+3rrq7fe7nfq65p/hg3xDfRIjg2W4/rkR8+J73vMe+//u/P/J0+90t7u/52q/9Wjt69Kj97u/+7n6jD3zcL7eg+W/s3IQ/xOS8uPXtb397fLyIeHo3ZF7Udcdv+7Zvs3vuuWdPvHzwwQfte7/3eyOfsxs6+nW2zwE+3PR3/s7f2X6FTUr+x//4H+23fuu3Njmz+0PubrwQlI8V7h6LxQtFwcHHpf7kT/4krq/uBV+vjP/2b//2XlDZV33VV9mNemkk81Q+lMZHnHZL5KOPPmroIvYRO7kbPMx1//zP/zxeCv23/tbfMq7N7AbPy10Hvv3Vv/pX99Tsv/7X/zr8yk/8xE9E7mKnyJC1n/7pn47rjMgJ915vB8dDDz1k5A+3U/ZGlnnrW99qP/RDP7SnJvgAGXkrXtZJznq3yPBp6D8vJ9+LHPLhma/5mq/ZLRnr6vHRQeKadQd3uIPv/o7v+A47duyY/dIv/dKu5Ky3SfD9+3//7w35By/7ved3ss0LUn/sx34scoo7qdcv++rjQJ/iVwcH3D1iDvf9m29yreFv/s2/edMxoG9fb7oheVkJ4loVfnGnjX7kIx+xt73tbfZv/+2/jWtM16rPdWvmPTyjd60yWx2/99577ad+6qeMa1JblbveuX/1r/6V3XbbbcYHqogZr1d+q/PESX/0R39k5AK+9Eu/1LjHdKvyW50jBoU2roltVW635/i4Ax952G19ckvf9V3fFc/g/M7v/M6u54bwiA/H7jXvsdt+9Ov1OXAzcmBsbMyI/7EDu6WPnCx6hX6hZ7vBg01Dv5kXo+/o/W7wvNx1yOHAP+ZRe2n7L/7iLyKPw8fN+IgWOZm94ONDKV/xFV8ROMG9F1zMf4nT9oKjty5948NCfMSq9/h2tvHD5Ct2EzNsB/9ePlDHh0b+9//+39tppl/mVcSBD3zgA3Htz91f9jX3LnGPLde+PvuzP9u+/uu/3rCTi4uLO+bg9SqQg/+6r/u66OP1yt5q5++++277hE/4hH3tFteMuQdtX5HeZMje//73G98B2A1Zv/mbv2nkJdxffr1y37828UW7vfbSyzfmYHxUC570Ht/J9n/4D//BHnjgAfuDP/iDuO9zJ3W3Ksv8mQ+GfeVXfuWW8+2tcNxo371V2/1zNx8HuneU33y09Snqc+BVxIH0kEpOcJa5HGupfQP9cPvBgJF4CISb3nlwoFwesEIhiypMtpmU5cBknAduuCGKh4F4sIcHgXjg5+zZl8s1MAAAEABJREFUmXjghwd9OL+6uhpJuRwHCN09EqZZlh6q4yWRPGAyOjoaL0o8cOBA3NjPQy+FQsHM3FjSwwV5X/I1Z15ecPe4IDo4OGjwiwdrRkfH4qUhPHgw1n54gPMkANy9/cDSmvFiGIJzXtiz+UtDzgf/4OW5czM20/4oF9s8SAXwkrqLF2eNFz6AY2FhUXhX2i+0apm7dyDnjLvHpntas5OPJw9x1OuNcNy19gM5XDRmnCmTl2V9I4Bx7QXacM9C/gqFYjzMwkRncvKg8TAhEx4e9CApBf/hczkeECzFuPDABnzPgXPV6pDGZzTkiwdE8gc9CKrGxydiHAms3D0CI/oNWHtxd3PRhMy6e8g0vOKGBl7EyE0xS0vLcYMjY8y5er0euNoo9nXlDj1dMGtJxloduhYWFgwdnJnhI3mnFYSfiZcGEqidig9ycexsfJALnT1//rxduHChI1PI6Eq8sGAtcKK/QM6TTDYE3YTX8B8dgK+MDZPRO++8044dA44ZL7xivNALylKHuuBw9x3zBTp48A8a5+IFmHNGf6EXnnM+p9Pdzd2jDY4B7DCO0MGYVyqDYW8mJiaMPkxNdT/IxQOTWVYIHO4JD/VzcHfLskxyVzTkDDtWrVaFb1gwErZ1ZGQ4bC3yqOIhEzkd1l7cvd2GbG7LpMuyFavLtsAHuRYu2+LSgi2vLNnq6kroab1Rt2araa767vErCWgFNK1hjVbN6s1lqzUXA+qt5TjW8oaZqwGVpLLzE2AdulpSRvqU+FOWbgxJd8aCN+jf4cO3aXsy+lapVORLBtT/UgB1APqaA2MODyYmxo2HDw8dmrapqSnp4mQ8uDUquw+eYrFkLPn4QQf7fXhlOcB44A/QL3QOXcPmYftW5d9zW0c5KHV3Vuae1oxjL2SyHegdejI+Ph6yxIP6yBYP6GNDkI+xsbHQG/SK8rk8FdsP8vWu83OsKY88gX+k/YDg5OSBkD1klwut7CN3yCa4wVUoZKI5SF+nC3X5xlXpHf2ek70BFuRzOZb7SPqXappwpH6bFo7DhiwrhH4Q00AX9nKibW8mJyelX6PxcSDoLyjmcXfV3vy/UMjauNILsejjiGwMF8tZV+Xr6Bd9Mi3QAGgz/t09aHRPa87VamuG/+Lh7BRTyN7EQ/SrskX1tg9oiS+Bov9zHQ7AU/QBqCsOQHcW5JPhLcBHPHlJUKPRXIfJ3Tv74Mghy7IYc2R7aKgatpc4eXr6ULwIaFLyjb5U5XuQfcoh18gTcgCwDXCOGH9EujEhm0zdHMDJseHhEcVdg8bLgzLpqzt0AcgA/sNiceeYGf0E6CuyRH+XlpaMDxosSFewFdiQlnwWFVvyMaz3C8CXAzgL0iH6ih7AE3hD35L/OSTfMyH/jM5Vo5/whPJAL6/YR2eHh4dtXHEidgkcxI88MAzeEekePKese0bzHT2BpjjQ88Mx7EbiVU2x+6pgJWJHeAavkA3Ot9r8orq7m/t6QC7c0zEzt2strR5+p23GMS+d6rloB8CZQ74PPwuFzAriK/wB6C+AnME/eA0f4De2dSLs26Ts7iHD5h6JD3IdNdbwjzKDmkOBK8syc0905FRttXb3Di20Oa6xoY277rrLuNiaXs76RnvrW98cH+TiRuZe4ONcb3vbx1n+QS4uLFOHl7QStx46dEg6NhYxHX3O6XPfPo3WX15THEh6lbrMdg7ID3KOvDOHRbaYZ0zK76Mj2BDsC3KMLqFTvYBuVavDihHGFCsdNOpRBz2jfLLR6I/J7qDXXfucqEm/mABoSna6EX691p7vY2uwSZxPpa/9iy6gs4muIc0PhiN3RB+AasQfZfmOYiChvV680IHfSy+FwP6thO0jpiS+xAauKq7kJRPUBcn6+qmPnINu/ArlqbcgH0tuBRvKHJHzlOut7+5ha+gHUCoV5QPK6kdVOj8iGFUsVg3dL5VKYWco557qmRbwAeCuR3y4GvHTgnzdgmiAFmiCNvhKOcq7d3EITfhN1sjIwEA54l1eHkN8yBiPj4/buAC+VjRP3UgPdTeCuwfN5NXK5cHAWVVckOMEL23g14rFQvDC3c0sAeNjPQt0NzTfRFbw6/CW/gFpvJY1L01xImV7qu7rZi9uxgOelUpFjd2gxmwk9OLw4cPKEd3eiYnGx8fk54c1nkNRbmBgIOKoksa1pLrIMetS7JdiLltW7rOsfFIv5OeL4lcXiiHj4OAY9EAX4O6mf7vekvqU6yt1EhQKWYxhwp3aKbR9L+vNIC/bey6TXwXcE17oaTZbkUNgHJFV9GVxcTF0EJllnJHpZpPYFNpc1QCt2v/ubuClLXIkxJPYN2Ii4qyxsfGwCZXKkJUlg5QpKJfnnpn7elymxd3jODiLygNQJ8nsqI0pnzqiWLUqu1JRvoFxoUyWFVTTpEPQGJvCkfBDe11xN32hT/Q1l1fsDHKM/aEcNdM4sAW+pvhTC37AG4A6q5oDgpM6TfHQyKEYdKd64AA4ru5Ypri5UMhCpoaGhiSjo5LRAx0bnmz/uORzJGwPPgI5K2p+yzoHZJZ+V0OHR21csQ58JoYiHsUfwHvKUNcdHiSa+E00sdWHVysHNhtDd7csy8KeMfboCHKBPExqPoh8TUyMS3/GpIvV8APIUi5X+bose5fkcyTyceAYU+4FfOAtyxZSlrZMC7QA2ox/d481P+6uGMSkk41OfLEqX578YF3Hmzqf/HcvDrabsjeNRkP11mI+hG/hhlH0D/1dW6tFfdrZCNQHwMEaWqEZnUJv6A92idiL+Rt9xB9it+hfzhf0B6BuDuAY0RyP+sy3mWckvTsgXYS3w+FbirJb7vQfe0QfN1K5P/v0j3425JOxYdi4JV17wJaTW4BnS5p715TToay7m7tf1TjnADOXDBWjDyOys/BqXDFHgomQH3gInwryQe5u7m4bF3eP4/hCeEbMMi7/iwzCa/aTPA3Ib5ZCdk02NNGQsLl72ohfeNhS7qkueVi1BcVWc3NzNqcc3IJirJWVVZ1rrJOnXlyBYpMfd1f7RSvLL9GvMfkXxhbZOKzc9vT0tPTgQNhk/Bay5J5tgsnM3UMma4qjkdfLl+d03eWSaJyLBy/IfyxpbNCBhmTbtLh71NNm0M4avhKvVRTjwadx2Xhk7LDiGeQNfeY4ckrZRFMXDzhuFYBP6Pvly5fjxZHcPMVNZHyo6oUXXrAXXjjR/ijXSW2fbH/8ajvrF1X2RePDWeA7c+aMgZvrqeQ9V3S9C71yh6+ZxigBfOU4vp9xXpJuUZ7rZTO6Psv1tFOnTgnvi4H/ZHz86+SOaMs/xnXixAuBA9q41svDQPAB2cplCFqQ8xyg77UOOS/yNTxCjhiztbU1xXNbQV0+px62hDrUBU+yTYmzEom00f51R0YScIh6zFcZI2QXvUdGuEafPhAwr/nhYmeeBF20Q92bBegzAD3ubtiZomLRcjs+yO3kgQPjEbNiP7OsYGmBFyadcWPpzu9Xjdh5TnYbfUHfctm+cOFiXG/O/Tv8o647OIBW2z66/FMp5nDEuePyKayZw1Y1J8DXYDsLhSzKw9fUj+SH7RZf6C92CT7j+5E5bNqMrv2fimv9Z2RHL8gnXY45DWWRV+q5e4yZuwfvEt8sjjH2+BtiQ3hOzoprc1ynm1TuilgB2SgoJsgUh7onXLaLRVVVywVmmeZNedvkKBhjxvvAgYm4bnxYPpp7Co4du9OOH7/HeAiTm1rf8IbXxwMtDz30xvj41pvf/CZ7y1veHPCmN70pjnHuwfgg1wOqd9zuUr74yJEjylFP2fj4uHz+sJXb8S79CoL008sXdw/+uLtoxUe4scBP9BobQHwyO3sp7uXBjrO9oPiFc3Xli5rNhuKGXL6p/YrDq56AfIxYI9/19vwfv87HmpYUh+FHFxfTBwUWFEMuLi7KPi1GbMl2fmxJPh7Alq8ozkRnwAde8MOsfM12H/bGAXfv6BR6hw5Wle/A56CXo6Njyp+MhN/hOHYBG+Hu0qNG+PcVxW8L0jFs4JzmCOgc8RO28PxVLyo/p9hvJu6vm1EMNyNbiZ6eP3/eqIPPxi8tSWaSzq6pnVbQiK3DRuU97pUDd4/D+THWuV1Y0/wVGgHkqaH5G+epkK/ZvhEAfgBaWMPj3LZjxyd0rW5qalJ502nBofb10ZGrcgbwnHkx41NRLo6xYF4CDoB53ojmyhXNY8BPO2aJJ6aFtgFthr9hDXAM2uqyjfCFdYJ6xGacowxlrwfuHrFLTidzfGgaU06DfgLQiV/r0mhqpxHxGWO+INswP39FPpP53KwRqyQ5Svdnnuu88P5cR4bOxf2a58LmU352dtaI3cGF/WH8G5oDbuyHe+KPe1pbe3FP+5SHF8gM9gj6kMk1xbXggzdAu9pNv3L38JvIBmPEGCAvyNLo6GjoOGNT1vyc85RD51TNWOBHDuzT9xXZaPg8pziT+Cfp7lJ8EKAuP0AZgPJAXh/+cX5VuV3sPzE7474k+w+/8dOUvxpaIb85TnIe9ANZIy5FJ4AR5VPYJ0alL+5pTN3d3BPQN/qYAzqWtovKUxQky8XgFzbHPdWBHndndV2gmLu3cWTCB04A/F1IbXI8AXTksPFcoZAFPnfv9EObdjMujBHXAtP4Xg6dXli4olh4RTpfl11vxlhCu7uzCshlhLW7R38LinWxfYwt8Si5IuJhcjTkj8gtEhtja5Bnxh25YOyBnJ+961KpGPMb5jBlzbUqsqsjsqETyt1OTR2M2JQ1QAxOuyOSK8qBJ8vWj4VpcXfRC2Qa70zbCUyL+/o+6tCW/xuvB7p7jHmmON2dbXB7pw3ogU8A9AGlddfXypFrhH70nL5MhP+ZMvh45MhhO9zOe7FPv8cVm1MWHoGXNtxp262/7AcHWtIDoBl5EPLKq8rbryimWl5eitwFNhEdWlCMtdiOoRcVPy/IV7JOQNkl6daycrYr8qe1iM2wseghurQf1PZxeOigu0vvErh3j7m7rV9a63aTTqdjbAN5AXdfh9vd1Ua2DtBBAN0GuvpdsrLmz8TnXf0eNvIH2MXp6UPS7dt0jT5dpyefwAdNsGlDQ1X5u2K0bRsW90QTeg/Qdi8UdV2+oOvLrLOsELS6+wYs299198BRkL0H6CO4aYP9zYDzOWw8n2VZ9MvdY237vKBX6BfAdqGQ6bpzSfH7UMRT8Hdqakp8vz0APzUh/4IfY5wGBwdj3BjH1NdijAXbHAMY117I/RplMvWPdomnarruhN1Y0twptw3EvzVdI+E85XJ5c/fEDzetzfhx4SrqWtrAwKBVBoetOjhilfKoDZZGbJAPcmXDVswqVvABcysIVFm/1mJtaQnRZt9jHEvCNzhYifwO/oYPXo2OjNqorv2MyNcOar5SlI8SOZ1YwLS4g0MbPf/wmNibPtE/cr3k3paXl2XvVjsxZ97Xnqqx6e5WkFwVlVvFn6ErxAoj8unj8nMA85N8bOBzlhWMfDR2FLuc86VySiMAABAASURBVHZ+fj5yqLPKNTHneOmllzT/AJiHzHTmJsxvZzrz3HPKB74U81zqpTnKomgnHmrID+TxEEx0c3e1bZ21tRd37xyDJ+RvuW91VbH0qnxH2l59We1/kq1W0JWFHHGdrxzjPhExRoqnuN5HjEZsnuS/LH0ZiDgsl3WOc55x6AXsFHpQkL2BFfQ9b5c1x3oBWe+FTGM5ODgovRw1bCJ6OaU4b7J9zT7RNWy0z9hDTw7sIy9pnjES12bHJMPIDzhLJeYKBcl8PjatXlJi290l45ImEQW90F/XvBuZJk5GT/H/15LfQPIa+IE3AF0tSF/hfUV2AllAR6dkTw8rFw1MKh/O3LWi2J1yJdkSAB1njbwMDQ1pzIcN3U4wFuOH3udjZ8bYtDQ+CewaSxqzeuhWTfaW8aprnsuYca7VagYOjfJVGDjPWGOjsVsLiuewJ0lnazEnyvFcVVkHWpIbrTr/mfSsVBoIeR2RLYU3+Jt0f9JBY80xdAk+wI8uFEPnOA7vkGN4Mz4+Fjko7pfNdbWqaz1lzY/gKW26e9AAPUDs9H/6HOhzoM+BPgf6HOhz4FXBAXKa73rXu/aN1te//vXGy4/3DeFNiIhY6Zu+6ZvMPcVAuyGRD3PwkQg+FrG2trYbFJ06xJP/5//8H+NjROR0fvZnf7Zz7kZsEJ++GmI+PsDDixMPK5/9gz/4g/ExI2jfiifE5f/1v/7XeMk/1xR+/Md/POL8repsdY7Ym4+vgGurcv1z+8MB5jbf/d3fbYz5XjB++7d/uz333HN7QXFV3TFdA+cjMzwje9XJHR74sz/7M/vkT/5kze8O2t/7e3/P+DgPsrsdNNxjwQse+RgP9n+vMk6b2DI+mAX/2b8RcMcdd9j73/9+G1eebi/4sY/YSewlur6gayhb4cPWnThxwn70R380nm/mZaR7fXHzVu3diHPM23mB7MDAwJ7Qk/PE95GH+fRP/3TjZdFPPvmkzenafy9ifNK5c+fsf/7P/2noI/KBrH3DN3xD5D97y261ja783M/9nPI2o1sVe9nO8ZJNPjy3lwbhIXiwB7wI/L//9/9u15NB2sN3ffSjHzV8Ge94Qv/3Iofw9hd+4ReMsQT/XsHd7Zu/+Zvjw3x7xUUunRd+k9fj5crYK+zWdvBiB7GH2EV4zMd1Tp48uZ2q1yxDzgs7eezYsWuW6Z/oc6DPgZefA+94xzvsbW972741zEcOH3rooX3Dt1+I3Pv2db94eZPh2TY5PGux7cI9BYk5vuzLvizu/eJ5DOKPr/7qrzbWb3nLW+L6K/d7fcmXfIk98cQTPTV3tslHUvgIyM5qXV2a6/nf8z3fE/Obj//4jzfmTTy7RCx+den1R4g9P/ShD9l3fMd3xDyQHAC5gPWldr7Hx7L4aNbOa26/xt//+39/z/ETMeK73vWu6DuxIvvEjltRQczEXOjd7363ca2e/BR83KpO/1yfA681DvAes1/8xV805gO77Tt6hX6hZ1/+5V++rdwN+vvhD3+4Y9PQb/R6tzS8UvWYP/3qr/7qnnM40P/bv/3b8cwheSFsPTYf3nJuK8CH4EvwKYznPffcY+973/u2qrKtc+TTyLG47/66wMaGyA3gdzYe384+vv3zP//zt1N0V2WYW+NfdpOPq9Vq9rVf+7XGM1+7arxfqc+BV4gD5M2wHcj/K0TCK9os98vxcdv9IoJ7zIjR9wvfzYiHXPiv//qv34ykvWpp4sOXfABzLx24cOGCfdZnfZZ90id9kj3++OPt+zZ3h5H3a/ARQGIcYpMdYLmqKHNo5tJXnegfeE1yIHtN9rrf6T4H9swBHsLohYSQSSDg7vGwVblctmq1GhdDuSDKzfSseXCAc1xApyZ1cmCfG/q5eX9hYdF4cQUXKXPAuczOzhoPxJPQ5CEByvfWJ5GQP+BAYFWpDImO7sMKIyMjcXM/F+4pS5tmaYK54VkAeyUWdzd3j4QI/Ug0tuJBViZ59Jv+82IAXuLAiz5mZs7Fw1F8/CjB2fgY0pkzZw0nyjrBGR3P4Wx7mzVwJspSn+Dq/PmX4kURc3OXgt8kNHkwYyO/bYuFcWk2W8aLB0i4MF48WMU20Oo82GF7ChS2IEGnclnVZvy7FQqZZLRk5fJAyAJymh7UGI9EysjIsPFQEjKCnBYKBdUpxJhkWdZZc7xYLESyH1mrVodC3kckY6OjY8I1ZuAFFzfyuOcPxNBfay+utceYu7u2Tfxqxk1y6AF87wUeakrj0LiBPAsyOj/oRUs/AOMGDTxsgxzOzV22ubm5NqRtHsID5ucvh+wsLCzY0lL+IPVq56HCZpOXMneaiQ13F38LGp9i8JWbQ+HnxMR4vDCLh255WIkHcSYnD9j4OC9wG44LMYwV4+PuwU/bxQJNa2u1eOh7QTZoIWhPD0Miv5yHDwDo3Z1VtOfu7XUc0g+y32qP5YpwLgU/Ll+eiwcWz58/F3o7MzMj3QPOap1Dvn/O0HH0EX2fnb1k8/NXgp/Yg0ajHrYButRgtM96I4g08dXjcKPR0BisGh/hWl7WuKzQvxWrra1avV6zpnC2pJsUpl76yFbTWtawZqtujdaaoCZYFqwIanGupV/qbAattvyAr1DIrFQqhv4NDlakM1XpyWhcKJmYmDDGm3EvlUqhdwXpX9ajd2wXClmcY8zL8jX4FfwL+tYLHBscHAx5om34lNPC2vrLK8IBeA8wHmtra/HALjaCFy90Pzq41pFtyvYSyj7AMXeXbGcBxXg4elAyNWzj42NtmRrXNjAmORtRPFANe9ErX4VNZCzrkTnO51CMh50HJL/lwJPLHnI7Er5jKM4l/FnQ5e7rdBPa6XtDuoY9XV5ejpvWsDds12prxnnKWXtx9/ZW7yo/Ju2Tq2tIt+EnPgNezs/P2+zsnHz5hbAj+Pdr25uZsEfnz5+PmwqJu+Zk23koHJrAy8swocuk65DjnrffS1Padk/+DruZ6FlSHxdlB5fjhRr0kXPQnONMNff6e+vWRx5ygGf1esNqSv4zPsjOgnwWD/PX2vKzGSd663MeOUemsaPYXWzm2Fhuj/GvIxEPlRUvUQ5AF6i3ETiO3FMWu4tuVDUPGFFMhD6Cl4dnK5XB8O+ULxSy0A25CMjZFOgrUK/X1d81ydCKEYPw8bGVldU4hmzSNxDka7b3A8BH++CCXh4Spn+pb8OyK6M2rlhkbGwsbE8lHp4uhd8pyLYAWY89YZtj8JI4syJ+wCt4Pzw8Ej4QPzY8PBwxKmWKijXdPXhl5sYCXQDb7t1j6BRQr2Nba6FvyAiAvWnI7vTWgx6ANhg/2ivLrwJF2dRCIaOJiDnzetZDA7xptG0P8reguOny5cuyPbOKdWbD/nAT6nnNK4hj0lzuouZ4lwRz8XI5bBUxJXWxXdC6srKisa0pLqnLHjYMu5OJj0XZYGhjfoc8IV9jktnR0dG2fS8H7ykLuLu5u+pv/e/uUY46ALyoaCzBy4PgU1MHbXp62g4fvs142SoXS3mBa9o+YmwnuMOOHr1D+3cYL9XigRVu2EZGoLWi8aYP7qm9ranqn30tc6Crb4kL7h4xBfLDS1cqkk/sBPYVQFaxSxxHR9BlyhZkh5DpXuB4WXadOSo4RnriF85lWUFtrZfRjfSYFo4B2AEAW4Ctrss/sd1UHgDdVdEt/9099LYs25Ps65DsaXWdPeQ4tLmn+IJ2QerurMJGNTW3pF1iFubR2BLsCsA2NrAuX0I56gNUZl0XzTX5VGzPsuZHxKU5cGyzutQDwOHu4lkW85PkJyrqw7CNjY3bWPiHquLGcpx397A37m75Ah7ogn7sd05LomFZsfJqzCkpQ9m8Xr52T7jc05rjbLrDLwtbCk+WlpZjPjqnGO/ixdm4eWBmXS4pn4t21zOaq86oDHPSl146H7Ydu40vhs6G/EpDfiCnyx0aXH2ECmuvu/vIBP2oayyoD13weFnx8JJyBgDHOE85u4FLotljXNCrQc1Nq8rpjLRjF+w/F1fH5Geq1WGN4WDEMPgI5LGwiX5l8lWFQpKFgs5fCzKV2xzgVRdMS7DUXFvb/8/ruLu555CFnLp7rDdvP5XZeM49x5HW1l5ayhugc4whMpH7ccaQ48gG+cBm2INUV6hU2wXdf/fufkuBIfWQAWQEnMQWzE+QQfIo5CxnJJvkO5njpHUutzMxr5mR3J7X3IZ61E+2IMUX4Kcdd2/zJ9GiXW10j7m79iW1oqkpG5PTtKIYFFkFun1thi0CL0DFpvpN/m5FcQ1l6QvbNcXrDelOUzhb4qHQU1xAe4A29c9xd4/xQpaQPew8tpvYAkBeiYkqijGwo5S5lnyCg3P4CMpSZ2go2dsx2apR5THBXZGPoQxls6wQPLL20hJRQHu3v3oVcoDxy8HdwwYiN2XFBow9MjU2Nm7jmuOMKsZO8lWJPEcuFwXZt2yDHUNeOD+oHNzQ0FDE5uDjxV9l+XjaoJ57kvGcButZ3NO5dKileUAr8kLoHoDeMPdLutOyVkuJkFQ4fnOcnK+3fTtzlNw+oX/oJOWiwiY/nKM+p+gjdEN/HjeNSk8mJsaDPxv1hf4B1OsFjsEf8MAT6sHnEcVgOVQ1d4Z3+CPqund5AU3Qs99AP+FnvccnLylWWFBuAZ5h3zhH++4etsA9rXtpcffYlXkIOwhe6sFv7B7XB7iOdeHCxcg3YcOT7Z7pyYN3bTjnKPPSSy9pXnkxrjnMRy48xUSNdtwBXdGwpfbTdvp1d9GC/QaQo2bML4k36N+C5q1s1xT/1SUr0NzFl3Bs9evuoTv5PHpQMQTjimxMTU1ZmgdORl5yTHEEejQo3UCe3KHtatmlX9CzIh+zIr8BMAYc6/rUdC3F3c09AfKCfA2KhhHFMMQuXDcBuHYCQBf0DYoGyrqnuu5ut+LCeMI/5IY4gDgWuTp9+ozxMa2TJ0/Fmg90nTp1yq4Pp1Umh1OWPsaFzM5EvhXZnlcOljaJe9w9xifLXD48bSNf+Rgje1euzEu+Z1X/XOgBtCWgnVPr2rsefS++mNdJ/YI+4qALF15S3uVSXEvKdRoaoAWw/tLhgLt3ttlwd41dtg6w5ehbF5g3A5nsQaayBa0T5GUKBY5nIQ/u69swLe7pGOOBLULXkSNsFHM28mjEsxcuXFB+7aJk5lLk0W7W8aQfsrrR3yzLgh/EBvjQEfk8bNH4+ETMlSuKXUulospk4h08Yg0/XP6/GXNY7F/Slyshy+eVWwRmZy8GH+AT59N8ndyhtdt2rcHpwl+IGIbYZFRxDYBNhqaBgXJcpywornF3g3b6kEB76021zr/6/+lbve33kTX8NHOl3FbOaI6FDz6veRRyh/++cuWK8vHLnZwENnYjJxhvAB9T0VxiJPzRhOGLyIviG6eUW8UnMQaUoWwmO+nuGi/fiHJb++4e8gOugYGByKWntg+087i3Kz97u3Xztylnm3K45HPZP9JznmNX728sn+eFOc7LUQ4fPqy6hNceAAAQAElEQVT2Dqm/ByNGrCqvAD3IFuCe+gf/3T36657WpoXj8JWxWVEcwHUP/ApjA/8ZpyTrq4pn1iI+po6q9v/3lQMtxY+tsEGMB3FyQ/N2xoVcHfMI7DT7rIF8O63rYbuok6DRwcV45bCvJPeRrdMn7JC7h10wLYwD8TR+E53Cpl3QnAQbN6Oc0YxsHpBySt25Sbqn7qyl9RmtN4OzEcPldWeEj9hrdna2x0etyHbWQg42jr+7i8KN/91jlEcOka2acki5vDXac6G8JuXy7RuxBj/g7j0+tSJfTi5pWNdHx8LuMeeptue02GRsH8CYAIVCpvx/Ifwuc96y8g9l5QmYnwxqHjOoeQr7xAZZlmICd7f1S3cPmnoBXiVoyEY2BUn/8jLdmptvuXvIUmqb9rMoCE54TqyBLcYuk1N/STly5hgzm8hQkpskH2fOIDtnQ4ZOn07rdCw/fjbkKOE5F7n6lzQPpg3aok1kGDmADvoDYe6JXrY3h5bkrhE2qaY5L5BkqJcvxDqvnmDH3UO3GaOirl0jM8xxkb3x8bG4lkR8Rw6q1L7HjLLwDLCehXGFHyuady8o/7Gg/AC8xlaQE+E4PMt5Tn3qsA/01sW2AEu6rkEdynWb6uVvGjNoKij2hMaK4mH0pqrrDlXFDhXFUNA/cFWMmjC6Jxzu3TX4usDxLGTZ3VUpB23u6t87uDLFbIB70o9um9ffd+/icfddUfJyVmIMGUtiL2QDWFKujA9GoIucRyYA6HLv9qn3GONcbN/TgKyOK886pXwRQN4GueV4d9wHZCeLYWupuxWPC4WsU442BhQHoxPMeaqyxTmwD37sK+UKkj33RK97d51lBbVdimtfAyF/Je0XA7IsM4C+AvRxI8ATdAP+wCd0CRuW+1zsWoILmte+pGuMFwWzmt/Oap431877zUfuAn6jj/AfXcQGEoOBn3bdPeiiT1XpDTxkfjei+SbbVfUfXgyIJ4VN+ksf+rA3DpD/lQeJuJkx6R1/ZCAHxo3ttF5TTFQPv4QNTcfXYr+heLuh+IZ8Grhacb2s137ujd7Xcm13l/4C6Dg6XVIsVgpdLysWy/Ukk41nXJu6nsnatKhqe4ybEVcxbuhjPlednb0kfUanLyjfn+BCO3dFfmFWMTHP/MzNzUm30e95497Tq/V7LWKWlhp27+o3tgt9Rq+5dw4YUZ6B48SSvXbJ3UVx99/dzX09UB5wz493/aUOdSvvYIt67jm+9Wt4Sns7Afcujh2QsaOi8JkK+Ro7iRzA18Tr0bieQe4GX0X+hnEoK24ndsl9ybX6BT6AcgDbObh7yBT6jp9FnlaU/1hRPMY1PNZrazXZhUaUw85AawfczPW3/tfaS8ua+mu0VL+5bLXmFVttXraV5iVbbly0pcZLttg4r/U5W2omWKzP2GL9nC3UZuzK6jmbXz5v80sv2eWFi3Z5ftbmlbtH3ldrq9bQ9aNWs5Xokqy2G123chd1PcDJhuwbfhGftqRYcXl5Sfm1lc59P9jCZtwnsLnNc084c36DE6AOdeEZeoWeoXf42nyOkuapZ2Oucabz/NgZzUvOtmHjNvtAOs+1lLNnz9mM5rngJEeNTs/Hdbol9aEWdh1aoAlwd1brwN3N3eNYS/a90Wio3lrkttbW1rRd15gnaDYbsgeb8yIQ7OGnpXHrBVC5u2xkFjEVdoW5xIjiiYmJifjQD3aHWGogYqNixB/IM+PBGkAvAHSEOJ4YpKIYn22OFwqZbW9piU/WBg+awFlVrMN8Z2wszXeqinOgE/wDinVKkVsvdPpRUOwDoH+cpxzlK+15RqkzT3K1BUjTWrblAt+akn/Gh/Gr13P/ncaL81si2PXJm7tib7/dXf61qGsQA8pNd+91HNO14XHNAcY0fsSryAdjwxgBWZa1xy4L+WJ8GDfGvlweFC6g0rlHrVAoxrjZdRZoS2PWlH6lvABjR56T4y3pYks6odHfFBPnsDHY6dx2YW+w3Rxvht1qJpu4AQN180OZ4gv6WCwWrKy4A30abt8XPyKfPjw8bMyFOV6Wn6Hv8Ic6vQCvON7LH+oMCxdzKgB8Q0PVDq8oDw7oAay/9DnQ50CfA30O9DnQ58CrjgN8mASfvh+E82I17lfYD1w3Mw76ycur90IjH4ngYxHMPd7znvfY7/3e78W8knhyK7zkdPkICh9D+YzP+IyIy3g5GS9U3qreZueI4+69997NTl3zGHRDwzUL3GQnmL/zURj6SRzMvSfvete7jBeS58BHdsjNMJ9DH37jN35Dc+Z0z+huuwNveXnvjX6J927pu1XrMc58HGov/SPP8wM/8APKo6ztBc1VdY8dO2b79UJikJOj4oNFfJwH2R3WvI+PH/Gi51y2WSPvfMQH+T948KD9jb/xN4yX/YJjr4C9/5Vf+ZV4lnevuK5XH11Cp9Ct65W93nnsJbrO/BbdxwbAqxze/e5329133x35A9a89Hk3L8Em73U9Wl6O83xo5G//7b+9b0398R//sfECSj5eQh/dPXIo7h7XQ/jAwzvf+c74gNQzzzyz43YZY15Medddd+247o2qQJ7kx37sxwz/v9c2yNO+733vM17kjQxeS3f/yl/5K3EPJjEatg1fdubMmT01Tz9++Id/2LBHe0K0oTJ494s/oCYf9vu///thr7Az5Ks289/YO+weeowdxB5iF5eXl0GzZ+BjfJ/3eZ+3Zzx9BH0O9DmwvxzA93zO53zOviFlXoct3jeE+4iob1/3kZmvQlT4uL2QjT/lg1t8JJqPcbJ+7LHH1s1z+PDLbttw37+PxuU0/L//9/+Mj3PyDAoxIc+LEBPlcTprPj7Ch8V4fpQ5zhvf+Mb4gC5z/xzPXtZ83JOPZe0Fx3bq7qd+03diRWJGeMIchjkN/MqBOU8eMzEX2k3eY2hoKK61bqd//TI3Awf6NOyFA1/0RV9kzEv3goO62OIPfOADxlyFOQu2a6NdI2+DvWPu94Y3vGFXNg2biY7S5s0A+5nDoT/MhZmfYfOxc9gzfAE+IbdzrOEtc0d4iS/Bp+zHhxqh4cEHHzT86X7GjTy7js9BTmhjJ8BHxt773vca/mQn9XZalo9lftd3fddOq0V5PqDGh+m47yUO9H/6HLjJOcA9Z+Tv9ztvdpN3+yryyCWT373qxC4OEIMSm+6i6qumyv/4H//Dnn766VcNva8GQt3dvvEbv9E+93M/d8/k/tmf/Zm9+c1vNj62RyzBdZ7rXYenUe4P/83f/E1DH4jTuCa/G38Nrhy+6qu+yr75m785rqXkx/rr1zYHstd29/u931cOvIaRcW8+N60DGGrWTJB5UIWHCLgZC2Aix4MqrAcHK1YsltYZZHcudmdxo37+UoO5uUvth3Av2dzcZZufnzdulOIiJBd7aS9nvTv1PRJnTFp5mISLwDwcRpvV6pCRFEg375eMC5/uN58ZgH/0q15vRBKZh854WPn8+ZfiZW8f+9gJe+655yL4IfH8+OOPGzevPfnkU/bUUx/W8Wfs2Wc/Yjjc55//mJ04ccJeeOEFwcn2i+ZOGRPhF19kfTpwnjp1WscS8MI2EgDcsHP27IydO/eS8YISXvrDgxXwHUcOjabF3fVr5p7W1rO4exxPMtI0HuoAqAv0btNvoKf6Pmxe/cQQslmMB98HQh4qlaH42EQlHoYajBstipLNLCuofRdc79/Vx8woXygUQq7L5cHAidwBg4ODOl5UOQv51q+QJtrEojier3UibpRj/Gu1NePBllr7RRmsE//rwcv95xetXxvSOLaCPmSgXq9LRhOk7fTAFdsJGqKzEeWbzVa776b+egdsw+LuoZvJfpTbfKzayMio8XBS0udqjB16XioVo3yWZYHTdrHAxxyQSWiH13wYCJlnm2PNeJio24+8Kff1/aEc5bFj6A0XDl544aR9+MPP2OOPP2GPPvqYPfLIo/bBDz4i+KDg4Q3A8XTs4Yfz9SP28MOPqP7j0vGnDd1Gb3ngcX7+SsgJ4wMfAHfPyQu+uHf3c/pqazVblWytab1Wr1m9IWjWrcEDjjx4ZUlGW9bUX8OarTVBTaC1AfU4znmgV6412O3aOgphXWpCV9Axxo8H/9AX9K8SD/8NRpINXXLv0typvmHD3YUvCxlAFpAbbHxF+kyStiKcAwNl6V/BzBI+xtr6yyvGAfifA3ZkbW3NVlZW4yNz+Hb0Bv1pymZci8i8PufdvT3+JUOeGHfsLvZibGxUNmTIyuUBlSmGrLi7uSewPS7uCY+7t3EnO+TOcdPSXWsn/nPam7In9J8HVbHzm9mbqNDz4w4+j7bQc9MCDmzU8vJSxEn4bezDhz70VNiaRx99NGzHBz/4sOzM1vbmg2GTHonyDz/8qOzNE4onnjVuUucha2IBXpBQk28y8w4d7m69i3vap6/Qx3jykDn9BGphd9aM45xvYW/W2YlebP3tXg60xCcA+eFhZ/QHni4tLdvy8rLBZ/hKmd56G7fz88hRqVQKHamE3axYtVo1dIg18Qvn3dOYbsSz1b57FvYcHOACJ/o5qDlAuVzWuVwvE25oAqy9uKfj7V25lVbIDPJDX+kzfUeH4AV1gbz8fqzBlwP4sqwgukuyNYMRh1TkY6qaX1TFM+YdqV9FyxSTUP564O5RxN2jDj5sUDEj+IAuzlL4sUIh2Ri7zgLNyAiykPi1Iju7IvmoBQ857+7RZiZai4qLGedyxK9DirmGJQfD6mc5bKdpAZ/ET+NgpqqxbspOo8PIIWMyp3kbL209ceKFmKs8++yzMTdJ85Qntf1UxELPPPOsfeQjz3XmKsxtsDOnTp0y5iAzMzPGvIekYP5SB2wPbTDmtNdoKAaRHe3ti7uLNjcW9/Vrjl0P3Lt13F38cfU/E++LGvcEjBG8GhgYsIE28PGdjcc4zzEA/gLw2t2DRnc3Fve0ZrsPfQ5s5ADy3ZScc7ygeSbyhJ3B9mBPsRPA0FDVOF7SvAg5o/z1gHKFQpLrkvwAMlooZJL7ZGfckU1gfSzvno5txJ/TCr0A+6q5sdim++5uhXb/sIFDQ0OyQckXMfcjpzMo3wGdZullPdazqLr1Am1jJ7AZzMWuXCGHtBh+kjiTc9jHnE7Wa5oPLS0t2ZUrV5RzuqKcUyqPDV1TrNpoNIxyPc3KDrY64O7BO/iI/mO/oXtiYtwAxokxymRzbcMCveCmDeiiPdrF3hEfrq6uaM691mnfPRMGxiEH7erf3c3dtWVRtqZ4bWVlJfrDnJH8D3kkckZPPvkh46ZF5pcf/OAHFSM+vCU8rDlpgkei3oc//LTmo89HDgl7PadcHfxryDbTH2vPBBM5LrpMwNrNjDE00dgSNMMv1RQbQutSO55hnOBFwmX7uoCzF6CRcasoDhoZGbZc5lLcUpW/H2zniArmDv37Sk5HhnppyretzUf8b7693dbzOr24utvbxXL9cs2IBeoRYyxrPrIkPUJmGVPkoSkbRrs5Jljo7sFL97TmJB34sAAAEABJREFUHGUoSz30kBjg9OkzRozwkY98JGKIR5VH+WDMabr5krSP/G527IMxryEHw9yI+ONjH/uYYo2zyjNf0vxzOXQLWWuqH2aJHpFl11qgs65cLXSSq11W/L2iuSz7deXHGrIVlOlCUzkx+LMWsdiKdDLF62s63uyMfz6+qe12HiYNokhxw3YUwmaXwt5jJ5FRoKJ4FPtIGdvh4p5FnIPdAg94WQPYXexWwl0wluaG8eRYH149HOjKZSvsL5QjN9hAZIAxx1/xUiiu32ATOUasSznKXw+yeLlSIeQKvACyWywWDF8PHncPNNDDRr6+eluaIT1oKV+A7CVotfWG0uuhFWVb0TfKoo+88BP9RPdWV1dD5zlOWfdEx3oseZtJDwuFTH1Jegcv0A30BD6xLmv+RB/dN8dlmyzuqWyWZZpjJNzp2kS6bsVYFNvXJSjjnsrbPi/woCnbBz8a8t85r+AT/AKISRqyazTtfjUd7m7QCGhT/K0Z87a59ryQOd6zukb1xBNPRh6cXPjDym13bfdG+73ellOW3NQjjzxm3PT4/PPPGzmvubm5sOGMbU4fNADubu5u65dWyEVD/awpPlpVbEX/iDfoY7LfzSjTlJ1bX3frPffUFrIyqLk8dnliYsKmpg4KpuLDXHzY+eDBKV3XGNUcezB0YSusjA2wVRnO0d+CYuii5vO0TQxz8ODBeOiVG3UPHZqy8fGJiKs5jy4X5EvcE83guFWhIbldkX8mppidvWRcmzl37ryRazhz5qxigdOC7gsm0zGOXwvO2JkzlM/hbOACJ7Hw7Oys5g8L8vWrIUew2N1DFt0zcyf+bUbci8ytKB7gZZnkO6BtZuZc4ON6bJeWM5L3M6Lz7HXh7Nm8HOszqndWOZXz8YLrOekLfFhWnFZTzA1vkK8cblUZ2E2/svBhmaFXpVIx5gDoDrY/B2x/gmpcc0jbQ+3tSswdiJ8AdA79BB/66u7XJCsfD2wQ47S4uKB4dVbX5md0/f5MzLtO6Ro+H5FDRoiVkSHKUievf80GbuAJuV/55tx/sk6N0V36XZDdgY/Yx/HxcdmlceUdR8SrSvA45xF8cukLtVvy/Y2w2TXp1Yr0azE+boKuAXOaf6b7RFZiHoIdz3PD7m6p3ULbzw5EW/hu7CQxDuOGvy0UMktLS31YD+pJOnUL/bY0WA3Zx1XFRPAv2aALshnI2WnL7yOZUV4WPifbsRw8ph6scHdzx6Z1+ZVlud4MhC6Ma5ynpw/Z0aNHjZeo8LEq/OK4jiMHyENJeSjqgXMvAA5wcV2QMaYNbrQ+duxOu//+++31r3+dPfDA/cZDfceP32N33XUsXrySaDpkvGSaOlxHhDZkI9d39BgYVD6KY5yjzMTEuPGhMdrB39JP8B4/ftzuvvsu+eHDwjspOR8Ov4+MQyf87wX67e6sAtwTX9Hp3riMeSfz7IWFxYizVhXHcD0EXFGx/7OPHPCQb/e0ztp+gfHLskLHtmRZZgXFYEC+3bvOslQ2U333hMs9rfeR2D6qDRxAJ/AHq7Jx6Mzly/OKAS/Ij56OHCY5IfKZzCvIEz0e99d9SPmmDxvnyD11763jvroX4tr4yZMvxv11p3TtCuA+OuCU/HKCU/LTp6KdM2dm5LvPR7uzikHn5+dj3rKmvDO6DY2Q7Z7kwd3Z7UC+685xV1zZitxRQz6RvjVkw8EDgAvoVN7njY243V1z46KVywPhV7GJQEX5VKAc13xLoRvu0H99grIsk14VAi+2stDWK9acc/fQyRzTRpry46zl4sKXwxtigrRuxjHOXw/ADcBjADnCDxJzMQd98cWTup75vD399DNxX+bjjz9hzHPJsZNzRLZ4eRPXPZm3ks88EfdonpQc9crQaclLAuQISHJ0OmQo3z579mx85IKYB3mGnjVdo6Bf7okv7t31xv7Bj2bM95sxB2lIhpqa6yZoiS/USHkPtl5tUChkksVyzHXx4xOag+e+vKI8aS6PmWSMvjG2OaR9k341lcOoR5zD/Aw+Lyws6FrKvK4RLcS1pDzWTnVaUachPawpr4B/JmZHz6/o+tOSrmvUNN9qiu+U3wiZfEKWFSTvBcXApYgR0CFiC/Jw0J3iU+4x8JB9DbHWdt2F8e5CS+MLUI0xBti2OJ62tvub8CTeUZ96XXzs3SqQ+kh/WzHOdeX5Gc9l5f4Za7aJz5rSo7zsxr73Hnf3sIcpTh0MWR0bGzMevD5wYCLiROQ0yzLb78U9lx+XjcXOZpKjdMzai7u3tyzKlDT/Lcu+I5PV6lDY+UHluDhWUtxekH1295ChnAc5AvqNXmCjsFXMU8lznDx5Mvwr97En+FDk9j70oQ9bbjPJGea+F7vJfITrmFwXwvaSb7lw4WLcr45fX1A8zJisKN9Tkx7iG3N6oMPdr+ordLo7qz7sKwc8eG2W1shyFwohV8gNx9K6IJ1I8pj2M+0XohxlAPfM3BM+8Fp/2TMH3D34jB7jY9Br/A26PjRUDV3neJYV1uk3+mTmxoJ+o28rkcu8EnEueoruEhfxQiTuOyDG/tCHnpJ+p9ga/X7uuY8qDv9YXOflnvlTp16MeIc4h5zqhQsX2vp9WXmfhYibV0K/a+34pRE2GXoy2Ut3N/cuQJ+7s9ohtKK/4E2ww+rt4sn3rsclb9k+e/Ou6DPUubvko6i4pCxZGIx8TrVaDZ/FemhoSPFKWbFLMfhue1xoF7tdU7y0InlK98CsRizGcWQtt+mpKVe7JnAz8/iz9kI0QlmedVitLdvi8hVbWL5o8ytnbHblhF1YecYurH7IXlp9UvCE4HE7v/qYna89Zi/VHreX1h7X9uM2s/SYnVl4zE7NPWovvPSoPX/6MXv2Y4/Zh595wp5+5sOS3Y9KZk8pLn/J5i5ftqXFJcPfMfa9MtkmK1buolXADs+gUH5lZVX5zeV4tgNfyXUp+JD63ZQ8UvpqgGc5UHZZcQmxZz5Hwdc+99xzMad94okPaZ7ShaSPT4cvpsxHP/q8+nOi/RzZSc1xX2zDqc78JJ+LMEfZCOjt+fPnI1/Nc2zEwavKTxEfQWMvP9w9OuO+fg3fmoqV4Qvjna+biq8S5PoU1W/4j7sbdBcU5xR1TbasOS1yz7VxYnTsJfYzUxxvmyzu3f65e+DKskLoVUH58CzL4phOaYyRWtt0gX/phEf5gugpKTbDPie7PRT6CX1FXQt0T+3alot3cBXVt1LEc0UDt7ubu5tZDrJcDI6lxZ3jaRvacmhq7JoxVq3IU+THU8nX1i99d3dzTwBfuRbEeFUVSw+1fSz7ZcXY8L+osUMm3P26zHL3GD/Kg7vYvseiUMhlyjttmxbo0Sr+3T3WHGt2xqzZ9qdNySLAmCeIwj0/qV4z/DB2akX2GtvDNnaI8wm6ldy7bXKOM+6uPhTkQwryMwPyJ8nP5PoFb+BLJj0xLe6u3+39U4e64KjKb6GvrKviPXrLcc5TDoxNyS105cCxPvQ5sI4D/Z0+B/oc6HOgz4GbkgO8TJIXWO6VOOIwPvSyVzyvhvrEQLxMkvsG90ovc9lf//Vft8///M83XuoFH5mjcO9HL5Dvdnflu0eMj6DwMRRe9EYMthsaoP0P/uAP7F/8i3+xo+rko0/pOu6OKu1jYa5R7RYdvGIO/ju/8zvxAlVeogr8+Z//eeTNdot3Yz3i41/6pV8yXt678Vx//8Zz4Mu+7MviQzd7aekDH/iA/Zf/8l/2gmLTuryQ+L/9t/9mXG/dtMAeDi4uLio39YxBO3KdA/L+4osvRp5tD+ivqkof/tN/+k/29re//apzN+oAOvUTP/ETmgNn+9YE723ABuT8Ys3L6U+cOBHz+902xMeWvu7rvm631fe1Hn7lO7/zO4179/YV8Q1CxosxGesbhH7XaLn2/Fu/9Vv78lGuXiKupbt/+Id/aOSJe8vuZRvf9Gu/9ms3zDddxZ+9ELuh7rX8N/aO+4bQ4w1V9rz7Iz/yI/Yt3/ItkRfcM7I+gj4H+hzYdw7wES1ikb0iZo61Hx9b3CsdW9Xv29etuHNrn+MZiZGRkRvaSWLevTRAbuSnf/qnjReL7wXPteoSCxETEaPnkH9YjNzEtert9jj9+Mmf/Ml4Hmq3OHZSD/1+3/vet69zKuKmE5rLMKfJecaaOc9eYiZiST7AyodudtLHftk+B16tHHBPHx381m/91n3tArZro10jb4O920tDfIyK3PJecOx33S/+4i82bBH2Y79xY894XxM+ARuXA7wl94st3M82+YgHObBjx47tG1quCXzf932fPb2Lj7i4e3wE/eX4kLm729d8zdfYp37qp16771uc+fmf/3lDxrco0j/V58BNwQHml+g5+fubgqBXkAiuS/Ihyf0g4Uu/9EvjHrb9wHUz4uA+v1/5lV+5GUl71dPEPYnvf//77Z3vfOe+9IVnML7jO74j3nfA9RKux/MhT2KoHN797ncb83Cu0XMNnXse+KDXfhBA7on5FHPo/cDXx3FrcGD/rnTeGvzo96LPgV1zgJvVmQQCbDMJxeBWKoPxQAgPkXPjOx/VYZ3f9O7uRnkzN3e3LEv73MDPxVteCHTx4qyxnpubiwfgFxYWjACAMnl71rMUCoW4ib9SSS+U5wVLw8Mj8cAYL0bmxTzQVihsfGDM7WZY4Ed64KgeN5fwQMPc3GUjmXHq1GnjBbK8zIGHlJ988kl7/PHH44UPPNz41FNPa4L7jD377HP23HMfjbL5g8s8hHUyXhrCA1Wn42EqJu/gBNJ2esiKB5x5sReJkvQw1aV48QB8ZyKdHq5odtjlvhnvOAakYs2eBzx4qKrZbFr+Qgz6nErt5+/VDzJBJjJGIMLDLkk+K1apVCJgLpfLVo6HYHgAKZNMbo8ed5fsZobsIVtl4RkaGooPWiD7G+V98/662gN42KVpjUZd418z5Dx/EK9WW9OxNYP/8K/nWSi70QttQbeGTeMGfc148IYXPwHIRRfqQT99ABKtXXmBVnf62gWOAe4eD+LkDymhx8PDw3GT5vj4qJHMZ58xI2BkLOG7u1N910DfAGiFv7WeB0B5YTJ9azQaYa8olzfk7u1x85ABdxd/WuLNmsZuNR4aPn/+pXiZGcmnxx9/wh577PF4EenDD/Pi0V7gxaNA77GH4yXSlH3kkUdU9wn78IefCd1GZ7ELPGy5urpqLPAC+wu4QxtHAbZdGy3R17C6+rImeaqtrRof5uIh1bX6msZtzZot+qnxorhLj1pN9buu4zofH+WiDFC3lgEqbyqvPTUQ/6olQdY/ghNH0o+7t/WkGHa6XB4M3UNHGFPW+bi6Q4Bdd3H3wIksIDfo3+BgJXwPOMvSac65bw+f9ZcbxoGW5CEHdA2dWltbi4eOeVENgCyjg5TbjJD8OGsAWWd8k+0djHEfab9Mn5csVqtVK8sm83Ciu4e+boZ3L8fcE178i3vadmcN1nyd9AGa6TvQ7X8tXuzDA+fYnrz/lAVDL1h9vZcAABAASURBVLiDz3vsTUP8q8XLCeYUJ+G3ednTU089FR/keuSRR2VvHtnkIwscAzazN49EHewVL0rg5Qh8ZIdYbGFhUX6oZiwb7Q3H3J1Vh8/0Mx/j1dUV0bpq9HFtrSY8simyRZSJSv2fbXEAuQC68rMa8kO8SLyA/GzFU+oCNJbrz8BAOWwxPrdaHYr4pSrdyWNmylF+J4A+oJeDg4OKwYcD51D7oWN0knPIkHsWaHOa8nUc7PnhOH1blb+jrwDbPOAPLzjfCz1V97SZ4wRJoZDJd5XavKqEvRlSvFcVz+Ad/cIeuTvFtwXuqWyWZXFjROJXNfiFD8vHoKB5C2XaxeWXw9PaxiWnFxlI/Kq15WMldK9eb1hTMTn1wFfQvAnAf9IW/SHOyuNX+kNZ6oCb7Rxaig/q9Xro8tLSUszXeGkrNoN5CC8y5CUsTz7Jix+eNF76QCzEcWwLZZ6Pjwe/oDgpzU9Onz5rZ8+ea788+qLNzTEHmY8XjnbHfM3q6kejQexh5u5XgWlxd/3u7N891XF36/KnqNi0FOOD3A7Eh7hKIQt8oCvBgPa7QLlegI/wGZzu3Tasv/Q5sAkHWj3xEtsUQXaQKWwE9gZdxfagr6zR32KxFLpA+a3A3UO+iY3ACbCdy2imnIxZklO7zgJ9CZphW5qaLOaQjl8HgU67u3SsGDqU968qH5THc6wryiuVSkVT0bB/CXcrtoWi/e8673GMOAObcaX9ga3FxQXZwiXZwdWwWfgNADzQS2xC+fn5K5FzSuWXI25Jfqau/iWb024sVtRnw92Dp/AQG8H4kIfiQTsuemJT8RGctw0LOKABemirpjka/pzcS4JVW1O8zHmquqd+aqX+miDf764pSx1eFggPmDOeOnXKyCM99dSH7UnlkZiTPrzpRzGIDzfCw51Yknof7nyQ61TY6znFoEtLy2Gbbd3Spck936YAY9fU3LOhOnWNS005vtUYI8ahVluN4/CG0jcCwA24e9j3Qc0fGSfGDZlDBqvy7xwfUJxUbL8k5UbQAk5oAZry0awTMH+Is/zsELpxgkxK6EVLfrspHW3pQA47RHpV8ZZw1hULEJMhA4wf28gfcpi3p55IVk2Qy0FaW3uhHFBTHoaXNl64cNHOnDkTL4YiZiCGePTRRyM3sv5DLl3Z/OAHc7ntHmMuxJwGuSf+ID/KfGl2dlbzpyXJ3lrIIf2QKFyTPrNEr1gX5aET/UTHuv2th52gHy0KmnqtdV0xSyq/LBlfkV2pdexQb1naV5X4z+uz4+4d+1IqlTS3HYwYdGRkRHmyYeUzB0OG3VNMbTtYsPfINjJeUV4U2wWwXZHdLSuXUpLtLRQyyVDqD7TlsIOm+kVvIg70jl+WZeGDy8qZMOaMP7FFsoUjkrXty5c7epIZ8lIsFgIv8sV2oT3noD13t+0tLcldU3rVkt41tW7Efkt2R9Kobc53IcfZkt4BXHMgX41PIdeCzqKL2CbOU959PS0cz4HzWVaQfhWld+X2HHBIc1ugKt4M6VhZ50uWiY+Uvx64exRx96hT6uh0JfAOau48oLkGfCuIZ+i1e6rTS5ft09ISLxOfGmGX4A82DV6xzm15SzylSXc3d2cz1vQbgFYzDxyLi0sxL+SlmlyHwoY/0f4gF3HHw5ELx153bfVm9ptjDytOwY5j/3l5Ly8NxIbP6TrZcs/Hhdw9+Onu5u62fmlJViQx6iv2eE25qJV4AeKqfECyxxxHLnKbnPd3PZ5r77m75L4Q8jCifCQvV+YGl6mpKeODJNPT0zY1dVDXNEZlsytR1jYs7hvp3lCgZzenz90DF/KC7JADpd0jR263I0eOqM1D8WFYdJrzSbYKm/DIbrmFXMGqcpALuo7Mjc3EwufPn1OuYSbii9OnzxjXVYg1zpw5q+NbA2XOKC4BqMv67NkZxcHn4prtpUuzunZ6RT5+RbaqGTx291hnMbcyHW/JljVCT1ZWVnTN6Ip05ZLqXzByrjMz50QH9J0NGs+ILgCZvx5Q7ozoO618CutE23nj5ZzoC/OB5eXlkHlkHRkCbrmB30OH3LvjVShk8mGlzvwU39gLVc1Vq5on5MC5iuKoimKnQc0pBmXLy4qhyBWhn/jBLCNOc2OB94C7h4zkx7BBjA+2eEH599nZS4ZcIKsA8zleenxGssHYLki+a5o7NjV/AMAJgO/lh3zuka8t+ubu4mVRfnRQfm5YdnDMxsfHIoaFb8kulVSmIHuWtW05+tLUfLDR0Rfm57zslXtFALbpP/69pvlDXfMR9J7+u3vgge+lUjHGkbHpzvVGwhbTdj4ubTfX9hf0oRXb9gotN6JZeANeZGxVufUFydiccq7YR+Ts1KnTys2+EB8NwYYgY+RHem0H9d2dVUBTc0s23F3jV4yYqCJdIAdy6NCh9ge5jtrtt98mn3Qwxh6fRJmSYiD3zPa6uLvkpyQfjIxV1ca43XbbtB07diw+xPWGN7w+1vfdd6/dc889cfzo0SPGSz0OHZqKD2dNTIwbPrQq3UYuoW8w9Lgs2S1LXgYFFcnwUMju+Dgf5DpotMMNr3feedR4eOT48XvWfZBreHgk6tPXguI6+so4AGz3grt3dlNsVg+bjb9gDBYXF+U3FiI/vqI4Zk05opz/nYr9jX3jgLubSz6xEb3AOLKfr3u3e49xHACHO7h832jrI7o2B9AJdAMbt6RrVfPz84qzXor74Z5//nl79tlnjXzmk7pWRZ4IYJvrV+SLyJl2r1edkE08KZt4sv2Scq5dnQpc2EsA3wywjX9mTcxGXIdtxY93Y7CUe4LG3Aa4u7knWN8r1y5g8kUtxZCNiCHxddiHHEeOR4Vv2H9vG+4ue4tfLXdsIvdd9trM3N65J/q3Iszdo/+FQhZ4U8xUlD8pBGSKnQB3N5ZeWtjfDCjTjLioKb41g38c26zsZsea8mtA7ivJTxJ3zMzMSBZeNOQIWUFuHnvsic79meQsczl67rnn4sNd3M954sQLqrdRhpAj4HRHnpAjABnK18jSSy9dsMuX58L2I9dJBppBes4b98QfDrp3tyU96n9TfMjlJ61bmhe3IvAh3qHWqxPo/4Dy9cR34+PjMe/Flw8PD0euhli8pDiQcvSQPgNsA2wTO8JTYknyu4uLy/K1izGvQ3eXdK0Dm4JMUJ41skGdtcgrMKdb1BhdjutJS7I7NcXmLfGYNnJoBb9tnbwPKO8zqFiDuIMcAnSjSxwvKGZw+SB3xjMHu87CeCZI7eXbkgQ2r1N789N5Rda9AE72N6/1aj4K7wDGmnGuaZ6xork7c46kg8mWUwbYrK/5cWSPsSwp5uXaLXEmMsrHYCcmJuIeEGSAMpvh2Y9j7m7u6wG87s6qA+4edris3DB2HblkDd3IJH2Azky5DfrXCyBhH91YU3wKzxY0T+X+WHKC2EzuY8duktcDnnrqqfDHnONjmNhN7OuJEyfaNvOU8jVnNBcm55LyGtyjhl9f0BxmSbq5qnwPbTFOtA0N0AK4e6ff+T7rPuwfB8TiDjK23RPPkfuNkGQnk2/PLMu6Pr4gW5dlWft4pnNAwmPG2l4zy43tqIu3hbaOD2jeXI44Dp+DXULf0XPGA3eF/QOsvaBb6Nha2+/hH4lPTp06Fc+kPP30M8ZzKug1eo6+E29z/NlnP6Iyz7XjohMRWxMzn1ZOlpwDMfOFCxeMmPny5fnwwUvypdhd9Jv7JaAFGiDH3dWXzNw9wLS4u363/08fu4AvA7Zff6uSic6W4i/85FYlb45z0Ovuko2C8hYDIRfIRA7EJlXlPvENxWIpeG97XGgzydOacuir7evlq5H7WJMPqetaOvEZ5WjKnfEFTGNu65eWK85tKncIriVbWrliV5Zm7fLyWbu08jG7uPq0vdT+GNf51cfjY1zxIa72x7j4IBf7M8uP2Zkrj9mpy4/ayQuP2vNnHrNnTzxuTz3zuD39zFP2/Meel086rXklcfl8574CiHF30eVsdsDd4xj2jYPIMLKM30K2Aa5XAvS50ahHPyQ1FF8H8CGHhGdNPFtW7DkfOX/mC/l9mU899eGYm3Ad7sknn7QnNed9Sv62q4sfteef/1g8a3Ii5igvyOe+qLnuKUFan1JeMJ+LsJ0DxwDy0efPJ798+fLl0Fn6U1dOFsLdU9/ZvhbQH/rCvLbRaMQ8l322WbcUR7dQ0p7nT66Fa7fHwQ9Q391DtrGBJc0dkHfs4rDyecOaVxCrkd/Px9M2Wdw9jrq7xj6TXytIr4qCQmy7u84DGuXom3Z7/nNaOOTubRyZ6jP3HpDdHoz5DXZ7QPOfYrEYZew6i1B1+kadBIU4Rn/cacuvg6V7GjqBZsy3GyG3Tc2fObZJt7oVb5Gt1M+WbHyCvFvuHjxNMlTqjFe1nWNOMlSOnDllAHe37SzuHjKUxi7JVJalMXTPzP36eFrSKcYJ28q6qfFracBykFRa78Jx9imHbqd7FpcNXcc3c6ypcadMDu6b0dGyTHOHQiELWU73oydZRreAJNOlKOe+GQ675uKeCW8p+A2vmVOzRn8B5jElzcNo37TQrxy02//vc6DPgT4H+hzoc+AV40C/4Z1xgBzqZ33WZ+2s0ial+agXH/fa5NQteYi+/uzP/qxlWbbv/WMeywd0euHSpUv71g4v/uJ9CZ/xGZ9h3INBbLdd5NxP8ayuA2+3/H6X4+MYvCR7v/HuFz7kgY9xffmXf7m5+36h7ePZAQeYB33/939/zPF3UG1dUeZj733ve438zLoT+7DDSz35mN7Ro0f3Adsrg2Jc14tfiReUurvxMcL9/ijXfnPxvvvui4/+jYyM7DfqXeO799577ad+6qduiM/aNVGbVLzZP4LEe5Z4ofh+xE2bdP+GHcp9043+0Bn84aNlfCjnhnXmZUD8gz/4g8aL9937fvxlYHe/iT4HdsWB48eP2zve8Y6ou5cf7Dl+ey84Xo66ffv6cnD55muD5yTe8IY33FDCeCk516X20gjXiPgoF75zL3he6bpf+ZVfacwz6M/LSQsfuPrt3/7tff0o142g/4d+6IfsC77gC24E6j7OPgduWg5gD5D9m92+kef94R/+4XiO82ZjJh/l+t3f/d095ehe6T4RK/7n//yf47nI/aQFvpBD3g1O8s43en7fSxexKB8R2ck1hLw+OdZv//Zvj/cW5cf66z4HbjYOvO51r7M/+ZM/sU/6pE+62Uh7Rejh3rkv/MIv3HPbt912m33iJ37invH0IrjZtnmGcb8+2HSz9e1moOfAgQP2b/7NvzF88X7Tw/3gf/iHfxjXcX7hF34h1uT9n3/++Xi/xn62x0fFwI0/3U+8fVyvfg7s/x0mr36e9HvQ58AuOJAeNOCmdSYfICgUCpZupK/ES2q44Z2L9gA3klQqgzpf3HAzj2s/s2azFQ9bLSwsxEvJZmdnY83DPDxky4tnuGGKG7p4IIf2cnD3uBA/MDCgSXDFaI8Hm0dGePi+Gg+Q8fDlrBsKAAAQAElEQVQMtEGju5sZYDfNkvjYMB5goI/0lb6fP/9SvJjhYx87YTyYzIsdnnjiCUsvDHkyXnLPsWee4YNcH7HnnksPU5048YImgy/YyZP5Cx9OCU8Op+PBMR6cWv8g1RnjQSoegqRdbpTjwUqS2NAE3xknaHXfjH/pWH6KckD+QFWz2ew8VMU2wPkbOQg5LVywJ9geGCiHPDDJrlQqNth+WdqAZKdYLMUDLe6pH1vR5e7m7iF3yFSxWDRkDJzIerU6LNy98r75A51CEXhMC/yo1xvSgzVBbR10+d9Uyc1x6cS+/reimfiJB4ugDxmo1+sK2nphLeSWF55yDqAc5RlfoJcw98S7jcfgIw+0DbZfRAEPeRksgdzY2Kjxco2KbEgaq2KMFePq7r2odrwNfdAK3aurq8bLFZB5Hi7iGOcokyN29xgzd4/xd3djoVx6oLJmvKzl/Pnz8XDx008/Hfr66KOP2aM9L5P+f/+v9yWkV28//PDD8eLphx9+RPUfN/A8//zHpMen46FP7CL08pAUvMt54Q49LhqtDW4szVYzxokPcaWHPFc1jmtWb9Ss3qxbQ9BSGfABLWvqr2HNVl3rNWvYmtZsJ2hpj3LgTpBkZf2xdMbdNV6ZoSeMH7rCOFc26CD9cE/02haLuwfvKZ9wlqR/A9LtwfABvCyCdgqFonjgIb+mpZWEWlv9/+tw4Iachv8AD/zVamvth62X4uFhZBJ9a4UMbt58S+MHcNbdjfFnnHmgDpuO7R0bG4sX6bGPnFHG3UMO3N32a3H3Dk73zbbXtwTdAHYC+4hNp8/YGqBWq8k/SrfkJ6lJWdaAe8KPjgMcSzysxYPfc3Nz8fJW7AMvO3hUtoaXFz/88KOyIcm2XM/efPCDD8fHuLihnRiDl6HwEDcvRCAWIAaracxoG55Ch3uiy905HPxgA9rzPmKjVlZWO/6MfjPOnIcXlKVOH7bmAHwC4Bm8g4/wllgRqEl+4CtlNsPE8Rw4z/iV4sHygYhVsJnE7OgQa+wzttU9jS11tgs5bnDgtxPOobDP6CR+HtyUA2cvXezn4J7abskmNBr1kCH6uhQv3FkN/4UetHrsQl53L+scX74GV5YVNH/Bz5TbPmZIa6CqdUX+pxz+zd0pvm1w9/BlpVIp+APv4VluvzheLBaijLsbSy9d7AMcy9fICLLQtS/LwTt42BIv3T10taA5G+PAeDBWtDncfsFAuTwY/clxtsTj5NudQ0YbjUYjxoAxwUbMzJxTzPOC5iHPGfaDl67wwocnnviQ8dIH9jnOCw65QYak7on2S5ZOnTql+ceZ9kuWXooXSWDXiHOwPbSBvCP3tEv7iSaPvrivXweRu/hxT3iyLAv/Au9LpWKMfUljBK/wOdcDygLwFz4D4HRP+HdBWr/Ka5ADScYtZBF5wn4SN6Or623FoGS0GHbiemxy9yiHTIKzJPnO5XQ3MgqNCZphF3Ld5FiyGbbl4u7RP3Qq2SFySNVOLgebRJ+LmqO7u9poKaa3qxadCltAu9gJbAY5DGzIwsKi4syViDk5h33M6WxG/mlNsdSy5m5X4gWKlO/1M3XNzZvt2MzdN2nbow9F5QLoB/SOjIzEyyAnJsY1fx02xg7+2iYLuGmDeTT0Ybuxd7wMcnV1RXa2rn4z/3eNnUc/zdx6F3c3d49D5F2ICVZWVqJPvCCLF12RIyJnhE1+7LHHFR8+Eh/aul58yDw0B+oxH+WjGNjt88pTXb48J/4tWV35AfgfROgHchIkutxZe4xfU3zHf1OnptgSWuE549Y7/xaaff+HxhwgCR2oKL8worwheQfWw8PDymVW5ZcrcfMPY+sO/ftOjvjRCmhKxnK6aIXtXIfCBXNwB5DqMDcHvzDpADiBHaDZsii40hiuSseWQg4YS+QYX815ACTuHjLqzto626aFMvS/plgWvb148YJigrPKZZ6I/Ccvt33sscdCXh+O/Eia2zB32Qxymc7nNMQgxB/Mk8h1zs5eClp76RQZoikTOJvrQCRrH9ltaa7WUEy1pv4uB6wqdwTd8IE+0w/6owoxrhxba7+wjhxTb1nK5UD5XuA4++4uvc9jkpJi9rLiziHZyOGwLRXlUkqKT7LMbaeLu0esVy4PhKwPDQ3FGpzY43K5LN9SivYlQdGfnbbRL39zcQC56gX8EvaNsR5UXpz4Avs3MjLakS9i3+3KF+WILwrKwYG3qDlMWheN45x378oqtGzGIY7LZIXMoVP4NXxG2m7F8WvXa4XPTLpHvqmm/O5KwNraWugw+PP67l168mP5+cSfUvhw9IL5MjwaGhqWrgzFcfrnfjWOHNfGtbuHnSkUsrb+lUOnwTuoPPiArleUSjm/MsuXnKZ8f69r8MFP+Ir9IgbBPmHTsFXYcvYpQ1vuzirA3aMP7h72oaA5pWmpyZ8zb+NFueSQyCVxDeuJ9ge5Un7qEcUfD4c938x+58eSrX+knZ96LF4iiA3nxpI55b6IGWryGTl9WZYFLe6JNpGjf3ygVoZMYL/rYb9XFVvRv9W2/W4oz4CMgQu+UGOnQPtlzZ+HNZeemJiwqalJO3TooGAqPsrFB7lGR8ckN5Wg81r4aT+HzcpwjuPuHnjgPTKI7IyOjqrdg/FiiiNHblfbhxSL8qLnqnzHoOKZUuihu9utvjCeK8pBcl0Gn08szEfiZmZmFF+c0fXQdO3zzBnWwFkdvz7w0ljgzJmzkbcAZ/7BhQVdy0amkCN37+iIe9pm7Bo9+RNoQ5apj75AG/INgH93cCb6Bg5i9IsXLxptQBs6Q4wNDdCSw60uC9vpn3saI/fMXIBeYYfLER8Nht4mHzAU8wPs9XqoyI5X2uUG2/pWjhiqpBgNfNgINbMpOe4exxkT5AfbxpjlObYzktNTp07HtUDmdOzzcQjK4NeoQ10gEL1CP7Sfg7ubuxv9zm3UsOZX4+PjNi4Y0VwZnpYj1izKNhWjbNaOZ8HTkG2GF8wPFzSfn5u7bLOzs4KL8fJZjjFfpgx+DD6YFncPXPCdtmmDttI15tHO9aKBgQGVK4hOi4U2e4HYN07cAj/0i26wbsgOYR8XZLPw17wAG/vDPSIvvPBC3EfCPjLGvAz+w2PqUd/dQRWxGPuAe6YxLITMVypDMcbT04fs6NE7jI9V8fErPhg5MUFupCpdGYyy+XgHwl3+IGPoGX6QHNm45Gt6etr4INf9999vr3/96+yBBx4wXuTBB7nuuuuY8bDg4cO3hZ+cnJwMX4kPRUbRbeQFfMgOwDbHODcsPz+uNugP7Rw5ckT9PGp3333Mjh+/x3jglBdEgXdYMk9sAH3QSRfhF8B2Du4em+5pncdmNcVVjBVjsLS0ZIwZcdaK8jzcf9BUTiUq9n/2jQMMgbubey8g30DBGEdsS77u3U7HMpVJ5djPwT3hg1B3Z3WzwC1FB7qFPyAeW9K1w8uXLxtxFvaNeQQ5IXKiXDt//PHH7fHHnzC211+vet4+9rHnIxeV20Turzul61ZdOK14K8Gptn9mTTvcV5fiwwt26dKscsxX1uWemsr7wXT3a8tB76mWruNRp668NHYYYL8p/W9pwtwL4L2RgDwnvzoQcQ82EZuPfRxULgF7ib1DL9yv3b8ujS59ycJ/UAfcReUP2KYtwD3hcU9r23JptX1TU3P+ZuQEmuJ3zqMtq+pkXo46deW3iZsXFq4o7piN+y5OnnwxPijx9NPP2BO61on8cA8F1z7JWfIxCmSM+S85c+7nPHHiBV0rPSnf+qIRw52SHKX16Y4MITcJiONPR7x3+vQptXnW8NFzin+w/ch1Hve5+wY7lfbVjc6/xEM8aAma4kejDYkvqa+KdDRdphzQqfgq2UA+yorVk+8fC18+NjYauVJksqwYs6hrSZSjS82OzuT9bgVP8KeM9YrmjkvytYuLC6G3zNXwv/jipuQIHPCNbfSQ45xfXFxU+XnBlbau18TzVowPdQDqsXb3kPdiXD8qxZwBPSJe4H4A6CY+RQfcPXC4u213YRwTtNq6kNbUz2lgezuQ8MCrhKO7z7GEYac4U62b/5d+Mc7JDqwql7is/P+Kckn/P3tvAmRXktV3n/+979VeqldSqyW1VFp6HbW6e4aAD7ANEQMYA8Y2S5gtTACBI2wgwNiYsTEQYIIlzOYYgwE7YrDBJgzDMoFtbFabxcYsdtjY07PPdPd0q9VqtVoqbaVS1Vu+8zv58r1XpdoXqSTdW3Ve5s2beTLz5DknT2bezLvQW6MjTq6JpGirfI/Lc0nR3uhF7EF4dWpqytiIBTAegk8zj9oOX1Iql3S7uzwrSTE/OeTzkej1sTHs9dHgUcpIHTJfOgc4j7d7PAYu6otcZJphs9L/MifIu+tJT74v+lz6XXRm6ns/5Os+HzXWLOmnX3zx46EzOdCVMe/586/HwZIXL77pferlGAPecBlF9pDZRV9vIU/aC6As0vr1JV4F26eAkzp4X8o0L6Jfh6cTlC4DKQz+KYrl90XveVEUy3Bp+wWsMAQFJDmdyxh/I+MjvvYw4nbb2NhYzG+lvmfY264MuUaWkGnATMbVdDs09Xvz0d9dvPhG2CvI7gc/+EFL9vX7Xcbf7/P3fHDvA4bsJ5voY/ERoJfiXbCPuz30SthA531+9sKFC26rYzMn+UZ3JPlOOrfp9hi6JZXFTNJtYJu+Op4i921LXfSbP9zCf8bjGBx9Kq97toDpTieR5PxR8zWDIZ+nGXUbfyyAPguAT1I/UAva2zYvaEO7LviazrzPawDYuAs+94FNRntnHpSWtreZzDJ03O8kBt9ic8HmF26mD3Ld9PnCm+fs8vxL9ub8h+yNW+9zeN7hvZY/ynWBD3It/F/jg1z4X7/5/+y1639mZ2f/zD5+8c/sY+f+r33kxf9nH/jQe40Pcr340secZ886r75hV9wun/Nx5qKvMZI3uguQZJIsX5J699SH+NSTOcz5+VvxrtKC04DwpssX6xjgy+mXuzwDmi4TyAjvPTHnjxwxRvnoRz9q7+9+kOv555+Pscrzz7/PZfIDLp8fdHn8sPe1H42xzIsvvuR9LfCyyyPwisvzWYdXe/Dqq696nftwtjvm7a83XDLG2sgs9aFclFlK9ZbEbQ+k/j31gCbMe6X2TuMUwhJ4w/paXi/xLnkoBwB6Sa4DC7eF6m77DIcMTE5O9NbHsYNoZ1vjkhRtTryyLBxXLQC/VNhqVy5DdiVZ4X1iUZSevh6yOeJ6O61Lj9qwj38YSxTd+XNb45IUuEpfq6cOAP7S13JTmWQbuShbhraPqdo+NqL9cHO4a7+NoLov40gySQZdeZcitdeY97FjoVe5H/axKfRPbVdEfFvnkhTtVxTYS6Xjr3WhiHAp5WsmW+2ifdrdNmt7uwEdn2Pq+OAOWN5uKcxD43nbx8vNGAOhuwD0FvLe6eJYnm8n0nXCnnCvSfKyls7L9DN1l6+RoMukrwsxBoY20IU62iavwmWgXq85zmGXaylDIwAAEABJREFU1XGHCYfxkF9sm2Ffq6/7ulxRlMaVy4a/gooCG6NAFauiQEWBigIVBfYKBT7v8z4v7IntlOfzP//zY/1gOzjutbQcfMnBrPdKuYuiMD528uu//uvxHgfl5n0L3sfAv1HgY0IbjbvT8bA/Oex7L36Ui/kdDlP9mq/5mrDTd7ruFb6NU4CPXvHxto2nuD0mayx8wIhxzu1PtxfCBwz/4A/+YM8fur5SLWdmZgwdcLcOKJXSR7l+4Rd+IebiVyrj3QzjHbef+7mfM96ju5vlWCnvvd5n3SsfQWLt+T3veY+h61ei814Lo99EXjiwW9KuF481+n/zb/6N/b2/9/eW5bX3b7GT0Pvf9m3f5vODaa5r75e6KmFFgQeTAsxN74Qe/oqv+Iptj4PvVAtU+vVOUXrv5EOb7wSfr1Wjl156KfZKrBVnI8+wN5hreOc73+nrVcVGkuypOHxs56d+6qdivfFuFIx9Nr/5m79pfCTwbuS/Xp7Mv2DbYSutF7d6XlHgfqNA1m/ouL1YNz5QwUed6DP2YvkoE2sGv/d7vxd7ALm/l+CTPumT7L/+1/8aeyN3stwvef/LR6p4r2SzeNmj+d3f/d13fE6Mudbv/M7v3GBxl0Z74YUXjPry7t7SJ9VdRYG7T4Ev+ZIvsT/8wz+006dP3/3C7KES8CEtPqi1nSK9/e1vt+PHj28HxZ5Py5k8nL2w5wt6DxeQdZbf/u3ftjNnztyTtWCM98u//Muxp+2erEBV6F2lwL03e7Kr5KiQVxTYHgV4oSODJF/kK3zQxAv1QzHhx2atdLjtpI2Njdtw98X3siwjblGkBVRw8PI+m9/ZSHTjxo3YwI5/fn4+NibxnI05xLXuJSleEKrVSuOFfQ5Y4qUBYHJywvMcjY0qbG4oy8InUIlPYjbz4N49oB4AA1TqxiYGNvpfunTZ8oFxbGw62zuo4ezARqhzcSgDB7elDYtvxAENbL66FAdUXYoNypcuzYY7O4s7G4exzbp/JWDjFMAmLg5dunFjLujOgBK6U05gLYp5c/hjdSFv1mDTRbu3SRsc1DuDR971f0m+IFU6b9aNDS98wGVoaMh5o+7hNefFxI+Sgp82UiApxZWKSF+v17q4R4IX2XBTOp9L6QDfXF9c8EvC6QHhbLhrtZrGpkN4YhBarZZ1Bje39FLupocyyiQg1bOMTVs1p2WGetAwyVgZfupdFIUBkrrpkztYWkm9WzbltLsbgqjr4uJC8B9ygR7AZbMiG30WFxfj4O92u+002bwsdzwzgPQJWoEPeoMbaHk70B6dLs07nqZXWPdIqeySon48Bxc40FlJli/Z+fOvG4cHAGfPvmocugKcdbleC4gDnPU0HPrIYT4cPIDsght6wCcUS0pl8GIFPSgL4QmQP4egbctazWaqq9ev1V6MD3Hhtjsta/tfxxN5bOuEn7CmtTtNx9v0kFY3vOP3bQfctekvpbIVRRm8Ua/XQ+5wM2TeKZxnJFGNdUFS0J00pcsZOMA3NDTs+IecP+tGOM8lBT4pudx0vJ64FdwZCkDvDMhJy/XZwsKiy3iSc3iZMOKsVCLCM/CcdqV9U7sPhe7lBYbx8THv98dcBw87v9V7Oog0uwGSgg8l3NVzoOzUG6Ce6AkAXQO0XB55RryVsEiKYEmRH3FJv7CwYOjHK1euxkdsOPgrbZTGXji7YX1z1vVR1jfnzr3mNsgbceDU1avXwhZD95If5ZNSGSgQ9wlyf59cytfyNiYN9QOSvxn6h2dt10mVGELFjUGic8fa3u81m62wE2h/APoSnuPgroQ1hxduexdF6TJSC3055PZQto1w0aWl61VJK6FZM0yS617w1kMusc3BSR61Wj2eFUURfGx+5TK5d8X/tvMJ/EId4cNc36b3ZZ2B/rmzC8yUcVLeMmyfoRXoNRR03Dq9CiMtNIdWALTivuZjG/IGpI21RZ9ezdgkDb2gFZvjM4nAB9TiALCh0JmTk5PGAanT09NxSO34eH/MRryiKEOf0kjQpR18mPKYm5uLwxcYf1y48IbbPefD7jnr9gsHKL38MrroFddHGfI97lI467oIyProrOPABkK3nT9/IXTT5cuXPb+rxlgReyvXkTJRNsq4HZAU/Fk4n2YoXR42AzkdrpTwbadMVdoHiwKDfAwP1evo1KHQqejTQeAZvClpQ0SSFLJMGqAoSuf3woH0gHX9tuJF2TIQIfuT2+6ODXiyPkiKshQua+gZdN/o6EhXJ03EQYpjY32brnQ5LLz/MkvlJE9JJiXgHnsSu4ix0tWr6InrYcfMz98KnYg+RFeYX7joD3QYcbGlOESG9MxJEZf+B7wefcl/DhssO/p73O1QDlLkUGf06mjvgznFkvTcgAOgHOho8qP89HeLPg5eHBjvEt9MJvmvg3UvKd1IyW0P9JnzPodGfdCZHITHmJS5JXQqujXp2WQvnu3q3uUucQDCsS/BwXiUA7yZL5qbuxl0zXSiPhRtuUsYQHjb+w/iN92W6X8EZN7HBLfctvGxaQs+IvbuAeUwp2fpfTt8B5+Ne7/HwYO0IzJGOHxJG0uJvrarVxpTp7JtPyP6/AQdl8s+vp3D3zHaEZ5FjoDMs/DzavlIMklRIOJkABd23vU4dH/WxzWXLNsUZ8+e83nQvr0AP64FiWdfdVvkNZ8zPe94Lji+N912uOK2w1zwbNPtSPKEHylMt0h4nV7QLLdHBEUY8akjdeXjebjgaTovgwfI9cElftPzWfAxL0Bawjpd+zVhXvm3440nyWlVhJ6EF+s+jwJvjoyM+liXD6wkG1S6Xb+sjLUfKsngbfAybzk8TB+TAN4nr6Rz+7gpk1XXPU+B3I65/eGB1P7DwVcc8EXfBR/wjHjrVVqCVxOUZWFAUZTBY/TbAHwqKVDlMsTNGj/EGwSiumjg3AaD8ZBFZC3LH7KHn7DlCaVUJsLBgQtQ5pqPxWo+fkUeoMeQzzUmWiF7da9faVI/Pek2ApJ8/Fj6uDKNl4eHh90/5HOYNaddzfEWAVIfN2UDbIcucLXbrdDj0AaATuh0/NAQyNlJ/bIQJinqLonbwLPgc1NzPi686nNI2B7ocOyOrK9feeVVHw+eDX2ew1ZyX3mFOK96POCs6/HXYr0LOw0bjXwoY25PKZWBglAvYNDfcZ1L3JbPuaU6LvqcFNB0u4P5KejQ9nkWdD8pNwdFUUTbsc6E/ExMTBovELPZ9eDBg8ZBEY3GlGFn0NY1H4OTBjC/Os7UgHtX/R98TnXhzWHX2ym/CQP/WvmVYUMX0WarZnKfPGi7LQx/YFPMzd2IjTnYrFd9XDA7e2VgXfRK2AWsg24WwAVOgDkJ8iLP3E60kaQevQlv9+zfZti8yMr16xz6ftXAB2y2HCvHvxof5aVcyAvjgUUfV8D/lIGy3CdNvWPVKHx8iUzV67XoB/kw5f79B+zQocN29OgjcfALm4tmZo7Fi/czMzM9lw8O8Qw4evSoPfLIETt8+JAh+/v37w9dMDExEe9IDMq+lPjDxT9sTNqF9gHQcbQdbYjeY9x18eLFsGfRq8y7Ec5z2pf4LZ9/B4ftmSvVrywL14/1oOt4jJMn4oBEaMKYmTEYurPuNm5RFMYFDQDqhFwxLqeeyMycjz3xE5b6K/R3y/U3OpyPWJv3o2X0qdgy4CefyckJn1uY9LxTW6T8ZIMX9EswGLoH/FssArwFHRMNb8XaEXMks7OXo089f/589K+46f2SNwbGSzdWHC9RFElho5Ter0BH6My7P/v3TzvfP2QPP3zQZeeQHTlyJNwDB/bHHDPxhnztATkoy6KnH20blyRv78JtqmRP0d7Mw1CWXA5kkX6YcjQajZDJSZ//hh/pQ0dGRmKejbJRH4AyDgJhAP0u8ckHHp6a2mfkBX4+0AUcOHDAyIc8wD/sNh64pPR+iPkFn7lz2z/hQOb9RZ8Pon/hHYA5t6/mnP+5p007btvchqAK2BYFkJmVEBDe4WelhwNhKUqaQ8jBKYy10hxSuTtFAdoEHYe8ICvzPueLjqPPvHDhguu38zEfdNbXlc725jtfNeZDAcYoSf+ltSb6Wd6t44OEjGP6MLvC+3VX3J4EZt3NcCXsSmxD7DverZv3OVnKRhkpbwZoIGlVPeiP3DZIfEMd85gt+Tv+LAF4dgMoJ3gl4UQ5C++jaz42TrpwOPTmsI9FmEuq12uuh2uuj8voH6SULhKv8kMUSY678HQAaYEicJCfxHOtgmGl4EQXyj8IK8UkbDAObYR+xbbCxrp06U23u94IPmIuPI1PGaOedR4CXg3+Yr2SPpQ5d+DixTfjnQpstT4PXR7gk8wv2b3iz4B8j3vFeelqjGGwB7Hz0Pup/ZOtI8lpJ6qxKlA/0lA3eKjj/Ubbx0nopQ4/hr7KsCqaPfkA/qDfxragv6Xvxx33ef1xtzcJhz9z/+vSdFs9oAF0gbbQGFqjQ2Z9vMgYCxlm3rftYzjiQkdsT+LeujUfdtWc983XfQ4bvrl1izWNZsgnmZEmA/eUueYyRLmTLTHqdum420iTYaNSZp4VRdlt27XbF5y3A+3ptU1O9/GSm27YZh1wDMJm0+/t+LmdaGuAtoYvgAWfz0eP44dfOi5HHZcfYHmtCAPMFHqsdFsZHqz7OGfY7UHaeNx5FDsSHiC8cN1qu3hJMinBatlIcj1c+vip7mO2YV+XHY25K2QKWxdgPEX5h3xOlHJTN8ouybigGzSCVvR99IXoQd5r5X0z+t2z3h+jSxPwnshZnx/M7nJ///7sQB9+1nGAC92b3xWh70Zmr/vcCnlTBoB2TO1BCSu4ExRYSm/65Jxr1h8r3Q/Gy88fcHcHq4+IlmXhczI1t92GYl4KeabfZMwKTPpcCePWIR+rl75WXrruKlw3FT5PZn7dLt/XwzbG7jl//nW3lV5zm+icyzNyuxIMynn/+dmQ7Vd97v9sF151G+uc4ztv4H3jjQsxPzE7O3ubTbRT8u3q3Gu4vf8+DngZXt8evt1MPSijkqKvSv3UkOv/EeePkXCH3cYH0Pc8hx+kpO9tGxf5Z35a8DUkAH1N/0Gb8ow4G82i43Zt2+dCm80Fn7+at1uLN+zm4lWbW3zTrjdfd3gtQeucXc/QxP+a3eDe/dcWz9mVWw7zr9rlG6/am1detQtvnrPzF87Z6xfO28U3L9rsFefBa9fD9sPeo7yUU+rThPuVyt32tTfiU1dg0efnFwZsi1RveOf21NCDuMwH0cfR19HnMdalbz3rfeJZl6PUryY5Sn3kay5D540xCnEv+nzyRR+jkJa++dKlyyHDjJuRr+ziXw3IG6B/x+7FboYWiz5nRTmpv9Snx/LaSOkZ8QDSLAfCMyxPv1P34B/EJSnkAB7HTofnh7s2W7J7hqx0vSil8ts6F3oTXBmkwjaYNDBLsrIsfGxdOtRcd9fDPhsK+2sowkrX0ZJsI5cku71M8jL1wTZ1wasZ2r1xz6ZQ3AeRs96XEtrTkGwAABAASURBVB2LovB2K719aK+h0KPY+vASPAVv0W7Ek7RhChCVNEBZFt6WhbddgsL7aEl+vzq6VM6l7YUM9CGNG1O8pXjarl95z6vZXPT184UA/ITxbGnspXfgJ0RSlLl0nqUvGXI7A5pAG4D7MuSrsM1ekgy84Mg4cRMMhdxAd+hkflEmwL3Vf0WBigIVBSoKVBTYWxSoSrMuBZ599ln7xE/8xHXjrRYBe+FzPudzVnt834ZLMg5u5iMie72S/9//9//Ze9/73jj8Evs5l5c9jM8880y+3ZD7R3/0R3bRx8AbirwLkSg/H+WC9ruAfkso3/KWt9j/+l//yzhkdksIqkQ7SgFJ9k3f9E3bPqTvn/7Tf2p/+qd/uqNly8hOnjxpHEi824fs5/x2wv2sz/qsoAcfFNsJfFvFIcnyYam8U7pVPDudjnfZOBySQ4p3GvdO4JNk73jHO+xHfuRHdgLdjuEoisLutY8gsQb9rne9y/b6RyeQDw4VRl4k7VibrYeI+d4f/dEftZ/92Z+Nedf14u+F51l+v/Ebv9HnAe8crfZC3asyVBS4VynwKZ/yKcYektvKv8EA7HdwbDD6nohW6dc90Qx3tBBf8RVfYZ/+6Z++a3meP38+zg3aiQxYS/rmb/5mwx6mX90JnLuNg7kF7JUf/uEfvus2C3vgfvVXf9X48NVu13sz+L/u677OmH+BVptJV8WtKHA/UQD9xlj63//7f2+8i7xX6saHKdC5J06c2CtFWrUczEszv8a80qqR9tgD5uuYt2Pf8k4WjXfAmLPkI1WbxSvJWIdgTnGzabcbX5J9wzd8w5btkl/6pV8yPh633XJU6SsK7BQFeKf7P/7H/2jvfve7DTtsp/DeL3j4kNbb3/72bVXnC77gC4x32LaFZL3Ed/n57/7u797lEjwY2WPr/M7v/I7dS3YELYMt8Z73vKfSMRCjghUpsPk3eVdEUwVWFHiwKcBL+bywvtzNVCmK0niZjcE8BuDU1JSxoY+FXibbeREeg6XwxWrzq9Npx+FJfTdvDOhvXOuQmcfN/z5WioXFolAYP6OjI7F5HSPzwIH9nt+kcahTWZY5iYECSAHgBtLdnfylLmxUYJMVm7DYJMwmJjYnc3j9Sy+9ZB//+Mft5Zdfjk2IHBDyxhtvGnHm5m7aQmxSSwcIgiNtfGgZbrpvWbPZ8vumu03joAA2SDSb6X4jbsbT7h44QJnXohHt0X+e2s8suaQFwNVud7pt3fH2SNBPt/M+SV0+KZxPypiMrtXq7q/FBhB/HM9tW5ccR+H4Ssdfc9xl+CWtg7X/HPoA0KfTlYe2056NesndfVoNFpaiJ1BvMwsyxoFTk5PpkIhBl3DkG5kfHR2Njb21Wi3SIudSv642cEnpQCo27M3P3zQOveCwkgsX3nDef9VefPHFgLNnXzXk49KlS3b16rU4XB05gDYD6Dbs7bgiIO0gn3PfDv5MtPYozqOro5T6dQIf0I42a3flbjFklYPi2JQIUObNwGAaaJRkuemy3XI5Atpexs4qkJ61vSKpXB3D34G/+ABXQNPTAi13OdAF6Ljkelpz8Dgd82fu9whODHQm4N7479OA2yVPnD6SXBYK5wOgdNlAPhJfSHK5sR25pMLgM/R9H1KYRD7q5dNxevRuHhDP7XXOLeVtnb1r0GKnHlGODvwXctIKORmUwY02jaRee9frtdC79Xo97A7cpHsKk/rtbnfp6nilAGRwsK7cE+6PQ7Rw1yqi1K9LStextusr+n36dPQDugWdkXUO95sB0ub44APATbnb3mY530G37WXoRJt2vB5tB9wEbU8DkB48yQ5Z7OqvpGvWqnP1zK0oZ4zOMujTtNWjJWHEW41m/WcIvFx+5Hq5dCgccIGkm9Gh6FOpz3O2iQu7HBzIYa1rb5Vlxl1E3tLtuKUclt2Uadt5LPF5q6czCKNOQIq1s78Zr5M+9EiqU2Gl16Pmtk2tBr0A6lVEHGlpuTdSIpJA6z69atFPck84QByAMgFr4eV5uyt3TR8HANx3XEadm3rlBD8wNDQcByxNTzfs4YcfDnjooQM2PT1tU1P74mCwbNMRX0p17DhhwJtlG12B7kCHYMtxaBkHRGCvXbkya5cuXY7DU9544w235TikhYMRz1k61O6VGPO89NKL9rGPvWAf/vBH7IMf/JC9733vd3ifvf/973f4gH3gAx+wD33ow/bCCy+GfchhEpfcJuQACA6koK6UK8NadKqeVRTYqxSAfylbdiUZslev17q2Ti10BHqI8KQjklzaBi5JPT0g9f1mMi4pufjXB/qTHGs1f36+uiulPKlL3W05DmJgTJnGlmM2OgqMhI1HvYmXsQ3SiTDsDOZV0D/oBty5ubnuYTkLPieSbBDSMcbmcEUOkLly5YrNDhzutLi4EP0Neo644JZkkvCGSznq3i7Ma3Fo1fj4WOjT8fHx0J2MiXlW9zpJKV0kHvgBN0A+GZJebUX/3nHd3XF9m/T3QMIBr9THTdwMCU8z6rG4mMak6OmtAHZlTgeuDE2fWyKfXPbsUgb8uBm4HwTSkR5I49vUNsShvgNV3HEvZZLkslW4XNV93mI4YGhoyO/p10u3VYoAqU9fq64eBWDLdthnLecxoOk82/axSXvJWABa9xKt4iEO0Hb7JfPFosvgYvBt4t1BHsy8uBkXXPBaq0U5W1FO8iPf1aDt9es/a3v9Wg7N0CN9fLfjytUkbbtbp1ZrMJ5zOATMEd2V+nxGOg+Kf0nOhwnQ+TW3P+v12gCfyvWRbenCtkWPgTdB4v2a58E9zyQF7lym7EZg9XNPUiC3oSTnrcL1YOlQC9ui7v1VAnihFs9tE5cEvyTAK2U/7iYQedRlIuIh/A/aGtzfDtQPaLv80s8je0DbZZFw4PZUyGQK7T+Xyxb0AUqnRel06vuRH0kp0aZ/FbiLogy615aMlwvPq/DnCqA8wKazWCMB+NpBn6zX0G2tAd0NPdantaReLglnO3QruhYdCaC7E9zyuXFgwd31gTElkPU8uLDxwE17AuS5GrS9vdteR5633d9xewo3QavXbw3iJI7XvFenzXgkRXuVvv5Yr9fcdh3trk9OG+uTjUYj7rERsXOxN4qiMK6OMzuAH5CEcxsQB5AK7wOGbGxs3MfrUz5ub1jD8WdgDXZsbCzs5pyHPVBXx/kQaHuf3fa2bu4awIeJp9ohP2uRmbYDcnzSws87AchHhowP/EDKr7Nu+dYq+/34jLYAELfS5/jq9aGu3O6zQ4cethMnjttb3vKUcdDLc889Y29963P2tre91T7hE962BAgDnnvuWQPOnHnannrqKXviicfs1KmTNjNzzOfYDrqMTrnMIpf10Pt92ezrWmmp7FM+2hBdeP36jRirMv91yefWZmcvx/3Vq1d9nDsXepW23mttJcnKsog6D/k4i7lF9CAfcGLOsdGYivEzz6S0PuwqMfiV+idI8kX9MiRdnWhHnH64RV7oWeYSmNNEJ+b1a/LmXZG62ztFVwfbfXZBjwzoAzZJwCcXL74Zc7Ec3Mu7J+m9k1fioN4337zk6/HXjHmUhYVF16GtoIokkxR+aAxeSd6mpfdD9eDpaZ9LPnTokPFxuhMuN8eOHbXDhw/Hx7l4RjswJ7Jb9JZk4AZK74NrPl9P+8JT/Q/FlL04kqJOkmwrl5TSSQqc5DUyMhp8PDk5EX09/A1MTk46jUajP6ZsktbMW5LlC1pjx9KGzFnRNsy1LywsRJ/G8xy3crdOgaV0TH0lYfB7gpbbEn2gPdDLuED24y4H2q/j9ieAzuq4cgO2XtrdT3kv5QAtaQP6yL6euxjrRawbfexjH4u1pnPnztmFCxdiXQpdyHoVY5M0B0nbNpe0Me0I3gStkDf8KX6zd0/YWgAe1jLhI8oKrERfqS/3tz+HJ811Mm6n55r1+7/b02wvZHk50a1AWRbRv9Z9nFP3PhQoXecW0ZeuVQdb86L6Eunl+tEckmt+RbC7y8vkQev8d8KOWCsSOAHah7ZCt7KGcPHiRTt37lV7+eVXHF4O+PjHX/b1y7Peh75hHFiPTYZOJg32N+mBjAs/sJw/iLs8bKX7wXjgAS9Aedeq0+Az4g5C28fFbR8TJ95J/DMY/17zw3f099gX2bbExsPmAPCPjIx4/1uPvloqTEq85U5Ud5A+LZ8npk2vX7/ubZw+UoB/fv6Wy3zLZa/tbtPt7Vtud8/b3NzNcNE98/Pzhh6i3Vo+7wveyMB/8Gcoy8JtpyGjXIzVKSd2wr59U2E7sK6E3VIUsuq68xSgnZAR2hDAn6AT+oTn3o27f+Wy8Sw/gcckGW1ZFIXrzrILNecBoB62NM8k2d2+JHlZSy9jKhs8Cm/y0VlsfICDSaanp+O9e/gX2aMfkGT5gl7QDr2GPCz6ug6ygZzM+dosMkU/zPor7wDzYZA33rgYfTQHqvAefHpX5Gz03y+++FLvXZEPfehD8W7I88+/zwDeF/ngBz8Y74p89KMvuK5+xcc0r3tffynGNOSJjqY8qe3ufb2X6bxXXHg+07bj9i7tD0Dz5dBstsLWanbXkZvL7rGZSQuAq+PI/X+vVPWeLoek0DfIK3KL/O7bt8+SfPMh7Yd9zvpAzC1P+lg29UXDrg/q0W9a96JtaNemt+FirNcuRN9HHzjnfeJ1n6/CjuIdi758v+G204WQzSTf5+KjXS+//LK99FKS749+9KMhxx/4wAdDtp9//nlbKt8f68r3eWPO4uoO7A/oVumBduh/gNJteewp7A/mT5gX5Z5wqa/fd4pYyHXbbVLGSE3XA03nJ/hqqQ5I/e5G8vSYPirqGHsf2h3XM21g0VqdDAvuB7jHXbC2OXSARU+32H2+YK32gjVbDs0FWwS8D1v0uZdFnx+D5xebi9Yvb9vtgc5t0HZbu+OVbHsd3TFc6kodSRt4FpuuD4GWuy2PA66V35cm3c2bczH3yx4ZPrbFx7cYm9BHIkvnzr1mF32uD9njPaebN2+6bFKPZuAHx2pAmTYKlD3HTfjaUfZ2t84baa9+nNtpB92ANFbpx9wNX8pnKWZJrvOKrj1Uur1Wd6i5Lixdhxb+TEsTrHhHHEVcKbtEFD/BL+FZ9jNYnsLHAcgmclirld38yyhDWVK+wvEvQ7DOrSRPsxQGk/jjwds1/fD17REeLBsr0SDXOdG1KFLbpDar+Rh0yPmnHu3HM0m3k21DISmdpG4bWs91n5nJNnbl8m4sdorV6cl40/V1lvuO23zp+cq/nUSg7kOZJJerwnm4DHrA29gk9TryVYtnHsU2e0mKtNC37PZl4Aa4B3gmybhyubJLWAUVBSoKVBSoKFBRoKLAvUGBqakp+9zP/dwtF/YTPuET7Omnn95y+ns5ITbRt33bt8XHRLCN9lpd6r7O+IM/+IP2+7//+yu2EXPUb3vb2zZVbPYW/tmf/dmm0ux05FyvvfAxFA5R5WNcp0+ftp2uZ4Vv6xRgjy6H1G45WfQ0AAAQAElEQVRHLud8veU7vuM74kyhrZdk9ZSssf6rf/WvjMM/mUtePebdfYK8/dAP/ZD9+q//uvF+2t0tTT93DnRGF/GxoX7o3fHxUY8/+IM/sE/6pE+6OwXYYK6S7Fu+5Vv2DM+xJsoB4vfiR5Do//noxB//8R/bY489tsEWuHPRvuiLvig+oIec3Llc+zlJsq/6qq+yD3/4w/bn/tyf6z/Ygz5oxUdLP/MzP3MPlq4qUkWBigKrUeDkyZP2hV/4has9Xjf8i7/4i433c9aNuMciSJV+3WNNsqvFYa6Gj6k2Go1dyefq1avG+2Q7iZz+lPfO9oKNvla9sJF4ZwZ7RUprXGvFX+nZTofxXu6P/uiP7hlb/Xu/93vtx37sx2ItdqfrWuGrKHCvUUCS/bW/9tfi7LW9ML7hgxR8mOLEPfAxrtzWzCf95m/+pv2zf/bP9rReYX7uF37hF4z5Oubtcvl3yv3Jn/xJ+7Vf+7Utofvqr/5qw4bdUuIdSIRd8v3f//3xns5W0P2jf/SP7P/8n/+zlaRVmooCO0YBZBz7hn0Uf+Wv/JV412rHkN9HiHgnjA9qbbVKR48etXvtA9i2yev69evGO/mbTFZF3yIFsCNYR9trHzBeqTqsSb7zne+0d73rXXH2wUpxqrB7jwK7UeJiN5BWOCsKPLgUyC/vZzdRAqXMxi027k1O7rOpqX2xUZfBHhNxbPrjRQjisbGGzTrtdv+l/nZ38w4vxGcAM37cBAqjUiqsVqv3Ds7isDs+yjU5ORmb21MenksUkZ/Oqhte7A5enU47NkKxgWF+/la8GMPhIC+//EpsRGQzFf5XXnnV2Kh48eJFj8NBW2ykutU9CDZtpmqzwazVtuSmDVytVjM2hjWbS10OD2HT1HIYjNdqJRy0Q4ZOp7NpunmSSJPTJrfdC7tT5JZkRVFaGYes1WNypCxLDytMkm33AkVRFFaWhfNizfHX3F8GfvMr0cE93f98Tzqpn3+mT6Y57ZD9HecX0nVR7JrTGchEUtCHeiHPyO7ExLjLMvK8zxjkAcgaB0gg32zmHYnDLoadDvWgg5TwUGjwA/gzcM9BmHxQAWOfg03SxkI+yPWSvfDCS3b27NnYtHspPr5wNQ69YEM99Ml4NuqSH+kAaJyBe6ATtN4Yv0vqZdtx2gHgaLn8IWOUkUMHOOgH/8LCLUv3a7sp7oJlN+FaDLlHVlsho0mW2qE7Oy7/g9Du3Xf8OeXqUC/XrW2HjkO73fQ4Dp2my6RDfHir4342fratE/etrtt2F0CH9qp8u6f7WFLwjqSQgyLko3SeqIWMlF35M5Nt/5JJinzKEjksne8Kvy8dcIt4btUVFHA29TZOfSJ+90X4bv90PLMM7eizWr0+inueLS+LpCXFIo6jifYsnKdqsRm15nxV90nTPpSu63kuLU2/BNkdvKHcyF2S21b0/dwDPAOW132l4kn9+rRdrtsux+BEJywsLLpuWXBIumVhYSH0x1b0DWnROeAFP0BelLMd+XZcdyTIYR3XL+lZ258l6HhjtQfKOIiz4/E7/nylelZhq1MAmkFTZKbZbLkMtZyf2i7TXeW7etLeE9gI+QBK18UZkCf8hEt9Xusl3IBHUuhd8NTiIMya6/wyoCyzPi5s8KJO+V6Sy7dLg1cH9uAZ9YUHW96vNt2mbXn/19lF/iFfypNd/IXrm9JpBY0AdAz1w8+zohDRNg2SevSq12uhy2qu18irKEp/JqeHzAywuDoDBZNkUj641onmMXgOjVpOr5bTigMf2i63OVlRpHag/MPDQ/HhGF6GOXjwoB069LDxMvH0dCPGbth2o6McYDZkZUk6GRf42i7btEcG9Ab6BluOl/6x53gZZnb2il2+fCleiukfsvS6cVDE2bOvWjoM9mXjAAkOTPxw94NcHLzy/PPv84VhPsgFfMB49uKLL4ZNiJ146dJlu3btunEwacvrS90BylhBRYF7lQKZh120XQcULnul69B6Vz/U3V+LsNJ1UuHyLGlTVZUUekPCNfdnkG3mQqck6HgflFMmPZTvNupKirrW63Wf0xlxvTTh482JmNxnPomxJfoKvUWdza8+neR1SHqQeY75+XlD/3AI1PXrN4wDVwlDP2GHtFwvkhYdxvgMfXXlylWfZ7kS+gQdtuA2FfGIQ1zPLvLIrqQob83noCjX6CiHMI8Z42DGwwBhw8PD0V65zLbsSvRrh92EribPvtuK8Jy/mWy1S+o/Iz7lBsBHnRe6NmF2ocVGgHFrHxZ8HLoQtiU40f3gB8gr5dvxMifgPkP/ea4rtksC8DAPQNu1XI/nuKvVdbvhlCnjQIbgOdqJw9mHvU/kvub2S1kW3sYySTl65S6hQMflvuPt3XY7tOmQ2jO1XzueDdJ6SdIVbohL2pbLJzyx4DK4sIRvbznvJdgI7+Y48OoggJs8yCtDyrvjdVkKhA8C8Zthey+6LDTdBgf69W6HrZV0YJLtjtOl7bBanBR3BXJEEKwnyXkQXixC78ObGcot9gEgl8Ar5/HCoXQ9NQi1uC+W9S/QwqrrnqbAYBtK8rYvenyVdV9y0zzuch6wNS5J/lTOr+aAK+OSssvd7gL16wOyB/TlLz9brRTIbX4myekDJBqVZeH3pdMLt/A6AtQNsE1djtpxFY6rdFmruX1Xcz9QejhQOH5tCudmI3d8LN32sRz6EMAPdIIIa+umwbykVE7SkR5cAH160uFpbgp7K0G+X+L25rCy7k5pFyIcf9LjzWX6tB19Tdt173KgPJ1uHTtep/S85Xo+8QNlbLnN0fS5BYC5lbbTg7iD9duIX1K0V+E6E0CGsF1ZK2F98sCBA/HRLNZNsA+xaYlTug4H/2CekghaFYgryec+h8LmZK11eno68DOebzSm3H6e9GejEYfyrIrsPn7Qibbvt3Uz+u5mt99edBdI94m3Fr1f3xg0uzyD23KbBYB3gI7z2iBZpdSeORwXIE0G8GTYbFly/Jw+uYsDctJynm8HkC8wWL4H1Z/pkFy5/i1dXurxDgFyyyEYJ0+esLe85Ul79tkzDs8OfJCLj3L14W1ve1s8e+655zzeM3bmzBlP95Q9/vjj8UEuPk4EvqmpqZDLdMBt6bq+MK5lLENQ6JPw+A98hV7kYNVZn1dj/uvy5cs+vzZrs7OzPna95uujc24jL0Q7e5I99S8p6Fuv15zGQ0Hj8fGJWE+e9jlH9Nb4+JgxBkNf0SYrAXRod3V9fm5+QT/u0zPWMjvRr476HCY6l/ZMMBm6cXx8PMpQ9zkH8nMU9+U/NAGarvuY27h69VrMx77+OvOw6SDsl176uPHuCS9uX/K19uvXr8fHJRYXF1yHQEvr8SK4APMLujEW4T0B6DntfdDhw4fs+PHjhtzwovLhw4djXrnRmPb5nAlv32Hn+dJT7/y/JMct57PC274Mm4r2pXxJ3pbatJJsu5eUcEAL8qJf532J9BGufc5r+4LH03z6aPA+fb6U0pE/9Mwg6TZat90mYV5ocXHRbaEFb5ubPu89H7LecvuFtOCpYOco0Ncnbbcv26FTaQNsxFa3v9+om9sPt+26q2qvnWunjAmaNt0mY3wxN3fT0HOsOfExjxdeeCE+4oGO4+Dy119/w3XgJZ/zverzwzdCppAt0jddT9Ku7ZC5vu1IWNPxrwSkXQ5L47Xc1sQGA+CljvPUxsdX/TqyPprStrt8RL2BHGe3XPKQkm5Cf2VA/2cgDD3o0bZUDCnhN0uuNOiaX3JI/5Qn+Vb+TfILvRKsHGtpKDiBtrc9403WEHgHE56Bd3g38+WXXzaA9Uve3ZydvdzloVuhj2l3eGU9IN4gLOcf7pc/zzgpH+XMQC2kPm24Xw3azjdtrx+Q0+M6lZwnV0t1R8K3lYkk7/NrYV/kdRj6XPpi3HG3Lemb6aMTn0KvQUAek2x1fNwI7Vk3ggeynX39+rXod2kH6Ecc9A0fOkDnANhYALY6bUjcDszotcMlHeC3bquUbqPUY82L8lFWbNWpqWQ3jI6Ohb2ATBG/gjtHgcG2og37gP5OQBzkZqOlkmRS4fZpGYDerPt4qObriLVYcypN0kbR7Wo8SV7GwqHW41F4k/fsGcdi5/O+CHY9ti4yl+Ur8yv0AaAdsgIs+LoOsoFsMZZlrHH1alp/vXTpsvfLbxr9Nrr1/PnX4z14+vD+uyIvel/+MfvIRz5iH/zgh+ODXO973/vioz3vf/8H/P6D8SEf3id55ZWzxjgH+UWOkdMFX1NC/iiX+ZVd91b/26RAV80FFuja7vU1LR9HLofmsrDl9/347eiv0M2MRdHTkUX1sw0KSHLZLkO2h4eHfU5qzMepk3bgwH5DvgH8jUYj3scYHR2NvhV9tZp8098hX1m+5+bmuu9iJPlGDvl4Vpbv118/H++CJfk+G3MQvAv2wgsvunx/NOSYA5OzfL/vfe8fkO/0wb3XXnvddcYlt/ev9ua/GKfBf1Zd61IAOgFElBT9D+2LjURb131+jPkTPsxFH8UzM9nOX0m+kXX6iz603S4FeN6XfWn9MlCvjtty4Gyz76HTtHZn0WHBWp1BWPR7wMNsANrud2i2Fw1YbPnaQPOWLSwCC75WAPgzHxfm8rZdV3VcEbZD93UsuzkMN0Hbn7V9XNh0PAnoH5sD4892F9dyWpOeeMjXrM/9vu5zeYxRzp49G2OTl7rzef09ZFdijIJdyvs8rMul8rZ7Opi8ml6P1WDR556Ww2BcnuV7cIOPcgKUX1q/vbClnHTe3p1VwGM4CxAHnLsF/TKbSQooCoW+LEvsoZqPNeqGjCR5sE1dUsJphmvrXpRHIq4iT/Ktu92Im6AwyiGlOLbBy6NHTFyJtHFrkpInfgf9EbDKjzeM9SG1EferRL9vg1OdqT9klBT0TO1Ui/627jqV+ejSeYl2M5Nt5XLUJsnBHHCXg/UueKh3sw1PxoMLIOfIe9P1Fn7CgLWyyM+96M63ciisLMsA+hj6GmgEzaCPJNvKJamHE7wJSpdd3rMoIl9JVl0VBSoKVBSoKFBRoKLAvU+Bz/mcz4l5863UhA8ZTE1NbSXpfZFGkvExkb30UQ5sQD4UxVrcP/gH/8DXS0ZXpfVnfMZnhC28aoRlD7BFf/VXfzXGm8se3dFbbN27+TEUDvBmno0DHMfHx+9o3avMNkaBz/u8z4sPwmws9sqx/st/+S9xcN7KT7cfKsk4/JP1GmQW2d0+1p3DgH5/4YUX7B3veEeMxXcO885gYn3t3e9+t3FYMu8r7gzWzWHhYwN/+Id/aHf4o3ybK+RAbCnxHPqL9h14dEe95H0/fASJvoB6/OAP/uCekBHk4N/9u39nv/RLv2S8T3pHG3WFzE6ePGn/7b/9N6NMnJ2wQpS7FsSH1NDxv/Irv7InaHXXCFFlXFHgHqWAJPvCL/zCTY1jclVZq8X+yvf3olvp13ux1bZW5k/+5E+2n/7pn94VO6Pp69kf//jHt1awNVJlG51+EN9/4wAAEABJREFUlg/XrhH1jj/KttIf/dEf2ZNPPnnH818vQynZ6nzUDHt5vfi78Rwacdg9H6dmnXE38qhwVhS4VylA//v7v//7xkfL76B8LCHXt37rt8aH+/bCeG9JwTZww1zu3/k7f8eYZ2IuZQNJ7mgU5veZn/uyL/uyLdmY6xX2T//0T+37vu/71ou24vNHH33Uvvu7v3tX7IEVM1wl8NM+7dOMtYZVHq8ZPDs7G/OLV65cWTNe9bCiwG5QgDmgn/3Zn7Xz588bc/C8u70b+dxPOPmgFvvVt1Knz/7szzb6zK2kvVfSsH+G81fvlfLeD+VEbvmA8W/91m/FGQp7sU6Mf/n4JGvX2D17sYxVmfYOBYq9U5SqJBUF7n0KsNGAl5iS269PWRbxEhwbc9mgy0ttbOAdHx+LF6hYKOCF+KIojLTtNptu2rEpqd3uuwl33tSw1PW5vBhAFoV8wFYLvOTFxkGA/IaHR+IlfItrMD35RWD358461It6slmQiWI2JDNgY+Mxg2M2IjJ5/PLLr8Sh86+9dt4uXnzTiMPGKzY6Liz0N3+Bq939wAkbIoBms2V9aLq/GZu9OPC46ZPTy2FwExXPwAFQ1gwboRLtkuPldO1u++b7QTfH3WlXUg+lpNhwUauVVqvVnV/q7tYiTJLlS+r7c9hGXEmOS8FrtVotcCMDEvgAiwteD88KP5km0CpBO+SBNmiHTMCzCVZIviNBlCEjktSTr7IsXZ7rNjIyGhtykS1kDTdDOuhiPDbzYjyysZcJPNIi57bCJSnyIF82BiIHbMpnsy6ycPbsq/GBBoz/s2fPxob6S5fShtubN+cMGYA2K6BeN4g8SQt9M3AP8AxYF8lABOIDpAdf0+UPmeKQDjYl92HBy70+9OPfMvwLCwsuv0CSZfCTF0C+S6HtejXxCuFtZ7y2y2CA+1NYy+O0LG1KbVqbj291SOdgHX+G2+6Gtzxk7Q3woV3jZ4Ao7pVSG8MHSf768gFf+GOPtb1/cEhyGSwcypDDosDlPoGUykHdAXtAr1T33FDZhRi0Oe7uQMo34cbfdp2GnLRazeib6AsJc/ZMkfxXkv/2/3kGECLJ27rwtk78hK4BsC1w4bWiKGwvXLm+1K/VPcANP8CzPmy8tDkNOOj7m96no2/YZI2+GAR0x3owGB8/uADwAikf1wfebjnv7PIMf9t1TCd0SMfaHm8QUr1TW4Ov5e3O843XuIrZceYH2k7nttMXmYGOADxAGM9XolQOx3U00e9K6soQclS6LPUB2ZEU8WzTF+kKx12GLYRNVJY1K92OAIqi9Gfq4u54XzOoh27PjPK2o86trq5oOn+1HNqRljrdnmq7IZSLTf+pbBLlLXp1KL0u6BgAPyAVJmlLGRc+jgEHtKrXk07jviwTTmllvNLt4dCj7fwBtHr6phW08hpFGSX16oLOHB8fNw5Rffjh/EGuA7Z//7TxwgKHg2HTEa/0ekspz47Les4DmUZfoGfQHzdv3oyDH7DnOGSJhalLly7HOOaNN95wW+5CLBLkD3Ix1mHMw9jnYx97IQ5h+eAHP2Tve98H7Pnn3+/u+y0fsvThD3847MKlNuE145AJytFxhhkEq66KAmtSYO8+hI/NZFk/oBvqcYhD0hHoi9J1RFGUJiVdYetckkwahJxOnhJwZ9P/SU+iX1KZN42gl6Aoihijj4yM+Hhz3GHC0E981IAw9BD1Jp75NZiflMqPHkAf8KG+q1evxWFQzJ2gl9BPjDfRjaRFh6G3OBSOOZbZ2SsRn7iEE484xPXs4l9Sj4aUo+46mzEvepJ5r3Gf6xp3nQpwzzPKLCnSD/64ugrd3I4+ru39WsshueRNP992fZ7zTyhux7MUJ/1XJ/CAA3oAWUdTL+iAuxFI49gFH4smWPD5J3AB4AXIh3ICHe8bElCGDO1uPdtRLuIBpCM9kPERxjNoM1ivnfJ3uohxJUVfWHe5Gh4e8nmOEZ/vGAoerPmcUel9Hm0sKdrcqmsJBSAlbQWfNn3eo+ljkWyPtp2nofGSBGvcEBeg/cEDP2RY8DmQNL5JPAhPprCFDc2pDMYFN0A+QNvlKwP5rw3wb8taPoZBj+Q5Ve77ONrB6+BBJ7adDm3Po9W1x6BVJ2Qk681EFEnJc9uvnPfMCrcT4cWyLNy2Lp1HUz9QdnnUtnhJctyFywFQugsM2uyF5y/j6tDgeCq4ZymQ2zC7krrtXwZf0VehDzOgB4uizwO2gctRBs9I8tgKv3sGXO42B4n1lsrMehjaXdlrD8gffmD1tCkP8gMkyl84jUqXjcIhuUWRXZ4Dq2Nc7Ykkx5tw1nx9IgF4ExRduksyrtxm+HcCwAdAj6yf8LedboRT/0FYL8+Uhj6/7TqyFWN2dOSC2wxJZ99yfZ1hY7obWyXDQvQDC128zSW2RNvbOOc/6La9LgBhbY8zCKnOzS6+RXcXo9zEWa+uqz2XFHxO29Ge2IWslbCB48CBA8bhpoytx91OxKZFzkrX4eAjX8oJcC8JpweED4Ikt1fqbiOP+Xh9ysfxjR40Gg0P2xfrMhxuRnnsAbsS73aCT1Jbt7x9B9t7JX8OW9/FPsm2RHZzGw6SWlq5HYkLUDbSZ8h48/1WXHAkG4V6UO9W0KGzgu0xWNYHy59q24FR3EszIYuMM5FN1joPHXrYTpw4bm95y1P2zDPP2HPP5Q9yvc0+4ROWwtve9lZ761uBZyPeM888HemeeGLwg1wHQwegF5DL0udHk2zCIx23Hb0g8a/QI+Ht/sAn6ELm1mZnZ+2Sr4myZgpwf/XqVZubu+k6diHauptsTznUteZr5ZnG6MGpqX2ut6adLlOuy8Zdpw1F3WmXPrg17e3Uv8fOBhLN/JHXEz/QjvoTRl605eTkhE1NTcXHkSYn9/ncwqTnNWbDwyNu99QjP0dwX/1T/z50vH9r+lzpTbty5WocYP366xfiMGzmU5mDffnll413Tjgwm/kT1uUXvO+G7yAMbYcL5HaQ5PSrRZsx3zE93TBk5vjxGUNu+AjdkSOH7ODBh7yNG073cRseHrayLECzoyAlmSncbiq9TwVof/pYZA2o12uedxl2l5TiS9p2OSQFzrrPJYyOjjhvjTuvTQagRwB4cHR0NGhF2SRtiO8yrRlb0xcwFp6fvxltueA2UdPH3m23c6y6dowC0Nw1jutj9EnH9QnQdpe+tO12RCvkCdlo+rwHLpD92SWMdksu6ds9nDtW2ApRUKDt9j10p49kDpf+kIP/Oez/hRdejI948FGlc+fOGe8Z0X8SZ25uzvvMW4a9BDRdnmivDE1v37UAW2ul5wlXs8snzeAZ5n/aLqsdt8ModAcF7R5pI7qAsWkn+Kftde04jo6nT+Dc6n5HFc9xdwLADZ7s4ke/Jihdl9ZC/6P36l3dKhUmiahbBkmBQ8K1nt+WXYPlWvZo4LZPt4HAFb3gg7YAY1Y2ofAOJofd0z/CPy+//Eoceg9fwUeXL8/Gmif9JbyX+QEc8FB28a/EJ4TlNPgHgfAMORx8GSjvYEUkDd4u8cMexO/DSroIWi1Jds/cSMkWwb6gnx3vrsPwjiLAPbZgOgg98agncd6yAOtemT7Qm34WezvZ2Jct20W0JW2AjNMHs+aEHkHvAKTLvEBccHbRh3ySljDkCLtkZGQ4xuqUE1th376psB1Y+6K8xMvpK/fOUYA2oq1owwzcd5bp3vVKhOyZySQZbVmWhevOMiDZqEmPlm63Fm6/SrK7fUmKstZ8Lazudi2yMzk5acxlYeMfOnQoNolh8zOmQr6QPepDHcyvjlccegHQD12GvCAb6EtkBvlCzzKGRc4Yf1y8eDH6aDaUnjv3mqF/z559xRin8K7IRz/6MeODXBzqwfshHMT3vvc9b+9///vtgx/MH+R6wXiv/vz5132sjOxe8/Exff1C9MVm/T7Ti1r97xgFko3iTR+6ruOygt2ToBW0b/kaWjPsrKbbRyls+X0r1szabnP3oeNIM+xYcR9QRJJC/yDbyC3j9ymfi0G+B98HazSmfNw+Ef3TsK+TryXfTbeVs4zTDyLfvF9x9eo1n3e4Ykm+37S+fOcP7p2LPS8v+xzESy+9FAdZfPSjH+19kOv5599nAPL9gQ980GX8Q/ZR1wHEP3/+vMv3m90Pct2MdxUYc5lf8Io71f86FIBOANHQ3fRD6H3aGv5gvg6o19P8ibTz/ZOLtst6x/VDO3RCM/RDy8PaAZQvA+UEpLXLQfy26x/4ocVeqXbTWu1FB+8DlnyQK92nfRGLNui2Oil+s7Xg5VrwceKCjxe7sLjoYUDT3abRz2XoeIUGoR3jvk5XJ3Y8bifqip5rutywVpZccLX8Wcvjth06AdQXACduy3XonM/3zvpcMOOQcz6u5QOUjFGQIdzlH+RKdin1aHp5Ux4t17NtH0/iLodcHmQ6+wddwjMQvjw9eHN5KbO0XnulPpk0K4E/dTSMUQD37vq/3GYzB4UtVJbFkvEu8lFs0F6j6gnAKTOTcW/LLuq9LKh3W3TfAyHfDKXbjADlACTwqpdmdQ9x5GW4HUgjCWdL4Kzv6eBbdx6g/1Rv59IeeyroS7sANbelaTfGfAB+2m4bpA7qSuRjkZd7e64tu27nrV5Bl8Vc+zbjQb4H7Trugfx8HSz+mHIrZAv6lL4eBk3qPt4AoBfhZrLNXpIG8JYht+AjD2gOgFuS5Wtj5c6xK7eiQEWBe5cCVckrClQUuB8p8PTTT9snfMInbLpqzIH8xb/4Fzed7n5MsBc+yoF99g3f8A0xN8SHovbt27cuqd/2trdt+kMyfJCLMfO6yO9ABOj+f//v/42DFO9Adnb8+HHjA0Ac4I3c3Ik8qzy2RgHGRBwifuTIka0h6Kb6J//kn9j73ve+7t3uOMgqMsv7Zcgwsrw7OW0M66d+6qcaHxnkQzXHjh3bWKK7FEuScVgy61ff8z3fY7T7nSgKbcZHhn7+538+1vnuRJ47mQftSvve6Q8lcAAueZL34cOHd7JKdw0X71BwIDVrrndLfuF7+B85+Iqv+ApjzuauEWRZxpSFMkEfPihy8ODBZTHu7C35Uw4+pPaZn/mZJvXnte5sSe6V3KpyVhTYuxRgHMDHijZbws/4jM8wxkCbTbfX4lf6da+1yO6V54u/+IvtN37jN+J9sp3OhXdGdhon+CQZ/ezzzz9vzB9wMDnhdwuw1773e7833nnDLkF+7lZZNpIvdjL2MmMydN1G0uxEHD4CxtiXjxZKlY20EzStcNx/FGDs9Y53vCPeuf26r/u6O1bBPJbmY2DotDuW8S5kxHzEL/7iLxrvJKN3diGLTaGkDJTlx3/8x+N8gE0l3mBkztL69m//duO9tA0m6UWTZD/wAz9gJ0+e7IXdLY8k+7t/9+/aVvsm5oN+8id/csm7e3erLlW+K1Hg/gp75JFHjLUBzk1nb8RXfdVXxfcR7q9a7l5tZmZm7NM//dO3lAF6Vbq/bUn0ORQRl84AABAASURBVHt1tkSgKtGWKSDJ+ODbxz72MeNDmltGtMMJsQ9/8Ad/0P73//7f9txzz+0w9grd/UqB4n6tWFWvigJ7iQK8cMGmLQbRbNxlcR+XTeZs1iWcTQjEM2OzRtvyy/u8CA+sVx/S8lI9ncHw8LCNj4/FxvVGoxEHLo2Pc+DPULyIvxxX2iyxtQ0Iy3Ft5b7d7hgb+NmInDYpXjUOc2BzIocjvf7668YBIpcvX4rNi2xSvnlzLjYYps1OmV7tGOQN0ktS1LksC4M+/U0NQwbNaZeVYHi4/xya1utpY3hRFIFP2qyROUhf2thb2glPWQG7w5ckX5hOdaFOEvfyUgDubPNfktMpgVSYpABbdjkJloX0b3kGbZZCopv/Rlv3Y++sjzzBiAvgl2TQCn5Bfh966IAx2OOQrT4cNwYwTDjxVWFeEDt06GHLh04i88j7sMsovCjJBi9JUa92u23wNpv0b968afD85cuXYzM+8oBcsNkQuHgxycXc3I3YEMnmP9Lncg/i34ifdBkynWkL/BtJv+k4W04g5ykS4yagfYrYnCdvqwQS/JfBw5zGg3Ek0pqZXEYdOpb0iLlrro+BCIt7f9YL8/jht1Wupc8lRTxJJgH9Mkncx+Md+ZHAJ6OeEnKe7iUZl5Rc/ADtjXsvQeLJrZeYOq8O4KX9cHcP+vmb9/nOZd4Xth1S+GbylUky2jvJAG1e+n0ZL2sRJqU4tkeuVMdU5+zP7laL6FUcSLqz7ScpcEsKWkty+kJn3EHIYbhFxIX+GSQZF3Vtu55HX+PPwLMKNkMB2rnT7Tc7IUfQcjMYiEuzSPL2ot3UbVv8qQ0l2VYukiXQMpzgludnfsnBvA7hbOCn43E7Ude26wuAOmediH8DSLYcRZKXOwP0oS4ZcvjW0Esp/VJdJqddCpdkZrJwDJrR/u5Z4x+6QBPo1HaZww/kJBL45HkUPk6o20j3Y6uMn7Dd0kEsh9zeO2LYdNwfOLDfeI4tiF3HpqWRkZE4WJWxBfYdgNxL8vL2bTtkngMbsO8Y93CABGMfJnavXbvq45yrsXCHzffmm+mgFj7chb2H/ccBsefOvWbnzp2zs2dfXQLnPPzixTciPTjBTz7kOVhnq66KAvcoBaSka8qydHktw8bBj6wBkkzSlmqXksnTbyn5jieSFBtP0C3omMnJCeOjgMzpjPs8D+NJxqRlWXT7BB+joPC8JJL8txOH2CwuLhgHz8zNzdnc3E0H3Lk4wJiD4BYWFmPMybiTe+Jw0CKAnzCeoUeyDnXkTictgdLbhPJwaCJlZb5rfHwiFkEZ99brdW+zmhVFEenAsRTQ532gKuittvdzuJ1O2+u5NEVUc2nQinfEk7TKs5XDV4y8SqCUcEjq1U+inhlSOHVfDpJMkuWr4xVve18F4Ae8t8uPd9WVFDJViw+ipLkv2pUyS4pySrIdue47JPCut5S3H20GtLu866HOu50lsJHqSyvT2rPYSPINxZEU7UobLwVZsWxOZfBegrdlXKmuyGeqY6737eVMz4nfh8AQtMG3PpCnTMpQWC63JE+ewb2b/Je0DK8cN5DqKsmq6/6lAM0rydscnipdFxYOuLVwi6IM/rBNXfBMAmnQBQn3uBsB9EsfkK0MK6Xuy1eSuaSD/NcTDT7LaQfD8Ofw5S5VkOR0KBySi16Q8APLU2zmnvRy+gOFu0AKk5JrA9da5RyItmGvkyb0EHgzOMU8DBR92hNGyFogacXHqwSvGHejgZK6baEuzRLdaJfbgXbjOUA67nFlXNSbQ8Xat9kgPN08SIqypXKUYQPWatm2QK4ox9IyDOYiqXcrrewnAo8kRV5lWfTktXS7NEHRow3xHzRw0kT9oUXd1zXrbo8D2OxLYdjXSIc2DcOxdjoUY5Y8D0JeRVEsITX8BRAopfaS5O1VOJTBH6lcdS8DsPmyLK3PUMzNUD7w1r3u8F8qWxn8YtW1hAKpfeT8ol6bDA+P2Pj4uDH39dBDD9nhw4d6cOTI4ZgfO3IkzZPhPvII/qXhrJsSntdIH344rZGmQ8wnY6xYd76UmDMzv9C57iz7l3jO+wOLPradjw9HX7t2zddLrzpcMw48Zk6Nce/i4qLPl7aXYbg7t/Qv5Ax9JTl9iwH6DsUhz5OTk/GxpkaDDzZN2LCvGcOrZjIucJA+ud4TOYnSPf18xOAn+qx+nE7kBW2ZNyAPxueTPqdAm477fMKIz30iN7VaaVLKKxDd4z+ZNu12yxZjLmQ+Phhy9epVu3TpsjG/ykG953xOlcOsWWPnvROeXb16LeZLFuJDT82YT6FfzCRBtwG0D7SDjtD1wIEDxoEAvAPARjvkARe5mZpquBxN+FzziOu3Idd3u0dvSdGWkqL9U1mL4DnKzD0gpXi2g5ekyAddC23gYz60Af+Njo7Z6Oho8DY8SRkA2+BFm7Z9bM2cFO8Q0T6LLufMU9HOLhUbxFRF2wgFpMQftFFZJv6hXWk7+vph7/uHXU8Nd13aGxj2sEEXPx9UIV29XnPerzmPFMGbGylHFWdjFEjy0Y535eZ83pePDl66dMlYU0K3sZ504cIbrv94h+hq9J+8b8RcL3KEXIGjDy5RdCaevaRor9Lt6swDNZ8vrHu/DdDGK8Gw8wbhuf1rMQYoe+0vJR4zv3K+7l3znyKluKl8+N3nabxT9N/d/pdSmSV1aVJ4fagTfF3zsNKhsO1cUs4jY1H2uG7vebfkSfRaOSnP2j4GRKfCFzdvzsX6JDxEP8la5IULF+zixTfjvU36yrzumHmI9AC4AHLKrqSgTeYj+AH+AeCT1QA+AnhOXNIXPsYApD5tyAew7pV4xbnDWQM/wcntuK0E8Mwf8mDN97siwp7/kdSjL3SCZvS9rFnzoRHslHG350dHR3zMNhR8uxoNaUN0Ah9lo42vuu3ERlNs7Js3b7qemXe4Fbb4jRtzoU94hu6Zn79lC7HG1HL7Kc0RW/fK7YMryfuDMmyiUbcNKNu426WsIWU7dcTX2eveb1BOq667SgHa7HagSFmG8K8PklyPyXkVKNwFynCl9Mz2yCUpyoXOQf/An1NTU2Hr98fDhw1bn7Et9v709HRs9kbuWMcdcR5GFuveX6LzwAU/SzIuaIqsAejRBR97zM/P+3rtfIxFkCvGuvTps7OzrnsvRz+OHmYsg05mDIN+Pncuf7wrvSvCRxPP+TiH8Q7xLvn4B1zIMPmg68mXMlCWCrZHAZpUUo+/aeuyrLm+rbueA4bcBYZjLDTs9vKw20nD4Q77s2EP53mGeqSFb2o+Ti+K0nEXDtpeQavUQcPC7Yiya9cOezuMjY3b1NS+eI+fd7+QaeT8iM93HTp0yOX+IZ+ryfI9HvM3Sb6He+0EPvACzgpha+T+NI9dk3zfjHkJ5Dv3r7OzV1y+Z12+L7vtfsltrYt2we123gXLNti5kPFXDdnmQ30AYegAPuaX5Hve5z4Wvf9tBewJ+d6DPLecLpKCLyS53i+NtkT26vWa2yq1CCt8jdwf285f9KPYpQnaPt9B+RIM2qo7n/NWMSY6QDPr0U2S06lwwB0EwpaCJONKdUz1Tv5kNyY/MVL92z4+AZrNltufC2F3znqfyBgXGUFWLl686HLzpsvR5ZgXxiZlPEPf2mw2fW645dAOucz4cckFmQVyu6e2r7teHtoQ1L2PrzuvkB4Al7S0juSzNizlg8G4afwyGHJn/FRBkrdp4TJRuJtkY7B+tqEr0YKojs6d/r3fLPmnTQYhPZTnrW4ZKEcCST3+M5Nt5XIUW0lWpVmDAtBUkknydkttVXM7BrnCLcsinkmyrV3y9OYgMwP813H5v0nqge3CBW+CFjdB1imEJn1FeLpb+deL2CtjUST6lG6PFEUZ9JIIox4rp18/lLSyoos74QNnYRLPrHt1Qh92byqnokBFgYoCFQUqClQUuAcpMOVzlJ/7uZ+76ZJzINuufZRo06W5+wlYl+CjHMyfctgz93eiVE899ZT963/9r338etV+4id+wo4cObLhbJmD/pIv+ZINxycic0k/+7M/i3dPwLivU/ExoxdeeME2W5eNVoCDRn/t137NyONLv/RLfUxZbjRpFe8uUuDxxx+37/qu79pWCZgj4kM3zAltC9EGEiO7yDBzvMg0By5vINmORKn7fNTXfM3XxMfH/sf/+B/2KZ/yKTHu2xHkdwAJa9a0Ne3F4Ye8Y7cb2ZIP+oY59nvhMP+1aCCp96GEP/zDPzQ+xLZW/O08g5f5eNkHPvCByFPSdtDtybRZfi9cuGC7yYODlYfP3/nOd8YcNvwPfw4+30t+bKKv/dqvNWwk+G0rdud26gN//4f/8B9iPYxyUJ7t4KvSVhSoKHD3KcAYloO+N1sSPjRzP+kA6oJeu+f162Yb8gGLz8et3vve99pWeH4tUr300ku7urZT+nrVF3zBFxgf/uJDT3wIgfWmtcq0k8/yXAnvwn3nd35nvHu3k/h3E5ekGJP9yZ/8ifFhrt20nTjUnvZ5z3veY5xbupv1qnBXFLhfKMD476d+6qfiDLZv+ZZviT2ru1G348eP27vf/W770Ic+dN+NpdHR6J3dnsdZqV3YV0u7vfzyy0YZKMtK8XYijPc9+AgVH6PaCr6//tf/uvFxzq2k3Y007Gv90R/90Xj3bSv4//E//sf23//7f99K0ipNRYE1KcDZAl/91V9tzP2gV1jD+r7v+z7jY3bS/TcPuSYxduAh7+Rhx28WFR/iZV1hs+nutfi8R8x7+/daufdMebdZEObAf/zHfzzWa1nT2ia6LSdnTe1bv/VbDZ3DuwHMz2wZWZXwgaNA8cDVuKpwRYG7QAGpiE15KOjJycmYGNy3bzI+mMXBymNjYz6wGY6NXeYXG4vciX9JJin8q/1IsrKsOY6hmBQAHy8usfGX/HDZHEiHMTghyiDRBq7l9wOPdtXLwTm3bs3HJioOoL948U3jsIdLly7FBkQ2HPOxIQ4BgDYS9FDQRVrZpZ4YkvX6UrpMTk4E/aem9hkDcmB6umEJpt1N0Gg04vnU1FRsxOQwANqPzdfgZbKZPDZHGDZUbS7F7sWmLAlSu+PfudzYIJbBuodacL/ZHCRFEhxJ3uZxGz9+G+5u/UCXDJKMNq/X6zY+PhYbcE+cOG6nT7/F3vrWZ+NLqG9963PuB561Z589Y2fOPB3Pn3zyCTt16qRPdh81Nu/u378/ZB+ZBKcNXOQ3cBtewtgweOvWrdiIf/XqtZCLCxfe8MnA83b+/GtuBL4Zh6TMzXEoxq3eplvSBpJN/EjQWZtIcXtUSd5WMmSEOiIz0A75Ge5uMsflfrMwmI5DfTgICgD/2lALPbwkTq1uNdcRpetPyipRbvOyW1wd512ge+OOHLb/T7sAg7KxFflYvSRJnhNOr4HfZj9pUt747mXo1yvVbWN1oe4AfQnAobMcPoE/AXiBjeHbfqzEU856gWq5G4Hr/ngDexzqBU9lt+/3h3vsX5LLWQKSM+0aAAAQAElEQVQz2XYuSa5rgNLQN3WX6brranQL+iID95sF0g6mAe/GYAV942Wqe9lqtdLLW5gX26pruxSAdwALeiaapnvbxJV1SJKdTSTcRFRwZ0iyuYnEt0VVr76Sbnu6mwF9WpELugd9mcFrliPweJNA0j4M4gQReeGSR3I38pvJgyutTauikNsJNePQ0PHxcWs0GmG3HT8+Y7z0jz3HC8cnT56wmZlj8ZGuQ4ceDpsQ2474jBuYKJz08R7jL4BxGR+pYRyB7Zf1St11QtIHpbdnLluqN/0R/IKbgb6KQ5M4PIlDW9LBExfcFjxnvGTz4osv2SuvnHW78PWuXXjFOBwN+5G+DnxWXRUF7nEKSOr2ofSjgFx+cAH8tulLUqTpOo4vbu/qD+MSxk/oC/QRcxHok4mJyRhHMoeEPiEOBUVPIOMA9+hSwprNVnxwC93BAhL6g0MVgbm5uThEkTkWID9n3uXmzTm75fMzi4sLcYgTuADwA+QhyWmlaA/0GTqO8k1PT4f+nJiYMMqPbSbJuKTk4l8KhPchR8uuGc9sU5ckLxtQhn0IrSgn48ZB244yDsLgs9X8xM/PEs4h7z/q68By27BmlCkDdKLdpcK86GYmk2R36pJk9IOUIUG6lxTlkJJr1bUCBRRhTiKnFV65KzzrQpanHFFSpKUN4I3MX5nfBnkvh23EXS0d+DcDyA/xKVvmWcoqyasArG6nRRSPxX/fn9IQtjHo24Oek6HrcJfCxjANxurjIRRbzDFGVvHjgdl1b/V/T1FgY4WVy505KPSgVBh8nUHiuWwrlyeNZNmNm3v2BzkAqEB28W8XwJXlDhdABnF5tl38a6dPbSOT5BEBd7r/STd0bzboSAr+YZyHrkRn1utDbhMN+brd8ABwvz1IuNezP9Lzvv7mHhukHnYIfC6letMnAbYDF3iwHZvNRbcpWc+4GWsa2Jg3b867DXrLsE+bcUBiO3KU1G2HuO39SFrilxTxyIP0t3y9BNuWMTIuNu7NODScPBbDFiZuD8kD4qFt4ZGRkVFfy5rw9dBJX+OcCjsde505jOnp/b4W2ujCtLsbh4bPlzD/AUxO7jNs/5GRkbCHyXslMnvTdeWj5vGGfB07ffSJOZSpqYZNOUxPNzZVjmkfe6wEjSjfvhg7jY2N+zzPiMvfkPN9PcogaaUiPuBhiSaSXMbMAVc9etGugJTCpaUutmHWe/ACPNFoTBuHxBw6dCjm1w4ffjhcwqZ8fZ54ZVm4TYfOT7rff41LWoofOUbm0R18fAs5R97T+PVm6BqeE4/0dx+oE+A16nYokoKe0Gl0dMT5c8IazqvTzveTkxPBp/QfaVzWr78NXFIOz4Gpr/TgaLOiKGL8OxyHTI9FHryLwhwCc5PDvjaLbqAMxJWUEd3TLu2eAT6AN9K86RvGgfW8tM2cKZszzp49axxizXPiwVOkod+CCJKClvhzGLSiL4VnaSs2LLBhh3cEWPufmZmJw5M4zHva9RL8z/wy/A2eBwkkBQ/CY9AMSDxXengRtJX6NKbdbOCSNHCX5Id2AJjfZn6808mHoCb+X5Kgutk0BaQ+zeH11HbD3k+Pug0xHn08fXXSV9PWcN0+Pd3w/jpBI/QY4Q1/Rn8+5XbHPodJTz8ReIaGhr39aw5l6EGpn+emC/yAJ+h4n5IB3YUem529Eh8d5L0h3q3jvbq8LrS4uBhzu5BN0hIZlPr3ha+N9dt/yMcvw9EvjY2N9XhgairZko1o80aPB6Zd7wENDyfOlPfx2Ifoy9HRUcc15DZYLdqefCRRnB5Qn97Nqp715X3VpJt8sFJ5JHXLXyxz5TQ1v+SwE/87hWf9slBPeIjxFHbVtWvXjY8wwUMceM+7mlevXvWx283gIeKDVZLXeSkMhpdlGbKO7qffhIdY20CPwBtTK/LRtPPTUoCfJn2ddXx8zHlx2McP9cALn5If5QHwrw53jm9WL8OdeQLdsT2wQRjnMd6D1uO+1k070B7od+gH3ehXcROYt3E7xuiM169fv2Hww/Xr1+P9XcbZ+OGHq1ev2OzsbBweif5ZWLgVHzxYuZaKYEkuN3I9UHd9MBwfNoEvxnycNu7ti4066rbx0NCQx6kFf1l13VUKSNpyO3jSgbInGfSu67awgYA950VOkBvGUcgS49mjRx8xbP/HHnvUHn/8MWMMwPsjR48ejTEuB6sxRmg0pg3Zm/K+EL2HHkMux10Wx7xPHfV+EdyMy+D5LJvIMPkOEgP5RFYHAVsY3Z309rU4yI0DShjzMM7hXZGXXvp4vDtCOHr9uss067+kA9dgHpV/axSQkJEi+qVaDd02FLpt0sf1+/ZNBQ80Gg3v2xI0wj9tuMC029K4wNTUlI/bJ91uHg8c8AdjKOYGJG2tgFWqVSmAnCF/yCXtgOweDfk+YU888bg9+eTj9uijjxryTvihQ4eNcf5DDx2I9mw0prx998VYZ9LtlDTXktpuUL7JAxmvxQdqa94PFj29imwDyONyQE6R1+veByO/Fy9eNA4QTfL9oiHj5869GrY/z+mjiU86cK5a8Qf8wdJ+KBFDUrSJVBhjFHijLJNfUoq047/glWX0yVXkgl/q+yNwAz/qjuOKsnSdVLOyqAcUxZCVuh0KD1sOEc/j18oht8WGjPUs+HfIx/HZj0uftVnIMoBbehmLojAJSHU1k0kWFzxMP8cYljEKtiYfn7t8edaQhYsX2RtzxeB7nsP3xCedJBvELXE/CIWRP+VHz9Inowf27dsXMo1so5MBdMN0d4w76PKM+BMTk6GzR7v2K3jtnr66DdCrg7xNEvSC7qhHnpu6ZbCum+5t4Kq8d5MCycanBFJqG0khg8hhH9Iz29alSO3o3U1+s+zaLl4pj5Qv2Sy/J2xzkHHhSjL/3xyC22KndqCPA9LjFIa/H8ZdBRUFKgpUFKgoUFGgosC9ToG/+lf/aswbbaYe99th5pup+1pxmcPlsGfmVThg8su+7MtijLdWms08Y9z5WZ/1Wfaud70r5nQ++MEPGoeOMT+8GTw5Lgd7Mh7N9xtxyfvFF1/cSNQ7FufUqVP2i7/4izFv/R3f8R3GnNx2MucwVj6qwvs/f/qnf2qf//mfH+P+7eCs0t55CnzlV36lccD4Wjmv9+yXf/mX44De9eLt1HNkGZn+6Ec/GjKOvH3yJ39yjIl3Kg/wPPzww/a3//bftj/6oz+KuTA+Avb000/7WFI8vieBeTUOP8wfpUD/ojO3UxnmIP7yX/7L9pu/+Zsxf/hN3/RN8X7SdnDupbTMO/75P//ngw9YJ/iRH/kRQ/9tt4z0K/AXh/t/5CMfsS//8i/3OeH6dtHu+fTYAPDg66+/Hoem4z9x4sSOlTvL7f/7f//P4PNv/uZv3lEbY8cKugqizG+//uu/bqxD4yKn6L1VkmwpGLn/nM/5nLALeO8EPYetS/iWEFaJKgpUFNiTFMA+p7/ZaOEOHz5s9OkbjX8vxav0673UWlsrK/z7K7/yK/EB3Z36sBVjXd4Z2VqJNp5KkjHO4MPevHdCv4ydiF2zcSzrx8RuZ9zE+Am7drtzJevnuPsxJBkfNcBmunjxou2Urc5HK77/+7/f4IHf+q3fivbZ/drsjRyqUlQU2EkKsM+PjxMxB8xHYP7SX/pL2567YczCnBAf43vhhRfsS7/0S+/r+cjBMTRzzczFnjlzZiebKXAxLmd8zkci0ae0G3sz4+Eu/vzO7/yOsU6wlSzgrx/4gR/Yc3Mpn/Zpn2Zf//Vfv5Uqxf4R0l64cGFL6atEDyYFkAXklflK7GDmZn/u537Ofvd3f9eYf+PdTvZy/8zP/Iwx94NeeTAptbO1/vRP/3RDd24GK+uWO23jbyb/Ku6DRQHWhFnTol/HftjumvBGqffYY48Z+fLtkh/+4R821qQ2mraKV1EgU6DInsrdVQpUyB9wChSFjA2To6OjNhkbMPe5OxkHWExMTBibzNmMx8Q6pGKjUAbuB0G6/eUJScZmzKGhIWPT0Pj4WCzYktdkbACciBcK2BwlFYPoLL94n90lD+/QDYfozM/fMjZRccjDm29e7H2Qi06Ojf0cHMLBSGxGpFheZUtQGPQFzBJtJHlYETRhYmN4eKhLl/GgOxun2dQKTMdGVza+TsfmSe4BFnsSTEUHyybK0dERA9fSTWJyGvY3MtiSK5XHolzZn+Nm1+7KRXtnHksuBxtRlJ0sVydok/GDfTPgzRjRk5vpZybhz2A7fqXyprLDb9xL6vJUzeV1LA6SO9H9INdzzz1rgx/l4v6ZZ56xM2dOxwe5nnjiCTu1zge5JNlKl5TCGWiymbC/2fBSbLDlBQ0211/sbjq8eXMuJjuInzcdroR3eZikoKu01DWTbeWSFPRikQS9hswgi+goZAgXGB4edpnaHJAuQd316lAAuNeGWkxoLYlTq6cwd9GflFOuqyWvs//3JaHvs7j8Ybj5Z/nzHL7UhY8IyW72p/uN4SDNRiHhHZRreHqjqfduvKS7BssH7TZXN2jTbnficBnkpN1uhx+30z3MzSnXy0Ra3ua9RzvokUlyfOq67t3CP/QhWcc9g0DYXgAp1U8adCmZ+NkSSLKka4pYuEDfYHOhJ4a9/8cFhrehb9Ad4ADwbxUoW+gaFZYv2in7K3frFJAUsuPOlpDkdnDRCdtlS0iWJUq4CFyqpwiPUIItfrjdIFBPi7r6r93Zi7L2gXosBZ659kzOFopGwgwZT7onn4SQ++Tbyq+U6LdSWvQIsp3GUuPGOICJZRYCOFzpySefsMcee9T6H+R6xA4fPhSbQvbvT+OIqamGTU3t8/HGRMD4+HiMyUZHx2IsNjLCWGK4Z7sknVB02zOVCl4EUp/UicPM8NNfMRa6efNmHILGy6ccpsRCxEsvvRQf5eIwFl5KefPNpYdRtNutQA7e8FQ/FQXuIQpkvpWQX+SlMOSV8X92/ZHL0eYrJambKLvpthecbu/4rySfy6jFOCkfCMO80aTPJU36/A6HWGLXMIahcOiITCfuAe7RG4uLTR8f8jGEeZubu2nMq3BQDf75+Xl/dsthweZ9Pgb9wvO57se6FhYW3UZuhR4CXwbwA4n+hY+paj7fMup6b9LnVNCH0zHXhc4ritK4pKU0JmxjoE21LWUEr0S6InilLIsoY73OmHDI6ToUehi7bjlA1/VgeRrm2Qir1+uez0pAvkvDaz4GrXt5anEYVxnlLIrC6yozk3nxLV1Kzi78ZlqBWpLnqYFyUJYM6ZlV1zoUkD+X09Ed/5fEr8PK/4P0zzEkeXr1xjR156nMW7jAevy50nPSLQdwbwYYX6X4NS8fULpbeHkBym0DV8ft6YHbnlc93+Y92QZMuJNtOOjfPMbBFIP43Ar1Rxl3zteDqv/7hgK3y5+clxMU3XnB7Eryemdw77r/xF0v0kbirIdjI8/7+UQ1NpJkhThJPvKDnZcJ8NMmCVwCCehmR1jXu2tOpk1y+zQjw4GicLsmOOim9wAAEABJREFUkB6+we4oy9JtgtT/oz+Hhobd/gCG3AXwbw6GfN0vQ9LHS22L1cLIf/BZrWuDUMaiKIP3nequt3embXObtX3eFTuU9Yybvl6B/XnTx7Lzbn8SxsGKrF+0fU4WwkrCWRGk25/RNuAHH/Yrm07IAzs25XPLFrsfl81lWhH5zgTuOSySnAfrbqOPuF3Omug+n6uYskZjqmevp3mMZLuzHroZaDSmAxfzH7ycxNoptj+8JqX1UuieAR6TFLZDrVa6LU7ZRqNsea220Wg4zoaXb6sw7WmnLddr374pxz/hczJjMR8z7HPE9XrN7d0y+F6SVddyCmSaqEcjqbCiyPaelvilFI/nZei9urftkPMdbTsR7cnHt5hbO3To4Tio/NChQz6P9lCsubPeTlr4I4EtuSRFfuYXugKdgf7gQwHIOYDMA7duLezBD/BhTybwKpikqA96eGQEGk0Gz05PTwevjvicYc3Hh1JhErS1JZcHLbnnBl2Ia0b8BLTFsK+DMJfA/AHAHMLoKB9FGfY2qvt8Q2lFUZoku9evrGdw4ZPFxUWf+5iLj4pcuPBGHHLw6qvn7OzZV+zjH3/Z+DDXhQsX4mMS8M5i9BXN6Acl9WgCvgxlWQzo1EnXM/vtkUcOG3PEae3/mB05cth5+2C06aTP3dAGhcuOPXCXnLeK4LFst8DXZVnzcPiuWEJjG7gk9e6gPTe4AHPbfWhHe/G8gp2hgKRoF3iW9hr2PnN0dCT60Emfh9y3b581Gg3n7wQN92eYjvesGv5sOuJMTU25zbEv5gixD8ADL9S8/we/lPLamZI/mFiQCQBbmL6QDYN8QIm1It6zS+/V3fC53vmY82V+mPhQS0r0l/pu0RsDF1YO9Oe0HX0Jc9LwQGrbKWv02p82n/a2bwQ0Inwq2h/7jvbP70Big5Ul8g9QEu/5vRPL5UohK/3uzBhlJcxrheVySX06SfgpP3QqXKfhl6ORy487W/h3lAOpNODHu/yesJ2D3GcynqI/vH79WvSdly5djnfQePfs6tVrht0FD5GzlMokyeucYDC8KBJd0CO0+bDbI6Nuf8ALSZfAH/DQ1ADP9Hlo2m2iDA0ft5AGHhweHol+uHT+lPpjDfLObYV/Kdwd3llahjt3B+2h06TbIIyHDhzYH7LIGjU2Jno4049SQbe2j9lxAfrYRbeh4AfG1by3yxg7wQ1fk74R7/Kib2ZnZ51Xrrq9dSN0TLs7pgcv4KLt/TQ+QPw4vxTehjVLPDHm/cu4w1i8d0kb98tY87gpje3d674smaSgvbTUNZNt54K/XOM7io7zxb0hl8gKPDnpNhCyxBj26NGjduLEiXhP5LHH0ge5eH+EgzA4XIUP9hw4kD7YQ39Jv0l6+lDkEEAfAuBGFpBLAJ1JnsixlOgN3TIgYxnQx1lWkVPep6f/551hxjkvxfsiHzfGPxcuXPQxzxVfE74eNgHpwOmNUf1vgwKSTFLYAbQZ7Ud7YvNMTEyG7oUHkl3U8P6Ofm7aGm4nTbvdDODPMDXVcLt5X8wJoA+Ho88bcpus0oe2C1dRlEZ7MUfS8LlNZBc5Zmz/xBOP2xNPPGGPPnrKjh8/bkePPmL5XTDkm/i0bZLv1Gbj48w7jnf7s1GfDxsJQLaBuq/xll37xfxCBgFkOrv4MzDvlfri6yG/2GO8+4V88zEuZBz5xvanT2ZOfH7+ls+BL8a7HJ5F9b8KBbBPzGTmIMmkBIWPhYoCG7bsybUkMwNs167IwrHjSv28Brz+dPV/4gGF/xQqrCxKh1pAUdStlINtAIjrUMtQ1q1eG7Z6fdjnD4cC4GP4GcC/OtQ8nad3vk9xuK/5/FDNSpeDoiitKAoHmZRgsIbIBP0c7yel+d+bbn8iC7Oxjyy/A3n9+g3jOfKC7JBOkuNdilsiD8IS1HzOlTqM+Pwr/fLExITr30mfo54yZLvR1dMN1w3o6j5Mhy5nfJLkH7kfc1kfdfrUo25Sf4xCeWydK/FjP9Ly+/6TO+OToJV12yW7hPXBdvmCBlI/Pyn5U7YKx4O8jOGtfvYQBSS5/PWhLJPMSYVJtB1gm7xuTxOoNollJ6JL8npsFpM8we0g5TB/bPhxtwv9MRZyBGwXY5V+CQWqm4oCFQUqClQUuI8pcOTIEfv4xz8ec5bY8RsB5s4/8RM/8Y5ThTzJeyNlzHG+8Ru/8Y6Xk3HW7/3e722KppSXg/judGEZt/6Fv/AX7Bd+4Rd8/eN6fMiFD7p813d9Vxym+uijjxo8slq5eEYcDl4lDWk5YJDxKod5/s2/+Tfj/ajV0m80nHMpmAOGThsF9hKeOnVqo1nc0XjQ7fu+7/viMEb2P/7bf/tv7Wu/9mvjAzPTvka4vDCM35mH/4Iv+AKDzhzkyLw4h3dzUCvPlqfZK/dbkVva+B/+w3+4V6qw6+VAZ3DAOPXeKjA3xAdjdr2wK2TA2hGy/id/8ifxviI6AF0Ar6Ib0BFHfW2p8PmwFZL7Oum4wcNvfetbQw5+4id+wsAFj4PrX/yLf2Gf+qmfGvNtK6W/V8NKnyfkI1PoX3QmuoAP9n3DN3yDQQv0xEp149DGfLgrtHr++edj7es//af/ZBysjV5fKd3yMGRso/xG34ssL8dxN+7ht7//9/++of94Rwhe4TDLzGsr6VB4Dx7kQwHveMc77D//5/8c+vfSpUsGf/HxBWlz8xO0z2bsp7vRx6/XPpLsySefNOjHmgv0fO9732t8IILDp6EXsrkaT8GLyDe0B0fum7LcPvvsszFnvF459vJz5tA/93M/t2cnoZfgOWSPfhtZhUb00yvVI/NephN6Ef0IjZD73/iN37Av+ZIviXn5ldLvhTBkHx2wUX0xGG8v8v2doCkfcxmkw3p+dAk6ZafKdrfz32497vXyL6//ZscxnJOHzliO5367f1D16/3G3yvxpaT4cBJ1nZ+ft//5P/9n2BqMZekzV7LVwINdwXPi8QGDn//5n7cPf/jD9tu//duxjk2cOwXYPow/sBPps1ezkVarC+VEr+f6YH++5z3vsVdeeSXeL8WWYPyEXUvc+wl4n2glW512hR4r2UzQm2d8HAFaYatfvHjRGB99+7d/e4wVN0IjaE6ful6/m5/DoxvBe7/E2cz4Dxph/2EH7lT973b+263HvV5+6o+sYZ8zHllYWDA+sP4zP/MzMQ/DHAN6mHjLAdli3PO3/tbfMuKTDr3IRx4YMzK3sTzNSvfIHLy1EUCWyXclPHczTJKdPHnSmItlLoZ3tdDt6Hj0V9Z1a5WdvgOdB+0YdzP+fu9732vQlHE5Y+vTp0/fqbF0kPOzP/uz4+ysjbTN8jjnzp2zxx9/PPDspR9J9s53vnPT6zO5frQve7/3Up0epLIgQ+iB3B73gossvPzyy8Z8Jfrux37sx+xv/I2/YW9/+9sNXtqortwL7cxaxe/dI+ubzPe+9NJLm5L1f/7P/7lJm5sH3ol2gS82y8vYH1vNGzsOe26zed6v8dEp6Jat0nO76RgnYT8w58OHN/GzF2u7eAfT87FQ7Ag+HvqRj3zEvuZrvibW3gbjVP6KApuhQLGZyFXcigIVBbZGARYR6/WhOPiLTbdTU/tiIhQ/RlnaVDnUGyDyQgiddc5NUhg2knLQEleSp63Z0FDKY2xs3DuHCZuYmPR89rk74XmPxEsYRbEcx93f+MwG/1u35uNFNl4Wu3jxTXvzzUt26dJl4/7KlavGQRBMckAbST16UB8p31svvCyLoAmTJIkuI06TsaAFm6OAqakpazQaNj2doOH+RmM6whrun5pqhJ+4bKJkc/TQ0HDQsSxLI2/rXoPt1Q3qOuq6d8rZeD5svqDcGdJG+I2nXzsmfJVikE/CzeYPIIWv/TtIt+xXtC/pvMlxHOSw8/+ZJtmV5PxUxibBsbExO3jwIWMD7unTb7Hnnnsu4K1vfc7Sh7metWefPWNnzjwdH+TiAw6nTp20Y8eO2aFDDxuHYCD7LJ7BR5JspUtS1JcyMDF169atkIOrV6+GXKSN9a8Zm+sv+iQ74VlO2EzPJkXSroR7pTAp5Wcm284lyaQERYEclk63MuRmeHjI9dSw4QJDrrO2B/XAi5yvDrU147DhknagrIWX29StveBVh/TfDcxOjpTvPVL2ruHm9sBN4JLhAuL/nmpjODziuv8JX8Ltvz6Q9t9Aj1yGx8OSuy6yPRqBOmYabraIKV07NqTTp/BRSNwEiUbgB6+0vK0J3S2QSdoicspNO+OmtqWeW0R2R5JJ6tZXkV+medxs8EdS4Aj57embJPNJx+ycvlldxwzqoZT3anFrtXr0JUUhryHgTvW/bQpIW6flIN8N+rddqAEE4AVcQkP3IpsAUVI4vo1Bqir1VfC+lNyNpd6ZWP0yo2sGwWvI7TazAX+iD/qsjzOFbR65lGgkqZs4u93briMp7AXsM15yaPhYALvt+PGZWBjDnnvssUeNSb6ZmWP2yCNH3K47FDbhgQP7Y8zA2IJxA3bexMSEjzvGuwewjPlYbNTADWD7oCdqtZqPJwqHVCbqCKT+KPVT+R5bkLEQC4zXr6eDJy5ceMM4dIVJcyYJ2UTDoSzYhbOzHLJ0wziUeNAmBF+3ypVTUWDPU2CQX11EQ+/Rh+Z+X1KESYVJ2a9N18uTRprscjPo5/5OAvVDR6AvGHtyaOVEzO0wvzMZumVkZNhtipqZoSs7YdcO0gs9guw3m4vx4tr8/C272f0YAotJ+Ofn50NHoCdu+XzMzZs3Y7zJmHLe4w+OKcENQAdcSUFzxlE1t29GR0d87mnSdSHzKdNexgkf81HGMuKRbjMgyaPL07pj2cW/OlCu/FSSwStlWTidSh+P1kLH81EKdDB2YoLhKCdhW4dBWxB/yos2XAugW71ei7KVMb9URJklmXmd7Q5cS2lG/kDp5cCVSQnuQFHu2SycRE4n60KiF2G2wSu3gaRIURTQvgi+qHcPrdo6bw75/MvtkPEmtxaykfzw7/pQq5UhV0VROq/I6y4zA2yNS0YVASJlF/9mADvRrUNP0unZ1dyncA/e0n8yYBMO8DrGCIofzwekyY+vgvuDAln2qA38WPgYXYJP5Xyd5LAocFOYP7LNXJIietcJ/jdLYXaHr1yGrWcL/yMbuFvHsjxlkjlCwQv+7EcGuSc8+Xmy80B7JJBkErCdXEgPz5ShI2s+1qvXa6GHk80x1LU5hiNsq7q93u0btuPW3HarefnKsoh60xbIRIatUoH0pMXFFmUMeyvWM7KNeTM2Qt9yu5OxLbYq8UgjQb8+ELYcpP5z8sj4sW0ZI+NyECk27bzbuYO27HJc9/t94fqr7vyHjc78Bh9FmJra57Z6w9dCp5dAw9dDp6eXhq1/37CpqYYx/wHuCZ//IC/yJO9MX9opgQWv8ax0uzetlY/4eu144Gg0prxsQMPdxpLyrV+WXPZGrLsRv+HzOdR3cnLC52TGYy5myNd1B/leSvxk1bWEAlKii4vAvlEAABAASURBVKRuf5hd9FvSGVI/jpSe067Qt+46inEsPEE75A9yPfzwoZhD4zBjwmgf4sETiUf6et/8kpbmga5Apm+5TkG+5+aSXkHukXnC0QnE8+R3+Z+60H9RjNSX4ZMUNK13ZRP+nJ5uBM9DL+gBDYuuTWImy5cnDa8kkxT+9AP+jodZAPQEx5Cvu3Ig+OTkZMgYcwrcDw8Ph+1PnLJM7Wn3yZX5iA/UzM3N2ezsbHxQhBc3z5171TjAmg9yMXd6YeCDXPRHzWYr5lQgRVEUOAHgxFMUpdNtyHXJsM97TNiBAwfiAKYTJ04YB3fneWIO8552fUp7QuvS9R3pHySAPcuyiPFsnn+pu16o+RiycNpKcl6V5QsaA/l+0E3hnWgbZBu7Ia/lpmeDsSv/dikgydum6LbdcKxljI2NB89PTaU+Gv7O0HD7odFohA6b7uqyRtxPhd5B/2CDjI6Oug08FHjhAUAiL1l1bY4C8P0gNJvNmMflMP6LF98wdNulS5fiQzn0j/SX9J3IDumkRHNJ3tYJim6fIyn6KPoHZBYdNjIy6nbUWMzxYvPBB0Cy2xpuryVoRLtPx32yD+EB5q8ngo/ABV7anvzMZFyUCXevgyST5PTJULgf4L6IZ7bNy9E7HguwuBS/Ztm1Hb+gPzyEDUW/ee3ade87r8Q7mqwvcuA9755hZ8FDuQCSTEpAmCScXljpfR9Q8zEnbT821uehzEeJZxrWcD2S9Af8AzScj3Cn/Vkj9A/pWQehT8l9CRlSfgB/BRZzENBpwteQpt0W2b+fD3JNhfwSjlzXfA4AOYRe0G4Q6F8XFhZ9/Wg+3tmFH4A0zr7eDbtm8AQ2Vvrw31ysO9FHgxNgbgE3A+whKWSG/BNPjMY4cMz7mDHnj9HRsdAV2K+0sSSrrrtDAUkhy2ayzV6etJdk0N8LvIc86LCRkRHXQZNh9x86dMjYwHjixHF77LHH7PHHH7OTJ08a748cXfbBHuSPvhJ9hy0ETPh8CTZR4vdRH1OMuG00HHODWTbJE/mU+h/0QLYAZBUXXYxL345uRj55nx6dzZiH8c6LL37cXnrp48ZGV94nRl4HbQLS30NNsWeLKsn1mlz3Fj5OrEV70r60N20PDwCNRiP6s4a700vs5UYvnHhpXm3cdeFY8Efu86TNy6JV15oUKMsi2os5Etrk4MGDLt+P2MmTJ+yJJx433gfjg1wnTsx4+FFb+YN7Uz7emXQdMeH97Lj3aWNuM4/22o++Dkj9Ws35pHR+KaJcyHMG5HE5IN/Y8Nev33C7bNbtsjft/PnX7ezZV4x3wV566aV4Nwz5ZgwwN3cj5tqZB2m3O5FH9bM2BVx8I4IkbxcAu77wdir8vjRJZiYLx3brkiOW5yF3078kv09+M9lal0eNx/J4UmFFUVoZ4PxWOPAxLg1ZuQIUHjYIvTjFkNXKIavXEgzV3XUY8vlFgP5qY1CzHK/m44EENau5HVr6OKEoKG9hklIdkhN+ZIO+Djnoj1Gu2eXLs3Yx9pK96WPdK0a/xnPiEZ90kgKntNQtfLyb8yR/6jLifTw6m/65r7cb1mhMOTR8PNLoutPuBxruNiJsamqfy/2Ey/y4y/yI13XIwEsFKAeAfy1Ybi8vv18r7W48c5J10SpcST1aRsBd+5HnrG5ZLFyrrrtMgX4/42zibWIDkNqqL2/Iegojrm37UmCQkhs3d+Qn56eo61azHCw2fiDhUnK2+Jv1B7on+0E16Oe+gooCFQUqClQUuBcoUJWxokBFgbtNAd7/4IMu3/M932Pvfve77WMf+1jMsSZbq2PLXeZfiUNc0pD24Ycfdrtxezbe3abDncpfkj3yyCP2lV/5lfbTP/3TcWAja9zL6Xz9+nXjQMdf/dVfNej89re/Pcbld6qcVT4VBTZKAUlxyCi6AF5FN6AjeD8tz1+txt9/9md/FnLAB6k++ZM/+YHicSnpAj7Mw4d+oAX6dTmtuOddmHy4K7Q6c+aMz83VN9pE91U85jfhFQ6wzLy2kg6F9+DBP/7jP7Yf+qEfss/7vM8LPpWqvmqQIaAnH47hAxE/+ZM/adCLvmdhYeG2/j/zIvIN7WmDB6FvYi4dnkP26LeRVWhEPw1NlkPmvUwn9CL6sbKVBjmv8j+4FKhqXlGgT4FKv/ZpcT/5WCv/pE/6pPhwCWNZ+syVbDX6T2xcnhOPDxh8+Zd/uT3xxBPx3tDdpslqNtJqdaE+2PK5PtifX/RFXxRna+b19LtdpzuRP3TDbsJOpF2hx0o2E7Ymz37nd36nZ6szN3UnyljlUVHgQaUAuoh3f7/6q7865mGYY0APo7+WA/qMcc+//Jf/0ohPOtI/qLQbrDd04NxkdDy6Pus6aLacjvmevgOdx3ibcTfjb8bh6MxB3JW/okBFgYoC9xcFqtpUFKgoAAWwHU6fPm18OIs9EOyBeu9732vvete77Ou//uvtUz7lU2xmZsbYa0X85UA4z4lH/J/5mZ+xD3/4w7GPkY9JMvY6efJktUa/nHDV/ZYoUGwpVZWookBFgU1RQJKxeTxt6hk2Dh9B2bPBj409TJqPjIwaz+lE2JiwkQzyAJT4Q0N1Y7MQ+NjgOTk5ER1N/5CloSiDxAbedBgUL94DdpevdrvtndxiHBrCJn42DV67dtWuXbtmN25cj3A2UrEYm4sqqdcRSskPHQA2cQ0Pj0T9p6amjAMH2ER56NBhY0M0A/yZmWPGBukEx91/3E6cAGbCz8eWeEY8XvQ6ePAhAxf0pJ3IoyjKXJxwaY/w7PEfygnN+RAaB220Wk3DT9hO8AP4AfC1Wq34MjiHOBC2nDTedMuD4p5wKberrCgKB+5xi2h7f+yu7dpFeYGcgSQvQxEv7CBrbMSDLw4detj6cMjYkJvhyJHDduTIkS4ctvzxhgMH9js/7XMeHTM24rLAQh3NL/IE3Nv75z7Tkkn2GzduxCZDNhxyyA6TUGxAvHr1ml2/fqO74XbR27Xdw7GaR4KuCSjDUlDUWZKZAbbmRTmJICk2HCInyAv0Qi9NT0/bQw8diIMLDhxYzd3vz7cGfOwMeR8E8iHPDAd6+T9kB/Y/ZNON/bZvcsrGRsddB4/EBtPSZds5zdhG1uEXjxVmDnIwp4UcLC75L+DOkn/CgCWBvZdxsnzgdjp8dMNzinyWxt/sHTLc8Z92uxPtj+y1Xcd2enl0ogyDeKXbyzn4fFX/Bh6Aug+D+cgI3wCKXpSO18t7ryg/fm6zS3gv4hoe4kMP5An9xwZd3ARr66s10G7pkQQNFDJWlkXITNndgCzBb7ahK9Wp4+2dyk9d2HCfgbpSZ+JtCOEuR5JkRVEMQL5P9LANXNQFICq4oBt6dGRkxLCt6K/RA0nuXdZ7+mZruuWA6+zlsJq+IR75HvA8OWAUP8A9adCFY2PjofvRkZSdOkiiOhVsgAJSohVO0d1ADx0BaAlIKc5ydNLt4fASMgJkecEFCOP5cjwbu++4vkK/92Uz4wQvAG5gI/gouqSQnbIsXGcU4ZdkUh9sRy8twUZZAfqWPqT65brxHFiScIM37V7f1TJ0WcLZcv3WdlpCz35HKS0t2/IseCwpaFQUZdctglZmt6eVFHGQS8ZVo92Py2C7YO9h22HTMZY4evSoT+od68KMu8d9/IB7zI4dO+rjjaNu8z3Ss/84cJiXRw8ePOh20EMB6ARwNxoNQy8wdhsbG4sXZsifchRFLq/3ct7ptb0/hy70XYyNsAevXr1qly5dtjffvLQEOITp+vXrYRNCR9oEsOqqKHDPUkDmYuqAuxRSlZScbf3uBI5tFSASS3IdX8a4k7Hi6OhojBuxcSYnJ93WmXBdMRrPpSL0oy27kHeg7Xq15eN9Pro1N3cz5liu+pjxquuODNd87uW6jyHn5uaMRQz0C3qm5WP5tusd8AyCJJPkZSwcSh9DDcUcF/Na6LRGY8rLOx62TlkWtt7lqByfOcgK13tLoYwwqTBJli/Kk/24y+8Ltw9Kt6uxD6Eh+hXaUT50L3bi/v2MR7END7hexp+BsO0AeAbTc58g24S4QO4LsF2hH21Neev1WtBW6teZeu4e5HwUdJbkWcn97tzj/1RlEHajOnL+hG/LsrCiKAMIk6BhH8xkg9ftfFtEuw8PD4VMwbPwBnzLOOJAjEkSLx3wsUaCQV7bvB852L9/f8ybLncPdPODV2Nc81AaVxEPOad84+MTUVbmfUqXOUkmAf2aSnKaAIW7pUPRiyPJNnK5GRS6Dpqhl9BPzWZrYL5x/bmv1fJJuNthbyb7NuPFbXu+wGqpq/B7nQKJBRMfSuryZt81w2+buhzNmvETz2HfL4U1E23goURZB8Fc3mRSkj1ktCiS/IFO4lkfCFsOyByA3A0CssI9z4Dl6TZ23wm5Aw8y3XJ7pRW2x8rjP3BKwtkRABVQuM0AXTJAL0kmJTCTWYCteFF/gIfQmLHciK/zsfY3ObnP0OEHXGcf9LWlpEuzHt9vB0LPbs+lf0iwf4kuP+B5or+T2x+DHvA8iT811ejalCNuUya7AxpI1JfabA6gAW3ZbDYNO5LDQxmvXrly1Ribsm5xLdb65uKDsMShvUlHTlLKl/uVgDgZJNY3O94HNB3XLV87vBnrIVfdxmVdkfHx7Oys273X3badj7kFypbxZjz3swsvYlfu2zdlB30eIs1lMI8x42ugJ4yXjE6cOBH+E74mmtZCmdfYGMzMpPkP5kZYO+UjNNgs5AkfQetM8+zKdRHzHMPDwz5WGDPiIxOULa3XzsS8ymbLkuOfiPocjzqxrpvKdSjkjLyQSfKGNpJM0v3MAluq28okuZ1OkoJ+Ut+l3QHoy1hmOOzZEW/r8TikmAOm9+3bF+2OH15BX6KDBwsL7+R7KeHnnnB4KesYdAjrpIxzcQmnbyIe8e8+MH/ZcTsywWB5oBG2MzTAnoYejAXHx5kTHI1xdL1ej3GBk8CTgsOdZf/UFSAY2iNf4B3x9RHGv+CE5uDnfnh4ZEf0PfndbaDeGehL4APmMuhnrlyZjflRNshwMP25c68ZB1hzYDUfF7l8+Uqvf2D9DL6Bt8CX6wU9aSdoOuw6i7kYxj8HvS/nXQDmefM8MS66bGqq4fw+4WOjkZgjIa2kjHJXXMq8EuxKZncR6S6T8S7WbG9kLamn02u10ucbR9xGHLdGo+E2xAE7FB+heMT76OPGQfX0t/S9HFKPmyGFz/jayLFYFzl8+IinP2iNRiNkA1lCLpAtSXuj8vdoKbLct3z8hM193deALl+eDZsbe5j53X7f2IoxV66q1Kc9XknR39A2tBH9xdTUPrefDhj23eHDh709j0S7Yl8lOG653XFPuC0JP2AfprWxI74udnig/cd7ehH9KiVbPtcD1/b4JUE39WRFSn6K7V6cHQTtIK7VUdH3YU+xDnDjxpyPp64H3LiR3Rsx1sLGIu5KmCQFTWhXZBs7BPsGG6Thss/YEz7i/TjGDdj8x48fc/7jQs2HAAAQAElEQVSZcTjudvty93iEw1fwEvqHOcjJyYnQTfX6kJEXPEOZcDP47IoXMdlfye+3D9A/dBkaYpw1bo3GlMN0rDtjw4yOjhnyjX1JPMgC3aAT81P5vuXzMfAE+gO7Cl5ApyT9cil0DGP7WR9rM87Puoa2SDj4BWgHW8Ib5D3stijv2sIfQLJ9+3YTPET5JNneuyhThr1Xuu2WSFK0l6SQMdqhDylMkpkBtoELHuhE/wN/wFsZ0CkA9zxLvLgBlHcwiiTL/SI6DR2ETmOO7dChh+3IkcPeNz5iWa/NzByzGZ8jQb/hzvg9+g49xrzEkSNHjP6UMUR+V+Sgz9OADx3HemXD5ZaxW5KNcR9TjNqwj6kpB20hyaTUf0I3aIisosORRcZByCdjntdfv2BvvHEx3h2Znb0SY585XxteWNjY+8N3kNT3ZFaSQk7KsuZ8Uvd2GvE5j8mYkz0UdvNRt5uOen824/3ciWVw3O8T0NcB8Ak8cvDgw25/7bepqSkbGxsP24m2t+raUQpIyHcZ9B3xuZPx8fGg+QGfR6f9sFmQ2yTfR122jznMBNBeMy7rMzNHQ/6JR3zaDxlHvoFB+UbG0R9TU/uCT8gPvTI0NOT8UwtekmRc6ENgJfmedVnmXTBkm3mNS5fol2dtpf4YXBWsR4FEczNcmXQ72C5cnk3kxVwodg9QFGWPDyR5roA73X94ouu9zZFkpaevl3Ubqg/bcH3UYcJGavtspGw47O/CtI0Uq0A5baO1aRurT9v48H6bHNtvU5P7Yy8F/Lt/Oq05HfA1pUFgfSmeD7xfcMDlCKB/S/CQ67UDoR9TX9ewycnJ6OOyDJRlv/7UNfH/LV/TuWk3btzownXvy66FHxt1YWHB14Va3TlXi0tS0FbKrgVd6UeHfV5vbGws8kYemcPL8o6sz3i/ffz4jJ3wcS1yDiz3c0885B05P+D0oN/GtsXO9WzD7qEOGaJga/xghwNrRLnjjyRFnl0naBoBd/RHkS9lAJZmraW31d1dpAD2/tLsJXXbbtBdGmcn7jybnUCzKg6J8pvrEAWgp8qycH+xqfplXYDbbi8fG7VdhyWwLVzgBNrtduhDxlaDQDjPk45RlHsL2VRJKgpUFKgoUFGgokBFgYoCFQXuRwpUdaooUFGgokBFgYoCFQUqClQUqChQUaCiQEWBigIVBe5/ClQ1rChQUaCiQEWBigIVBSoKVBSoKFBRoKJARYGKAnuMAuzd4MOcfKCTD3XywU4+3Mm+6PS+Y8cGXcJ5Tjzi87FUPmTNe9t7rGp3rzhVzjtGgWLHMFWIKgpUFFiVAlJ6qZ0X88uytmRjHxuNADbd0WGg7MuyNEBS4BzsJPBH4MAPcUkLHjb8HDhwwNjMlzf98LwoFC/WSxpIuTe81CltqFqIDVVzAwdBs4mKZ2wSACixtHIdJMXGBzZtTU5O2IED+2MzNJuiTp06ZU888bi95S1vsTNnTjs8HUAH/cwzZ+zZZ89Y8j/jLv70/Omnn7Ynn3zC2HjFgRGTk5M2MjLsbVjvtRHlt+416O8G7QlnsFz42YDBgQocVAWkg6fYrNYOo4RCEw93s8BGDg6xot1ov8VFNsI1jTCeZXzeXNkbLs+AuDGZVASNiyLJQ+lywWFAuEVRmPx5int3fikrsDx3SbFxFj5kI+2k8yIbEdnMlzfysUGPTbhsTmSDHvGQfXDB59Ae4B6QZNQZML9oLzYZXrvGoZYcsgNcNjbdzs7OxoEpbL6nncGTwZOu+C9Bb0UeZVkE3UunN1AUpd8X/izFsWVXxj3oFt4+tBU0YFNjozFtbEicmZkxDmw6efKku8AJd/twIg5OPGHbdVMeJ+zUKeCku8Ape/RRh1OP2qMOp04+aidPPGrHj520Qw8/YvsbB21ibMpGhsasXhvx+tZNHVmnLa+xTOY0sJoVcrDSpNLMCofb/0VQ/OAxG6QN7Uu7IB/N5mIcUoqf8E6nL38p5VZ+GVi0Xd5aceAoeYCfPFMenShPxiwNFDQH7rhLHoCZJAdc80sOG/vvhLClsuNPkOiV/NB5fVzEhQ7QBP00COiqxcXFoF3H2wJskry8fSBsuyD18SErpcsam4A5hBI9gJ9wSb2sOlH/fCsvkznIuKhPq9UMXqI+6HQO4QJu3Zo3wprN1pJ2J93dAkkuX0UAdS/dLsou9QakVDdbdkGHQeAxaaHdaPfjOejVI0cOux45HjJ/cpm+2a5+WZ7+dn1zynXOKXvssQSPPuo6x4F70h45ciQ++jDp9sTo6Kix+RsaSCvXmTpWYLacBpJ6PER/g+wAK8mPrXBJid7wU5KhrDOzLCX93Gq1ehvnV0CzZhC4sX2azWbIIbIIoGfox5fjltST65UQS4o6p/oOGYePUV9koHA733bh8iy9TOYgM/M+0XUR5aZOqR7QqRn6Z7BOtoULerXbtMOioceAhYWEv+k6DFq226kfyOglyoX+72/2lmRSAmgD1Os1p1fd8CcdkzGs7krq0rsWcjo6OmaNxlQcJHj06CNdHfNojBNOn36LMWZ4+unTdvo08BYfczxlTz31ZDx/4okn7PHHH3e98FjopVOnThq6g/HFzMwxA9/hw4ddNzwUeYyPTxhjO+yoWq2Mclj3klLdureh29vtdrQBY6irV68aB7FwKAuHsNy8ORfPiANAZyCnr9yKAhUF9iYF0FXorHq9HjoInTA2Nm6TPrbkIEXmetARxCGutFQ3SOleQnebjwsWY67l2rVrcXgiOoKDmzikGjeNIW9Ef4XOzfpC6uMZpBR5lm7D1evoyCEbi4NsJgw9yfh2fHzM50yGluivwfTL/VJhCWdh1Knmug/cQO7rJEWy1XQY4ZSbSEVRht7HzhofH49yMf7mgKwZH5Pmw3ROhp14wnXySYcTrtt3BtDxwOB4NMaiYRMm2zDdnzLiHTv2iB06lA5cg37Qk/YtioLqVLBFCiSWUTd1dru3O+RI6vJuGTxXd5nNPEv7STJJNnjBq25S9YIkBQ5JgYP2R5Y4FOqIj2uwE+DbEz5fkm0I+Ib7nQBwDQJ5JDjldstJh8Szjz+e7JgTJ44bh0o+8sgRt4uy7YLM10N+U72LqLeU6lb6mLder3n9aj5fVnp9S39eOCjA/IIu7iz5lxS2Ds+Q72yHLiw0Q18tLCy4fmv6GL4d8ZYk3sANeDs+9sfORPc13W4HsHMXwg5ddPytGA+ATuqXl/sKKgrsTQokPpUKK4oyZA75W66bVi67zNncQfG448pqUPYY8yEjK801RoJN/DjqkC3wLbgsA8geeSDrAHlTBtBKqUz4dwoK72cLp1HpOqp0uya5pZUltAPktLAAG7go03KQFDqOeR4+fsIhg/Tt9PHoWPr9pFtPGvcnXKfvFIAvQ84juY/6GLQPlOGk2z7ke+zYUdfhB30NcSoOQazV0OE155nC66uB2m7MS1vRfsxF8pLL1atXYp2Cw4Bfe+28vf76635/2W7cuB76m/gAdBzMgXvCM3A/CP24ndDPC66rc56zviaS8jtnfISFcTG27/z8rYgLT2VcfTz3p69Wq/m4YdLXYw76uuZxn494LOYnmK949tln7LnnnvX10GcCWBvdLJw587TPfaR5D9ZOTzpfHTp0KPKsuR0PnWlDaA5wX7i8Yd8mGdnnZXs4ykZ65lKAM2fOdNdmN++yvpvrdsbLB17kAF5nXarRaBjjgrrbapRF0pZ4/f7kmFQr9DLgs2wRQLvhT24EbfIHGpvTuXC9WrqOrMfYdnh4xP2MFUt/lmw9W+eiXH3oRP8BbwFNnzNkPrHjNt06aO7oY8q7UoaSvG+uGWNV5AG+5OD1SV8rYCw46WN+xv/1es2TZ/r05z07jjgDcuaRgr7gYxwBLvAAU1NTIZeEs34C7xP/XobButP+9AP0LayN8+Gts2dftbNnz9orr5y1l19+xV599dU4kJ450tQfNIN/wAMdJOHEWCLTEx0KPWkbxmXMJRw9etROnjwV6z4zPpeb5nF5F2fKdcuYt+eQt0MRuHb7h7JvBHa7HCvhd/aMsRlySdsAzRhjpTFVLndOKyn0QL7PrpTCJdzC7ZPS6QvgL1ZMk9NW7uYpIEFnuW6uOz+PG++08NGIGZ8/Y33zqaeeiv75ueee69kQvFNFvzsI2BPYGk/5mgjzB9icyAp2cdJDQ6H/Sre9JVl1bZ4CWYZwkw5ciPle7G9gfv5mrAXxjDg5B0khN4Rl4FlZFtEm6Dzmm1lfp81O+LzPY489Fmtbb3nLU772ddrOrGCnYX/BC8AZt7+Iy1oYaZl7xT7EBqO/Q7cWRbliOay67igF4AH6PMbeN2/O+xjthl2/fsPm5+d9rLYYepw4AAWThNODHG4mk+Q6unD9MRT6A9uDfvPIkSNh62cdkmz9zEd5HPJM6Bb4B/1xZoDHnnK9gy0PHvhy0u0k7CP4yPyi/EC/LB74AP8XMdaq+xrNaNh+U1P7wsUuHPd1mtHRkVirgX7ElWRcXQevQ8ftoba3f8v1yILzxZzlMXb6wM8bdvHimzGuZx2a9egFn8uhHTxx/NMeADfkU/o8C2NA2o5yTExMxhwEdmruF4pder+BMuwMJFr1cS2/7z+5l32SevJcloWV3ldnKIrS7wuX9RSHekrCWQJSCsMebLc7YXPTH2ELwiu3bt1yPZOA+SOeZX5ZgmiP3UhyHVdze3/E9dyY8/A+40MjR3zdhvc80HNPPPG4z7nk/vLp6DdPn36L0S8+5XYR8xNPPPFEvLP+2GOP+nrLqRhXoOfoc48dm7GjRx8xcPJeOrbT5OS+kGlkqL5sHkOSt0fh7VJGu0FL6Js/sMhcGPNyV67MDnyw51a0iVXXtiggKehe9/F6tp8OHDgQ7Ufb0t60/Rm3i7CTnnvuGbefn+nOvz3j/V6GNO91+vTpmLNjXveojznpQxmDjo6ORj5WXbtKgaIoerYwNMfeoD0PHz5s2LLMpfOOF7KcbJkzLt9Px5zoaZfxp9xeSfL9uMv3Y96Wt8s3Y6qjR48FjzDGwq6hHxzt9s3wUuk6V0o6VFLItSTjarfbPq/ddBttwW7dSnbblStX4n0w5kGQd2w45sWIf+chldNMJsn25pXn1LI7WMqO2z8++xmP4mfw4Y76JblcF8FztHvddXvddUnN59LLsnD6AYmG9KXr9ZFy/i3Lutt4wzYyPG7jI/tsYviATQ4dsn1DR21ffSZBbcYm3T+JC5QzNlEes8nasXjeGJ6xxuiM7Z+YsYON43bk4eN27JETdnzG4fgJO9Fdx0JPrQS3vwtzytekHnNI8oAc0d8dP37MkgxM28TERLwPyTuvZZf/2247MD6Z97WcG92PcWFvco/dgD3Rdnnw1jIzmQTYipckA+/IyEjkRb+Kfj3qfS11eML7bfaQIce858lYhDEJ8xvZn9wzdsbHKMDprr4+4WNl3o/gHQ5kmX1kZoo+ljYDrLoqClQUWJUCe/mBpCieJLe1kRm9rwAAEABJREFUy9DXjKHrrq/LsmboFX9kG73QB+itVqsZfTm6jHERgL7jGXE2ii/Ho49I7zZhHyyGjQDOBV8vJw9wN2PNrN1NIpPU9VdORYGKAhUFKgpUFKgoUFGgokBFgYoCFQUqClQU2H0KVDlUFKgoUFGgokBFgYoCFQUqClQUqChQUaCiQEWBigL3PwWqGlYUqChQUaCiQEWBigIVBSoKVBSoKFBR4H6gQHE/VKKqQ0WBXaTAjqEuisIANlHxgj4bfsbGxm3fvkmHfbFxlzA20/ISP3ElGS/crwa5cGVZxCYlNgayce/Agf2Bc2xszDhkieeF5y/tzZfq2+1ObDi4detWHBrCZioOf+B+YSEfrtoKWlBnSbdtEJAU9C3L0us8ZBMTk3bgwAE70jvs4ZSlzVRPWdok+bTljVNpMxWbXtOGV8LZSHXmzNMGPPXUk7HRko1Z0Jh2ShvCkgrN7WMDF5seBm73lJfytlotY/PFwsItg874CaMttl/YjrHRs9ls2sICGz4WvX1bHpY2eEi5/eRZydvSnd5/2twoydsTKGIjC+3ah8KfFZ5OZgbYXb2Wt7WkKDObr0dHR4MXp6f3xyGDHAB47Ngx58vDfn/QkFd0APGQe/Or3W4HrWgnvzVJAcgwNJDk9GyGrFy9ei0Owrh8OX2Mi822s7Oz3UNTbnm8VshNxgW+lUBS0BT8S4GNRJnehXFJqTzgBAjDzcB9KmstZJHDNaanG8ahOzMzx+zkyZPGRks2OA7CiRMn/NlOwknHdzLyOnXqlLHBk8MQgFPdD3KdOvmozRw7YYcffsSmGw91P8g1bvXasJVFzauCDnanU5istIIPcjlINb8vHGTmvwns9ovH3dBMn06nHQeZIB/IHdDsboDqdJkpu92km3JI23adijw3XQYB/EB7Bd7aFPItRnaWsQQQJEMfmURY/365jzqZdXq8zD3Q9noC+HmeYHnqpffEhRbQZXFxwXVUgsXFrKua0T7gXZpyZ+8kOU1kRSFD5mq1mmEbANyXpfOXx7GBi7Jzm4JJz53X2vmm6TzEZroF7zPR6QD9KBuTF1wPt1rNoF9Kcfd+Jcotr3fRrXcZbul9d4aiKOK5JFvpgg4ZeE58+mT65snJiej78wEJyP6pUydDD6Bvdl7PZJ11ckDfnFyibzh4I+ufEyeOu/4/EmVMun/M9eSw0f5SQXUqWIMCkkwaBHilDPohOwB8BE+sgWYAR5IfNqm23C5qus5EFyRYCDuJsLbrTnhuLZwrPSNN3x5aCH2TcGMXNb2Pbvb6e0lRrkE8pHfx9nDrglxeCoe+voB3cp2lhEOS7eQlyfNXoKRMuU7onFwf/NAKOm6HXrQFuBZclwGLrqcT3j6tvNWiLFIqU9z4D2Vzp/cvlyl4ARrBG0BZ1owwaWnaXqIBjySDtqRnfMbHb6ampuLQ8kceOWon3G7BpnjiiSfi0BXGDIwxMpzuHcLypHFQC4dQJn3wqOukU3bS7aETrhOOuV149OhRQ28dPPiQcUDhxMSEjY6O2PDwkJfBbQ4viySTloL5Rb2h+aL3Y3NzN40Dljh4HMBPGM+IQ1zAk1X/q1OgelJR4K5TQFLoKvQPugsdNOrjSsZV6AeAe8LRU1LSDbbsklI4co8euHkTHXHNLl+eNcaNFy9etHyYImEcbsPHEJfrckmBWcquRfnIm/INDw+7zhr1ce9EHEY3NbXPmIsadh2Gzo3Ea/xIcnxyfVc4lNGvl66vc/3r9ZqVZeFxkq1EfQDrXvgHgeDC7cl6ve56dNjn2sYN3YqOfeSRR2xmZsaOH59xPX7c4YTr492Ck447QbIFT8XhQ6kvOOX2YuoPTnh/Qj9w6NDDvfkB6Ef7Ug/qU8FWKKA1E0lrP18z8ZKHCt6EX2u1eozpaj62K318Q/sBkqIPN7+w7dzx//741m/iOXHhW9p/amrKbY6Hwj6AP2ZiLgVePel2xEnnLfw7A/AgY6UECXceQ53qzqXAt4899ljwLfGxX5hvPXjwYMjX+Pi4j2uGXFbLoEfh41zqZaa4hx41pw9QunyXZeHhsrUuqf8cGW/7+B/91IyxL+P3BZ/PXOja1K0tj3cz3paPmdGVGRZ8HI2/5eOEjs/jUFYplUlKLmEVVBTYWxSQwZ6SXMYKQ9ZKlzlkrzagmyTZSlcOxgU6rrTaPh5G7po+XgaQC8Zs+JN8pLn8lfCtFZZwt0KGE86F7hg8jZfJlzgZhySvm/Lttl1Jga8oirA9anHwYWml62+AcCnFsVUuygdQVqKgw7HRJicno0+nb0eHo18ZO6JTT/o4MMHO6HBwo5dxT/n8V3ZPdfU3+aK/H+se+EvexGeNAh1Of0OZKTs0KIoy6EJ9NgPQgXZkLhKbkg+fXLp0OT6Ccv78eTt//nW3QS/FmsWCj/fhHehGOkmRFX6AcCD7cYGI5D9Smq8Hx6LPGczPzwfe2Vnye8POnXvN+AgYY2IOJWWOtOU6nvkG8DqK+/6f9oQPOcj5xImZmJNgjZP5CtZCn3vuWQPwA6yHbgbOnDnj8yCn48Bp5kTgKz56RZ6l6xzonKEV/WjHyrJwO2koxg3wHfKBTU56ynWmuxa7mXLkuKkOz9izzz7r8Iyv6Z7xteAn3F46acggdGB9ChsL2kgKPpcUrlXXAAWwUblNuj3LXnZ5sjGAxhb0Lbp6lvHNyMiIjYwMu91Yd54ozUzGtRp+iecA5UlAXPgLmc59Ef6224rebYFuT4Ok6HegB/oXO5oxPvLDesHExKTLyUjE8ahh41LnDFQOf9v7ZwB/6X3XsI/LwQUegENhp6b2GTiZ0yQ/2oL09zpQZ4D60w9cv37d5zguR1/z6qvn7OzZV+2VV16xl19+OT7IdfHiGz5fetXoLxLPtIOukkxSjxzg5AZ6wqfj4xy4z7jsoOuSR2IcRv967NiMcYgwB/FP+bhtvDsWupP0paxrAfW4O9CJ9Q7ovOhz1fT5uC3vh2kvgHJTNqlPe+5zOH5AUrQPdC3Lwm3bsgtFhBOngu1RQEo0luS0Lbyfrscc2vT0dPD4jM+fPfbYKe/vn4z+NdkO9LXPGodVp36Y/jcB96yJPPlkWg/B5mTNA3y5D2ZMUni/IMmqa+sUQJZabmMhYzdvzrktfD3gps/9Lrp9zPPVsCNrGYqijHbPfQgfYzty5LCd8HWrxx9/1J588nHjAwTYabRvhmefzW3+jPNCer+OOKn9n4j5T+y8Q4cO+VzxlPf9o96v9ft++ut29Nud0MeUZ7XyVuE7S4FM67bbEYuup+kbr1+/YYzhGMvBU/BWjpdzlxRewjMQJCX9zDupY2Pj1mg0Yj7zkUeOGB+yYBzKOATe4LD7Mz6OuJ2PEg8Rnp9zQP4pH9+Ch/fpJrprpoxZyZ8yUgf8UbAH/KdwvYqth22JHTg1tS8+yIWNMjY2FjLIc3SwlNpSym4iHrRsu1y2nTcWfE4UnuC9Qz56zQe2L1x4o/fxD8b7fPiHtaROd840rd133A5INjtlIj/yHfExAOWYnJxw2zTZp5QVviFeKsFe/E00Msuu3beXJKMtSh9XLIWaj9uKeCYVxiWtTg8pPYMvGKMlm7Bp8BRzM+icW7fm4x457tAhgPTOwJZygS7wMuODMddz+/ZNxbteR+Jd9BlfLzm1ZM4FXYa+O336dPSh9KPYRk888bjHeyyAubpTPm930ucIT/j64Iyv/bB2ecT7YOYv6I8nfW4RORn2dVbyp12kRF/KlEFSvN+44HNtc3Nzdu3adR/7XIsPcc3OXnH/VSOc57TJvUDzLTXUHUokyWWi7NpPQ74uPh78wNwT68Cpzzvt81JPD9jPz4Qf+6lvQ58JG+r06bc4TzxuzOcePfpIvEc+NTXlcwKjkY9V165SQJLbqDWfoxoKmiN3Bw7sN2RxxsdCyCqyS7si188887ThMo9J2yHfPHvyyfzBvcfCDh6Ub2xi5uGRcWxj8DNPg3zTR9Z83bQsC5PUq6uk3j0yi77s223XbdZlm3nvN9+85DJ/zddJ50MP9BDsuke9HLyoPf/e9mCfrFXCjo9L8vP14uZ4m3cLt9lK72uZnwZqvTW70gpfV5fUbftUHrrJBMvKJLNCReLf+oiNDo/b2MiUjQ/vt4mhQzZZPxof29rHB7jqMxau+/eVx2yy5lDOuDtjU0PHbGpkxhoOByZm7OHpGTty8LgdO3rcTsycsBN8kMvhpPdV9FeDgN5KcLI7X3Yy+kTkhjEAgF485TY98ZCpQ4ceNuYHJibG3T4dcdmrRx0k1nvasT6IrYAdet3n+hjfYjfA/81my+3MdrSTR3c6FQ4KgEbWvSSFDzoP+1wp44jp6UboV+SQsiDXyC+yfMbXJJJufib0cvInHf3MM333tPfrvPcJDcBz8OBDYdeSh6QoG3Z0ZF79VBR4QCmQZTG79yoZJNmgvu7r6qx3bNVLSjqI/hudQB+O/mo2mzEGwiZf9Hk77rdum3dc57S872+G3gQnAF7cZnPRn7VcX6a+Q6JMCn25asGrBxUF7j8KVDWqKFBRoKJARYGKAhUFKgpUFKgoUFGgokBFgYoCFQXufwpUNawoUFGgokBFgYoCFQUqClQUqChQUaCiQEWBigIVBe5/ClQ1rChQUaCiQEWBigIVBSoK7CoFil3FXiGvKFBRICggpZfZ2egDsKGKTefj42M2ObnPYdLGx8dtdHQkNm0Shxf6JUV6Xs5fDvGg+1MUZWxSYmPg/v0HLG3em4pDkMmrLMvYICAlfN1ke8bpdNpx+OKtW7dsbu6mw5zNz990mI9NCIuLi70NApKWbAzodHdvSIo6FkVhw8NDTtMJp8MB45CG48dn7NFHTxqbqU6ffio2R7KZChjcODXoP3PmTGyQPXPmaWNzNDjY+MymSDZaczgAdJVkXJQDSH5+9yZQxo7Tm40eHJ4JzfkoV5/G7Sh4p0vXuNnkD2nZLMKmETZ4LCwsRvuywcQsbfJYGWXHyBaQ5O1cRJtC5+VAO0vEWRnTbodSRvJY7hImKTYLsnF2dHQ0eJEN82wqZJPtzMwxO3LkiB08yIHb07E5j3j1et3r3+nxOnQEH0B9M3APbTkU5dq1qzY7O2t8kAtgsy2HqbMp8dYtNtw2AydpVgMJOipoTR7Lac094VKKZ6tclBfgcVFkGtRDD3H4CvVHjvJGSzY4njx50nDZrJhd/NsB8PTh5LJNn6dcFzh0P8h18sRjNnPspB16+BHb3zgYH+QaHhqzodqIlUXN2bVw+pm7XvdO6TxZS2ClBxZdkLsr/y9/An3abdq47TLRMmQQaLWat7U7cVfGun5ou90OfGyuAj/80mq1jHDwZgCTtLyUhO4cSOBPIMnpZw64Mi4pufjXAmQtQcfbpBN1SfVpxz3P1ko/+Ix00GRhYcH7mFsOuAveHsBi0K7jepI0kqK8+HcKJAUqSYZsIWO1Wj36f/rsWq0W4f7YVrt4JiU81If2RY9Tp1velzJTXEwAABAASURBVM7P34o+dH5+3uu12K3TWvp3tZx2PlxS1I96rwTQRNKqdO94YwPU24XTwEGfPDKS9C02EDr2xInjPfnv64QToXO4P7HChvHNhoGnDycdd95gfirpmkcfDTdvNCcuZTtw4ID3Dfvc7hsNm4UDpNCbVl0bpoAk5yNF+yMz9XrNcIHMQ7bupdAf8BIyhF4AkiwthuxwzzN4bl10yyI4q7rstV3fNwMXB1Mho+BHP4MXWBt3X269yl7nIupZryedQX2RASnJjCTbjQu0AGXNNh51oI+hPgtu6+FSH+hJvM2WgzT5Y18Lrp8TvWiHptOw5bRshe6HrpJW1RHkK6XnRVE6vcoB/VoGDc1k612Sgr+gNTbd2NjSQ1iPHz8RB6pwwAqHL6TDVziE5bSdPv0W48C4wQNYHn/8sYjPARSn4pClE3b8+HHDLsQ+PHLksHGQa6PRsHQAxaiRL21cFIWtdCWatYMu0P/mzbk4YCkdwPJm75AlntEuAGlWwlWFVRSoKLB3KCApdFXp8zjooOHhYRvpHVo46Tpiwm2IkQEbojBJAda9pHSf9Qd6gLmWq1cZP142xo1vvHHROEgRlzHl9es33C6+5Tq3GXol6wsp4eqidkdePoV+rbkNO+zzLxzwPTk5EYesTk3t8/mtsdBhOX9b55LkOIsA6l1ze3gQCJNkg1cu30phZVmE7h922jHXhm49ePBgzA+hdxmXYvdhm530MWnynzTu8W8HwNGHk1179JTbhMkupB9ItmEKI+7Ro0eNjxgwb7Bv374YQ9MHFKvof6uudSmQ2CXzTN+Vsn9dFBuKADraqezKKzIL73JPuER+QB8dtkyCQTtPwf91t2n7NsdDPnd0OA5/n5mZMfjyVBxcddJOOt/CO4RtFzIe3FOnTnR59mS4jz56ynn3VNgwmW9P+Dgr2y7MkzYaDZf58RV1EtWHDtADulC/Wq30upauswoH9cBWuZB1ADsm26HoNMa92Iz4CSfOKihWDSYNeIFmsxX6L9u3i4sLYcMn+3ZpW62KsHpQUeAuUwCZk+SlkMtWEbKWZa/uY0hkEZmU5HFW/pf6z5AR5As5yDLSbDZdNhIQjvwQb2Vsa4V2fIyXxsvIMrDoa0DgBy+QcUv9Mkl9/1rYN/JM/z97f8IQR45t7cJ7RWSSjAY82zW4us/Q9z3nnvf+/x/yne6uwjMGjAEnCWYm81vPVgYkeKiqLle3qyqC3ChCoVBIS3uSlFKqcp8Pqu3XdHwOVQFGDUm6yGqynpxPkiTn0bWPNpPjPTdv3kzbjo0v+vVP1qffpW7l+tFnH5N6FOSLnYD+7LmwP1uH8yMKRX//2e/+k+k7p/vWtuUrl+9O+m7THk9jXA1eqeuimy8q/RNPaCvaj3FIfEo26N7Z2Qk27+bHsV6/3swfS9nf37e/eeK2L/37JntJedpgSn4Q103IeSbKf/DPufM6zfHPd+/2PT/Sz/etra3F+vq6/d3t8aakx9bvvA8a5ThQZvE7/kdbLiwseP7pTjDuwHjEf/7nXzwv+n9yE+DmBzU+tsHk5Dzph86ZM/2v/2Lc4y+eO+WHrx4Fcz+8EztPW0G0HTTyOHtlvxY+Yx5scXHR/Hc3y3Z9TOW/PS/7oXf+WFyzsfH//M//uJ7M6f5H8jsyiJ/d+CvoQsoiKST9jrngH6napb/T+KpNSG4jLjj5CQS0khLjKucK64v+GX002qG2/yzpo7lJ5d44sOx6JsBFHHp+DcJOFDqb6L86wUdz/Off+BBk8B8yCg7IA/1VNodFfugLLrhfjV4GI0mu2/t6i7aAhp4HpFZgSX70I3ie7zGQF7LGd1BmZn5e/5w8v2Rq6k798R/2PZaxs/M2Xr/eyB/gevlyNaAXL176es22YSvHSLFR+BmMP5MHdZQKn3ENEde0z+zsXCwtLaYuRZd85z4YtvWbnOO/n99BAWPaEPxpW57/NYky/hz6NcvyobwpG+0Czifj+QL6V2fuayGv3G+I56WCP+cfIkljPVLZT6uTpCqkEv+hZ9q4n4eAVLCUlHoafl5eXrZdv+d5C75f9ef4y1/+khtT/3//3/+N//t//9/0Jf7nf/474wj/5+LHmf7b8yL/x+n/M/A9HtnfvX//fm64Peu5Fca5kC90lqSfV9A2dSLQyA8hMnXieTTGe/f39y5+kOvEsocc5gMf+dfcR291ux2P5/RyvJk+DG32yOM+//Zv/xb/8R//Ecxz/dd//Z/x9+ZKu3/IL2N+jE3NeYZn8UHv3btnPbqUfSTanvdJsk0vto16fMhWfqTYbfQvRAC8yYIQHmj6b+/evTP/vMt+FXGNnSQd6SURfIAU+Hm0a7c75bHB2WzvMgb/MH19xsH/8pf/tH/e8NB/jXXH/5vh+7z0X+a1/zbf/SWwuw8ePLC9vek+9rznR3q2A53kH/ifOlBGKH7K8TtOQzvQ12KOpvEDCfEx0eszM9OW8ymPWXTcZtUFElJpWwJwHLnfBq7wAT+41e/3c/6I/jx9+62tbfe739qv2s3v9J5YBw3tmzcZIs8j//PH71G+b2pqym03nfMdlAffCT+1sQvwT/P8lxUWbL6sMv06pZGUvhVtAWGnrxPxUkn3U0oBXwzdV8EHhJ/gFb73wXdcj46OPa54kuM08MtPye9fmUZS+kj4+3Nzsx5Hu5Hf53jw4L713Dced/iT7eW/pd7CFhb6P/aJ/p8kdOBf/vIfTvMf9o/+fTzP8ic/910wjofNpX/x1VcP4/79B+573I0yT7iQ9hMZwlbTJlJpA0mWsco6sc62Y+wWfA8ODqzP9zwWNojd3d38LjFzwsRzH/0ePn4LuLuYX+RHUuLe9Th74Yk526lbHmd9mG37F/vNfE8IPig+8v/Yd/4f27z/1yH03z4v9N///V/mkf9j3vj3eGS/+SvPE2ND0ZMzMzP5nmiPXxUBSWmraEswX/BYKt/lvO8+DN8joP/PD/DQrsUf/m/7Kf+V7YaPjO/7n//5n27DIt///u9/9vj/n0zfXZFv5lMfPnzgPhbyfTOw0bwP21185DplWSoyTqUlEXhMaJjj6OhS9CfjH8g33/PY8dj73t6efbjjTJcP/NP+UT6IF8rlJ4yLML7o4+Njh/gwv1bRJaXups3RIbR/132xuu5EXVd5T1I0R9HVlBXymOjEmhuF/xhvrbvR4we5pudibnox5nu3YqF3L25MfRU3+CEuiB/iSvo6f4RroXZoutH5OtMs9r6OpZlv4mb+INe38eDut/H1w0fxbfODXNZPj74rc0/YrasErxf605+wbX+yLoT+7PDPloUS96c/fefxha8tA/ds425m35P1V/Qh6roOScnDfAf16OgofyyYPgrff+S7AKeerz/PtRXD7AtIrv+YruLVXEXiOT09ne9ijIP5AfQs+vY//uPfPW7xF8vy/+N+yn9Zrv87dfSn5kr+y3Mh//Ef/xbfffdt6vzbt2+nLKM/pFJ+2gy6LEV71iLwx0Xg19SnPwnVn5lIUj4hyTqpSh1S9HUn+wKd/H5T5XvKdB/6J13eQxfQHzo/P7cdP3P/59R04jlt6NR9oTPrvfPUaR/K61NxTd5n+X0N8jsZ533q/E99fuZ3njv/Yj8oFvSpPNt7LQItAi0CLQItAi0CLQItAi0CLQItAi0CLQK/SQTaQrcItAi0CLQItAi0CLQItAi0CLQItAi0CLQItAj8/hFoa9gi0CLQItAi0CLQItAi0CLQItAi0CLwKyJQ/Yp5t1m3CLQITCAgKb+MX1VVLuZjUdHc3Fwu1l1cXIz5+YVchM5CIBbUlsVGEXwpny/Oly/m8yX5YcbxpfrwQX4szuK5hYX5WF5eiqWl5fGmBNP5LtJI5f2S/NSX9aEuLPylnizELlQWHRAHBqSBKLmkxJLzhiTlIghwm5rqjRdTLeXGbg8ePAgWS96/fy8Xdt27d3cc3sv7LLiaJBa4siH+8vKy22cxsWQhZLfbzfeyWKQpS0wsdovfyDEcjnLBBYvVWLTGQrZCx8E1BO7w3GU9P1050g2HZREoz9KGLKY/OHiXmzE0eZJOUuLowGGT7yjAtbmSFLQlmDc0NTUVLMTrdLp5D76OUPxrDxatQJelkHTBi51O2cSGDSUWFhYsm0vB4vlbt25GoVuW2SKvLNCjztKH6yQpJAUHWJ+enrq9TozvYezv7+eC+p2dt+NNMAbBJhm0A+1BW/IM+PP8h0hS5g+ulBvcKRPEOXHck5SPSyUkz+sUoZCUOPAc8kP92cgH+UIGkUkWHD98+DAXKn71VRN+5et/nMjv4UOeL/k9dP6NDrh3717KPvJ+5+7d3Mzg1s3bsXRjOebnbsR0by6mOjPmr6mo1IkIjUW88lkVVXSijm6GnFe+qlSH5PtJMT40Dq8GDU60B4tIaR9k4+ioyB4hcbQtaUh/NYf3r0hD25KetuZZ8jg+PgpkkB835Prs7NwyVn5w73ou0ofLez3dT7mWFNIl8YykqKqGwEoRoZAUHzqkq/HUcZQbwJyn7jo/Pwvqc3ZGeJZxYDCpQz6UL3Gk47nj42Pjc5hywgLew8PmRyDZ/OMs7SzppVIWqYTEfQ6SlPVHppAR9NvMzHRuSMN5XXd8v/roq6TyvAO36ygxKPU6iaPx4mQW3u/t7VtHHDjuOOCN8/PzrNvop4D10bdfvUFe4ErehYYX7+AeNPmEVMpO3dF53W4nWGje6005nLKe7wbxUkknKR8nHygv/I9zqsHtkleVz6NvFxdvWMfeTnlH16AD0AVfffVVPLR+gDj/pfTQ+uWh8/vqQn89CN7FO4u+uXvFz2BB9rL9tGajoV6vN65vx+0t16r9/BgCkhIrSdYrdTTyMz1d5KdrX63hn/jAIenieW4X3j0L9CR6AflhUxr8F/QCccgW/Eb6n0qkH1lvoeuPrONLnsjikW33sd93aj1WdM0IRnbG0mXZmjhHX3ykyrLRMZ93rSt6gc5AX4BBVdUh6SLt5ziRlHlKJSRP8AIP8DqyrsHGgNPhYVO3k6zXh8rP89eJdBD5oj9OTvBtjlM/k+exbdnpacmTNBDpm3wkNacXoVTisDudTm0Zm4pebzou5e0qVuTXEPlTDuoIcc09Sca+zjxmZmbcN1iIpaXF9OFu3bplf+K2Zf2Odc5d070k+h3og0l6mDrjgf2ch2P6Kr7++usk9Ah6g/wWFxfdl5lzO0+7/N1sh5g4JF2Jo4yUm82UDg4OYzDYD2wA5ycn4Hf+Sb08kXXaFPKj7uR5an+TPEp7H2XbHBwcpG35WIgPyr3DsW09ts0lDzZgJU/yhybf+0c8b+vcIvApBCRFVVVJ6Hl0GD7O/Py89cN8MJaEPiIe20ca0oePSfmSlHKN/CHH9Bv7/d3sM/Ljfc1GimzehO1DjyCnEPlIco6ROkdShryn4z75lMdd2ORxdnYuy0OZoKZcHfeFJcVPOSRd1LXb7aSt69k3ZNxsyuMA5MV7wwetCn4BAAAQAElEQVTlgnx65XM1ThNl7aQ+nfeYG2Nl+GN37hR9TX8U/QsVHY1+/so6+h+nkg/Pk9dD+54PTPftI96L4iPetc24a9txx3TbPuuttCdLS0tx48ai23dubOO7xkTxRz3MEleqfv36ys0PXMAPULl1dcymxH2e/5LSR4BPp+2PzrhPxzl8XNdV8qFEO0Lhg7I05MtrH6myf9s1z/ZyjJhxlGWPTd65c9s8dN+8+fCC4LWv3L/5ZXQ1P/KEGv+l8Oy9CZ69E8gQ/grjO8VnmU+ebeS0su6SFBySEp+uffSe+z5QGdero0knlbTho7SZQirkKH9G6cegl/DP8CvwMdiMC3+Da3zu8qyT/4wPz5Avfgo6knwJyRN9iB/EO/GLyFYSQUstAl8wAkr5Qb7QQcjlVfnrpkxKulIHZGEyQir34f1zj8EhI8fumyEfjDUe/oL+H3lCZx6nRMaO3Vdo+pWcE8c7SUO5IMomlTJx/jlIkvUQVCcmDVbo8J59EMapiANL6ePvpnxNWSuPffIMz86433jjxg3PA9xMHfrgAb7AA+vyB/YL0L34Cr+MHno8CsIOPMy+5sPMm/MHng974Hc2evye58P4EcU7d+7Y/7hj/+Om/Y4b6cP1rJ879u3q3Pywip96UHeI+p95jBbeoB/69u3b2N7eMm0n7ezs5CbA+/vvcnzy3GOTzTt4HuJaUrYF5ejYjyQE/yaUlPwdPhhG4Tny4t3obOzC27f9/OGVzc3NaDYL58fB9j13Qvngr6HnxpzF7/oDbvAyvjm2GpvNfCftz7zIvZwjueuxi7vJn8T9PLrznj8wO/6hDanK/gftM/R8IUR7EU9bNjqJsjUygm8BwaOF/rFy3TOfQ+SBr7KU/nXhc/w03g020iUv/bMY4bfxHl0ppqTwx6SMl0qYFz/rH31SHhglbwwtg/AHMT+XynMlH/iK60n6ufn9K9JLSl0HP6J/sRfz83Pjscal1M30s7kfPvjuxNCyhL77UEj9kS3yQq7oP9D3JYTm5mazb4Felf7RNnRB/oUf6ghR/6Lzj3NeD/2Ozdna2orXr1/H2tq6aS3P37zZCuwPabAPRx6fB0PygXeojqTkb7AB74LhbCx6bunmzVtx//7dtNvY04bQlbc8v3/Dffe5ubnElmdpA0lk+6sTdQAL6oNdo270i7B1EOOyhxNjsqQ5s9/FMzwLfa5Ckhf5ntkP4D3Y46OcMzgajx0f5lwI/TXSQZ96N/lxX1K2jWxTwJY2wr8Ca86rqnYymdrP50BAUkiKqqpyPK7opfmUBcYj8CHg/XvpP9z7oP9wzzaYNHc8dnHL8yU3b96MJc+fzHscc8bjJLRdbV+Td0iK9vjHEUBOIOQJ2aOvdmQdd2TZO/H82rn7b9xv6PqbJuNpD9qG8dc524ulpRv28dB/99yveJA68P7F9+to+3sf9R1pe/jlhvtA+IXTHiNDbml3ylDem2f8M2HPHbSffwkCl/xzmn00+uInF3OJjFteLZZU5La0I203st4I643a45gd646p7FtiQ9EB+OPQvbHeKHx094P6o+iOO+a929l/Xh5/j2JubGfruuP3VH4fdFmupiyXMX/cM0mBrCHP+DMzHo9ADhcW5u1bLqSfyTX3SIfsSzKmhRos4Ytz99ex6Yce9+GHfPjBj+JXvc3vIw4Ge+mHoXPQQTwTPvCvmnx86TarPb9deIPy0J4LCwsuz41xeWZ8f8rpKpJ/VnLVMr8mzIuf/W808cTk+UT07+xUUvIE/IG/1fATfMM5cdyT9KM1hxfgJXgE//Dg4DD43hrzkBD+6snJcX7HjbTQj2b6IwnIoyH4EqIMhFBzj/B6VsQ1RFqegyg/IfeoO/LDWAs8jY+zuLhovbXsMbZbqcOK3rsbk7qPcTno4cP7aVsZs4O+yu+XlXFBfqyH74s0P8zF/OWy54SQGd415bnYTqfO9qEsTfml0haj0TCxRHbB+8h+AWNgB+Pvc6DjqQt1a54dIbTNRRv+LAQkpe5q+IH+O21Fm+E34xPBC9i3e/aRG+L6OpG2+M1LqRvRlfhQyBw8F+3xixGA16Ghx6KG47EV5BqZIOSepLSjU1NT7uNPe55+3n2hxZy7v+X+/+WY5d30hfFrCt23vzxJDy3nhb4az90i29A333yT9+CNpaVlv4PxhGn7UN18t8TYWbE3UpHt8EH5mnIXGT/OvjZj8OhVZB0fjjRO/g99yusu3/mpTIrqGOX4HmW7vJ586qflNfnEH+FcUrZ1t9txu08lMV/e9fx5bX8XnYLcS5f4FXyjHIU98twt4FC2C5X1UR111YlO7Txr81W9GLP17Zir78Zc517Mdx6YHpq+MjmsHdaED2Oh+zB/vGtp+mEsz30Vtxcfxt3bD+Phg4f5XYSH2CrPO33leaiGp5vw0paN0z58kPJw7979lJM7noeC3yHO0Y/Ly+i6+cC29Twn1TUW1Fsq/I9MNnyOLYO3uT6bGNNyxf2h7nLYfCbAcZSkwG+hn7tgf3hpacl2+pbnxW5nf+Se+yjIMOG9sZ5u9DPXzXkp9+208+QxP7+QZe9mm9Ux2V5FHtwybjTOXYz20yLQIvAbRaAaz/Uj672L75tPWa8UuY+Y1D9x5ZDKPfQAtrnotbIu4cjjdgfuFx3YR8c/5zucpCEtdCWjT1yQ9sxj8eRx6DkA8jtwvpwfHx8FupP75E02UuWAckE+bT8tAi0CnxWBNrMWgRaBFoEWgRaBFoEWgRaBFoEWgRaBFoEWgRaB3z8CbQ1bBFoEWgRaBFoEWgRaBFoEWgRaBFoEWgRaBFoEfv8ItDVsEWgRaBFoEWgRaBH4YyLAt2z/mDVva90i8C9EgMU4LOJjISULdFlstLh4I+bn52N2djZYcNTp1DEaRW5qz8IiiC/JQ2zAxK/ElC/+10FeLFTiefKById4Fi2FD+nL/jI9dR2OFz8Oh0PXvSxQctF97toaC84/RmBKXVlM1etNxdwcmyYtxq1bZVHU4uKS4+YTWxZKkJZnpPdx4f0sSmABBJsXsakACxn399/l5gIsXOA+bUG5KZN0mc/EKbe+OGJBxvn5WZycnAZ1PDg4cL3e5Y86NfWkjvAcWPxYBciPdODBM02e5MVm382Ceu6RVlL442xlmvzQ5uUHg2ibbrfj9poKFsdBvV4vr+HrzsUmkdfzmMzv1z2nLrQ/ZA5NPv3YG6kPPNftdl0fFu/OBXLfLNxbXFw0f86lLJOO9JKc51XGl2TslK+RSgj2R0fHuYEBG4xtb2/nJpfgT9seHx9f/BAPZY6IfH7yn1TykhS8u9PpZDnRIxALvptNcyRdlCE+coxGw/GGycOsA7qqm+3Zs46byYXky8vLURYt331vISaLMX8pgS1069atWL65HDfQsQvzxnnWZZiLOeva2ZnZmDH1ejMx1e1Ft9OLTt2NWh3XsXLtlKSofN2JyvGVur4PTTmciiq6SYo6wmcKOYwr/2N8SKVN0eEsqKJtkDXaiYXSg8EgoIODw2wz2nb86EeDkRnwfLwxCnzAs2wwt7+/b57Ys1y/SzlHPp00JF3QRzP9jDek8j74Ct6GOIcnPvUaqTxHmlLH4YU9RHeBHfVlQwl0CxiQjvSfIjA9OTnJBepsxod+AnPwYuMP2oP75+eXukjSp7L8WfckXeAvKcAD2ZqZmY65uTnTrGWvF8iLpPjQIZV4qYTUm3rRxpT9wDod+d/ZeRsQ9YQnmoX48N5PxetD75+M493k1byb99MeXBNPuUgD8Zyki/rDB9SfBebomKv1t1xVFY+8R+Q1ScNrvkOT58zMTPpVi5Z9fgjxzp3bcWdiwfcv1TGTz5MvhM+BbmPDMXwy9Cf1mgwpV7FpU9b53ehY39Z1lbi8V9k24gMIKO1UZf4AO3yC6ekZy86cdfts9OwrEC8pPnZIyjzCx9A+58mEP4QuGAz2bEd3A9lBnk6sM0jn5D/6meTNs7PzQEeRxyD1+6518n7qH3QYstLICRlLV8uMziaePAklpW6Ynm70xZz1xbTjutYlhYckJS9J4pHPQpIu8KK84EGd9u0XY7uggTEjRIdSr5+CF/WCyBPiOXBBF6PDyO/A9hBdf3Z2lhsJkR4KH9LH61hVMiZ1YoO8zc7OmD9mLviD++GDvCDK25SB+h0dHaXtpDyUq9Gb2AbSQ378ykdS4gT/wYe0E+9FB9y4sRCL9vXYpOFWbtrCZg93g81c2bDi22+/iWYTFjZ4uGXfhfSzs/iG3WxT3gmFD3gD8un4g38RiRHlpdwQdQE7/A7q2Dw/fui9gPsQacGDPA7GNgV7ySa3Ozs7ubE5G7BBbHq7tbXtuK3c+Jwf9ym0FWzUxoboPLtvvwT+oEzkzXsaeq8gbUSLQIvAFQSkaqzPptO3KX7Ggs/n0v7hW2AP8SfCx3XZ4hpdgG7DJ0TH9vv99BO3tpDV7bR56N9GRtEDPOfsQtIVquva+nTK757Nfl0pz5z7VTMZ3+1il+rAVkuKHzskZVryRYfyPPVBj1I3iGvuh4+mbJQPctSVD3Ej90fR2We2xYQRSrvQ81gRunlhYSH74+hbfDho0rf7HOfkCdHnXV6+GTduLLrN5m2PZhMr6tez3wJxTrnmPI41634qcWABhvHLj99YDg3PKKRCEYqfcjh5JhvZSDbU8Eve+BX+0UbwbK+HfzZruZhz+07bz59KnuM+5YKacSMX772SNOW9DJ3aw0E8jy8Dz7Ix351xn+bOZ+zXlLwux2WQi1v2V+jX4I/wbvgSPoU3CZFL4iDKBwYNz0oKSVlHqcr+Ds+RFirpL/GJKGnj2iEpJHlMKcbjS+cexzwJ/An8CvyL3d1+jmficxdZv5bJj1zCH6enJU90I0Te+D/HH9ywppRJKuGPZN/ebhH4JyNQ+FKWO3RHXXdSFxWZLbYHWURWJV2UDb3TXEgKScHz4YN+xIn7y4wn4ScgH8gJfWVC5JH7yJKTf/LDe0hHX+D09DTlGd8Eedt33xIq+Z14/O/csj80WRFO5Cpp4uqXn0pV1HWVego91rOfMOPxOXQVdhn/A7wi0EWlLNQjxgfnlzS0rhqZhlluisqz4I8eXVpatO+x7LFw+oK3PRZ+57NR0eN3cszrju0Evgd6nP4n78a/mPH4N/XinBCa8bgZdabuHc9FVhX+m0LSuIYfD6h3055n7q/Tlvv7e/Yvd2JjYyPW1zeyf0gfsvDKQbY5PEWuki7eQ15QbR+TsoAZZSPs2VciDiy5L5W2ID0klXw4xxbg6+LnMj+Cn0uftfw411aOufPjb/AgZWjplyGAPwPulxTJ+5O5Spq8zPP3nxuNnyPMJO2/fyECklI2q6q6CDmHpHLv5xZv5L5Z0RPHOSaK3j/yfCZx3Ps5+bkImZwQilDEmCTO4zdxgCc6Dd2GnkMn37hxI+0EunvO80ToPiqDzgIrCPtJOEkjCxU6nHyaH/Za8Dwo53PuX6JPuce7eC95/paIT8RXMQAAEABJREFU+kHgAB17vhu7gp5fX1+Ply9Xk1ZXS4j9YTxy3+OQ4IWt4nnqDItICn9MIsp+QB3gw1wOthob+uDBg3j06Jv4t3/7N9Ofc8z23r17udk+2IIpc3r/CjypC3WCB6gfPhp4YG+xd69fv7b9fZNjsthD7iFz4Hbm8RGeJQ8oPsNBPpSD/HkPuDOmz1zBwPMhvB//DhtN+5Ee+qmvBmN4d2qq5372TNLU1FT6bpXH/39qPm26FoHfIwJW/+57jExDzwudmc59Do3GvtX7tUb+GuIutgh7g9+NLZqfX/D45Y1YWlr2fNaSxzHncg4SOUQeJV3oT56fJPTLiedS0QXI/u7ubn5PBf/8yPNt3Dtzv4F0PCf3xSTy46qlfxYCTfsT0hb0z87Pz8w/Z+Yf+rLl+zGfKg/Pch+eKDzUMZ/0cswbf4bvZJQxxRseJ53Ne/BZ4aM6JMX1gzyxJ0f2EeEZ7Emhd+k/YkvgofPz83xUUuYjKa/bf+BQSFL6N8j1/Px8+pe0x4LnQxjn6Hncg7ag7SSeiTxog4aQ1SPLLTYdHwNCpmkT2gK7T5qmPTKDYMzkUv/AH7Q75eC9+KWUh/lyyvK5/alSFSVfRFyGl+c+U/zko2AxTLkYDpt6UceShfQzMiuPfNH/pVIfSUHbdTpdy+50yvCc+ya0I/5vwzeSgqPgVHCRFJKITtzO7HsWuT5Ke/D27U7gr/Idgr7nJxln5PsXw+Ew7RZ55cP/wD+ebYj84M0z2xzeD3FOHPeadIS8ihDiHmlIyzPwOXIA4csSx33SkR7i+UmSNMavzjHZnueMin2du5hLXVpacr/ipscHb+c4Hj8Iwo+a8F2R7777zv2Qb/NHUO54/mfJaZEb8KdNwgfvhXx68ZFk7CMpfFDGc+t28KXc1Onc+pPnRu6fj3AinK79tAj83hGA16EiE+eeczjL72Jfle/jjENGSEd66BKbIl8RsnzLfdE6mu+4YsvQkdg15lIZU8APunXrluX7dhT5fuAxha8t249M38aDB/ct/7fS50Y/9Dz23el0Qro65h0+JPn/5Xgr5UOeTzxfc2Sf6fj4+KLsV8ucj/3ov5I975DfHyZCxYePJr7YRMoyGuuTSZUyef7hfP64sZLSR2v8I/iH+fKefbNmnAM7ix2OPIp9vYqp8c975gv7XrTBue0o8+PDc6cf1lFFL7qai169GNPVcvlxrs7dmO/cj/n6fswlPXD4IOa792NhyjR9PxZn78Xy4r24fete3Lt7N+7dN138WNWdD85lYasK3Q74fmlpyfaO78LMePxm2jTjPsKM/Yk5h3O+no3p6enome/BAd6nvpKyVkP7XMOsz3n2T7Jevh4ZhEvKpB/8JykkWVYry2on34UdxRfmuzrI6bz7vMjtjOcBG9yb8SU/Gs3B+9AL2FH8AMbf6KcMBnv5feKBx7zo+3KftE09pFKGJp82bBFoEfjtICApCytVqUPQVdhqCH3dcR+JeySDrJo+2o9BLzT6DD1x5P41/R90B/1s9Af+yJn7TKQjPRQ/4SD9icff6JsPrJPoqzMOh446yO/ZH6V/wHhPhEJqKNqjRaBFoEWgRaBFoEXgt4tAW/IWgRaBFoEWgRaBFoEWgRaBFoEWgRaBFoEWgRaB3z8CbQ1bBFoEWgRaBFoEWgRaBFoEWgRaBFoEWgRaBFoEfv8ItDVsEWgR+MIQqL6w8rTFaRH4QyBQ11UuLJqbm42lpUXTUi60m59nQdKs701FXXcSi7Ozs9ysji/lN8RiI77ML1VROx2Lg2ZmZnJTDBYOsdEBefd65FOHpMxLKmFefGH/WEwAsViA+hEOh6NcsMASskK6qMv14kuKqqpyIcTUVC8XcbHI6/btW7mQEVwKJr1MU9eXuMS1Yzgc5oIEFiywqcBgMAgWQezvv8uNXolnQcPZ2XmWT1LmIJWQi4lTLv9FdFmeyQKMRsOg7NSBhR4swmAxxv5+8wM++/kjBPAbWEw++6HzkZmRBWgQz7BQhPxY5NHv94MFHwcHB8nHpJUol9yWJTfiJonYuq6ynXq9Xi6OIyw0nQvXu91OtndmFf/KY5QvNwQZfuifpCxrp9OJbrdr+Z62rM6n3LO5Fzy6ZD0Af05NFZmtzMuSggNsCCdJKveIA3faEbybH0no93fNs3u5QQn3aBfSfSgv8oCkkifvLuXsBWWaG2+wwILi2nLDfamk5TnyvE7DlN1hbrTAuVS5Pal7z7I5GwsLN2J5eSll8+7dO8HizLt378bno7IQlHzB+ObycqADFtCxrs+cdS8LpaCZ6ZmY7s1Eb2o6up2p6NRug8r8pTrE36jyf6iOSsR3HXajzh/mclpN+drxUQXpIw/5v4mPFNIl+Uag487OTgNZQZ8gL2xaiqzQjoeHRV6G1kWk/xSBPW17ckJ+R7k5NYu39q2vBoO9/PEXeID3kY9UysL5r01SeRc8U1V11Mk/dVRj/vbtTxZBKs9TRxaIobfg5ZOTE+uT49RTYEgcGJDukxn6JpiyUPbg4DA3Yu1bVsAJHU87sID29PTEbXR+pd0k+enP95GU+VdVHcgWC47nkjfnotczL1pXVMYpQvGhQ1JIhag39Tob+wsH1rcD2623b98GxEbJ8AN8AHbwAjzIcx/K++fEkQfvZjOPk+TBk7SflIU2GQ6LHiAdRN6SLnigNk9MTXVTzyOPc5ZNsOhe6HjFhw7yKjS0HR6Odc3Q55F5o0tnZtC1c/avFq1vblrf3P6MOmZSX03qm1t+11LqG3y6Obdpqddc6j7OZ+yv0cbYtG53Kjq2DaWtP1TTNu4qAhrzfeV2rlOnTNluwjOzs3O2WXPJS90L+bn6NFdSk0cJ4dPT01Prk2P7eAe2nfupG9DHg8Fu2tET6xz4nOd/ChXeHKUeOTk5zjyQySKL+6mniee95+dn5tviS0ilTB97B3xC3VjkO2dZgWbM58gQsiR9+vmP5fupeKnkKSmTnZ+fW/+eZB3Qmfv2HQe2NQPrnGK/Dn3/1DJZ6pQPfeIfuELkCx7oqYODd26HvSTs2fHxUeoV0pD2Q9mBeRMvKfmkwQtZm52djZmUvV7KnHR1QxOeJ3901/HxsfnhKIlz2p947vP+oX2c5l2ToaTkSWS64cuZmVn7fHP2exasF4rv02zCgv9z//793FSJH+OCHj58kHqKzSrwW2hj8qqqUt7w8TGfs9RhmFhRbujU9oyyD+1PcL8hZ/Pep7nXhDxHHge2l7Qt/MuPa7GpLZvesrk59ObNdv4Y19a1H+Xa2trKzdj7/bfuCwzcng3vn6RsNO95ryBtRItAi8B7CKAD0P/oMTbVZmOnhYV52z1ozj7GTBRdUeezjcxzIYnA/f+z7HugV9HZ+MBN35GQuAP7kOi8Rt8hpzwsKfWqJNvfKnVdo1sZe1pcvJFloXzEU1Z0IXpYUvzYIekiX57jefIp9n3G+nva9ev6vVVwUC6I80mSLt81tK6mHugy+hGkI2/yRTeD39JS6Y/SZ0QnF5r08X7J+aR/eNv+YemPNv4hWFE/2o0ycU4c9goijvJKl3WiDn8EosqSxjxHjTkvIf8/Rn7kyi3s5fDC/nlEkYhxCknjs18eSHJ/rmMftGc5mDPN+hyZhGdr87ayLuGDIhTefd9PIr7QMH1Dzv2I+b6OnvuHCwsLcevWzRw7ueTZX8KjV59t8rwz/iGXmzfp1xS+5d3wJXwKbxLCr/gpbKhK+eBl/FHkHpJKvdFf8DLPkZZ8Svpu1k0iXfjA16GdfJof+T9E3Ch9B+QZHXV4eOhxjj37F33Trn3td/Y/j+1/nvuZn/cZWlecuB/LOAB+LT4PPu6B/Z+jo+P0q9AltIekbEtJP+8lf6jUbWX/lQjAmpJS7yCHnU5t/dS1Tpq2rzBrezoTyCIyKSk44G3CSZJ0weuMHZ24P8yPGOFD7HusETnBbxi4H4g80ucYWt9O5vGhc95FOmSqkeejoyPL8IFlet/98dJfYMzu3P1k0o48h2EtkNlJyvBz/ZM0xqrOPuKl/zEzxms28UK3Oal1s0uCIo+rx8hx0ND6ZOTyjnw9TDyKfZhxn33Bftvi4lI0fcE7d/ATrurhXzomfufO3bQRjIMz13Dz5s1Y8nzDgu3HXI5NlXqhh8v1bPLGlOfRqHvtOca6roxJdbWCn7iiruceI6A96TvCG/iVr1+/zh/l2tp6E33PDRGPXmUchPSSrryHfMJHVVUXPDvj/jv2Bp6d8rhPKWOdvBk+CsY+8UeSbcDQtuDEfHSQ79wa9083N9/khs9cDzxugb6nDG4mP9l+fhkCI8sFNDT+hO/7N+QviSCp4F7S0e4QbUkIWcoyXfvvX4NA01SEklJOkUtIumzH+JkHbdvoCWzJgfud6AzmE7hHdtKP53+ZhLSFJKVekEQ2vwmSlGWuPS+CbpuyHkY38+ME2AnmTdHTjPdSIXQWBIbQqcexIeIgMCSvMl48n2OQTb+TfNGnU9ajk/affH9LhJ6AqC9+AnN529tbsba2duXHuPhxrrW19dje3s5xSHwYxgOGttFFvxTsJbn6umgHbA1jLUseI8BGMz776NG38e//zg9y/Vtuns0Pci17nnl+fiF9KtpOkvP5535ob3CAF6gfPhpzyzs7b+P16ze2v6/zB7l2dnZsD3c9z7GXthGZ4xmwgMgH+qWlH9rnIV/ypx+177kC7P7e3iDfzTUyT1lJxzsbkpRtIGlsT4p9aMrkaOshpZ/W603Zb5lJ6vUY36/z2SZtG7YI/BEQwI+6Svhf+GFDj/ue57gJMgkhZz+GCTJW19XY/+5lH2gh+y3MqS9lX2J+ft5yN+00nZTHyvNUUpHdiLhy8N4Tj68g8/jdEPqaa3TVifuV6AHSOYuUYUnOoyGftp9/GgLwCG3R2JSzs4aH0MWjbJ/JwpB+krgnKeqxP4Nuxn9hrgB7iU/DOXE9j2tiN+txn1OizePKQVnwDY89H4y/iP3ArjREPw4eorw8KOm9MhL/Ryep4ILfh2+IDC/Zv6FN8DXxDYtfWFumqwsMJ9uWtjg7OwswR4aZF8avYI6YdmEc6Njz6I0/yrMN7kVHjfKyHusXeAN/FF5Ax8AXhMRRlqqqMv3n+OfqZzaT4eR53vzEv6YuhE1dyvlw7KuUhyWVk9/Zf6nUizbpdjup/2dn52wf5nw+Y1swFbVlnvtSSRvXDqnEg9u5x/ZObBcaXtqxv7q5uekxmjJWxPdB+N4aaSfpWpY/ejn5LPx77nEqCD6GTyHOiZtMO5kx8ZPP8gz9DsYtjzxHcGIbRhx5kA7iGajJR1LKFPggg/TnGNdiTgT+n3c/grlUZBIdeevWrbh793bQz/jqq6/c5/gm/vSnR/Ho0aOgP0K/ZGlpyfNNxRaTp/S+3yypKcI4HHmMZph+AWWGqH/pFxVeLn0jZBUaP9YGLQK/UwSQU2QW+UUWTqyXsGNHnpeATn5EvouIyfIdpir7p8j3pPUroPAAABAASURBVH2bt8+MfUNm+dEfxuaRYeSbH9zje2Dfffcovv3227h//4Hnem/l91hnZ2djymNCHc/jxI8c1AOiHsg1dYA4J457P5LFxW1JPi/EqdScE4brWcL4wDFpH4ceaxmN50M+kLSNuoaApLSjfE8YP216/MNUUx6z63a75q3LefOIpg0+pKeJM7kxhpDHZc6H59b9xHWiDvffNB+9ajFm6pum2zHXuRfznfsOHxSqOL8f890H+YNcN3r3Y2nufty8cS/u3Lwbd+/djfsP7gQ/ysU5VOaf7noOqlCZz7rj60LwPTLQ+HnTrh/+Hnw+N/5+KzaR+J7Hdag3tq2yLyhd2reh63PmvgkEbzNHSdzIdY08RuHkSXnpf5f3wvFKQq54F/K5vFzm5sp82bx9m9ngXilDGV8iz5g4yJP3n9kvRk+gL+jb7u3txe5u38T3Ew7zewSklcp7JU3k8ns6bevSIvDHQECS+8qyTu4EugodBnGOrkZnRXxYziWFVAi9gO5Cj5yenuR30BnfQIdA6BPs+Ln7TKSdpPiRg3xP7M8cHBzm+Dt9dfLc33+X37lAX3Ef/UlWUilThCKSoj1aBFoEWgRaBFoEWgRaBFoEWgRaBFoEPoJAG90i0CLQItAi0CLQItAi0CLQItAi0CLQItAi0CLw+0egrWGLQItAi0CLQItAi0CLQItAi0CLQItAi0CLQItAg8DnW9na5PilhG05WgS+YAT4Un6vNxVzc3OxuLgYLPpZXLwRLEiam5vJL/KzKIgqsKjndLzBEiHX5+fnueC7qhSkY3EQC5ZYQLTo/Bad1+zsXObDuySFJLL7Ion1UiwoYKHAJY2yjuXe1WJLl3XhOUlBPVn8zUKtXq93gS2LmG/duh0sqJqbm09MSENanpEu84rxQZ5g3SwML4sV9sebQx7k5gMsvm7agcekko9UQuK+DHq/PMPhKOCjk5Oy0OPg4CBY7LG/v58LNAipOxiAxY/VgzTDXAx3lovMjo6Oc2EHuPX7u+MFaO9yU0TSShrzo65kTVsPXTYiaRsWsPQsJ9PTvVwER9hz28Lvnc7kIkSe+GfT6OKF1KlcXMaV6/Jf0gV/UifqgayyCPHOndsBLVpu0QfU7UO8efmOGGMXFwcL54+PjwK8d3Z2crOxfr+f/HpwcJgbr9PWk/x68fC1E0lZ1qacs7OzE4sQu6lvaBtJWY7JcsX4IA6iLZt3Fl3VSfkjTzb8oP5sEnonNyG9E3fvfj4iz4ZY8Lm8vByLN27E/MJ86oZZ60eIzdihXm86prrT0e30oq67xqATijrC/yFFFZVqUzfq8Q9xVZryOdSNKjpOWZsUMf7vgE9MHhL3I2gz5Ov4+Nj65NDyd+D227f8DUx7lp/DlJeh5Wry+Q+dg/XZ2bllD3k+zmfZvAI5hicIj46OUuZJO9l+UinPh/L9pXFSyVuS8VTUdeWwHodVSNyH4sohKe9JJeQm5WaB2Pn5met5mtigg8EPYoOe87FdJP2nCEyRhwPrPTaD2t3dNeaDlBf0IJvInJyc5gYV5FNVlLuUVxJRv5gkXdQRXFisz0JfdADEecc6TqrG79I4LIGkkAoRU/A5zzYGjwPL/WCwFzs7b007rt9u1o+6gdvZ2VnyIM/x/C8h8gB78jyxTYHgba6JB2/SQJPvkRRgW9d1XNYffTMXPet56l/Zx4lrB/lM0tA2o9DQbTZMv6Gq6syThd3oWvQrm5rcvv35dMykvmp0DeHt27ft0y0Hmy2wieOsdShtOhlSLtp4aqqX5eyMf5BLUrTHpxEAIknmHaiyTeoYw6mYmZke6/bZMf90UkbiI4ck51EFx9B6Fp5FT07qzr7tKAtW2fgLviYd6T9Fk7zJOTKAzJEHMjkYDMayeJC2mU2GSDMaDV3eqznjE0WMzNOX8ZKyzj3bLPgKgpew2VVVOQ9d0OVTv+xMKnmSPzlRXvBAn6AzsTHYmoF1DufEgyd1Iv2naORKQmCLzuC50g7YxD3bxT3btIM4sl/ZYEVanpFKuSRdvGLk/LgsJNubOsAGnUI/CTns2a/sdjsX7U9eEPlSN8pA/Y5sN/GF0akntgm8/8y2Fvs9cnuN/K64dki6eOfU1FT6rryXdlpYWAh00XJu9HAz8E3QIw8e3A82Wfr2229yo6UHDx7aH7qbm7CQftb+CnlJlXkBfsDXbCh8sDGFA38oU1MHyn1k3ErZzy70I2mc9KMf7kPgQX1PrNcPD0t7YC/fvi12hc3M37zZCsKtrRJyPUlbW9v2SXeCzdoGF7x/mDaccvKeSfpoodobLQItAoEObvwlfJsbNxaCEELHzMzMpD2s7VcBVyNbnEvoiVH6iUfWbejugXV233YOmd6yDLNZNTbvwP4xevAsfcVh6p0mD0khFep0ar+vl/1EytL4PZSjZz+u2+2mPqTc8RMPSVlP/CKe71lfY+PIc8Z2ns2JrtePesa1Q1LGcA9dQ10IJWWZpux/zdo/Qy8vLS2lvsWHawjd/DmoyY8Qnb9Mf9R9ft5Lm1GGGbdbz3hBTV2518SDhVTqE3+AQ1Ly2NWqEkeM+PeTifZvaOj+Auc/+eGfmRA+77jvRhvSftCMeXbKvgCyIlUhNeWftOGXL6J8DTXlbVyNqqrTp4B3+HEVeKqhz8Grk3k0+cKzvAu+RU54N/Wijg2/4uPAxxBjXMhtbR1UTfik1FCS/bFO8BxjL9CH0pMW37dQGLNC4QNshvbZkefimxymT90fjzfiaxNPGif/WZ+R/Tr03uHhoX3Pffed9zw+887jNAf2QY/Sb+G9Td6SXLZCP+tFbeIWgX8SAhL8WdnmQR3b66mUv0Zmi27qJB+PGkUzUTaJ5xXIcvjAhhYZOXLf7F3KHn7EwP49/UB8hxP3lxoZ8SOf/JCOPJGrE/c18E0OPIZFX3J/H9k7tNwd228597hV8UUopov1yXz/0ZvUE92FvkaPFV01nT4OmDV4RRR/Kq4dYAhRr5H1ydA2Z2h9xTllxj7M2N7Pzy8Ec1PoVeaq0LeT+vdznd/xPAPjUhB6fHFxyeNTCx4vmXWdZkyEs+Prsulgzz4XfiYYgIVUeOBaVd+7HLlhqGvTnvRB2ax7x3MTGxsbsbGxHvQP8Tf5oZBD9ytpc9KTmVTeQz4QcbyfdsDegBthz75S0w60l1TaYuT3N89JJY788XXpg25v72R/9c2b5ge5tjxHNbB+P3T/+JzX2dfNoP33DyBg+BM/2mBovh+Z/7HhI254LOt6lm4iR+EHOfCHdJM0TLkpYx7EO0n7+ScjUNqIlxbZlJS2ALlrSFL8Iwfty7gaegJdcOB+J+fEDc0/0s/Lt0lOKPEs9I+U7F/3DJii8zqeF+hZD+NT06/GTuB/z83N2oeeygKiN7GbEDaZcJKQGfLqWV8yH0EffX5+3rp+3np/zuPmZbyAd0m/PayoHzS0nqDe8A4+yJbHHdfX1/MHufghrtXVlwERhy3a39+3T3Fy4U8AJtWvPOckKfwxKX0msJubm4ulpcWcr2cDfDbK/rd/4we5/hyM2967dzfnfRY8x4yNwl7RjvEvOMACvoAf8KXAA3vLDxy8fr1p+7flMdnt6Hvch3uXMnd2gQeYfo6ikw/tQjl4D7hj9wcedxqM/cVD97WYI6HMpIc+9u7Je5JSD3W7xacFdwi/oK6LPxvt0SLwB0YAeRnajiJbELJISPzHYOFeQxEK7Acyhd89Z9uD/Zi0R1xzDxuCzpPQn4oPHUPrafxxZH5gHcB8EjoB3cBcG/coI+l4vujjCGeZFO3xqyLQtPtkSFvAM+fnZ+4jNTaCfngpivR+W/M8zxFKSh7qei4APoGH4B++k4FPw/mc7WszDtjxnELDR3HtID98wyPPa9Kng3f2PUbAOeN+8BU8dH5e+nJNPpLMP7qW2x/zUlJiISnbhTaZ91gEbUGbLCzcsF84m+NEte0o8i8pOMAfom0hZPXIc0n79qf6/bee533rMVO+b9SM25zkd7ZIy3MlD/cI3R9srquqtj/b9bh2zz7pjH3TuZzTgi8WPGfOGDG8U1UVj3+afvSunKKQpAscIjj3f8X4uDgZX78fNOV3bew3jUxD08j9X/qz0PvP/J5iJI39r26OJ87ZNkDwE2NHtcf/JYVUCLyg8CGVOEnGbJhje8VfPfS4O99d2wn8VQg/FdnmfsNHTT7O6h/68DxEfugK+Jj8Ic6J4x5pJomXcc09iLQ8c3Jy7PkB6Mj9imPXB115nnUjPcSzkHRZd3gau1nsa89yV/gfvue7H8vLS8GYHXMwd+7cifv37wU/2EOf47vvvotH+YNcX7lfcsf9k6WUm+np6fyOEO/ivQ1xPUmS8nLkMRrqi16lLtSJa+JHKafmcLOzTzN9+69F4PeKADw+TH95aF/n3LbrzHQS9E+xcxD+RSMjQ/uzRUYsIBOgIFqSrB8V6EHsF+MI9E/n7Osg39g3xnOwuc34/717yPeD+Oabry3b3+bYAt8PY+ye9IwFkQ86Q1LaGt4fPqQizz7ND/GUj7KenlKHI9fj2PU5zbpxPxN+8h95QmE9HuOjub4ajm86KPE+cfnQHSPrQWjoa2jksCFStfQxBCSlLsee0u7o9l5vOjgnrtvtJH9hR5w0cS15XfJjc2bEPQLv/+ZZ+AIdP7SbrFEddfSiq7n8Qa7pejlmO7djrr4Xc537Dht6EPO1yXELU/fjxvT9WJy9FzcX78XtW/finsfA+DGue/fv+PxOfGj+Chs2SfD90tKi7dZC+n7Ujzk2+Bw5gZAZ4qlz130IeB+Zkgqfjcb2i/oUGprfhonFyAINxY8ckiyrlbHsBO9CPpeWlnNMDzvM9Zz9G+6B++T7Y+LgXaxVYE1C8QmO8vsDzIH1+7v2jQeeMz2wj3Dqp0YhKckX7adFoEXgN44Aehgd1bOObvQY5+gs7pXqqQTX/kuX8ehn7PbJyan7FUepMxgvgw4ODtOOc5906BzoWnYfvCQ9vsCB59n29gapj9BN797t5zuOPK5yenqa+pMMqivzIcR84dQWr0WgRaBFoEWgRaBFoEWgRaBFoEWgRaBFoEWgReD3j0BbwxaBFoEWgRaBFoEWgRaBFoEWgRaBFoEWgRaBFoHfPwJtDVsEWgRaBFoEWgRaBFoEWgRaBH4DCFS/gTK2RWwR+N0hIFXRmdiwlcXvLLRjk7zl5csFQGycxCKg+fn5YCOlhYX5/NGuhYWFWFy8YVrKxUI8s7i4GORBWhYysbFBp9OJywUA8Rs5WJAAUdwmvH7O9ceJhQnQcDiKQsNggdT5+VkukmaxwcnJSUBs3gSxEQgLFN69e5eLwfv93fwhEzbtazYP3Nvby037SM9CiPPxhg8fL8mXcUdSSLpSmOEQTM4Sg6PcTOFdbs7EJlZbW1tZdzblZpOFg4PDrDfpqPskbkdHx753lAvOBoNB5sHGT/1+P8/7DgeDvSAPcKddJhd4NIUifjQa5gK6iJFiU3LqAAAQAElEQVT5th5v0DAd8DML8gpNB7z9qQVxTZ6/VjgauYQT9FPeI8l1qpJYrMOivgXL89LSUsow8rtguZ6bY4O06fFGGHVw0FYjvxSSRFSSpGzXofn85OTUGB/kxpJ9Y84mNwO3BxtfHRwc5OId8B+63fPhT/xDZ7A5ALijgxatayhXWVTUzTqQpsmCcjXnTUgc8gGdWNaOzGOUAxmCp9g0hfJwn2ckZb4sckRvFeomD4DXdSr3O0F6iPJIiggWKEfKPXmzwQDvP/T73xkH3r+XuOwnzx4egs3RxAJlcpBzMak5J6wcNybVUWsqOpqOrmYdQr2o1I2IyqRC5hGflI+jJP6VS9oBHULZjo4Og3ai3ZA9CBkaWG7YhOLw8DAXZDWyxzOcQwVXnt/Ptt8Z/wATG4/2rcMGWdd3fv44dR9vlxRSIa5/bZLktq2jrjvJ1/AW7VdVtcsRY5mPiwPeaS4k5Slx/AhKwezU9Wl0zl7Wm3a9jhX4NFiBEziSBv4DFzBic9adnZ3Mg3jsAHzJe3gnL5fkcorTz06SjE2VfI5OmJubTVuP7M3MTMflAuQ608X4+FjZiIfvqTu2rNTzbVBPfmgB3iKk7twjDbhQbzDiOTC7TsRDpCE9sry//y5tJfmgb/rWO/AtIe1BuhPrJcoDv1O2cfETT0kZ1nWd9aTu+DDoHM57vSnXGR4p6eLaIV3Gk//Z2bnl+CR1HTJV2vqdZQv+LzI+so2ReK7KvOFJeBG6rmOaa+5BpKWsVcWzVZadIo2sm6+/n7qD7cAyDBb7+/upn4kHx7Pxj1y4KBf5SCK7ln4CAkAllXagXXq9nv2EOfvAC6YbPp9NnqK9JIWkK7lKyjhJGV/a78y8c5L+DO0FHyMrEHx96Q8dOM1h6iDa8sT2jc06OIeQkSIf+7nYtZEN8iv57F7hSXzToW242chlUZYrQjF5VJWCusCH6E90BYt96RfM2WfgGn6FN6Wrz8ZnOiSFVGhoPwI9SX2pKwt6qR9YoWs4H4xtz0H6j0fG69j4HqfPyXMNoXuKrAzsM+4Guqlv2wXeA8vPvvUM8nx6epJ+/I9VR1KAQ217AyYFr15udDQzM+Nw2naoF7XvSwqORobRVaenp9m++5bZvnUa9oE6XYZsOtZPm9HINuU/sH+BfEPUDb5Azslz6PblPbyOtizlq90P7CSVcnZdrqmkbreT8XVdZV0k+XHIwU/4UJ+RdR02s7x/aJ9omLZ2VBgtzz+WFWmGbmOePTXu6FL4eGtrOzY2Xgeb2q6uvooXL17E8+fQ8/H5Zfj8+fN49uyZ7z+PV69W85nXr1+nLRqYN8AJfHgP7/tYWdr4FoEvGYF/dtmkyrqh637w9MXGhYz7YAsgfMeefadOpw4O5IuwIWQNuUb20FPIIboLfTewvkWXc829U+tCnucZqMmDUFJIitp6lD457170OBREeWbsv3Y8zlVVVUBSSR8/4ZCUz/Bcx+NY6HDyw9ZBnJc6di7SSYqPHdSBOlMf6oXNKfV+l34Zcdwjzch6M0KZb23flPpRBqjb7aavfj3kHlTS1/msVIVUyjS0/ifvpj9afIRL/3lgfQhhT7Al2A6eIT/eRQgWUskvfueHdFlPScax8FBdl7CyPyQR/2EgJOUNqYQj27yC/9mF/9HwAHwAHXksC9x/jOATZIf8hraR5N0QL5VkHulckU9kcnp6xra9Z+pafuuoqio4eJYQkkp5OSee/HnPqW3wEWMYHp98d7FxypH9qRP3eU5t2895xDgp6uTZ2u8oPgT88yGCXxviGcoDSQqO5v3U9cT9OGQEnN65DOgI+LVv/4iw6IsTl2PIo0mSsjxSCTPS/3gH5Zmens6+7oLHwdhwtWcfnvJwH5Lk1IwPZJD/pCZulO8CH2SKciE7lAcfG+rbh6RslJUyk+bIbUw9Jok47pGGtPid+Dp9163k03c/d98+4VFiTXvwXvChUFIpE+cttQh8eQgo5RCZqqo69QKyhk6an1+wDM67TzSTOkvSleI3PE6kpMyHc/j/1L4BcnTg/h1yg7yU/l/5oQdkD5lCto6su0h74r4yxDlEPPdJh9whb2/f7rgf2Hf/atf9570cpyUdG9yN0jZTgobUnHy2UJLrWaUeRR/he6Cr8DsYm1rwOP2M+5HoMInx5lH2pWxiLsogkUch4tEZ4HVk/UN9Dz3ufOD+4sHBO+uVw7RJ556fsrZLu1DZNtTW47wf4l0fIu41RPqqqvN5SVmWkV9OW53l2Nip7cWx++Flc69Lf+8SY8YxzsZjU37UOOgiP6nkGR85eBd07nkx2vjQ49bwBbr07du3+SMgzKdteX5pd7ef7cr7SE8ZeZZ3RvAe5Xsr40D9wJuxQTZvZGNiNiheXl7yHOjiBP9285m4dpAv76BMR+bDwmu77oduB/1RNnymbz+w70ubwJfYFJ7h2WvZtZc/igATH4XAjzYl/NHHPO/XpGueKdfI148/3ab49RAo7WHt5JPhRV/mzP4QdJr6C/0GndhXLHSS8Scf0PkHthnIIfoBuUP37+7uWu8XnX9g3Uhepf0v6yWhG8r15D1JISnlH51RW3c2RD+4rqu8Jyk+9/G585N0pS7o/Rn3pefn52NpaTHni5c8b8w5OrHQQmCXFuxLk27BNgoq925YTy752aV8dnFxKdMyftzLcYJO2rrKulbS567Or5IfbQ8N3f/CXqHXsWfw0M7OdmBnGKd89WrN445rqee3PHbZd5+AfgL8BV8y9m6Wdhmv6hiwqM1D2J6pqZ7HWWZzXgG7gw26pJuJK5jjI5DemWXfBPsBD/Oen0enlqtC1O3MtptyUlfqTP6fItJAvP/Mthx7tu8xdGxwwWUj1tbWk8CHc+zglu0ydrDvfg84ghPPgdWB5RV7Ds7k11BTL+x4E0ca0h5YhpFx5JsxfcbQsbUQ5807Dpw3z1JWyv2pujX3Kvf/m/ZBPnruO87YJ8OnLXzdS3+WdmyeacMWgRYBEEDHQ5xfpxIvlXDyLrKJriyEvhylnkMvNboGfQehF5BpCH1wYF2ALkGnIPfoGHQN/cWdnbfu5w3G/YHj1H3MW/E+SWkLJU0WpT3/lyHw4XagrT5UJGky/WjcT27CoflnZCI899zuWX5HCTvQ8FDDR/AQhF2Bj/AXd3Z2bOe3kjgnbt9ztqThOWwmZZLU8hBAfJCUvh/2k/mbJfuVy8vL9nUW0ufp9aZtR7uZZtKW0t4NIf+0F7J+YFsOHXmcg2viaU/SQDwT48PNku1Cvt1uJ3r2RYv9nsvvb5Tz2RxH5x6+laTx0/94QBYQPgTvLiT3D5TlkRQRUFw5JIWkK3FcUC/qCM8deXwB/itzC0c51kIcWOAjkeZDBE4Q+UDoU/KdxIt3fYkEflNTU8kv9DeY/2OsrGfeoc24L72PG3WRSjz1pL7UHZzwG/v2Q/FX8Rf5DnZjK/r24QeeLyNN4bWCMxh/CFviIdqBtjmwLSr9zkHgE+Ob9v0u7BL2qeiQo+y70g6UDaK8EOeUlXu0GXnz/QjKhB6inPi30I5tG+8gb+6Tdyn3gecdD3Psj+cpN3Unz6H717wHaCSZL6uUP7As1LVMMrdDCHXyPv5wg7VUcI0fOahLQ0P3pRpq4ghLFoznlLP2/1UE2qvfGwLFJzn3ePxV+d7NdRFFvrdz/HjHPsiH5Bt9gJ5B33xIvhu5knRFvrGDhZDrrueKpyzr3ZyzQbaxWZJsh+JHj+YdhBCyjU+Eb805cfjyP5rRRQL5TFleylHKU+W1JJdJ8WMH7+TdzOWceJzwyH7CkW3mJIEXdDIeN7we0iYQ+vIsx0bO04ckb+jHyvBbuy8pMUb3d7uFJ/i+zYzHBGdn59JX4pp7tIl02Q4FD3T3KH1vD7E7HMb58DzOzk/d1zqOk1PburOjOD0/jNPhYZwNj+J8dBrDEd8p4FlF+asc1qZOVDJVnajVjboaU+1rE+XsOMQe1VUdl2VScIzMdOeeI2KOhbal7ZEVbG+xw33Pt+/ZPh7kfNWp5xnhGZ4lr9rjcoRSyY/4Qu9f+1Wub7n7c/6X50Z+dmgauW8yNBkz89uZx9QgynViHsZfgV+pB0RdWM+Bzd+x/S/6Yid1R9EVg6zb6emJ844LfCT9nCK2aVsEWgS+QAQkBTqQPivfa5qdnQ10dc9j1Kxb5F6jwyg++pBwkohrCF2JjsGnQEeiVxrquy/EOfHoHfQPuqihE9tQzumPcp++B2kZK+m7z4N+QifRNyH/I9vjU+tb3tnoXEkhycWDHLSfFoEWgRaBFoFEoP3XItAi0CLQItAi0CLQItAi0CLQItAi0CLQItAi8PtHoK1hi0CLQItAi0CLQItAi0CLQItAi0CLQItAi0CLwO8fgbaGLQItAi0CLQItAr8EgeqXPNw+2yLQIvCPISAp+EI+C6j4kv7c3GywiJmN5u7fvx9fffUwvv76K9PX8c03X8e3337jcJK+zrhHj76JR48eZbq7d+9kHmxGw+Lo5kv/0pf/JXqKKCkXJrHQqq6r8blyIYCk4BgHnF6QVDZEZPFAs0jq6OgoWPj89u1OsJibjZlY2L2zs3Ox4ddgsBdQWZywmwuzWThFOtKvra3F6upqvHjx0uGrIH4wGOQCexYrQM2CCakpXwkvCvdFn4xiOISGwaINcNja2o5Xr17Fy5cvg/pvbGwYvze58PTt27e5QSbpGmJRB4tBuLe1tZWbXpUNntZy037iuEd6Fqay0IOFbpLcrlfBActSnvNcpFbXdSAbLGZhowhobm4uF/3PzMzkQlV4XPrtmTFJgeyzgRf1ajYxYIO15eWlCzmmfgWXoTFhYWTZEE8Cv0sKH/D+0dFxbmoD3gPzd2mfQfI5i3FY1MOCXPIs5Ac/8KmqOrFnk7Hl5fIDgWxEim6h3FVVhVTeH9cOqcQPh8NcwAhvHR4eWL765omN/HGGJ0+eOnxhPluN9fUN882m5WsrFyz2c4FRKTP1gJBlNlC4pCK78B4EjyHbW+Zf5HRzc/IHI17mj0I8efIkVlZW4vvvf4gffvghnjx5HM9fPIvVVy9j4/V67Lzdjr13A8vCUZydn1k24ENjrhjXldAUiirqqDUV3Wo2pqob0TN1NBt1TIVGtRspP8EBzlw5m5D/VaqIzvZEhyATLJairdh0AvlZXX1lXNYte5uWvS1j99Z6q+92HLBQ9YKoez8XVe0Yvzf5zKp1FrSx8drPbqfMsukri7LOzs5dBgXtB0kuUPw6h1TyluR3VrlAjcVoLByG7znvdGrfU3AUnDi7JEl5X7qq409OjpPPqf/29lbWfXt7O9iI7631FJhwb2B9Df9AxJGm8MdmYgufvH696ee3El8WpMGvtAv8S5mkUgZKJYngsxNtgawXfYeOmw/0AvK3sMD1bMpjXXfy3U3ZKB9EpKTEirwkxdnZWdoq6s6GI5ubb6zb1+Lp0+emZ5a9l+aXDePwJvkE3MCM9A0hd1CRbO9JGAAAEABJREFUu73kpb7lk7TwKvitra0731exap7FbkDw8JbtATxdfkjnNMvTlJvyNiQpeQOeYAPJmzeXg00POScOXCQ1yVNuuJB0pb7kjSyhAyn/lnUBZXv69Kll/UnqG8qFXMAD8AL1oM6TfEJ9G2rqTX6kIW3f8sZzPL/lOoIreZL36upLv+e53/c0Hj9+Yj2zkvoGnYP+4YdrwInND9FXvKfo5HPrm+FF3ahfS59GQLps/263kwteFxbmc8PRZdtQzhv+QSZifDTyMr5MHpKKfkHu2STgyP4jbU4boR/48SHamHajveF97vUtCwPbWdI2NLDOIX7L/Ed6+AKfCju3uYk+37Gu2U39RdvDt01Zrof4SqW8itr+ULfbzc2psMNz7jPM2R9CR8z5HL3K/cm6xmc6JF3gJClzpdzomJOT09xUiHqDCTghd4TU97qsNTgR8gwyhTyRDozQHy9frsaGfU8w5D7268i+zZntV8Qoy5KF+Mg/CZ3STZ15uSB61jwyk9TrTdt/ZJOTOvMCY6i0/3luAoHsI+OUadU2lX7As2fPU3c+e/bU/YIX1nmrF34yfEIdeIb6oHMpOzqQuhbaz37J/v67DHlHob2xbu3bhr01wSP9jBuYv/b391OXw5uU83q1Xd2MakIuOJeU9auqEkqEkXHxiYN3QOAB4Tvs7Q3STsLP/NBW0W8/xN/+9rf461//1/TX+N///atDrgn/6uv/Tfrb3/6aevCJ/T5wRJ7AiXqdnJyk7oOfeOcnitXeahFoETACyHPHvnOvN5X6bHZ27sJfnJ9fyA16er2ebUbHqa0xbUiQLSgj/I9zZA75PrOviO+EPTo+Pkpdg1yyadL5+fCD8imhS5R9CXw0bC3vLv7bcm74jZ6t6+pC30iKn3JIymekEta2fYxp0e/Hri8sLLi+81lP3ss9yiAVO069qB/vkkSQdSh1pO9wYBv81r7vpnX4q/SFsTnFTq+7P/rauu6qXzywXd/b23Pfaz91N7qr6O59x+25b1Z0ODof3b8z3ogHXwHbsLFR/GT037Nnz+wjPrF/+Nh68fv4+9+/9/mK+6ePHf80y4Mt4R20TVbgD/hPUvJXVVXmZah2WLu/UGe8pIgobR4fOCRluvABT2A/8SMODg6zzXZ3+9n3wRZhs3d3d7MdaVew37edZgOTSWriDg8P7SecZL8GGSJ/eA6ivPhi+GT4ZvPzpT83Z38Ngo+npnquRyck6uACXvuQD0S+8C190777Hpubb7LftubxSXj2xYsXyS9c4282dSEt9Sk8u+f67l/w7b79iSYeviYd6cGA57eyX7OZPtia+3er7tvxnqdPn130axhD+f77wruMq+C34e/17RNT1uPj46Dc1OFa1bJNut2plF/Gvhhbor9bZBm/rJNppAabkbOAHPgjNfGRco2MHKXPvp9jJcjcpvu7Gx4Dofz4G1yzQSZ1berehMRxjzSkXTO2hDy/OfbZ9+z/8A7aQ1K2mySXpv20CHzZCMCmkixTUOWx5477kT3b0LlYWrrh8eYbKYtTU1NOU0VzTMqupOR5dJtUdC56DxlHF6JHdjy/gszQZyLEhm25H4xsoVuQs72xDSWkb0QczyFn6+trHj954b7Vy9RxPEu+RZ+ceDz5LIvWlEFSXn/+f0oc8Ds6nW7gS825j43fsezx8KWlxZyHAC+pYFGwKjpK0gVW5CEp7USDEzoWfNDf9ImgF55nWrOuBTPugxe6lPqDVUPobqi5JiQNOPZtH3gOvLesw8kL34N8V92HZfyJd62sPLavsZI+Bzqc62fu265azzc2ZG+s787c5y51i08epGnozP7kwcGBfax++lHUlfalTFvmh/7YRsA7hiaxlsAxPAY2NI0SP7DDjs7OzppPF+PevbueB/065zyZF3348GHcv38v7ty5bR5eTF+YZyIU1w/KRpwk89F5bojYN17gA79Svm2PJRO3Zx49sI+AD4y+57mWfgkCo1/ysPnhFz3ePvyLECiyhPyMRkP7W+epy5AN9Bm+cfGX39m/LETcJE3qK3Q+Mrbt+Rpkbn19/coYGnHYA5458pgf8icppELXqzIa920lpR5B/judTto49HPPfWTCjvU4diNC8Vs4pFJOSVmvKfcXsEF8T+TWrZtx9+7dePDgQerDb7/91iH0jUPo6/H3Q76N7757ZH35bfB9EtLzPRH66Niy6enp7E+FD6m8z6df/Ic2hy/wP7A1R/b94SvsHTYMO4c9XbXNY7wS+0Of/MA2ifRNBamypPBnHDWyrim6Cl7B9vQ8joL9Aa+lpaW4detWzk/Ne5yFe1JlmRhmX4c+D++Y5P1/9Jx8kC/mhskXW0l9qfu4sJ8MSAdGEM8yho7cbbpftOb+Df01+nMrnhOnL7din4AxXebLGN8FuzX7I8zx0Z9CXvEt+rbd+Br4HNjJQpdjIMSTBhnmuWJf1z3Ospq+3ZMnzzLE5uKngE+p31niKNEel9RUkvpwTigp+bZpH/rTtNGc+9cLngMihLeReUnxOzva6rQI/CwEJAX6rLGNjB1zTlzEpHwonDSaQ+Iav3xkm38ejc3HNqNvdzzGiT+PnCPLffvTA89XFZ2w57G0geewBh6T6Qfp6Fugj1fdzyBEv6AH0Ns8Sz8PXYXOgq6XQ1IT1Ya/IgKSzAdXqa4r69xOjll27F9xLVVZCnRynlz7J13mQRrsF+2LvYaHaPOtrTfZR4Q/4Kd+2pdB8k7DR4TYHOwPdgh+2fD8MOP12KoXHgPlmnukxW6eeF6a90mKyuPHkKRoj/cRABt8GcZglzy2sby8FIzLcj0zM+3xj6n0p2vPw0hFH0zmQttCyOwkNWmk93EnCv7h3d1ux+/oZf8d2817sefYcL4n1u12zXt1tqP0fl7Ne35OyHsh6tQQ15Ck8GecXfEHxxfvBaXe554LOM7vdDR8Cq/2rQ8h4tCX8CZ8j88D7Xt+Yd9j8ZxD8C1U/KHTHKcg//de+oVFgB9thU/Md7foX8A/tOGUxxS53+BK0akTxLkkgiTiRu5jMk+D/zvwnBsyjd2gn4i847dC2A58S+6DNRiTvsEYXCGuIe7TFuiYLY+NoS+wQ/QV0CGr7itc5rnj+ZJB4HvTXxiN+5iEFJSQeVHunZycXBlLIp9nHkt75jk+/Gv86We+fuHxPWwe7930nAI6jLJTnqb8lHEwYT9Lv3rf/Wr8a2jP5dqzbtwNnqMeYPD6dZmrpH48A3bwEPqP8koyPxfi+jpRH1dxHN2kk68b8mlwTthSi8DvGwHkAdnh+w/IEboZ2dp033nVvis6A5mGkHHCRr7xZ1/nd4qLTO54TgT57qdfs2vZ3UsZRichq+iohkrcntMM0mfGp8a33vKYOeMX6AZ8ZPynk7F/Q1lpDel9+ZRKnKSQClX5XbDq4ppnf4z8aKbnWfR4Ceu0x3VdZSjpIptSpku7KZV7TTzYFlz3c45gx/0I6te3vUQHNrYSPPZtI8H/OmEn0c/kAxboYvIt77goyu/mRFK2QV3X6Ythb+fm5nPegzHB+fl5z+lN+977vtLQyn0Sl9FwZN/iNE5Oj+Lw5CAOjnfj3fFW7B1vxOD0ZeyePs9w7+xV7J+tx7uz13Fw/iYOz7fjaLhjehtH5/04OtuNQ4jnDwextz+Iwe5e9N8OTLvmYeitbdVOfs8Cmzdpy1/Yb0d+GHf64YeV/B7MX//69/jb376Px4+fXswDIgcD+wLw/fn5+QfaFGwq+4iV+ye1qePz2lRd8Kak+LEDjPBf4SX4Cz7k3ch9sdU7rtNb8+yu+7W7KafwKETavmUcWSctOmDN42wvbPch/JdN2/0d6wPqcnh4kGOGvFNStu2Pla+93yLQIvDlIyBVqYPoU5fv6s/l9yvoD83MzFzR05Lixw500unpifsjh9Y5e6mD0KUbG69z7Q39Is633K/p24aiXwYT/YiBdSd6act+BHqJtOhhztFJxKO/6DecnZ3mODx6iXJJCgkKh9EeLQItAi0CLQItAi0CLQItAv98BNo3tgi0CLQItAi0CLQItAi0CLQItAi0CLQItAi0CPz+EWhr2CLQItAi0CLQItAi0CLQItAi0CLQItAi0CLQIvD7R6Ct4e8Ugep3Wq+2Wi0CXzQCkqKu61w8Vb60PxuLizdys5979+4FG8199dVXwaZz33zzjcNv4ttvC30z/oEuNmGCHj36NjdbYoMmNgziS/8sYGfThKqqQlL8Fg5JQXnrmkVUdZ5Luii/T+P6IekiikULLNY6PT3NDaVZJMXip7LwYCM3fdjefnuxkIpFCqQZDPYcN4h+/20uGtvcfJMb0bKAisWXL168iFevVv38VgwGg8ybBVu8D2oKIF2WpYn70kJJF3iORhGj0TBYWM5G3GCxtbWVm6OxUWRZPD65MXXfOO1eLCYdGLeB8WABJYs9WDjKQo9Xr14Zr7Xc1Hpra9u49mN/f8+4HQa4+a1ZBqmURSobPIxcoNG4PCOf15YPFvPPzs4FCw/ZqGFubjYXtszMTAf3Oh34RF8azD9anspyiYxOT88ECynZvGBxcTGQ3+XlZeuCxawnacgMvobXwIVrSFLiSF5cn5+fXWwKQVvSNlC/v2u+3YuD8QaT5+fnbveRiafMBATXqK6rYDNpNrcqGyzczA3WZ2ZmUmfVbpvKdZCUTzblkpRyGz6Io72Rx4ODg9jZeZubrD579jw3HS+bILxy3Lp5ZTO2zHs7OzvJL5Qboh4sWob29/eTj+Al4rnPIqK+68diXp5lISR8yEIj5BdeRH6fPn2e72TTse+bH+R6+iSeP38W/IhO/iDXzlbmf3xybJk4i6F50ShF1tD1CijyKqQqak1FV7PRq29Er1qMbjUXlXqhqM3iTmdo/QkO8iEMyZ9Cw1wUe56LMg8PD1O22JxmbW3dZVqdwGU7saOe1LnBgvOm/tQdvcVicHQWsoveAw/SsJiZhcu0PeWYbDuufy2SlFlXlQJZRWanp6fNW9Pmo6m0gVJJQ0J4BuL8OhGPrjo7Ozefn+TmJ2CyZR1Dm2+Zf7a3d+Lt253kIfQSGDW80u/3jeOO9fib5DfwgU/KhnNv/Mxu5nlycuL2LzJCGSRdtBnXvwZJ4NM1Lr2Ue3TCJM3Oms96vcRQutSXk2WRFLQrFD7Ozs6sc4/M0/vG5G3++ADy8Cw3Cnk63sR9PfEAt77t3yRmyFvDa8jcwPoeXtrd7RvHtymv6HvkbHV1LXl2dXU1F1Gvrb1yvlvWO4Ng0TwbG8B7tB/tKOkCU0nmg47rPpM6Bn2DDlxYWMgNeuAbqaSPa4ekrLOkGA6HKUss2qbc8P7a2lr+gM7jx08s689dxldp2+GX5sfbdseb8FM/eIVnL+u+Z3u3nzQY27r+WN+AGfk0CyN5F3bz2bMXfufTePy4bHr8/ff82MIPvuZHCCnDqsvwOjHkPQ2/UX4IfOKLOr68wkiFH9ArEL4uegWZwYZCnBPHPcoUCw4AABAASURBVKmkl3SlMpKSD4kEd3gUXi08tJdthJ5Ar25sbKTe2NzcTN7fsT3rW6c0PEM4sIxAxMN/G+MFs6urr9zmG5bBN+ljcn9//5312LF1zZDXX5B0WaYm0lGWkTp9Huo0MzNrPTFn3wGat380Z/lBp3ZTHuJXOqTLsg0v7NeJZfzQMrLnuu0Yo9dpu6g7+hUZAYu3b9+mjUO+Cu2lfkD+uLdpvxtdggytWo/wPM+hcxr7hU6za5htJumjtUQH0u7YG3yWWfuQLIxuCAzxrfBjpJLP0PoD/XQ+9qNoT2SctqdM+BHPnz9P2X769Jn1yQvrk1X7y+vjtt1MnUeZG96gbgPrjYH5gvwKvUudDAb7Y5+GeOqJH/PW9mvHftBb49W3rhn4eeoPT+JLUU5JFxhIeg8HoiRlGuQDPKRyHaH4KQfvgcAc32HgOmBjiw15nv4UG7n+9a9/C36IC/rrX/8aEOf/+7/lx7j+93//fxn3ww/f+5kntg8vkj+oIxig/3gP8gf9lLK1aVoE/sgISPiLHduDXvpI9Ivn5rAFULEHjCuhA8EJuYI4b4hr5O7c/UEI3cIP3R4dHaddOj09cX/91H7VuWno/uLogpo8JIUk+6WdLAc+2/LyzfxRzMb+omPDhyT//3kfSZk/eRRdPmubt5B+IvXFDs54LKCpK3quqRchb5NEYDt77vqcZd3Qp+jaTdvyVdvmFy9epi6n34S+x/bg16HLSdfocfQ0vjB6G91FyDXxe3uDC3vWt1+AfuN5dCbvIV9058uXL+KZffAnT57kj2L8/e8/5EZEP/zwg33EJ9aRT+2br6aPQd74I1mBP9A/SdnuUglpV6iuq+S1ejz+gG2L8dG09/jyyvNS0z8o7X94eGB/ZT/7fNj4ra2d9PV23behHUu77rs/uG9b/c7huwz37bO9e7fv64PsWyEvtA/ygyw1Zaiqyv3bbvpk8CmycDmGNZey0utNpU8nKSYPqVyTF0S+px7TfPfuncvbt4+xmfYTXlq1n/TC45MvzL9rHjfA34Ln8B12s18zcD33TPsu/56JsNDeHvF7V3iW58ADnw2eRQ7W3Idq3vPs2VPz6OPkW/j1e4+l/P3v3/v6cfLspn043st4D3oE34HyT9aPc/BBnvHH+DEuxr/ACVkmnj5fXVf2ZRsseKqQ1MSNLvQR76GfiUzu2C/f8pjApmV7wz77mnHBr+R6x37VYLBrPPaS8GkgygxupCE9emBtbcO+7IZ99k3zxnamPz4+Sl1YSlL+S0peK1ft/xaBLxMBs6nlqbLOqVKH0gdC5hh3Xly84T7krP2JqUyD3oEij8t/0iWvI9fIHf77occv92z/0B2lv7xu2XmdsrPlcTnkrm+bSB9nz3oHu4bcIYvIHvcb2UOXvXixmn0qZJL76JPj42Pb77IZn1SFki7L9jnPXM2orMPRQ91uJzeLnvUYHLpqeXkpx+nZNJrNoiuPbY4YK3bHdDQmyiIVrMiHa7A68Bj8wP05cNrw2MDLly/T3uMLvLAeL3rqTfaj0cW7tkcNZuCGfmto333HEld02a71fd/9xb7H8cBzK3Xgm2wH8kWHs5HokyfocHyPx4H+htgM8Zl9klee56L9eH7g/t7R0WH6TZSfuhF+iLjXEHyBvTrwmD/lwY+irrQvdoU27ZsXuE+6CJkn65AUHji3fi16XVLGd7vdtJdLS0v5IzRff/11MO/JPOhXXz2MBw/ux+3btz1nciPT4fNKigjIOU60SYwP7PWB24JyUF/woXxgBu7geuDyn5zg/14dnxln0QY/AQFD/xNS/dQk8MVPTdum+zwINDJU5GjoMb+hx8nQZSeeJ8Hnwi9FF0Hv0jd+Z//4kvbtM0PoLXTKwPqPPhV6AH8V2cPnon+ELG7ah0T/IIPofN4nKSR9sEronXJDqbNr9w3QAegN9PPUVC/tWtd6nHsfySa+xEMqdabc9BeKvb6R3xPh+x7oPvTgo0ffWCcWQj9+8w3n38ajR4/i6g9y3U8deusW87nz2T8hb6m850vE4GNlot3R4/Di0dGR+zG79jfeuB//ymOzL90foU//Kl69epU2ELvIZtak59kmX6ouUX8IPueOzEt19uF6nnfD9pexjfKDXJP4Yd/hUWwZ5cBuvHNfDYLv/xHiWcqKX4UNRg7In/pSdig+eaArh+4fDW1Pz3NejPz69g+aOWbGtPmxAGw/PsDKykr27crY9nPjuJr9TGQUG4687rhv1bftxicZ2D9ARpFr/LlyPvAYP7TrPtPbHMPgeWR7NcdZXuT4+bNnzzPvHffHwIf6NRuBUi0wlcTpFWrqLenCNyjtM+P5kFmPDZXxL3wzvr/Qte9AXtEeLQJ/IAQsHraXMSY5lPVZZapTbuq64/PK8ZAiohDPhQ9JIV2So7IfUGz+ocdC9lPO8ZXx6SFkuW/9UvTAvtPsWSdDuzlutb29lXp4zeNJ6GRCbP+Gx2iw+X3rFX408NTjzuhTZB2SxOtb+pchEMkLVVV73ADqOIR/avOQgoN2gjiHJOUzUgmJo02xX6cey8Sm7bv/ih8I79D+9L3goV33eRkXuLQve8lLu+7fwm/0nbFHjU2hT/vC459cb29vJ88duG8Hr/JO3l1VVZaH85beRwB8sKP4l/Szl5eX8we5uJ6ZmbH/3HObd93e1XsPN+1OCN4Q7cw1JOnKM8QRIcn5Keqxvz41NZX9d2w34+WMDTNGRTz+POmkq3nFP3hISn6g3p1O5brVWQ6upSqkct+Bfaj46NHUhe8N8B1afCx8I/gafXZJu+bLMhYP3+9nn2jf/SSo9JUOPN4A4fPhDyEnDY4fLcAXcgPc8LcWFuZz7u/mzVvJP/jN3e6Use0EaSJkPEdJMXFIyivwhH+oOzgM3FdELxQfct0+6atA1hk3W/O4/qbH+PkeV9+2A/0wsE+6b73SELaIc0Lu0y5v3/IdwK0cX8QO8Z0O/FH8YexRyXPH7bXnOZ5Djzme2Ye+OgZUynmefjV6hnajDJvuu656TqbJ85nH1PCnCUuZ1/K9my43eg99RXl4tm/bCe/seRx1z2Okxa/e95zNuzEVPcg90r192/jXZZyVvPrGgftgR7ngH4CVFJI4vSDq0FATKSnTSZMyIN+GHLSfFoE/AALIBbKDHkKOkG90B3K76n4sPgeEXE/KN/pkY2Pd4xCvPU/7xv3f7ewH8+yu/Rrkdu8j8t3I+55lf2C9hyzjD+HroCuQ9z0/y9gA4wyn9pPPzs5Tl0pFPqUSTjaRVOIIkGv0cOU5C+kyfjL9x85JLil4tuRRWa/XF0ScVPKMiUO6GseYMNhi46jL7tivA6P+WAdS/4F1OZi8mxhT3L+wm++CNsGPJJ+CxZn7KMPEg/abKMJv/lRSSDL2VRL+EL4RvtLS0qLnPhY9fzdn/2k6x6wm2wIs+AEucM/zUQRrG87Oz/IHuY6OjeXxbuyfbMfeyUbsnryM3dMXMThdjf3Ttdg/34h356/LD3INt+JwuDPxg1z9ODzdjYOTQezzg1zmXXi839+Lt27Lvu0R7QofY8fh5WLLNy5sOWNQfFea7xP8/e9/z+8KEj558sRjeKtpL7Ft8AN8D+/EtcPQGBclL4INhL/Y4CApOKQSct6QdBlX8BmlzceGDiyHTbm3xvOYyOFuyvJu+gjN2Bdpd5OX+5b7Hfd1N2PNfV3sPsQ5+oP+C/2bA/dRTt0XohyT5ZQuy8O9lloE/rUItG//uQhgI9FB9KnpA81drFucsY6e8bxLz33qbuor6cflnT7RieeiD/N7a9at9v3xCRg7wx+BXr/esN7ZyrE2dBG+wp71McQ18x/oMPTvxsZr69XX6adwve2xOXTS4eGh+zSlv4MujBjZ7lB7yghx3lKLQItAi0CLQItAi0CLQItAi0CLQItAi8DvE4G2Vi0CLQItAi0CLQItAi0CLQItAi0CLQItAi0CLQK/fwTaGrYItAi0CLQItAi0CLQItAi0CLQItAi0CHxuBKrPnWGbX4vAL0bgD5CBpPwyPhvGNF/aX1xcjNu3b8X9+/fjq6++yh/ZYnOlyx/i+ubih7nYcAliYzqIdHfu3A0W05cF9FPBggAWJUm/hS/SKyTloqqqqo1NWXgmVeFok+JTB4sHWLTAYi0WObFwi4UIOztvg0VQLEBgAcPODj/WUhZScZ+FCg2x0Gp7e/siPQuoVldXcwH46uqrXGDJYrPj46NcsMW7eC/lkj5dPtJ8KSSVslL24XiDtZOTk1xcxoINNqNtFpBtjDdLARfwYcEZuO3vs+HKwM/sBnHc49nXr1/nIjSw45w4FuTxDJu30Ta8V9mupRwNLsQ35WEhSF3XuREmi1nYoGFujh/mgmZzUUuvV3hcuppP/AaOqqpy4eTMzHQupGSjz8XFG5bfxVheXgrOZ2ZmMk34GA6HAYGRL0PSFSKOxbnHx8fx7t273MAEzOFX2mdvb5ALWGnnwrc8MeLfB4ny9Xq9mJ9fcHmW4+ZNNuhYCDbJQGdxX1I+25SJC0kX5aK8vIs2Z/EhPAI/PXv2PDchZUHzquVrLTdWeJ2Liba33+aCoqbMe3t7Aa9NEot0CxX+6+eiz7fBs1tb2ymn8B75rlpu2cDh2bNnfueTeLyyEiz8/P6Hlbxm44TVVy/i9ev12Hm77XftxYnlm3IPh+dmQ2OkKHUKXfxVUUetXv4IV69ajF51I3+cq46piKjDT/lZn45GPs+rCPkzxid8gBttxobeyAZthY5aW1vLxapsMIPuok5v3761nPVNgywjeIANOPVdf/Qai115ZtWYrrreGxuvjcmOn9k1TxzkRvTUy68O2g+SFJKI+tVIUr4PezQ1NRXT+YNcvZ+0IE3SRfnAC546OzvLupTNT3Zdx9LmW7lgdjt/fApMwAbdDk4QcdvbO8kf4MpCNPgE4tnd3b5l5F00MsK7eGf4kEo5JPnq839oi263Y303bRmbtdzNmeZNJZybm/W9Kdv0Ol9OuRoiQlLiJCmxDh/ghB2EV+CfN282c3PCZ5YFqNmA5M2bN8GmJqTp93et0wfmMfT7foY8j7yBJdR3GvgNzMBxzfLLRgTwHHliO7AhbPwHT1MGdMDZ2flYh7lw44+kLG+nUydfLCwsjPXNTdd9IePqupN1i4mDukulzmDHLdqL9/A+FklvWResWZZY8M3i7hcvXmT9aW/qDC9Q593d3awzPEI9qe/+eOF/c8096kLavuWN53ied4DB69cbafeoPzrlyXjT47LZ4fepc548eRLcA6fXtpNguG87yqb+yCXlp17UpaUfR0C6bH90y4xt6UJuCLRkHloKztE13KsmNqCYzFkqeUgyb46Cdmh4iLanjdATbNSDPqXdNjffjG3Vjm3V7gTv7OV5kZF+puFZZAH5QDdvbm46fjufw06ziRPt3pRJUnM6Dke5wUSEAn+o2+2mTDSLfOfsE1FPQjZE6nbfl5X4TIekkApFyOXVLrgCAAAQAElEQVQaph98kguFj7LuyAQ4Fbw20pcuslb0MvKDLMH3g8GebdMgCXnC9oERMgRt2PdEvlgojK4/tl0+s+4PH1IphyRfvf+RZF3Zsc7spa84Z/0JZjMzxXcEK2wRvCFRl1G2Pzb/zHrq6OjEPtS+bctOUKZV29QXL17GM/suzQYsL6xPKCc6hjSlbbfyGeoD9a0rB4OB89pLot6X9C71K3wGJmDTt27ZcZ+FZ/GbieN5nkGv4St8TEe4Gu8BISmkKiRCKHweF4eki/PJE94BIQ/Q0dFxti/tQX3RY+iz779fib/97e/5g1z8EFehvwU/0sV5+VGu5ge5foin+SOoL4zpunHazvqfuO/BO5ADaGSfabIs7XmLQIvAVQQkjfXb1Fi/zWU/cm5uPu0e+o7+W8d+FU8iyxDnDXGNvEFn1qvYPWQRPQtxTjyySVqoeZZQknWJAv8LPYqtxRYtLy/b/i7bf5u3reql3ZIUP/eQlPlLyjzQ1zPuE8/PU8cbmT86fXp6xn2JqcRDKrq8Kat0mQf1pI7H4z4yunbTthzbjC5fdZ9pbe1V+nHY+WK3dmyr+7ZRu6aBdSB6HL+46G70ctHf+3kPH7FvnV/0N33Sbfc3tty/3Eydxzte2I48ffo8+59sgv39998HhK/IxkToSHxo7CF50wbxBz2kpv0q8wBUu50L1XWV/PEhaCTlvaqqkj9JM9n+BwcHaY9pqx2PCZbxrb7bejfbkXbdzz7AO/ed39lOvRuH+3nOxsH02fHfaJ/z86H9h6F9otLXl+Ry4n9Mp1wiF/DtnP21S57tZRpJFO+DRJkhZJEy9+0fwJf4V/iV+B+Mo8Av2OXNTfr82xN94MKz++5nXNI714F6wLPcH5i3d/1M3/3At6Yd+6hb9t3eBD7Y+jrjEavuu7yw/X4Wjx8/cX9mxTz7Q/6Q3Pff/338g1wv/cxm5lX8tePc3KWRxckK0i78WAJYLCzcyM072Vxs2mMDXfu4tft8VVVnG5bnCq7l/PI/eYPPWfpsR67XXtYD2UG2NzwGsub+KT+uxTX93OJT7WU743dBxMEHpFlfX7cOWE955Xl0AfwxsL+KH4Q+lN5vM+n9uMuStmctAv9aBCSlPFXWid1ux7Z52jZ0zmPNi5a/xRx3wsZKig8dkvJ5qYTIHrKATWUjJ+QDOUFmkCFC5Gkrx+V2Ui6RM2xaIWRwkDp3x30e0q55vAZdBtGn4llsaukrH2f/PEKp0yVF+Dx+hUOS36GoPQfRtT7qea4BXcU4Pf7N0tJS6vUGL7CAYuKQ5DyqzEOS+8qn+cPVlzht5IaDT3Ks6GnOM1H/TY8RgCM+RN++xMD9x4F1D5hd6vB926+G9qzLBql3+7YPPLdjmwZ25IX+oj3wPei3PX36NPU1/gb0/fc/5DX3SMOYBf149OLR0VFi3tStCeMjB/ehM/uTjb3atI9FGV6/fmNf6E32+/quF20K75AVPCnRnmEbWuyopMQO/MEezPkRGuY9Hz165PnRr+Phw4fBfOmdO7eTj/EPa9sOPxoQXclCV+0HfHt4eJA8+fr1pnX9Rtqugns/8TzMzclO0q5He/xiBGgHt+6P55MpaC/IT5QgY9t//zoEkGt8LXxd5Jt+FDKCHDPeXnTTu/STiYP27UOXEF21Z51V/M2+9RSytmldh25C76HvG5tR9M9+zvPwXqnoBkmW60IgwT1CSCK+6Fv6o51O1/OnUx4DnHL/sJu+dl1/vM9AHl8iSUo70vN8LHpwcXHR87E34+7dO6n/0Id8B4TviXzzzddRQn6Q65t49Ohb0yPHfWt9+VU8ePDAz93N5xc818I4aG0bF7+xg3YvvHjuPsZpYKfwE/D7V3Os9kXaU87pJ6HjGU/FJsG7TXUleKahomvIm/u1eQXb0+AOXktLS/kdnZs3b3qcZcG81cu2QSYYm0UmeAd8D8H7/yiRz8HBoX2Go5QDbCV2qylfE1LW64Su5f5w/P2O09OTlMtdz3Fu2h4jc/hYT58+u+jLraw8zjEJ/AP6lGC35r4T2OFLIJP4Frvj+bLB2C/Zd98S3wR/YWA/ZeD4vuV70gfhfaseXyHfJ0+e5Tg68k6ad+/2Ped6bP/oLG2/1LRHCakbdSGEmvOqqlOup91nxO4jG/SvFzwHREh8136upGiPFoE/JgKF9yWlnqqt6zudztgW1o5T2tPw4ST+/+EPMofeZLwLnbRvu44eQH7RDRDnyD3yP6kL0MvojS3Px6NL1tzHQxegl9esX9ADjGmhnxk3OvF84nA4tC64dPykUk5JHy5gG/urICAp+UOqovK4AfyDToWHOJd05b3wyWSEpJAKcQ8eon2x1/AI/LLl8YE3bzbdL9xyf+xtjgfAM/DRwPaEdAPbFPgNPoLP3rwpY5PwETaFMfUNzxdjo/b2BraZh7YpJ9l3lZRlp/xSKUu0xxUEqqq2Le15TGM+8HGgGzdueHxo3vNL0/ZzpuxLd6Kuq2xP2rKh8NGcE+KjIL+Qb135cJ8I/JMI2qLwVce+On4Wdpw5LMaCsef4p4yxdKyzauuuyjwoKT7HISnrQ74Qedd1KY+kkBTN0ZSba0nv3aPOxfd7l+Mw8Gmhvvm5n3Hw8F5+n5E+0r7Hqt+ZCAu9e/cu+ZY+FXmdnp4m/06+m/d/iVS7bXq96fSJ8Y0vvy86a76aMs51yqChy+JP1knSRdxoNIyhfVb0xKHHZ9AD9BMZP8KHbObqXrxY9Rj92njMZsd6o2C8Z9nHFwXLffulDe0Zd/Lqp1/6Nuc3yLPoj+ee23geq+43YI+wUegR2uvQY0CUZWSGbYjCck6bcw+biN0i7033Z1fTz31uH/dZzpfgTz/1fB86ivKvr792ud9kGajbjsc+sX08zzsHY5132afev+AT6sZ9dCHPbdmm8k6IMvc9rsZzB57fgocoH2WVlDwrlZA6QNxriGtIKmkkcdlSi8AfDgFkgu+CoYORI/RJ37pj031nZBif41l+Fww5f2pZf57jDdxbX9/I+X58lCLfO9ZPb20Hdsd2YM/jYHuWaehSttFV6CloYH+H9/H8lv0jCHsysG5A1xwdHdu/KfahaRypyKuklPUmnlAqcVITVplGErd/EknKZyrbYKiuq9TrtXU/VDleUuYFflaZeX75D39+lH49uhNc992P6Ftnocv6xhdCtw1cf3DYTx3+zlgVeuexgne2k9CBx0aOPD9BPviUjL/QZrybdzYh578HknSBf8f+EuMb+EqMB0J8v4A4/POmPag3OEAG3gNcxDiwjT0/P/XY2XEcnbyLg+NBvDveyh/kGpy+jMHp89hzuHf2KvbP1uPd2Wb5Qa7z7fwxruPh2zg678fh2W4cne6W5w8Gsbc/MI/vRf/tIAm7Bt9C29tbOf/DdxQmbfmzZ88uvlPw979/n98d/Nvfvs84bCbytGU7NzDv850LxtpKLSb/g02VPgZ173Tq5E14shp/91fS5APvnYMRhN+K3GP7B+bD7e1tl3vL9nrbfZQdy3HftOt6DnKeCD6FSNs3L5e6btvGb8arV+upF6gHvgX6o3wHYRAHttG8h3dKyraV9F652ogWgRaB3xYCkrK/3PRpZ2fn8vsVrJ+jj0tfqdvtehyuTrn/sdqhI05OTqwzDtN3QK9u2S9gzGPV/ZZV9zk2Nl6njuIeuqjQXqan70M8umzTfRT6PoU2U09tWb+SptFJ6EDe2ZTL1XE5w9Tqp2iPXxeBNvcWgRaBFoEWgRaBFoEWgRaBFoEWgRaBFoEWgRaB3z8CbQ1bBFoEWgRaBFoEWgRaBFoEWgRaBFoEWgRaBFoEfv8ItDVsEWgRaBFoEWgRaBFoEfgDIVD9geraVrVF4ItBgC+4s1Corqv8Un6vNxVsIsNC+Lt3b8eDB/fj4cOvgg2W2FTpu+8eBcT5o0eP4tGjb6NsvPR1brTEpnS3bt3MBfS9Xs95dnJBkvTb+AK9pCwvC80oP8RC/G6XenRyoZVUhVTqM7lYIMYHcSzIY7EfixdYvLyzs5ObyrJQcm1tLdZyA5Cy2SoLvaCNjY2MZ/EUCxtWV1fj1avVjNvYeJ0LFsiHRVfHx0cxHI6yHJIuwnERvuhAKuWlkNLlOddgxuJG6siiDRalU/eycG4tVldfGZMGv43cwBDsIDBt6NWrtUy3YUwnF3mwaJ3F4cPhkNcZtwzyH+0GcSEpqqoyL3SCzRjm5maDjSEWF2/kYv/Z2VnHz+Qi/26363S181L8kuNf8ayklFF4nEWU1GthYSE3lWTDz8XFRcvyXPSsF9ARlFG6rOckXlKJB1swZpHf0dFxbsC1tzcIFuJAe3t70Sy4IR0LG4fm5SYv3tFQXdd+d886adZluhHLy0sOl7It2JSUDTMoN21Ae13Pg2to6PaGt5BHNrHu9/vBQmX4A5559eqVeWs1NyaFx8qG6OvmL6jwGWkbWl9/bXl+7fvlHnkUWjPfXebFAkg2HHvx4kUUehmrL1f9rleZbmN9PeV6e2c7dnf7sbe/F4eHB8GP45wNz2MUQ9MoKXyAMOTT/Ciq6KgXU5XbiB/kqpeiVy/EVD0b3XoqOlXXfFybN6sox6gE/i/J8Zcbx4MPbcb7WUSF/LFoijojf2ACTtSTa+Kh9XUwWLeeWrtG68FiK3QW+bGIlfxpc9pDkstWZRkkxT/jkBR13TFPTQUL0iD4B/5H58NvleVeKuWBd2J8SMqyckk8BGZHR0fBgu2+eQrM2IyPeoPT2ljXgxMEVmvW/eDYEPHwIhtZ7O7uprwcHx9bv7vtJ1aTS5fvpwy/BkkKMECewKXog/lYWloK7DqbnKAfwK3T6SQekoIDPCDOIanE09a0ObJ3eHhoPh8EOFHvoqeLLKza3q2O9fv6+prlC77ayJC0G7aBG9bnEBiuGVue5xk2hEe+kDVwBWd4l/ewwO/QMgXvUZbRqMG1yIJUykmZqTv6Hr1CnZeXl133ReubBevB+eSZ3tivIT3NM+IfFyZJ2W7wBXU+sv6DN3Z23qacr020PWVezTqvXsjNuvUBZaeOV+n1WNesZ1jyWUsd8so+AvmQ34sXL61noBfBZg1cE//K+g2s1q23Cq+9dTvsJt8eHR0G2KCHJ+vi6rSfn4iApJSFTqe2bunZXrHB+I2Ah27cWEz+WViYj9nZubyP7IQP8G7Il+OP9b1Zk/iziw3+99N+4svA1/AGbbpqeVmzHKyP5WVjQkbWk5fWk7dK2tU853n4ETt8aHlE15ydnQXvGxfgA8Fk/aZTFqgb8oGPsGCfYTZ9ol6gS2vrWEkfyOfzRUky5uFyNzTKzTSxM2wGxIYERRdvpszA/+BFuGY5XLfd2hjrE0Li1owlBF4QGII5ehmfBazKhhuN/6iLCoEfRISktG20M/qCTSrAC+KHH/AniUfPonMmbY5rYx0yMg2zPkdj+0IZsBHIL2WnLkW+X9pveWm5f5EhOhCZX7VuoQ7UZy3ru24c1if0R/v/7QAAEABJREFUKboVP6YJL3XMmnFYHfNW4Zft1BdsQEJ5zs5OjfvI+GtMMXGMxueECurX6XTN91Mm+KPruE7iI5Xn4xMHmELo7vPzM/tGJ/aRDlN34Vdgd2nrHfexIDAqtB1sOoENgGhHQtL2+7uxZ590f/+d8zrKPBv9x7s+UZz2VotAi8AYAUmW4/qiD4lOwzdEv+FDofe4xiZ0rvmL4QNZawj5buj8/Dw3AWxC4pt0k6Ekv7/K96NLeT+bTfDeRffV6SNil3g/OjZ+wSEp39XtTtkPLDaQ/G/cuOE+6WIsLS3azt+wjZ9JGygpdWRT3vDRnFMf6oZPjF1Bt6ObNjffpH5+9Wo9+4iTevyVxzTWxnoce7VxYesvdTh2AZsFkXZtrMfR5cUuYCcaemF78cJ2Y9Vh6ZOuOX/yxcagQ/Gd0fmUkzK7Cn+4j6S0cfBPXVcXvDY1NZXtDF9X2We05Z7oC8TEIZU8JKVdv2z7Q9uhPdupnewfbFz4I7QphG2GOH+d/WnS0L8khF+wZ4wx4svRTmf2GRtbJsm2to5ut5NlnZ6ese+Gb7qYm+GzYWXx3QrP1nVtHlfWN8ZHw7OE8ADvoM+wv78fffd5t7a2XK6N7Is0/gj8BhX/49LvgD83xnz7+jX12rBP0oTr9k+htcxr1f4LdJ1vyzX8+jLTrZnHN4wbY4WUhTJRtiP3vejXnNm3pdyUf1yli0CSsemmX4LOWrCPju5YsD+74HPi6A+Cn6SL5z52wnt4J+9GbvBPkKPXr19nWakPmLyyfK+lrK1b3gshs9Ary/mqfa8i+6+M7eu4Wq8j+4WnWQRJbq/qSntFe7QIfKEISEpelZR8i+7EZs/NoZNuBDZ0wbKHzZ6ZmU6dRRpJ79lSScGBXEPIHrKOHtzzGDN6kf7f5uamZQz9VPTKmvVF0UOXege5W3cfmnvIH4QMrrsPvbW1nRvekS+yje7mfbxb0kV9uP41CNsCoZvxPfBv6EPS92Y8btFj9AvWVTMzRYdP4gUmk2WlfNgGcKIvy6aaffeFtqzDqetq6txX9gdepf+xaj0EFuDCffTsJXavjStUcCz31id0+No4D3T1qv0M/I4XDiHOX/o9L1Mvkj/P01b4QfhD6HAwL3M2527/0uemDh8j6krdaKcj95vRwfgw9AvZgBE9TJ+QOOpOGtKCCXlKcgBhyyPbtuv5HbBdMF/Cn2B+586duH//Xs6PMudZ6F4QT7vgE9JOU1O99BfquormoIzNOe1zcnLqPuhh8li//9Zjozup79/k5vDb4373wXiM7jz9h8k8mrza8McRaNwzQujHn2hSMJYBNddt+M9GIEXTM2FDzxWigxmDKjrsXcoIuh4fEB1CiKxDG/Y3r4foMPTZmn0w/DH0HP4Wuo60jQ5CfzQ6opE5qegH6k9cQ0PPMXJeVfiU+Ns9zxFPZ39wzvPHc7Zx2DXsHTq6qi51Ann9FogyU/bpaeo1637vDc8L3Qp04ddffx2PHn1repTEj3NNXvO9Eb4r8uDBw7h7946fu5n95Tljg54k798CBpNlpL3hRWwIevzggPmt3dTfhb/Wsl9HH6CxaQ0/wS+TeUmXfHU9Hmxq980gziOKP4StIz/6f/g78O2bN2/8zjfZb3jtPha04f7RP0LIEXJFvuRPf4b5c2wy9Y7xAQ7j0/eComdHtt8jj+kMs+9y5L7ZoefkKDf+B/aZcr92PwnckMNV+yL09fjRA8JCxZfg/pr9uDXLL+mv1+2qfBc/hOfJE3nnOZ7hnX33YZHzk5MTl+3sin2VFFLBerKOktJ/7bpfPWM/tdmQemlpOXmaPuSM/TFkvWv/gXaTFO3RIvDHQ0CWoTApZQb7gVwgH9CUx9GIkxQfOiRdPCsp5RN9e5T+fRmDQkch00W+17IPgnw31OgDdAXyTzrGqlbdv3ltHYl+293t55zS8THjK2dZFKm8WyphRrb//mUIVPat4BV4Zto+CMQ5ccUuRvKKpGgOSRnX3EePY3vPPZeIHUP3YwPgIezdhv3FSX6BZzY21t3XLf1c+Az7s2r7tGr+WbMdIs1r2y760X33pw8ODjyneGp7d7W/JimLJZUwL9p/FwjQvl3bVMZc6T+XOaS5/D4FNhX/mTZnHIT2lJRt22RA214n7hFHKIkgqcSNrJN0ZYwcncR7mdthnIV3oq8aHpN05Z3xCw5JfneVYwTwMdS1v8C78Bmqqh6/S8FRfCnOPkzwNX4MYxuMceCzbXn8ij7RJE9vXPiDr+0nwtevk7/hYXyiLY8H7ey8zX4V8kGe5P3ht345sVVVeSx/yn0u+iaLwVjM0tJS9lNoT9q18E93jCvjPKVfX/hhsi6jC1uDTQAH/F98efTEpA5AD0DErX3QJy34Nm2wZp3R2CH80hcvXuT3tTgnDfj37ZfyPRa+z3LiMaIG/+vl5Jrxq3PPmZKOth8Mdj2OtO223cz5Fd71Ir8b9sLjby+TXr4s5/R7V63LSEO51lx+CJ0Gn6yvl7JvWC9eEjyz4bzXbWvXcgxvdawL4Z++x7Hw7bHR2GrKBrKSCJIoN8SFpGyPyvq9rquUB+QAqsf9HqkKqaSTShjt0SLwO0HgQ9VAPpB71pPQ1z9xHxXfAj20s7Mz8R32NY+lr1qukWmokfGXHoNv+syvUlbXrHuQbWjDdmBSvtH/xG2krG9MyPea8+H5db9zK7+LiD6clG/KKumiGlxfXIxPJNne1Z7X6VpP95IaGZcun42PHJJSB9TWEbX1AnYS6tpnwCfgnHhJmUOxlyOPPeTl+F+5RxKwPT4+Tr8ffbu9veWxk03rzdeu+4Zp3VR0HZiAD8T5hrHDDqCrsbO0CXMWYHIyoa956YewIP63SpKyHTqdOsc4Fzz/tLy8lGN6S0uLuUZmzuOdja2lTagrODREo3BOG5wPzzz2chonZ0dxfLYXh+c7+eNb+2cbsXe2blqLvdNXDldj7/xV7J+vxbvhmsON4Ie69k42YnC8EbsHG7Ez2Ig3OxuxsUn7mcb27JX5HhtVCFl5aXm5pOvfl0ZOaGPat5+2eD/naXJtxtmZiz+kSlcI+wUm+HHUHer1pvI7BoU3iw3jIeoOcQ5JBVPOIe5hNw8PDy++I4JtxZeDB9eyXmvmz3WT6zm20008vgg2nXDNdYd4Dr3B/Ch+Bd9l5R1Dj6nzTulqGYhrqUWgReC3iYCkqKra+qeTtnYmx6rnrJ9v5Hct+O4AenrK89S17amk1Otx7ZBKfKOTTuyHYOewd6zp29x8Yx20nv0AdA66Bv+ikHWxbWXjZ3CPNKvuc6y6z4BOYuwFG1r00mHOdfMuifeWwkicq1y0/1sEWgRaBFoEWgR+Jwi01WgRaBFoEWgRaBFoEWgRaBFoEWgRaBFoEWgRaBH4/SPQ1rBFoEWgRaBFoEWgRaBFoEWgRaBFoEWgRaBFoEXg949AW8MWgRaBFoEvAYHqSyhEW4YWgT86AlVVBYvhFxYW4ubNW3H37t14+PBBfPPNN/Hdd9/Fn/70Z9Ofkr7z9aNHj4KNmB4+fBj37t2L27dv5YY0LKbvdrtBfpI++CX/LxHrqlJQbhYusHi72QSA62ZhVbNwgQUDkyRd1pOFgKPRMFi4wKKF7e3tWFtbzwVgz549j6dPn8bjx09Mj2NlZWVM5fzx4xXHc+9JkHZtbS03eGLBH4uzWERF/izwoqyUB5y/RDw/VSap4CUp+YR6SMpNLI6OjmN//11u+Lu5uZmLQcFsZQWMLunx48vzFeMIps+ePcvFqWvGe3PzTW4qAG4sPJMUzSGV85HBhIbjDdUkXSwanZmZyc0gWLhy8+ZNy8TlJmKT/AD+UskvfkOHpAvs4aVerxfILvLPAsvl5eXgfGZm1nIxlQvlf05dWUh8dHQUg8FesBHm1tZ2Lubd328WN57kQkzS0QZx7ZAaeZzJciwuLrkNlq1nbufml7dv3059w8JHysXj5DNJxEGSgvizs/NgI5aDg0OXa5CyBa88s1xe56eVC35bsYxe8lpJRxzUxK/EDz9M0g/5TMOTLPh89Wo1NjZex5b1Qb+/G3sTOLCpAuXL7SHMSv642OW/T659iJf1ah21etGt5mK6XoqZznJMdxZjursQ01NzMTU14zabchvX+Tz5GwSf8xYoQlJwSBpvQHEWLNakjfr9fiBDq6ur8eTJ04v6XeLS1L2E1PX58+e5MOv1eKMj2h4eoI2b90i6eC9x/yySKuPRycVp8Pns7Fwg4xB2b2q8OVTDS/GRQyrlB082nKB+bEDBorLXr19b/7xKHf/DD+CyknywsoJOf5y6/ckTzp/kJhwsWtva2kpePDg4SN6EF3g15ZDKu7iOKG1Wzn/R/48+zDvRxdiXXm/acncjbt26FQ8ePEhqZG5mZto6oZu6UpLZapT8gx5tMpdK2SVlFPdY0Mxi/t3d3aDe6+sbtosvEpcfLuTncWKGnEHv8xtyNpnmSfInMoYss3AZ3uU9tA1txLs/hp9Uykfd4YHZ2dlYXLyRuga9T/3v3LltHG4aj3nL1VRI1HmY9YYPGsqK+p/E/VEuLmQD+0v+2LQ9Wx3zR+EN6n1ZxxJ3eU09V4wPIbRibArxXKEfUjbB6onl9Jl12cuXL+1zrFl+N2N7e8f8tZc/9jaJh02fS1o+Lm7WqVy1//8RBGT9wsYQM/YbsJtLS4vJQ/jFd+40m5AuBHYWXoMnG75pwgiFpOC+g/SHsFeHhwduw2KvWGT/zG2MvqXN0S3wSzmHRwpx/+nTZ6ln2HgHXYMvysJX+ODs7CxllndLzTsL31K24XDksoTLopTzqale8j/y8ODBfeuD+5aJW7bBtjfTl/qglF3xzzjw2XlfXVcuq8Z4HSevowPQBaurr1LewKih97FasYyhk5+nfIIVC4XJA718Mt5kA6yaeknKdyJHDXFPqqKqqtQT9COWl5fcP7qbxDmLoPG3SANJ4rH3iHfht+Lzs3EI5RgMBvahdlKuKSPtis1F7pu6rdgXXrHvgm4gXBlfrziuoab+10Pul+dWUqeCHRuPgAM+AXxDeSispPDHpzKVT8EBW1B4BzsyY1sxP79g3lmwfzmb/E98XdeJk3T5fMnl/f+S/K5CYFZVdfJkXXfSppPfdeJeXWOjOlGP0xFC5fnSTlIVzv79l7YxLQItAp9EALmRFJXHTmrL85R96Bnbv/n5+YDQdVwTj84jjaTgQL9BnEuyDIrTDCVdhBGKDx2SLPt16ln6gI1Pzzsh/DhsLXqhqqr4pQd5dLsd66/pHBfghxeW3UfGJ2b8i43GFxeXsk/BO3nfpT4sviJxkoxXFVKxVycnJ/kj1fjE2Jz19TXb7OfWv6WfgE5eSR2+Yt/v8RW61N8rtl8rea/R3z+4//HDhU9d7mEnnnmMBF8Z3Z79UffL0e/4BYeHhzluhd1p2oY6xD+h7xFf4CEp24m2h3c7+eOSvWxjeA6+Jp6ig1dDXEOSCDIPTrgPtvRJsItNIDsAABAASURBVKUDj43gk9EPKrb8hcf9nmXbr4ztNW0MNddNyJgYvuD29lbQvyA/eOn8/Cz7JbxPUr6b8k9NdVMm+SEufkTkgft08O7i4mLa5VKXTqannMPxmNhkPpwTf54bQJ54nG7f/bgd9zXW3e996bK/cNmfmhcfu08CrTgsVOpQ+LCpw0rydcPTJd11nsWPffz4qfN+7nes5uYvr1+/cb9mO31i+nn4R/iz9J2H9lspp6uedeH8QyQpaDvqjZ5AXxS/fcl+7W3TrfRZaGfSxcQBPlATBb6S8hJsKAvt0cg0svbMPjv++JNx/39l3L6EYPPYY8JP3H+jXUm76nGX1683cxwU3++ybSP1B2WSlHWUlO/+if/aZC0C/zIEpMKrVVXblk5d2NKlpaWgzwyhk/AfkL1OpxMcQ+ujoWUbuYOIk5T8X43tO3KHLqCvgk3b/MD8wWPPsVzKXKN7Hltnlf4fenh9fT03n0R+DzxWTL7FDvLWSPnjnZJKxK/4X1LWEd8DX4rNhW/duulx8Fupoxijwg9Z9JgV98ELfNBD6EPOoaaIzTn3wQrbwdjlpudL1jzf9OJFGY9bsW5udPHKha4q+vux516gEl/iLs+LHl9ZYQy8OV9JfNFrjE1ht9BtW/Y9wJj2Ytz5xP3sM4/RlzJS76bUkRjEJ46h+YPnDzyOOsh+cj9tBPXCzyHse9wdH4e6RygiKS4OQ53nhJ1Obbs47fGNG8b6ds6HMo7DeA42FMJ+Eof/d+/e3UxX2mIxbW3Dv+RHnRrKl/gfZaYsZx6Lof6Ue8vjwbTDq1evzINvcg7rwDyIz0A60pOPH28/LQK/cwQUyE4E45KR45XIQCPnbAjInAu+0rP0r57a/3ySugb9NEnop8dj3V/OHzvtU48NPkvfkjzQEegjdMSJ+2W8CxlF3iTF9YN47jcyWWcfuGebNpu+I31EqNi0G9Yns9lfxXZcz+tLv5aU/jL2BZ8ZW0O90H9ff/1VPHr0KPjhLb4b8qc/fRfQd999l3Hc+/rrb4If77rl+SQwmZubtf2f9jxSJ6T3sY0v/KDtaXf08vHxkfvw76yrB2lzsG2b9j0m7Y10WUepnEslnKwqUQ0Rz3sgfoSODff743lZbOiLFy/Nu8/M74+zn7Vim13ocY4FrNhuPx7b6k+FpLtOT9xPef68+T7FWo45920/D2xfkQvKBFHGHydlG0uy7wRVec3zDYb0lwbuD7NpMPZ61eP2L+yL0GeibPgiK64fIcT5iuvXEPXj/PFYxgkfZ92fWM6fGKfn7qeuub/6xu206/Y68HzrcTR1kRTXD8oHIeMQ95FdZGDacx70F2/ZF7t//0HA2/hi+K1TnitBF0Ckl97Pm7xaahH4FyDwT3slbC8pZR6ZYZwFvY/+px/DmMuUx4wrjx+Hj8k+li/zIyl1BRfIIPKKbd7ffxfoCsbOnj9/njLOGAoyjx74ED32ONITj7E88xjoqsdXNt3n4cdrjo+P07fgHchrt9u1XeqmveOa+IbQB815G/66CEjKF0gyD1XZJtPWu/wIInoWHwSegrfQtVJJHz6ut5NU7hEPH2G3sWX4e/S54KNV2xx46bHH4j7EPytj+/P99z/Y5j7xXPGriT7aQY6dkzc805SJc6m828VqPx9BQFK2Me2I/KEXaN+FhflYXFxMmssfeuglHzS4Su9jK+lCZ0gKDtodon0gziVdzCHNeJ56zj4pP8S1vLwU+LZzfh/8xbvI43OSJOuXjusylX4wfM27ut0pl6nje3XiIdH3GeWYPmWOjxzUCb0ITw88/sH3fi77Rs/SH2z4utGRP0zMEa3Yl8LXev785fg7fJsee95NPwkf7SOv/WKiaSP4ZibnH+fMLzfG37+5nd+9oJ8CH3G/rjsX5QZTaJhjiyVa0gX/ED8cjy0Vm/M2v8e5avvR+KcFzxVjDD22bnjs80LlHufcW0k//QfPy4E3tgh988J+/NraeuqSvv37MqdxYt/09MIuSZdlKqUM80RzxvnQ6c/i6KjMJzKfx7ge34Epum015xWZX+DdK9ZlEGVpiOtClPex60GZCQutmEcm6Yn7COQH31CHjY2NtMn7+/sux1Hqw+u8A9YQJZdKnWg79CW8jwzQRjOWR86J574kHmmpReAPhUDjEw+tn/B9y/cBj3LutW9dUb4zsJG+yItxf7nROT+kfi9jAz9Y5/zg60n5XUkdcCnb5bki8ytjWS9xj91/fpZzr3yXH/nGZ8aHGlo3fqhBGhnnnqS0Zcj3jPXzwsJCjo9zjs5GvuNHDzmPOmrrbp6Zcr8B/dDrTee6Jc47np/Hfwgfo9HQ+nHEWZKLkDqdd0GOTP1EXehHMGazlvMfL7MvUbAqWDQYrBiv5hzdx1zGmvX2psd60LXoXMYxzjyHAS6jpvF42e+MwJnvzdOWtzymd+fO7Zz/4Hx5edn2dzHHQWkn6aoPU2ChbQoovu2TYZzHSZwOD+J4OIjD8+04OH8d+2evYvfseeyePjU987nDM4e+fnv8LN4ePY3tg2fxZu9prG8/idX1J7Zzj+PJ05V4/GTFdviSfkgZ4Bqef5Jjv8+fv0h/B9tFPwCZ2nffknbEnzrz3MzQsucCfvIjyb5cN2Zstxbssy6Yx+fsT3INBg1vSsp84A0oLz7wD7uJjO3bllImysa85Av7CvDeyoR8Njy5Yv4sdfzB9QaH51m3hj/xK05Pz4K263YbH1MpFx8oQhvVItAi8BtFQJLtJVSlvE95TJoxE+at7969l32ipaXl1NGdTueKDkAvQTE+pEsdQTw6kbU86KadnaY/9CrQTfQFLvXRY+uhx+5HPB6HT3z+NNBfL+yr0C/BbqKX8GvIl/yxzx3PvxNKVZaCeE6akPOWWgRaBFoEWgRaBFoEWgRaBFoEWgR+FIE2QYtAi0CLQItAi0CLQItAi0CLQItAi0CLQItAi8DvH4G2hi0CLQItAi0CLQItAi0CLQItAi0CLQItAi0CLQK/fwQ+WcPybdtPJmlvtgi0CPzaCLBIh0XhCwvzwcYybDDHj201P8j15z//KaA//Ykf5fou2GTpm2++zh/tYjMaFmItLt7ITaeaL/hL5Yv8kn7t4v/i/PnyP4uUwICFVGymPzc3E9PTM8FiP+6BkVQWlw2HzYK/y1ezWAAaDkf5YxwsWNje5ge51oIFCM/Gm4aVBQtlYdhKLqxaiRL35GLhwrNnz4LFfizEYoE9m4SxAJK3ge/U1FQu3Kfc0pePL+WeJElB2cEUYlOWZhEaCzRYhLa5+SYXlDWLPMCITQUIC24s9FhJzJ48YdHo89y0d21tLXiWzTbAjXxjfEhXsRq6HSHaTZIxrYOFo9PT07lodHFxMW7dupkysZj8PZf8QBtQbknjnH97gaRcrENd4KeZmdncSG5paSmWTPPzC5bnmWAzZ+pKe0mlvuDVkKSQrtL5+TCOjo6DRapsDoEc9Pu7vt4P2oQFPSzAoW3IJ64dvKuUaSbbgQ0yWOh569atYPNzQtqDBY+UjcfJ5zoRDxHP+1jkeHh4EGzEg2zBK88sa+/z1SVvXfJaiYP/oJUVeA8iHuL8klh49PTp85T91dVXsfF6I3hnv9/PBdWH1zdALytVw2DyMcnnkQfLVyHHhPxXRR0d9WKqmo/pejF/kGumuxjTUwumueh1p6PbmYq6qp2aDRtGZVt1Mskcyz9JeQI+6JejoyOX7V2w2eHm5mYu9H7y5KlljHpRx8fWVU+SLuu/kousLhe3vs6N6fb2BskD8EJkKRTS+xT/hKOqFOjwhqfQ8WwIBf8g60XHd6Ou6ywjeFwvlqSMkooNgJ8OD4+M177xemudA16rxuIqXiup48HsceL25MmTeGZbsLa2bn7YTl48ODjMBeLIg6TUjZRZKu+MX/mQlO+k/p1Ox3avF2yaxQa0bN7Oj3NyzmZa07aJ3W7BKnygPyk3mEHS1TJLyo1FWHS3v/8u4P+ykcC6ZeNlYsJC4pWUp8fmtUtCzhq6vA8vQo/z2Sfmz4Ln2sWmJvv7++a9w7TDlM/FHH+uCYBjJWW7T031rO/mXO/FWF5mY/abQZ1ZbI5PhD6ET6RSn6HtPPVtKCYO4pCnS/7oj/nj1Zg/HruepQ6X9SLuKlH3q/dXLjZ1ATOobH78OJ4+fRps8MKm0vDW69ebuUEKuo7NHI+sjynT0DZvoqg+VfK8JJ+3n38EAWR1aqobM7nhxHxuSMDiV+wU9go+Wliwbp7uJda0ATzSEO8EfkkphxEK9CabAqAb8AGxHbTrs7RXj837l7SSOuaxeaoQ9uxp/iDX8/SJWPyKDUYnYwPRXZQhfEgKST4rn1KmYV5IlWWjss8zFQvuG9yyL3T//v1AJ9yyLWYDq2n7Sp3cDKMT2G1JcXn8OmeSQpLfB9UZDofnlvlj6+N3qWOwX2xsDQ4NPkWeHid2JW4lMXsy1snIDhsfvHnzxnq5nz/u1chMwWWU75UU5bBdTbs98qWyHGCAfpybm7MeWc7Fz/SnlpeXg7hud8rpqswnPnLwLupzdnZqu3AchQf2Up6pF3yAT/Hs2YvUJ7R3qc/jK/qhibsevo9DeY506JQn1qmrq6ups/AF9q23j+wbwDeUTaL+UFOBggP3RqPCO520I8WPnp+ft2zMmo969rG7WX9wkvRJHCTlCyRdPIONgli0fUkd5/txqutO1El18GxV1eP8yB+K9mgRaBH4iQhISrmVCCvLXu1+4pRlvPTXsBX419P2FfGZ0Ie1feuqqnKjpFHqzMjzGB8SeV2n8c1rgSTLcWf8zmn7bbPWrdCc+4tzec2GQR3bJUnxSw9J7j907RdP+z34iDdSt+Mb3rt3L+7cuRP0Uakz9YxQuHZZP+qKrSWUlHpHku37eW4KzXgHYxWNfacfhf5Fpzd6Gr1caMW2ayVt1sp7/vJkPOf4iuUHW9Hp5PfU/dHnz1+6X7cWzSZE6Hd+mOPg4MDlOXG5hi43hE2D4g97SApJ5rU62x9enra/M22+bng6Qsar2L+4dkgKqRDtTz8JG4otxafDJ8PfwNYyRvjUPhtt3tDKNb9uJdt8xb7+M48PrmX/cX9/z37Pkf2EkzjLzcBGF+9E3iB8DnyPW/bfHuQPqj7Ivs2ix7f4Mbteb8oy3EneHNl+N/xKdSTKH1nHofs8+KX05fb29rKfj2/54sVq9j3g25Usc+G/cv7Y/Mo14XWajIdfGyrp4Nkn6Zs9sx/70nVeT5+EMSVkhn4N/iw+GthSdpc061/Kzv/3SdJFm067PZHbBfvny+734avT3yt93WnjUmd+I+ushmJ8SGBTiHtD963Ozs48xnVk/3Hgsr6xrL1KbJ7Zb39iv+pDbUsc/Tfan3TwA34esolc0g84c9vyDtqzIUnjkrRBi8CXjYBUeFWSZa/KvgByhw7CdkKcL3qcfcF9TeSy4z5E+ECuRtZLI8ugL1MeJV2ExCH/6FXsad9jrJsT8weXeqhFjlkpAAAQAElEQVTolclrbOOT1DHPLaurufHk1tYby++u5fgwdSo6hXdIl++Uyjnxn5ukkrek1MngMG2bs2AdhW66c+e25yVu5bwE4wzoKsYeSAdGYAFmQ+vruHZwf2g9BVb7Hifb2ennuNma502wQWABJlDBCR0NvY9duX8ZzzOXRHwh9Dh6jf4172GzaGxf33MCtBdlQcdRbsrnarvUMvFpQs4/TNTn9PTE/eSDGAz2cjx2a2vb9dpMP+fNm82L9sR+lfzfz6uJx4cDT3gRrO/du2sfj00nG8zL2CBjO3fv3vWcxN20p7TFom0q84e0Fz6CVPyD5m1SqQ/1pL6np6dpvweDge35lue81mzn1vIcG9fME5zZrlBPnmvyasMWgd83AkVWqGMZDztLPxefqG8dzxg3G+PiNz158uxiLAx9g0+FfmpCzieJNPhczzwXg7+FjuhbHyFvyCSyibzx7klC/iDuQaTjGp8MPxo/m7kTdDK6YMlzqZxj66Y8b0+6yfx+C+eSLuwQOo26LC4upd77+uuvg++DQH/606Mo3xHheyKPLuL5rgjjxrc8ZlywmHNfumffupP5xm/soL1p95MTdPexx4kP0r7QL8G24Xuguw88r0e6pnqSrvgsksa3CCepRPMe6PT0zLbt3Xhc+43tw3r2h+B7ePqHH+jnF1vL9cd4nnvXibTXCR+gyMXLfBf16VveDj13jh2iTKWEH/9fqkadShpJrns1pmITwQZZO/RcOPYPn2Bj47Vt4CvPDb7Ifi7lbXyKlez/XtZzxX1Nyk54nYgvdDnfyrwj7dL4HLz7el0klQL7P/cakmS/tR6PA0x7PuRG+mD0p+Ft/DLGudEB+A/IuaRojxaBPyICkizrUJVy0+v1PHY6G4vu3xUbMOvx2+5Y/48M0SjHmJA3X+RHUt6XlN8hQF4Z70F+y2bA6zm2gi1vaFIPPL74gb7H9g2eWJ88NZWxpDee4xsMdj3meey8z4OjrivLd8fUTdskKTgoE8R5S/88BKSCf+V5A/wO+mT0rdCzjFviT9Hn5T4klfSTJZSUfEgcbYjPBh8deLwbW7C1teU+/0b2/Z8/f+Hx9SdXxisfP8berGRcsbM/JC/hM2IXyQP7RZ7YM0nJ7x8rT/yhjp9eWUmJG+05ld/FmfFcTvkuBTqDdp/2WC336/FcUvigTSGfXvlIunJNmoa4QfuQF2Pj5Nv47UtLy57LWfK756yfeql/SP85SZL1S+38p+wHT+e8Gfpxyv2DjuesqJ9URYSsEz365HEvf3yOnnSsn4+JA54+OTmxj3jg8Y9B8MMp+KGrq69S36Eb0YuFlx+bxx+bn6GV/L7AysqTTMf4z6tXa0G/Cn/v4Jr/OvHKL+pUUursmfEPYiwuLub8HGP5jM8whkPczMxM8hiFb/AceowMvjDKIemCSpqRbcMwTj229O7dfo4rNbiCFf3Hgin6ATwLEQeB+XXClyXuiecCnrnvSf+VMbHGNz2wXsLG4fPT56Uc0tVyEXdJpYz45Tx34DZjbobN7snz/fmlJ9nmpRyUe5IeT/DG5PlkmpVMA0+VOhR7it+OTWZMkfG8U49rDT3OSDmlUn7OG9w5Rwbh9Y7Hefn+FDIw4zZEHosslP6hdPk8z7XUIvBHQQDdNPLcB/KNjsfXQMbQz1d9l5fxzHOMyOVV2X58oetXJvrPH9NPK+5TQ8198ntmPbW2tu753p3g3Y184+/QDtKlfI4s4BDxDdV1ZVvXTTuH77bg+R3kHBmv7Ns16T4WOvsgXW273+12nNdUEvoCXUFIPGl4d0OT+ZGHpMyH+2BJXXZ2dmzvGHNYc1/iff8PLC5pJbFE76P/1zxngg+IrkXngsv5+Vnaad7RUPzODnAGd/pxjOnduXMn5z9u3brpOanl7OMxRohOl/BhsFEj42Irm/xRwgaW/z97/8LYto20f8MzpGRZlmVJlmXZcRwnzf7f7/95njvtHu7dbpOmado6TmKL5Hv9BoQkO0mbdNu9eyDtEXgAgcGFOQEUqMZrq5pru2mu7Lr+zt7U39ir6qn9sPqXfX/z9/aHuPgxrr/a96uUvrz+q714I3r9V/v6+7/aV9/81f75leZ6/vGF4vPP7fMvRMTu6x/iou+eyPdxXvmkK//4x/8q7v9XxP/4Sp63810YdAz5QOca6V7m80MpePT7yPeu4sZ9zQ3ta6w7itgOGce/IbvuGYv0HckPlVdVVYxLkU/0nLEqfpxYAdl7Enqc2pP2Pw+5ZP//+/+ehH/mu+A5lkM++a7EanUT8g+vZdmLfXho1CekHXUIdAj8MRBwL6woSivlMweDHdmlUYyJeJbNmIjvOu3tjWLc5O7m7nZ3c/c4776xW8k2XUccgO8k7v/nP/8ZvvNvsqnEC08UQ+T4Ie9z/osvvpBtZp3KP/Rc/qnGqS/07ORV2LpKfpP6y7IInouijLo5B3U2ChQ66hDoEOgQ6BDoEOgQ6BD4YyDQtaJDoEOgQ6BDoEOgQ6BDoEOgQ6BDoEOgQ6BDoEPgj49A18IOgQ6BDoEOgQ6BDoEOgQ6BDoEOgQ6BDoEOgQ6BPz4CXQt/GwgUvw02Oi46BP7cCJRlGYuHxuOxsahquVzGj22dn5/bo0cPt36M65GOH9nFxQPjGj/aRV4WPucFzyz2KYoivkzv7r8LYN09FiawyIyF+Swa3Nvbs7xokDaVZWoTCwMy0Tj3TRs5zyJkFiOzmIoXNH355b+NhV9///vfjMVUm4UKLJx60i6kYkHVk1hIxfW/xQLIL+OlfLyoiB/2YHEY9bG4C35IS/Wb+6Z+rv/Wyd3XslFITlIbCqu2FqGxMO5Z/CDQl8Lsb1sYgdO7xGKPvwkzFqx9+eWX8SLGl+3L1egPMHF3knXd9BVEveRx91gIwgI6+p0XQEwmB8aLlnjRIosPR6O9WAiasYd/91Su/Y42dzd4B3vashMvwNgz9H82m9lsNtX+vuR/KL3YCVzI754W5thPbODJ4lQWqaIDLBx++fKl8fLovNgRHQF7+uBucdSFjA+HQ/ExtslkEv2AnWEx0dHRkdEf6Ct5cxmk1E26XSbH6E9+YQE6xQJMZAW5YdHQbXpyS+bQydvXkwz+z/98bv/TLvhMKS9G+5+494t44cLfYqESPwzCwqXnz7+xl5JLFn3y4oTrt9ch9028FCJxLIhDRk1ipf908s6ne2llMbB+MbLdciqa2W5vYsP+OP0g187Q+mVffVzqTkppWAGr/Xf/3VOf0h/0GXbrpfqKl3Kw0Ip2/I/a+WS9CDS1fRsT9O/vf/97vEjt6dOvjBerff/9D/GiUfpDVZg7fHik7il9l5tf54y7G3I+GAxCppNtH8rnQbtrnUaWMgfITN5399h19+Cfawmv1yHT2KuE179iwVnCCtnYYAVGmcAK2Xv+/Hm8QOXq6ipeNIk+UBF8uBem6oI4l0j9mHZ+4U/aVVi2B+gVP7Yzn88jDjg9PbWsc8PhrmxCzxKPSXboYygz5e55N1Ku8SN8r169Cvmn3V+2fvGLL75odehz6c1tvXvyhHPbxHXoc/nKL4K+kJ7xIiXKQ6e//fY79cml4TOvr2+s+cgF1YPBjmHfJ7L5M9lA7P58fhTtZn883o+XSLu71aGvtcpuRNHEWx91XRvyga3DBrIgOsnHP1t/9kRt/jzai279j2xIamtqG/u39Yvz2/ek4yfSSe4lL7EFOOADWYj97NnX0sMXIV/gjm7DE7zJGKz5VXO29m/32/rCH2vnF28NupD91f7+2KbTqfzVTLIzjxc5o0e8pHUg++PukplGMpTkZ5sZd1/rFbbg+vpacvza+FG15/IdXyq2+ZviHPqblyil9HPpQZaHzyVTn+v485CzLA9fSte4P9tkfCHlN00j++Jr4jiTaSsKD5uws7NjtAs9wBacnp5onDBf+2Daju0AB/svbe4eWJUldtLDj+LfkfWX8rHI/z/jhVR/XWPyRPZkg9nncZ5zX8gGYZP/+c9/xgtIeQECZWS7jM5Aps094WXmxpbwYs/M3YOnhNe+4qhZ/CDX8fFS+9OwL2BVFEXkc/e4x97ZmmgP+sqPX7x+fRV6/OLFt/ZMcXF6OcM/FVv8vfU3uS1P1Kb3Ub7+ecgGbc44sJ8JWwKBB1hQ10vFAq9eXYYvR25g1T3x7e4cSp5N1KyJk/1+T/51V3KzHzEcL9BD/vHDZTtucU/323s29801dw+cwK0si5DJsuxZ2RJlvo/S9b6Vka+0UvUmKrbwtyjb3a3bOgQ6BD4OAXcPvSlaHzFQ/DTUeG1/f186Pw5bN1SsuKOxZS9eMtiL/JSebGbDbpB7Kss9pWZudovs1lYURcTzO/JLu7vD+AEuYnrit9FoX8ejiNWwQeS1/3CjjH6/H/ZsNBqF3yNGJCZeLtMPMkw0Rh2q/aVsDdXJtYY9xG/QXs65+9ru4H/x7/iY79sfY8BPJ/+eYlt8/JM2xsMuP5H/grLtzinnEj2JuJK8G8rj0fQSImKCf8ovpvHoc8XjL40Y9fXr1+sxCPwmsj/l5u7m7tFX9D0+g/7PMj4MuU7zIqYNrJREf5NC7qkMd+cw4j36HJ9OLJ76/Jt4GRQ/VEK/8IL1LzSeSX35uXz5bfqfdhxOvi8VCzLOZi4hjXWuFTOsxEN62ZO7r9vAi7HQS+I3Xh5+2o7nkFn0Bj3q9ZJ+0pZtmQ3mzSPhPG0gzqJe5naIRZjfRG4Zg8D7/2g8Az2R7D5pZfbDKTILfS7ZJU1EfuQbPCgbjKiLmOTFixcRE19dvYqXuRCXwFezNdZT84Pn9324u236dCB7sRcxCnE7sfp8fhjH2Bby2dbWSLEhTrl7yIh7iunhAV7evHmteO07zUN+rTmRfxr802e0hTmA3Dbal+gLxXFZP/9u/1QcSjtfRux1Jb28Ud9W6tvG3D14Ry7dU79Yt3UI/A4QcPe1/GJzRppPZx53NpvaVGPm/KNczLXsti9flrqF7axjzqVZt9I9lYUecBK9wy69ijmmlzFO+qf8XLJJT7bHPVt29Unso5N5/IeNYR6JF21fXb02yoUH6nD30HfqdHf7NTd3D6zcPWIdfA5YYcOJO7BR7M80V8X5oWIPbDi2CTtU19iLOmzGXT65DlbYcOamsDX/+te/NZ7khZTYYWIGsMn0+Rq/J61Nx249Cdue82zSje1P577Q+BobyNwUfuvp06eam/pGNvw7zdW9irHltebqVvGjg3DrfIhcGChp/9293bud1Jpvu9ZcCf31ww/fx4uT8Y3PNAdGnEP6UnMCxDi03czN3e19G6d7vTLmifGPYH18fKx5nEXMeYA52PMsYrE4spOTpcb4S831HMWcD/fga4eKEegP6qBPIPYh9uF5tVqFfOV4ALkDn3/968vwHfxgADwTM5CXe7iXMjrqEPgjI4Ae0j73FFsh++hA0vOrGLc801wYceHf/vY3zXf+NWKoL774vLXpn8tmfbHex1Ylm/UkVZJZgQAAEABJREFUzn+hOJuY7O96Lo+feCZbgc2/q2+ZB/eNvUAHIXjCnpASJw40v4tPG4/HGiOO47klPg37zHl8Hr6DMn9P5O4Rc2LPaMNQvoZ28YOE9++f2cXFhT18CD00vi8CPXz4MM5x7fz8ftjJuZ4nTfR8BSzAijGV+wZX+51s9P1Kvurm5lrjjzfxUknGc/gcnvMgS7f9jYW/cU9tdfc4tnbToY5ti9zylupaxY8tvNR4gPLxD2nM9TfJ8ucxbnoiv5z87udrmUfeP0RPwnenvHf3czyEbuGPvv76WejblZ5TruSz4GmbMq+309QGd1e7XJc8UuTfPek0unNzcxP+/4cfflBM8MK++uorjX/+Fd+ZIXaDf9q1TU/U1ifin2uk0Oftj+88aa89ietfCJ80rkrt+DpiDmJE4p/cFvfEm7uLz/Sf24dus+/uEfuhA7uKTdHxw8O5MZ6GDg8PY95rR/Nd2ILcTvdNmdZtHQJ/IgTcXTrD+KXU3OmO5llG8osHQTwP2tH8baH5Y7uzZX1z97AZXEYP0Vf0Fv1lDujf//5KY5a/h45//vnnSjeE/m8o2YHs87Fr2Ghs9ps3bzW3kubMiqLUWKtv+KVSz4qKoqDq946h4kL38asj4O6SodKYw9yV3WVsxXfziEGIIbDH9JO7h6wgO9Zu7ukch5xHhuq6ju9m8IL6lxoTMub66qt/h8/5m56tIyNJbp6EH037n8vHQk8svfD+i8j/9dfJn+AXiUspH16y7LDv7lTf0Y8g4O7q42IdYw62niVNJpOIo3muQ//3+73I6+7R39Zu9G+7e+t8PkdKHvqI1N2jPmwQ5Y7Wz3WmRmzLMXzQh/YLb+6uuntrmab+wWBXdmdH1NO1sm2jaUvP1fWEXfubf3dfH9Am5A85xKZhG5ljYVzDGCfbRmSZfdInipNyTPVEsRL5iCm5hxjz229fRsy5Upy7rug3ukMf9fV8DpuAfUBm+M4uczQ8n2MOZ6JxB9d7mtsxS9gxr4csNHpuwL5pcy/MPV9vYu7xWnNTl5ev4gXyKT79p/zOPzTmJP7+QrYBW5Ho83Uc+vkt+wHGT4Q59Ll8FXYGewPmOTbFHtGH+Dh+PKOqkl8SWx/4b+SbTDw2YdO470pzlsTS9B/2iflM+jQ9X/pr8JT7fTt9Ihl4suaPtiT+4RV6EtfTOfa/0JzeFzGG/qsxr4e8IXeXl5cRz19rPo74vhGw7hlPE7+JZzO3Qr6/LAv53KwLg5h3o5/QPfqU6+5u7oms2zoE/gQISG3UyvS8A/u+0rgb/eZZb5q3f6k54ufx/Bj9/sc/NvYI/XzS6nLWcY7/p31+zP4T6TN6nSkfP4n7kp4zD8B17BR2JOs3fDBuhy8xGbpJ+iEqilK+bid0ezze1zh5P/bRb/fCfmpzdyuKQnaiFPXlI3dsoLk2KPnOgc71I49pw+Zk0qG5exBlQFyjDdgq2oTtwgaDITbtibDZ0JMYV2wffyHb949//G98V/CZ5iBfvPjW6JM3b95oPr8KG0e9f1QqNTYCd77TOtezcp6D4GPZZx4EX8v3CvixU3eXf0rPocA90TYyroPaaru2VfPK3tbf2evqG7uqntpl/kGum7/Zdzf8GJdSfpBLxy+v/2rfvvmbfXP1V/v6h7/av7/5wv7331/Y3/7xuX3x189Tn8kX/4/k+X/i+wjE75/L/z3RtS/Cd/9DOoPu4NOfP3+uOa7v9Dzq0tAxvneZ/ZcY/NF/ZCqNT4aS7ZEh47R/48d6iumKkMHUfnxg0m0Kdvdb12o9z0I+Gee+1Jzf1xpnoH//kMx9IZ+7kcXP1ZbPo01P1u2kfZ9HfMI8IbKNfPJdCWwIvKJ3xEHsuzss/OFlNhrZfXQImP3hMXB3+UIPm4OeM8ZlXMR3BZZLnlcf23Savo+e50+s3bJ9ag9VTrJbHGOXsInYJsYYL168uDNf/3fZoy9kj7BJn2sfwh590e5/YV+E7/xH3PdCfvNS4yrGCiuNM6kbmwRPZVmo7s42gXtHHQIdAh0CHQIdAh0CHQIdAh0CHQIdAh0CPwuB7qYOgQ6BDoEOgQ6BDoEOgQ6BDoEOgQ6BDoEOgQ6BPz4CXQs7BDoEOgQ6BDoEOgQ6BDoEOgQ6BDoE/vQIFH96BDoA/gQI/Pab6O7Gl+BZ4MYiIhajj8djY2EVX9zni/yJpvFF/ul0Gi/VIA9f9GfxEfey0Kcoilhc5J6+TP/bb70ZPMM7bWeRGe3mJVq0DwIPFqCBkbtbEwu406KqJq2c1LnNMYsWWGRwdXVlLFz47ruXxuKD58+/MRZXsUgK+uqrp7EwgX1eDMELncj3ffyYzVur68bKsmeDwY5oEAQfg8FgvQDR3X8PEAeP7olXd7eyLKMNg3XbduK43++F/NzcrOJFVyxI2+D2THiB2VMDM14c8OzZM2H6XPi+iJctsTDy1avXxqIRyqjr2tjoJ4hjiH2Ia0VRBrb0M32fZP3QWFzIwn7kHTkH+36/H/Li7sGn/U4398R/IX3tC/Pd3YGl9k+k90m/aTPntttNczN+7G+TeyqT68j/q1dX0Sf04XfffWfI9eXlZbzogf5ZrVahN9tlsO/uIR/oG4uJhsM92Ztx9MdyeWy8BJMFoPTPZDIx+Nzd5YeV+nGfu5vZRh/pZ3QSYiExdb9+/Vq6eWkvX75cv8Dz+fPnkqWvJVvPgpAt5Aw9Jb1LXIfQafT3ufSbl1S/ePEiyqTs3O5Xl6/s9dXreFnBzfWNVe0CJDM3d5dMpdS9MHftm5sFmba0eDN9ms4WVnjfer5r/WLfdvtj29sVDnszm47nNhnPbH90YMPdPduRvJayIYX62VQkWLyP6DP6A3xYWMxiUH4IhrY8Fy7Pnn0dL7n96quvpINQ1sGn8cOBtBN7d622UVZRuPS5Z8jVbts3vV5p7i6ydzZ4eufkL3TC3a1c25uBYed5qU+y9VPJ+yRkfyC7Sj5rN3jK1J6KBJNPG8GL9vICbuSa/saGgxW2CXlJeIHVM8nWc+M6+a4kC9xPvyDjLOglhQdSZJ9r1JV5YD8Y+IU/BI/6xI0+o86+ZIYXZk2kW/P53Hjx4mKxsMXiyPiRKuwj2OH3t3k1bfAKNqSZOF5J3pEtdO9KfhG8kJkXL74NTJ4/R76+Dr0Dt3fpWcgf2KJvyOSLF9+Enn0n/4qfvbp6Ffp1fX1tK9mW9FLipDXwIvbe++/uIR+0BVnF5tF2XuiCrYGwN7MZP1R4YLSbfkp95MaWyydN7V0FD7QZfaLN2D9egIyNQA6wGbTlmXxYau8ztR9ZeSode7reT7J0u/3c+/yWvXkZtgyd5YcP0V/kErzTy10qsdm0/YyNKdTfpB7n3F3Xu/+fg4C7t/LTD3s3iheNT6Qrh4bsQBv5ka3e24t4A/lxd9vekJ9G8SUytO2vkB9kPMvP81s2GblBPp6udQT5Iu938rvoGv4uycLKKJfyM+X63T1kAv3flc3GRqIH+Fl0YSEbgP8lnU4noQfoDDYTu+HuIUv2K22NDCBE8WVZyL/0A0d0ET6wof1+L3hA77AHvJgoY4UefRUx99NWv8DsWdjlF/LZCasfIj5BZykDjHKdpJlSfGGxYTepG7/CeAHMsBXz+aEdHS1CDhhPcL3X+kBudHeSIDUtUj6oo1bsTz9hx67lU+m7K/kMYipi3B9++F6x1feh8/Qz/GNXsAvQs/DXX8uGIBtPlSai/dianLIPPZMNwhaBFeUkO5Lt6U3YMvipt+Jp9uEV3ouiCB3oy3cMh7vhT2kzOEDgwvl+P/UP+d037afd7yP3lMfdo1/dC+PeQvFFSvPxh1PuuU2U9b7afo1zXZkdAn9MBNzRIw+9x/4SM6LnxIaMyfb2RhFrY5/Re/Q12Ys0NrMPbCrWoHwZ+5L2U32Us7G3+zE2TPXtyf/uyifshG8oFfO7e7r1P/h0d9mcMsocaL5iT/4b28bcAP4QwifiJ/GL4/G+fOMwXkIFr9Zuue3YTWwpth0fg6+5Ukz8ww8/yKZ/FzEt9hxbnGz5s/DryX89a33X03WK/eYaNhzCjnMf9z9XjEhZ+IiXGuvi477//vuYW7mSP6Hum5sUL8Ofu6utOS60P+3m7tF2dw88+vJrgwF+bU99Owq5ZmyL3BPH0c/uzA0m2aaPwdO2Ns5B9Hvy51eaE0k+nD56rpiOfkz9+VQ++yv18W3iJcT08QuNm5AX4rqbm+yfa82nbCp0d+mRSz97wS8yO4/x3FGM5Y6OjhSfHMW8CjpL3LqzM4i54G3doR3wnQnZ5YVVr19fxQuskKeXki14ei55S/L3dSuzT9WGRJt2PVXboGdKk2xzz3O1H7kldiUGobwst9RBexnXUC/4bc/vqanRVvcUB7intru73d3c3egv2kjfDTTuJ9adal4bPYbmit3QZezKcDi0gfSe/LpVGKc+Bpe7BEYJn7eKI1+pf3+IGO2F4kvaR9/Rx8RfmcCFdpPn5cvvhOkru9YYlrKRu52dnbAlOeUcvNAG00Y+SLvdf4fAbx4B5BYZHkjviBnQMcZM+M+F5piwS0n3Rq3e9UJfzZJ9RcfuyjvnsKvYQnzalfwpNuOF7ORz2aRnMR56FrYIfbute1/L574MvXvz5m2MdUxbT2M1eEx2fiC72JctLYMXdzd3Vy6NBDcBShz/Uh/uHnWAF7qfxuT7incmYbPBahkv2FpqjKl538mBfNOeMBtErIKNcE+YgVcmsMJ2YmPevHkjO3Wltv8QsUfGC3sEZtiqjNcm/WqNY7r+THb8a9n7rzWW/jrmg5/Llm9s+Msom/7Y2PDX7TOam5iPaDTnAW7uHvjSZsZ4Zm53N+CuY3xcq6+qsJX4BWKb5+preMeH0JaX8kvf63kaPgPZaHSz+6ZMjiHq28jknjAeC+NZzH0y/0msh//ER+IPRqORjfWMlHPI7mw2U/5D+dN5pFwjH2VSNuT+br21xtPwdaVY7HvFZWD2XNg9VzvY//bb9FzrSvKMzyP/XTy6498yAh1vvwQCdeh7JX1fyW5cx/gFfUfPn2nuCsr26at4RvVUNgo7lYhrEPmINbnvhWIy5gfRO+wHthBdJH6rpZfYhUx3j9097FSOH0cx53sQuj9XjI29wIdhB0ayFfgRbIH7xgbY72hz92gvPoV24ItoF/aPdk4VO7+fJrKlB/GMFl+fcQC3uzbRfidbkolafqsOeURm3ihueK1nypd6zossvX37RtduYqzgvulz983++5rrnq4jb8ghMc3bt28l71fyod8rTvk2/CsyjDx/FfPZXxkv7P0q5B55R/Y/hsj7LlHuM8VL+CB0hLlg5p0Z88EX7X8f73fPuae2uHvIDv2NT3fnfGOURRuJQ2gj+IEdMQK6je9+ofgNXYWX5/KLtBvenj17qphjm57p+PZYkvuy/6RMyqce+gtcqR+iPVAtG1O3em/a4Bd5J/bCl6PLyDj6TYy60PMQYgP2iQGQ736/FyJk4TkAABAASURBVG11d3N3ldL9dwj8uRBw95B995Ri6/EXY82Lpjh5tv7OBef7mltDz9zfHatk5JJ+1rK5VcT76PLl5aXs4UsjTsY2YBcYj3zV2sScPlN8gC3AnmAH3mjMU1Wr0FPGdujt7u5Qc8eDGDuh7/CM/lM/dWfiuKP/LgL4DGQk9dWeYolxjL3GGn9BzB/s6nl1v7W9ua+208wx56qqkm9eKY5kju4qvgeGv3mheBD/ggwleqoYMhEyxDXkDDliPEY51Alf1I+PgNjvS6a35Yf6qZu0o3cRcE+2AszQPXAch72YGjZjrL7mHD/ygK0gn7tHQdu4uqdzcWHrI+fJKWXQR7u7O5ozGep59Z5kaj9i1VwXdoB6tor5RXbdPWxPr9ePed2BnisgM7SPZ0ukxMlcp35lNzZNXUQ8SRsgzkHsI4vENcRSV5pL4DsCyCny+kyxHIRMZ5v4VRsr8jyBfa6RFx1AF/juBGURD1HHb5ncPebler1e4Ik9Z1xyeDi3Zft9UWK1ueb0J5Np9DMY079lWbS+ytqtCYxrxYLgSgq2YMEPdRAH40PA6Ntvcyz+POa+nsnPfPUVcehTxaKZSDlHbPq15seeK37/Rn7r23guQDn01ZXmd/BL1EN9VcWznCZ4cvfgMQ7e85H4rMOm3ehZHnE6/pEy8ZGMb6mHsS4808f4w+eaY3q+jqnh75n4zgTfT2X/GB881fkNPZM83Z5j+07zh5dGnfBPbJ3aUAWWib9mva/maC61NGR8T8+Isd/oXCaO6R/0sygK67YOgT8jAth7PV0Ivcn6dKNnvegYtmKj3z/E3AD2fqPfL8LObPT7a9moZ9LjTE+l2xD6/ZXOs/9UabIDOdYhtqbcZKNeK/a+CTsDP7XGyhD6vU30FXqLfcWv7e3tKWZLvnUa80QT+dyR9H8n/CD5f4zcXfa9kM3o656B4vTdeJ7N/BO2ghRbgv03bR/iSZfWdhT+wRGbxZwD9hG7CF7PZMeZA4G+0lgi+8icZl8J1thWbCzftaU8vnNMPeBB+kck+hbbTN+CP3MfxGjMgzAfcnx8rOdRh8a84FgxHLYcWSjLUnDcHePVVuvZT92srGpuRHr+1ry2m/qVva1/sDf1d/ameqH0hb2uvxE9t6v6a7tafW2vbp7Z5duv7fvXz+zlD8/sxcun9vU3T+3Z18/kZ6GvlT6XHiTC573QfBL99lLP2ZnXyv13pZjprebs0C9ko5HyQe7J97qn1Mzt7ubuks+eZHPnllzSduKQccSu6bkcGLinMih/m6zdaukVPhR5ynpOzPHy5bfRlmfyv89CRp+1Ovw0UuSS8+gs7UImaUtReOhO7i/0hf2sL/BA1Tllv6MOgQ6B3zMCbu5QEd8FwAdjp7HRjIX4Pj82m3PYA2w0Nt3dbXvDJtwlbMr19Y3i/TeK+18ZtualnrNjX4kb8JvQVzHGTLaJ81zH/pIfu4adwwbhuyFsEoSv4Dx+Bl5y/ex/HNGGbfq4u7pcHQK/PAJdiR0CHQIdAh0CHQIdAh0CHQIdAh0CHQIdAh0CHQJ/fAS6FnYIdAh0CHQIdAh0CHQIdAh0CHQIdAh0CHQIdAj88RHoWtgh0CHQIdAh0CHQIdAh8NtFoPjtstZx1iHQIfBnQYAv/rMggIUJLFA4PEw/xsQC7vl8brPZ1HhhKwsF3DcLylhQALFA4X2LBtxZFGDrBZXX19fxgyEs/rq6ujIWAl7GC5yu4uUQq1UVkLMwggUULF5kcdvxcXrhIscsgGPxBLywaIEbct2kHP+2KC0qh6fMn7vHIhEWX4A5LwNmoTwvMeMHX8A/4809LJJ7+/atvW5fAHx5eRnYvX79OvAE11X8AEv68S0WoLm76Z9qA//UT3W80CX3l7vHglBe7g2u1HtycmL37t2zk5NjY/EK55AJ+gPMkRX7LW8/gzfaRNt4kQGLB1lIiayldBIvqUDmkDf6A/zAk32IKt3BOxHH5KHPkPHvv//Bfvjh+1i4w8JXjq9iAeR19AdlQNy3Te4eh71eGQt4kQ/65/79M4POzlLKufn8UDq6b/Ql7TFLelrXVdSR+TVt7qlcdzf3nK+OhcbwzGIhZOtKOgrRhtt0ZVfin3zkT/J3E/Vst8M9le9OSsUW9enQvHAritJ6Zc/AtSx4kVdphfs6j8W20R8O81FhhZVFX/fv2KC/Z+O9iR1OF3a8kOwen9n8cGGTg6ntjfYN29br94yy66YJPjMeH+KXushDP2b9o82Xslcszibl5RSco/1mLuwHhvxgL2ezmezmLF5QOJ1ODT2Hj7IsLG25Jck+pnO/zqe7W1EIr7I0bOtwuBt8IjMnJ8t4acdMNn402ovr5HV3YwMfcIDYh8Qxl0RubbawMQmrlWw5dv61ZOTKLmWrIOQJWeFFuGYurHYkr+PAJ9sZcMIWwsegfQE4deWXc6S67VfZUjtSe2j/IF6WvGfYPnA6Pj4Ou3hxcW7n5+eyjyfGefobPLPegRM4QOxDmW93j36gfHc3Nq6RN8vYa9l45Ap9u5SsXQZ+rwJLXoiSMLwJXd2UncqiPPAipdxEOiOZ59yPkbubuwd/2MLxeF/tm0ebHzw4X9ube/dO4yW99BU+Ad21doMf2kKa6k4y7u5tjpRwjXy0GRvyWn4Myu2m7Ru6kq+7ku97Hb6Ol61wH/fnesxS+e5u+jez26m7R7tKyT/8lrI57NMPkLtbt/1nCLi7uXvgjI3J8nN6eip9uW9n8lXEFcgPC2I38lMaGzJBfyZ/VcueQBv54Xom+h4ZQBeu5KOQFdIr+STkiPPYZPJxTy6fNBPnqY88EOeRCXgfDoc2nU5ssTgOuT8/vy89OJWdXEZMhK0kXtrd3TXu4V53J/nVCH4heKaSUjKMjSJOnEwO5Gumt2wp/PX7O8KxsZuba9nkN9Khq7DHP/zwg3TqVRwnm3KtPCv5RTC36Ef31B73lFI3RP2JNn3T6/XDv83k85bL5RqrxeJIPM3ChmLTd3Z27MfxaoJf6rlN8EV9kAV/+ozU3SMlP/0I3Wy9tAV5uJKMQMgJhE3dTsmDHUJmchxNGynTtjaOIa5loj7O0S7kAbmfTOiLmWRlLlt5rPTIeDEFP6za6/VCR9wT3+6+VUO32yHQIfB7Q4AYAluLfo/HY+n6RHSgGHtfMe7IGFdu2z5sBzYD+lBbU8iW7GHOk00FtmYw2FXZ+7L7s6Cx4jX8Vp9xjmJ9dw+7mO/9T1N3l92CyhgjYM+nGtcsFgs7PT0RncrH35O/vB/7c80bwRM+Cn7d0zgTe7ltY02bu+vTbvGb82GT8efYZ2w4L0pMtvtV+DD2iRtfK24OX6Z5Eu5ZrW7kz6q1P7F2c/d1PdqNfXcPv9TTOLvf71tP/qwXdrqM6/Yn3dw9Wp7ku29DjRtHGk/Tr2PJ+f7+OGQcWUC+yYdsb/cvx8g5RGHuThJU143V73n5En16uR77XEbMcnn5g1LoMvr9tcYMjAWoC1mhnFRHihGigvajKBhv9sX/UHo5Dn3hxVnEooxtzjWeO1WciswSSzGuoT3ILWXm8qkD4pxGVSEb7h4p+so18jLGhTdkFj6z3G7a9CrGc5zn+ps3bxWfvVUMdhMySwyc6rAo2z3VYdo4T120qSwLyWpvTaViwlJjnKIodB/k9jEb9wyHe4Y+L5fH6/iNMS/6zRwgfY0uuxfRZ7R1m+CLutypc5uEVFPHeBW9pL30L3SpsW2ORdFxsCuir3ZkMxl7Hyh+PFT8NA/ekDn6Bj7QU9pJndSdiKOOOgR++wggu+gdcjzUeBO7g64xTr5//36MNdE7xg0pfugb96Bz6AnEfpL7ZPPc3dw98pk2rmFL8IVJ996E7WT+8tWrS+1fBaF75MXnoV/UOZlMQueYc55Op2Hnh7L/8AsfkKpY/3P/+uAX3nH3aBP8UT94wNNSY03s98OHF5pjODNsOHadcehoNIo5Rndf2yvmEcGNNPPrnjAzbZwDU/KkMeTbmHO60rzClcaQr16lmONSvintJ/yudP3Nmzey4ddbL+xkzJqex6jo9/67p7qxeUVRyo6Xiq2w56WVZRF9qSxxr7tHygd8Zh7pO+Kfly+/M1769eWXXxrEC4O///47jfFfb/mVJCe5jNxWjsF2KDmk78EPX8i8LD6AdKI5Bq6X8i/ufqs/hpIL5m25h2cRp4oHeeEZ99BX9Fm+D96plxQybaTIKBheyifQlhcvXtizZ19begno03iB85X6AH9PfnkV3dn9dwj8cRGQmq0bh8zXt+Llm9Y2YYNeKTa+DCKewr7nFH3KtupKdiqPkbBvtWJvyl1XsrXDea5D2JqcZv0riiLsK/qN7uOrlsuFnZ3di/gRXzaV38AOE6/leNrdt2rpdn/vCDAWgbI9pnuh3C731N/uKc3n35e6pzxZ9pBRfAJjhivZfmT5+++/j+fo38cz9R/0XB1Kss/1S/mPn0rRj7t5OJeJa+gMdVI3PNxoDh3ZRw/ex/vtc7QjkXv2427uEMcpd25nLb1mn7Pu5Elk5gaujcZP6OD19Y1ijLfh06+ky/h9+EzEMzLojezCW/n8VYwl6Rt3N/fbpILXcyO17ADlZ+LY3RWP9Gx3d6B5plGMmZcaG57rWQgx19nZqZ203xFBz3kOgZ5jF6zbOgQ6BAIBd1csX2ruifmMieYyjuKZELHydDrTfNQknp2hO8TIjRQ26yH7mazd3D10mcN8jTHejZ55YaeuWjuJTch2DBuG7UI3qQefPNH47vBwHrwwZmKcx/zKUGOAu/F6roc6O/rvI0C/MT6j7xifjzXXP9XzacZY2GT6j+Pd3aGRFw5zn2HL2c8p19ydZE1cR+bSvCVj3tfyMVeaG8hx5SvNV76W77mOeTx3lzwPbar4bqkx+KnmTuFhPj805Ar52tWzcXimbOqG2IfWFXc770UAO8DznbHm2MF0rmcpE42/wRUZ+JB+gi10t9Dtc+4eMkIdxOS7khl0fm9vpDnXUdiivb09ox76L8uT/YKbuwcPlE0dfHeKccRYcj2RXUKWiSeIPbhOPoutibkcZHVbnnL73D1y8cF1bOJ1+51jbGCyja8UM15u0eaZAvEU+d6+fRPzONSTy6bM3wvRt/ThbDbVPOKJxmRnQcwrEr+hr9gO8Kafye/uEQ/SZgj8INoP0XZ3D9/jnvJyfbWqFGvy/ZK3YSOy37nUHNllxOLYjleKSV8L07fKexNxKfduyo3S+QhK55mraoInTqZz7GXi2vY+x43kI5HcqO61Nb/uiXdrN+qnnVlG3uq5YfKfr2X3roIuow3YwFdxjPxcKe4mH3K1ar9zDW9QW3QkHEPUAeGjE9XBE7I9bvWbsTJzbOg5hF3Nur6R/Si2++gQ+JMggP5r9Ksk63KjcXCiJnQbINyTXisJvTJOij6k39j3K8XI2Ppkq15p3ixROnel2CfFOsRD6GwDAyZG1gRfjWxN/V5y95gbQ4fR5bniorndHbMQAAAQAElEQVR8ODYXPZ/NDuN5ymCwq7FBIW5//N/dla+nMvuGvcZX7u/va+xwEDEYPhN7T1zg7rd4gvdtsvds21hlOwhOCZ9L4XMZ/vJS9pw5ElKwIk+2hdtYUR/V5JT9Pxphl/GbxCe7inUnis/o27OzMz2LOg9/e6rnIMTH9DvPVcjHPeDCOgRw31DTyrQLqkzalcw13lhtldXNtT7fWtW8sZv6td1Ur+26emVvb6Are/P2SrILvTb6hb7ET9E3yQdlGabc2ySxkf4U67iM9tG2TBy7u/Lcvo8jd5d8ljFflGPKPCfM8yPGBsQixHTIL2VSnmmj/Ym3pEtgo9Px7+6qDzKrNUe2iljjRuOQt2rna8Ub6G2ST3SaH+C6vn6rvFXwMhrtxbwV/bJYHFmmufQR/dnZGUT5tea/IOqGovLuo0OgQ+B3i4BMh3hPtgObi90Za3yJHUr2YKGx0bHxvBobNdG4E7+KbdKNssVNEHYB2rYL7qlcd1JXPosxDWOJN2+SbUq+85X85g8aO1yGPeY65fA9Q8bcE/kMbBL2ca74YCIexhoT4Mt32u/KE3rUsn3cB8Hb+8nb0zltD7ukQ6BDoEOgQ6BD4M+AQNfGDoEOgQ6BDoEOgQ6BDoEOgQ6BDoEOgQ6BDoEOgT8+Al0LOwQ6BDoEOgQ6BDoEOgQ6BDoEOgQ6BDoEOgQ6BP74CHQt7BDoEOgQ+BkIFD/jnu6WDoEOgQ6BXxQBFkexAIAFTJP2ZfLz+WH8IAeLyWazmY1G+7EYkLwsDKjbRUwfWkyVGXT3WLCwWq2MxWG8EOz16ytjQV+iS2MxFdcoy92NhYWj0SgWG7JYgkVt83bBAud3d3cNfllo4U75Ta5OdaV9FjKsT/6f7SRe7lYPhrSRdtAeFuvxEoLDw0PLeKcFY/24FexYXPf69Wvh9qpd5PEqcHvz5o1wvbHVqrK6bmKBmTuLMiATHom4VteV8q1i8Qh9SOHwApYslqN+FhGend2z5fLEFotFvBAX/kajvcCc/Nz3RyL3QjK3Y8PhnrEghoUxiaYhgywuZAFNXqxTt7JPatrc3dwTZXxWknf6jIU5vByPF4h99933xg9ycbyR+Vp91KgU+imlcdB+uPvW4sJDYwHR2dmZ8YNcEPunp8vopyQzOwYPui3K5eWj6BW85j6naHcnCb7Z4ToLhuAZmULW4BH+N3QV8sdL0blOPvJfXyN/K8lfLbrdBndPdZBSkcjdg8eyLKyMl0j3rShLK4vSiqJI+Y37LLbGKFOEUgdxrVTenvWKnfhBrv29qR1OFrY8OrPl4p7NZ8c2OZjaaG8Udou+c5XdRN9V4hNe68DofbhwDgKX3Je0+dWry1igTPrq1avQQdoPo4PBjuRn36bTqc1m4udwpn6Z6XgSLzXjOu2LJkRz1DIO7Nfd3F1YFSFHye4MxOdYvB1Kno6l60vxi40fSQ965u7GltsPBuxDnM9ENveUlzzIGTLEoljsPPiweBu6unodC2nBkvuTzdmXjzmUzTsKXrCB6N9e22elZAN4KBuifoj7fw1KTXEryyJsHTYP23d4OBdGx3Ymu/jgwQOD0EN8UrYN/CCDu4dc0UawgO7y7e7RF+5ubLSHfCyaRpeQMfQL7KDLy1etzl3FImTyXF9fhx2nbFkN9RclbQjMto42ux/Yc3eVsSFkZH9/rH6ZR5vPz89lb+7HPi+xXy6PJdNT29vbC5ly99Aj+IFoDynVuW/KdU/7mzanxdXYEeTjKl6U8Er69SranOKDpGPgktr+Nl7qAsbUsWmrU13bDruTemBeysZgB/r9nvoY+1G0+fxWat32SQi438aPFywRT6Af/AgXLwLCV7F/Gi/vQn4mkp+h+qEXdSETTVMrNqmlQ8k+N+pcd4/rfHBMnyNf1/I523KD7FzJxkBv3mQZqUIuuXebtstBjiiP68gHeoxcTyZTY6HsmXwt8g/vJydLxURHNp3OZD/342WV3OOeeHRPKWX9kgS/EG2H2O/1yqh/pDgZGzWVz5krZl8sjmRTZ+Fv6AfsAzYZTK6kX5eXl9Kvy9AvjvNLDMCBsuHb3df6wDFEnbXiy1r+k5iCY8pW1rABYIbPA6PTeBHFsewHvBzaZHKgvh6FHy7kg92dIu+QHOLWGcqHqI8U2rq85s89lcV18tIO2nstG4m9wG5A2ZbQ/mRXEwbsgwN5uYf7KYfytuvjGOIa8rJNnMeu7Gpcgt2cTifyp4fRfsYvLACfTJK8k8/dg//t8rv9DoEOgd8nAtg04tm9vaH8wlj2bqL0QLQfdpixI9fLsgh/hA2BsBsfbnG2h6RQyunu8pll2P5x+4KJafijscavQ8Xv/bhefNDO2s/Ykr1yL4xy+/2+jTQfMJXPWWiO4OTkNF7Cjq/Ez5/Kx881XzMej8Pm026xHW2/azet3dw99tw3sSS2GJuMbcaGX8m/Y68v25iYfYh4mWtvNBcCkR8fQF2NYgr8VBSuDxVviajP2/3UrlLjDdoGsU9bzdz+zJu7r/s8+beRMeYZS/ag/f19+fY99fNO5EOuwR1iv1EMB5k2dzf3RDod8kCeleau6Gf67koxCn36KsbZryJWYb6EF4Flov9vxy2VYsZa5dWq5d1/+jHFdUk/Z5rPRG4Zy/Bycejk5ET+eq62HUR70Ffugz/aArFPW6Bci3saQyBjXF9p3gfZS+15G/MDyOcm/ngVsRfHtBW5pt3k576qSvMoTcitmXvCy+5s7m7wh5wSU5Qa22woybO728ds3IftQp+JV9Bf8GCcxzEva6afmb9w3+gn7YUadSaU61IW8W1r4hq4oJe0l7bTh5v+vNLcwHXE/u6Fxt796APi2rli2rlsyWw2lT0dx/nBYBB2jvaravV9o77HRkL2X926yjoEPhUBdzdkF73F12BXGR9gk7IPZRyF3GNrc/xQFC5Zr2Pup6qq2M/6Z9rc3dwT6TCuM1bbnlt6pTnLyxgDJjuEDXrz5jrywg/juLH89kRjtjSOYf5yqjhm/1Z84b6pB/2mvpyy/0uSu6/xwi7D40w2fLlc2sXFA+MHuZhjONW4EwxnshXYK/Lq1mgbONV6/gEe7MMr18AUcndj4zzXk7261pzbm9aGp7lv8MsEdhA2DRuOfbvWvMTNTSVbRv8ke+Tu0S+Un8k9nUMO3Asry0Lj6FKkOe1eT8elFUVh7h5kWxs80v/4C+qEB54r8CNcX375b/v3v/9tz58/17OG74N/8q3kY2kXxbg7SdjMfK7f70X/YnNnwhbZA0vmQBi/HhxMdH03+HL3SEv5nL5iQeTz4OBA8w5zow/wHdzPOa7RDz3NV7j7uk7aYNrc07mbm1W8tOxSsR1t+eabb+zZs2dGe54+vf2DXPha7D6piuj+OwT+sAhIPdS2JvSmUUyI/UL3rzW/9UbznOg+9gi9uZRdTzHVD3pGfKnY+QcR6aVs2CvZgivpWHoOg02gHBX+jn3hXCMFg7APEHkzcR7bhF5ji8fjAz2/mWm+9DjGgcTVC81D4j9Gmp/Ev2EnsBfuyfZQR0e/XwQkHmI++TftvPff/eP72j3ldU8psoaM4t/wr0nGLyXXP7Q/yPV97CPv6ceaL0PWOf4pQk8y5bz5OJX1KsZo6BZ1w8O1/Do8Ifs0Nqfs3yWakMhDt9zx41A+9riFMtAtiH1Ouru5u3ZdqRL9c63SuDDj8UbzHPAFf+DCeIr9K82PMC6GX/K+r1x3ynWVKu+pTiRPsil1xCw5TnDxTDw4GOxG7McYkHiLOOv8/L70/J6eiS41Zj4y9JznPQM9/8YuROHdR4fAnwCBH2uiu5u7R0xPHEw8zPe7FpozJT6ezaYx34SPHGhOA/9IeejkNqH/ENcgdyeJmIB8lcaC1xEPvAm7hU3AnuUUW0Eel05TD2OjyWSieP1QPnuhZ5rHel41i/kVfDV+Hd3Pukzd2xSVdx//NQTckwzRd8zTMT6fTqfqv3nYYOSJ/kTGkKHcV8hGJs69j2H3NP5CPlar9H0MvruDL7nUWAz/iBwhQ8gY/gE5Qk6m4oGxHs/G0zzhYesL9uP5ROLF5FfqGIN/iIf38fVnPofe5R/sOTw8VD/zDH2iZy4jQwbQTbB139iBD+H1Pszdkzyh5/QjMfxIz3NGitXx4xxznnrcUx0fKv/nnqeNtAGCD2QXuzSdTgyCjw0PKXaiLVmec3q3fvfEb5LnlSGzd+OlS42TIGQ7P1tAxq/07OEqYqi36+8YNRpz3a3jt35c6jkWfTjTPA7ziDyTg/Lc4ul7n8/5LX8CfhnjRnEibQbaQnOQ7hnjOuYirxUbv9FYFLsBjpeyGxD70JVw5drbt9eRn7IhynWnLLdIVElblfaITyMJvtLehz+5j/Iy6e5bmd2pI1HKU8suVepnZGRj916/voqxMnwnupRPhRgTXGkM/Toox9i5HanMRu3wqJdj8ON6Jo4byRMYosfY8bmeb+Q5NubZOM7yP+ji6cCy+/izItC0DSdtFENsaFu/3b3Vu5Q2MgboGnq3ap/Hoq9vNG7GFiW9Rp8hdBt6FXrP9WSr3spW3ajOOuwPZbbMRMIxlOshhTjn7nqGuSN/vRe+LPnwufz4PMbLjKXRfXw8/i8K/JEPd9cYotQzzx3FVbvxDBRfybMhYjBiP+w9c2wUAx8QvOSUfa6Rvo8yVhmn1+1ak0v5Snwk8yLJX15qnuVVYEUe8l9r7EHsSBl1TV+pd9QH1PdHJHe3HL8QIxGnHOj5CHE4Pvb8/NxI8bPMmcz1/Jq+Ih/3CR1rhFPNdylFdZVkzMAs4HNbb9qV1FtjK6vtxqpGclm/tpXour6y61WiN9evbPODXFeGrOe+YS6Ivmnke6jCXYWuK0g77h46BH9lWVipZzvbVBRltDnlvv3p7nGt1+uHjBLLId/IOeMCiFgEmR2049yiKIytVvvhDWrEHMR5dycJnsw89LDSHNi1Yg3ahY4y7/XDD69aecxtvg6/3tMzNHRipjE2fhWifyD0MfGyY1QDD7le+8Sty94h0CHw20QA3TZz2bJCfnMQ89gzjYkWejZFzI1tPj09iTkw/OhwuKe8pbFhD7ALmTiG3N3cM5n2TVsTNgc7+/btG/nG16KrGDf88MNl2Cfs8UrzK5RRanyGjcRvZ7s01zgAHrBLXNvZGVgpGxy+Iux2I/eQSBV+8F+s6Rr8Ken+OwQ6BDoEOgQ6BDoEOgQ6BDoEOgR+UQS6wjoEOgQ6BDoEOgQ6BDoEOgQ6BDoEOgQ6BDoEOgT++Ah0LewQ6BDoEOgQ6BDoEOgQ6BDoEOgQ6BDoEOgQ6BD4fSGQViR8Gs9d7g6BDoEOgV8UAb74z0IpFuSzGHg2OzQWLUHz+Txe1sFCgUEsEPb1woCmqWOhFIsWmvcspspMcq2qKru5uY6FYldXr9sFC5vFVG/fvo1FDdyTF1OxQCEvnOBFJhzDR1qwsNMuWOAOW/PEkVgh+c0Q7d9mpijc+v1eLBIBpK/c7AAAEABJREFUcxav0TYWi7BAA9w5v7OzY2w3NzcGPuDGAkmIxWgsiHzz5m28dICFp436g/zuLMhw7UIZm1r4QpXSKvpNGWIhHfWA63x+aCxQ4YVqJyfHxsIVFtVNJgexCHQwGER+7vsjEf3Bj1cgV/TFZDKJl6qjC/QLL5wbDnejzxoJF7J8V+bBw93N3dk1+uPNmzfG4l8WtH7//ffxIjF+lOv7738I+b++vlY/VJGfcmPnPR/o597eKPSQF6DwUiwWfCa6Z5yjn+hD+rIsi5aPJsqHX8qHKN498eieUs6RBzmDJ/hGtq6uroJ/2rAhzuUXE7wJueQe2ksZuQ7KXJOqcXMz1af/SIuikCyVVvZ6hr6XZU/HhbLovDK5K79tNsFurFWFOOteWOk9K/lBrp092x9NbDY9suXRPVsuzmx+uLDJeCa5HbUvMelb4cl2wWddV7IZtSiXaObuazJt9DF5wQX9A5PLy1fxIjhSdPBKtowXTSh7LMJGfmazqc1msyB0eTqdGvr8If15L2YU+AsSeJdlGTK8u7trLBCGNxaloevwC4+9Xj8woGr4AoNMHENc25DHLuc3WGHnX4eMI/uXl5f2+vWVZOVaPmAV+Xd2BrFA7vBw3tqZQwMndG002hOWA4Nf+r2um+gn9uPmX/FDImBFUUpmdkJ2JrJ92EUWFfPioYuLB8YL3LGTnKe/h8OhcJV8SabrrQXG7Gcybe6uspFxNzYwg8iTZQx5Qq4gcIPQvSvpInoJZX3jPsr5EIFXooTfh/Jx3t2j3wu1YUd+Zzzet7l8P21mgfn5+X07O7tn+AZ88mw2FT57obvcTzsgZABiH3L3W202bZzHXuQ2v379OuRj8+L6y1t2h7azAJu2o2vct1rhx27rr5kbm/u7aVkWIU+91t70emUcuxfmnvJzb0c/DwF3DxwLyQ8/foAvmkc8cWpJds5Cfk5PT28tgKUfUo2NfFUtol8rpZsfV3D3yILcQMjXTcSSb8PGZP1IcvI6Yszr6xvFOauwG3Fz+8H9ELoDURYpl4uilN3ph1xPpxPZpYV4Pgv+0QNsJfEZsk/7BoPdVoY82m6/4gbPTdOscSnlL6l/NNqXLT+wqXzM4eFh+8KPw7Ct6DH33UT8+Cawwp5gkxNm6B0+HLt8sy7bPbXHPaU0K9mRWpjSR/UWri7b15N/2wt/B0apj5eBHzxNFE8lm75jheSD8t5H1KFoNcqG723iPPeIpcDa3W+l5KUf6U/ae63YCnsBIRfJtrwKuwIGtD8T18nHfavVSm2sAgvKpM5MHFNHJl5kupId4nwp34pfxW5Ot/oCv4HMgMFwuBf20n3Dey67SzsEOgR+nwhg09L4cU+2eKyx40Gk+/vjsMO8RBNbXBSlGtisbQt2A9LJ9/7na8kubrKUsjXY/v39fZtOZ7K703iZ6jDGqP2wsYXsrHuyM5s7f96eiglbWxRuZVm0PnKkuifhy09PTyIuJD5kbEqMiO8fj8c20JxRKX7dGXvVYVtXsrHY0Nw+dzc295Syz3XyJTv+Nnz6a40hks3ejg+vZNPzePS1xhhv1/Mh+IJcB2Vmcne1x4L0Kbxc7SrDNvf7ffmzvvZLnS+Ux+3PvhVFEX2+uzuUn98PWaNvIWRwb29P13eEYRGyTb+BPX0I0QfQbRwb+fl6nf9a8dobzWXhiy81xk502Y61L+1SY8hMyMBrjRkYk/OSE+pqNPfVSFGg2/VY9GPSz2HwzlwJfvlUseiDBw8U353bqWR4Pj+S7k7Uxr213FIe5dOOTJyjDndX2S4ZUXSiaQSuk5c4At7eaP4HPhnLwfNdutLcAdfJd614hfu4n3KoA3Kn/ESmjXNKVKer7jLk9O6YpihKXfPI4+72U1sp/aQPiXmXy+PA4uRkuX7ZLzHcWOPBgeb/3D36DD7gMxPHkLtv1etRNeeRCdpImzMOl+rnHIuCF3MyhWwMOojNPDg4iHlobAm8HRzsKzYfxrwpbS6Koi2/liwhT4niZPfRIfAbRcDdpZ+F7GUZvmao+aODeKHfkZ2dnYnuh+6hdwfSAXQB+4W8o2/YiEzoFmTtRh53jyPOkz/rHrbmVfzQIfY0jYWwTegeedEp7MDBwVjxy0T+fSr9mym+mMhu7scPMvX7veD9bj3cH5X+Ch/uHljBX1/+eahx1HQ6NWwU9vvi4qExx3Aqe57mpmaKu0Zhw92xV03YLLDIlPl197BXFlsTdgRsscXggm0GtyvNv0GvXmXcUso5rpMvzU1dx9w/Y8PtOqL4Ox/uqW6wxAZDqY29aC/n3X37rtin3G0e4enly5f29ddf25dffiniB7m+iecN8EZbyM997qk89iHwIO1p3jfJ4YH6e6Z+P9T4/UhyeBzpZHKg/h8GX+4eMtDTXBr9sdvOJ2On6ZPT06XmIeaSoXQPsltqvsLdA1/qg6zd2IdH5vgu5edfvvzOvvnmhT179nX8uNhXX6Uf5KKdyLLcvO6kr5R0/x0CfwoEGtkwqAr7gr5gc64UQ14qjrqU3vDyP+KpDRE/Z1t/pfm/15pnfxNjJO7PNgH43JNdYD8Teol9gMibieOyLBTz92UT9qTn47AX2N6zeEZwTzZjYdPpVLH0SHZ4EH6uVJzp7rn4Lv3DIKDBz522uKd+dve1f3X3O7luH7r7Oi+yhozig/FhV/K/yPj37XP0jYz/oDHi5ZrI87GEvtzOm8riHL6GOq+kX+gZvMATOnGb6w8d0RaL9rizf5vwYZRV69lmrWeG7Js2dw/fqsTyVisPdcMDMQZ+MmNC/JZ55RzXwIy83EMZ7rfrdndOhy+uVTfjLoj8VbXSHE0tHlw624uxFmP8mZ5nMzZkfuc8Xjh9z/D1i8Vc8QJ6vh96jo5bt3UI/MkRcPe17hMnE1sTQ/MsCD8517N1dIrx3WiUfCT5sANVVcnX10EcQxlOd8+7ob9cIz/6jt5ftXYSm4Adu1RsgF0gbi40tzLQM0vqm0wmrc8+jjlceBlrvhY+ienRY/f3x+trBrqd/woC7q55vp4x/8b4fKy5OGIrvhOJTV4sFjFvSd+VisuQiUzJvtdrWYFhd1/LJsfQtgwhL8gRMpR9ZPIr1xF7IkfUNZtNNT5cWhp3H8f3RZArfkxpIDljzKeZUckx8twED9TV0Y8jUCpO3tWYeix9PDycr3EdjUaGDGAniqKQj87zn+/HFhl4X02F7ABl8ExqqGdGyBQ0Gu0pXt/XHOte1IMdoJ73lfGfnHNP8kc7t/kYh1xPQpZHo32NLXYjBoFf6qM9yDOySsoxxLVM7slmcR2bx5xzsouv4zkR9hBCrlMMyfjoh3i+wHcEXusZE/Ee91HP3fJzPb/ltNcr1YfDiMuI0c40p8gPchG7QR96Poeu0mZwAz9ou/3uHjLnvo1xpedtNzGmfK1nMsSj4Hup8eilfA82hHMJ07eGn6KO7bJVnG22RrvNR9sK+COWhnfSWrHy5py9Y+es3cgHH/BDX7/Rs6c3b17HGBl+E9+vJBeJOMYmQm/0XId7Mk6pPvhuC1fCuVqxNXVA7GdyL0K/kHf0G/u9WByFnnOMbUf+0XV0RMV1/x0CfzoE0Gf06F0inklwuLu5uw5cqRJzPsJ+oHdZv/EB2CcIHUafIWwUxD56zzXyvE+/4YPCSaGsz3dTd9fc2I5s8MjQ5fn8ULp9GHPixGyHh4d6PrEvG7BrH+Nf3d2wA8yj8yNe+GrG5Iwdpppjm2hunnP4a9MGP5m/7ZR9XX7nn/PbWGHfwAG6DDt+2c6vJD/JObACJ/JmrNIzD/rmti18p8Lf+Ql3j36jT8CcWI2+WCgOx9em+ZGziIuJz+ca6/G9dvLR31mua/mqGh8hqrXPeZP8usjYPLyaNVbrr7LKbqxu3lrVvLGb+rXdVFd2Xb2ytyvR9ZW9ftOS/PCbt6/DJ19f38jnrjSnUxl1UCykJpBskatNUKG0DHmjfcRnpGVZmLsH2Z3N3SM/eVNMOdTzwrHij0OND441vjzW/qyV+UGMZdzd2Gq1HdkjhZBFiGvuvq6Pc6uVELi5jnYhe9vyyT5jlOvrt2pnHXUQzzJGQecW8q+MvUnRP3wv/tXMI3+u27qtQ6BD4A+DgExI2CZsLz5zYw8WYZdYO8d3wabTifz1MPJiawCAFLuQiXOQe7JL7iklHzbs+vra3mgcgW3CP15q/MMYk9gC23RzswpbU2p8z7gbn4FtYj4QmwQPY4358eWD9nuT1FeHb2gU0xiHHyR31zVIiewanx11CHQIdAh0CHQIdAh0CHQIdAh0CHQIdAh0CHQI/O4Q6BjuEOgQ6BDoEOgQ6BDoEOgQ6BDoEOgQ6BDoEOgQ+OMj0LWwQ6BDoEOgQ6BDoEOgQ6BDoEOgQ+AXQqD4hcrpiukQ+N0hwOKjRHzRvLH8pfNNWuvchyjlz3n5Qvxd+r0BsuE/t5k21pbP13V9C4+m4bjR9XqLOE6U2v9xC+PcPRYwDQYDGw5ZTLVvLPQ7OprHogUWleWFTNPpNBZbsdhpMNg1FqSxwKAoCoOot6Fj2RGxn3lnwR4LF0g5r8txD2UMh7uxYIvyWaSwWCxiMRcve6B+fiRsPN43Flaw8Iu63F1tb9rFZvUanyawefe4EV/1enHDNk5w8t8jd7ey7MWizd3d4Va7j4wFIqenJ4E7C/nyIo2h+oUFmbTbYmvUXqjaan8TeMRlfagac3dh7EYf9fu5zl0bjUbGgpDZbBYLRbfxZhE/i9cmk0nk293dDV4pwz0v+LCP2gS58iW+Mv51yHIj/mvxW7dpOk7X0rkP7VMOxHJFFf4f/4MpMjUY7IT8g814PI4XQ4D/ZL3gdSewpO5Mmcd8TMo55JzFwGkh8FUsaH358qV98803QbxYjIU6vGBr1b6gnPu4/26D4I++58WsvCyVPlsskJWlsQAUOj09lb4s40V4aXHPNPqXRUgs8KEPB9JvFkz2+/213m73KXXDCwTvHyKur1Ys8KzVf8nGwCMYwif1IK/US/0HgeWBzWbTeAnQ/PBQ+zObTmc2OZhI/se2N9yTjA2sJ71wL8z1Z6LGVH4IkdL1PleUQ/kKL3XPjg0Hkuf9qR3OjmwxFw5HosVx6NFCtuTwcBZ40LfwBo/g0OuV5u5BtrWBBUSfZKJP2ee8q+5+v2eUMxrt2US6gr4ul0tDh1lkhR2bSb+QJeoEH6qoa7DLVIf8U+42UcfdY84FFBQCFpH+9Id7ah99RH/zgznwPFN/wCc8Hx8fhR2Yzw9t2tp4+o/29SUv8M797n6nQvWQmMq8Jh45l7K5u3Efcof8ggXlg81yeRwv8gevbG/Sy3wGks+euWPfa9m3lagSTtCH8MrnG8lkLSJFZuyTt6JwA6csy+AwnU4CH3jlhSboG/sQC/poDzI2ka1A5keyr/Q5C+hpe8aQciEwcad9jdpVR/tWsgNZ51jcl/dJs+yZNncP/iiT/tmVfaYu+KRecOY8/Oe6qM9+YswPvyoAABAASURBVHP3wJx7uJ+y6Kv5fB52hbaend0Lm8M+/Ue/ZXtD33IPfMATZdB2ZAeiXHfqkOWWzNCm1OaV0cbr6xu7vr4WkSbiOpR0JvWne9G2H/3bkQ7uxmLKkfRwrBjh4GAsGZ7IxkzjRQhzyfRMejiZTC33D3jB24Yn+PKfQKi7/GMIuLu5e/QNfT+SDkxkFw8P5x+Qn4V06kg+YaZ+mURciezQN8gP/YOMZ9nJMoyNwd5U1eqOrNzEC8M4z3WJWPDDffQz5VAevFE+9cDjWP4pyfks+EGfkW/0HHknxYfMZC/Rbe7b2RlEzOySRfsZG7zRjkyJ3yZsQT6XU64h/1VFrLeKPNiovvwP7YAn+F8oJsAuQcfHC+GKLZ/Iv+5HXIM9cPfglrJTubXKq2Qv6yBpptKkZ2R0d9vg15eP7kcMPgpdG691bCEfS9wIVqeKXxfihb4fSQbgcWdnJ/CiLHvP5u7mDiXdJj/3cT/t298fSz72ReNoz0j1Y+foC/qT/PQv5bu/a1exIcnGYF9uE+e5Dr7gAsGiu2+1vSef1Ff7d2RvBoHnSG1LsjMJrGnzMvz/UnHHQrZnLnyQ7QPF0Xu6byd0w93tU7dteUn9tpGVdFyrH+vou6Yd/2zSRue5lonjT+Wgy/9zEdjuu0YHmWqNRSGO6xgT1Vt9SB8lStfYr9WPjfI0kXIf+vpz+BIbKkN3a4dyavHStHJTr3mpVdeGGuW9fW3DB9cS/Rxubt+jauJEKq9Z89B8gL9GN9zmC57TfVzLpNZGub/0h7uHbcMODTWOwS5AxLKk+LSBxpb4ILG6bs+7PMP3u9So3Q03inF3DxtCXEn5U8Wl2H7qGWg+hjrcPWyp/YKbiowy3T3qpz20az9+FGwivzmP8ee9e/ciPsQPYAvxQ3PFjzPFXwcx1tsPW4jdxr5jt/saX0DwDrm7sdFm5ooq+Xls9HXEhyku3N7HdkPgyT3ci3/EH1AudVBX5hebjW+Cp/l8Jjt9GPb7UOPSFMPzgumR0Ub8CeV9KtFd8FJLr+pWnxr1Y94nbZSJdJs41yhfokY6uqFP5eGXyu+e5Xsn4mz6HPzAi/5dyPezf3CAnxtFfADm4J/70z31aeapibY3GvfUoiriNn5cK/Vz8s/MnVxrPEC6Tbx0iXwrzUEgH43wqoWziszF30rdPWQWWaBP0VF4RS6RUWSVmAUi7iP+S+OamU2lX8gL+oX8IEeDrXmU3EbkzbQ1YqJWf1eK1VZ3xnO0JRPXIPgnP/e5e8QblAl+1IWeUDeYM64B95ni0NnsMOQWPuca33B+NNoX9oOIUyjjY2WXfGBD+2jrVOP/uXSWfgWTU80tgQnnqBs+Roq/hpqzJaakLvqZcty3+7lp5bdWWsvuVS3VOm5kTyzaS91DzW9S90x2gjZByNZScwTsw9NI8RbY57pMG9iBdcaxlhzUwh88SRM1qreJOhvJSqM+gpI/aFTKH+NfzdpqIxhDjdpOWq9T2p5wyedSnnoLO/JQ3s9BhvvS/U3LT0pr9Usmruf97XRznnvq9v6c3u4r6vkU/rbzsw/VanOzlgnqgXLd7NeBW73Fex33NDrftPzBFwQ36Rx7P0buHrKPziD/6N6B/CPzSMg8+kYKsX+oMTS2CDuAruD/sRFZF9xd+uSWt0aNg+pbfNeytXXwjL1CbweKSyiPFwYeyv9R13LJ8wfG5vMYvxzIrsMf9bkXUUUuG927W8fd42aNb6O6pXUZqijp4z7c3cCK9mJz4OdAeGGTwGipcdepxp15vM4xdgM7CW7YFuwjY0bsasYP7MGBct/XNvwMlO12TjmH/YYyBmqZuSc+KZN51oF8Bfhiu8aamxprrgFbPQsbPgsbPpf9nsrmHgjnsfKQn/v6Gt+7pz5ttvoTP8nLg3nZ17fffmvPn39jX3/9XPR1/IjV8+fP7bvvXsYLqOEX/raJ/rF2Qw76ir/AhfrnYfePxFfq+8lkGmNueCKfe+LH3bf6g7hgz2gX8ovfmKtNxFJgn2R2N/ySexqb5/aQwg84wit+nhdjf/fdd3pO8ty++uqrINr34sW38SNjXOfFZ+DAvdZtH0QAfJFL0kS17NZdanSukW4mqsO+6a4tPZX4fbCO7sL7EQCzhHnCMu3Xa5zTcSPs07n6jq1+95j4qZYNT/EyNgid2Sb05y7l6+SH0DXsAeXDA9xLLUOfsbEQ9rDX64XODlofkW3YRM84Zm2cdnJybNjdk5Olxn/4jaXmeo/CFpB/IPuHLaQ8ynVP9oM6P4bgb4NjI+xq4ZVT9n+aGvmf3NZGhWVSr4iFLSHX0W/5P/OdU9qUqWnbmI9T2girWpg1ItJEdeg351JrG2GS9j7tM92W8KOMRNTRrOutW5nmWt7/2BQZRV6z/JIi22/evLFEb+PlvJz7OZTL29x7vS6PaxD1v09ffgop/GpRlJoXKmPOeKixEn5wouch+PpMHE+kT2PFBVxHZ4YaCxGjoDv43J6eURdFodjCAleeBaw09l1pfAmPEHxm4jzYgTO4mzZ31/0e4+CyLMVX0m1iOurZ3R3GvMy+5tnhZ6b4ZK5YIMWDy9DxU40Dz85OtX+q+Z6jtY7v6vkjMRl67u7WbR0CHQIbBNBd9CyNWQ5iTDVXfMz4ZKn5DXRsLl2byDbsaz6VfFmn0FXud/fQ31wqep0JPYfu6nxRlPLfPc1jpu/WzeSzF3out9RYiTqhhebuqJvYH7uDDheyNdRD+dvlsg9x/jYlm9/IBzVyCpBZI59DKR9L2/nZh2rZu0ZEWqu8zT58fIga8VGvfVyj+xIPYi3t/IzPfC9po49Ufr3mrZafS+fzuWZ97fb5WvxkarSf/CcskY/0Lrl72G36Bjmin+gvxuvEXaca9zJXxtiLPuYafiTJUHruWsrm06/ubnmjPuhd3uvgXc2UzJniwjJ8WBojjg3fRV3ID3VDHDPWo178CbwWhUc5SS5T7Jrrot5M6VyqM+/na/YfbPCfyyGtJRNQ2t+urxGf28S1Rn1Ti0g39B+w89G30k/0M3aAudaJ4gNSbMMo5l2H0ulB+HB3V7mQNG4jSsG3Lqz/3V196erLQrLUi/4cKiYZaU6V50jUNYy4YxDXUv8V9mtt7ht+qIu6aSMyjV08OjrUM5lZ2MpJaxfJAy7kf588wyt9C9XSR+SOWCjFRddGnMSzg028l+PHfO0mvofEPdxLGcgQ5X4MpXqRFeQmUyPZqoPS9Tr6hv1M1APlY/VkW91Wh7ZnPibJ8gNexJUzxXJgiq04a3+ci+d0HGM3sP/kOdB8WpKxkZ4j7IaMgXeKQXuSmzLkh/LdPdoB32AFZuCcML4OHDnmPNfJB5bcS99RLvYJm7K3N9Jzpb34TsVQMon9YO6MfO5JTu62292DF/L0+73glbLGmj8bK5ZOtB/fFaFNe3upfMqmbmQIXtzdwBvseYYAvxC857Zs0hvJ0I3attLzqmrdpypgS7fK0Mu+5tSoh/po50h6OxZv0+lByPXR0dyy/eSZ09HRIs6jAyPpJPOTvV4/yqX8/xvqau0Q+L9BwN1lb/BVpWLYfqvfe9LnUcxHo0uZ8F8j6dfwPf7L3Y0N/cYGodvQ+/X7Wvp9Lf2+kX6vYp6N+9yb0EPsBfam1+sFT9v6jX0Zy+7gq2aKs5N+Lwzd5nkK+s15bOwo9HtXZfTChsHfj5G7R76ypN4dYbGrsfpI4+9pzNMfHR2F7ZjJzk8UK4xlZ7CF2B54hWd4d09YmDbalQlcsNHbuGzj835/iR3c4MT9lIONV/Hv/ae+dKEJ39G0cTr3ZWpUQN6/m25fY3+bkg1Ppf83Pt09+gRcsfXI3lj9T/yyiDHWcfQ9fhbC1y7asda0fdbD86jh7p4NdnZtpz+IdQyl963wnrmXphrM9GmxETdUVtsqUXNjtaiqbySnN7aqblKqOaGqUh7FP+DDrfBYhuz0DZkYyscir+gNPB/ouROyA+/IErI7kwxP2riLvNzXl59138gQZWdy98ADWUMvkHHaSXnLGOMuNC+8iHkjngtRNnnghfz9ft+4F17db9dBO7Is4KOrSjiofbXiea65e/hcfCa84kNn0gXqRv+gbezH0o9dzVlRH/fn8nLKuTrKr207zedJMyW5a4xNokvykdS0OpDSVE9zqz7OUQ/pXWpCdxJ/jSqGqFi7JJ9E6Z7chqblq16nuW7qYD+ljXjNVMd+s+YpnafcRJQNfRJb68yNCtkQdUHUsZ2yn+nutaZtyyZN/bau4id3xEKbh3ZsyoEvMIG29znO1LS4bKeNCrxNFE/ZpB9D8JDzsZ+olk7UIbuN+gQ87qb5HOebFpd0bpufT8Unc5LS2+3I5W74alreqDcRedL1Dx+TR7ClKj7h0z3Zh4GeY2EfxrLTM9k3bAJzF3z/a6k5sSPF4HPNy2G30phhGPYS24QfvWubEj9NYJh5x4ZAXINFdw+7hr3B3lE2dRzJZzP2wjYxDsD2Yofx29hD6nMvVLZ6QvKTyruNq21tqkZHbu5uzLu4p30lcc66rUOgQ6BD4JMQ6DJ3CHQIdAh0CHQIdAh0CHQIdAh0CHQIdAh0CHQI/PER6FrYIdAh0CHQIdAh0CHQIdAh0CHQIdAh0CHQIdAh8MdHoGthh0CHQIdAh0CHwB8fgeKP38SuhR0C7yLAl+r5gnnTpC/fpy+zV7ZqXzKzikVFm2O+4J6Ja1BVrayqqjVRRqOCoVQjX5RPe7/1T3huWiw2bUrto60Q51ctPuxXan9dr6xuf9ylEhbspzTh2ggPsw9/iT/j4u7GYgMWKLEQgMUDLFqYz4/iB1Pu379v5+f37cGDc6XnxqLutIhgFosjh8OhsYiA+93TQm3qpk8g9k1broOX93APdUynk1hUyKJF6nj06KE9evTIHj58EPWdnd0zFkvMZhNjsUJZYjbp2zr6fiVZ2VAlGVoFVcLnNlWRH4wSNQZfkFj71f9zPSn1wBuswYJFIuCwXB4L3/tq+8UWPQwcTk9PY0HbdMoLEvdj8ToLTMqyp7JYfGHacpvq2NdHLMYgz2AwaBdxHgTeLBDcxvvi4sLo59PTk6gnLZjbMxajFEUR5bg7RX40hfgpN22GkAWwrySrVfRPpb6qol9yH1ZxLZ1j/0PnU1nINqRK/sN/2ghO/X4vFuHQJ+PxvoE3fcMCHRb8kcc9yTj8QSxevcsnx1yDWND/6tWl8fLMp0+f2dOnT+Mlmvwo19XVVbwEjDLIC053m+Lu6uPCyrIMGgx2Qu9Y1IN+XFw8CJ15/Pgz+8tf/hKEDp2fP5D+nhl9TV7aMh6PpUd70cass7TdPfWte2qbaYOXbdKpkAPyw0uvV4Z8DCRbu7u7US44sbCIBU/UiZ04lewiaw8fPrS/PH5sj//y2Ng/Pz8Xf/fseHFs8Dba21d5O2praY7MUaG6d5sHHXI2UXsAP7RlOBzZwXhqh4dzWx6fhDyDw6PPHkmHHtjZfbA4iUX/04tZAAAQAElEQVSh0+lU+rAfONDnZVlE26gryVa9tg/uHrj3+/3IPxqNbDI5WOvR2dlZ6O2FdOgz1fXw4YVs5L3Qo+l0EovIB+qzQm2ij+nrm5uVQVlOSCGuQ+xn4hiCL/hLJMuu9mcds4/Y1AzlcqPfdneHhizM53PD7pye3gu8LtSGC8kTi9QWi6PoFxbuDoe7svF94QBOKkZ+BT7gCeKMuweGpeR0IJlIOjSOl6osFgv19aldXJxLVh8aGD2UPJDiV+BhNpuGXQNnsFILZR/A6UYptJKtWGl/pbRap2Czkm8kTfalll+s1/0Hn/D3KeTukd3d1eYyXlACXoeHh8JrGf17IaySzkmmpXvIGm2iPadhR8FvZiwQRmYShjvCvxdluhdmluqxdoNXyN3N3Q0cwBNfAS7Q7ju6NpUsHormIXPo3XQ6lXyPJK+b+ijL3e1jNvJSJwTfk8kkXiCCj6CNyPl22+nHc8UIp9J1FhqCE/ekdg+DD3hH9twLKwo3d29ZwW+xS5qIIy67u/IWgVe/3wsZRLaGijkomz5Bx6gPGWOBI/r44MEDg8/H2BsRfXV+fmYnJ6eh//BGPEGZtBWy3/WWsfxPG5HLyemnl6cuu9Vnu5JX8KZ/kvxcGPLz2WefGf3D/oVszv379+zk5EQyfBQ2A73BhtDf2HdkEV1w9y3ZgT8ZQiXJFrKfrtOnRVGGvnH/rvjIMoO8IKfYOeSW+tHfv8g3PZYuIzvn8k9nij8X4Z8m4d/gwd1Vv63JPnJDr8lK2kS838iO1aIqaBWxbBV2Le2v7uxjA2+UdxW2rSgK+cte8IW+42szvvCPTl5cPLRsj7Jd2N/fDzs7kE8qZavdkx0Cv7puVHYtAkczdw/dIy/6gr7xQoVU15l07EL2nHj9Qj7wXD4EHTuJ/huN9gJ7d7cf31z1JB0H34F8x1ixF31E7MILLegnfBT2hXPIEteRq7FimpF8MvwRow3ULuLqvvw17QMnd+rwYKNRQ3+M3N24h3vhJ8sOskhds9ksbMipbDwyAsaP2nELsnMhv3AqOzifH8rH7ofvSC+Y6qmdiQf7yC3xKU8Y8lLLr1WiWjJQBW3kZPuY/ZVkJ6VVG2tXiq3rWKxPOXX0saBo09TfH8lWl+2TEGgC44Q9fVKt+yb3H32T999NK/X1SkRaRf83koeGzvsEPsifCHmCpzrKou67BA+c207zfrUlT1XIVOaJMpGjTJ/A3K2sqRzwovxMqzbGW8lO5nOk+ZgUqoK/ldpWBWaUU4ddS+XequoXOHD3sJHZVgxkv4aKl7EXyS7tKW4ZyBaWxla3OlgJOwieM20f531S7uFe7BL1YOcoG/s3mRysYz1slnuyMe4p5b5fktx9bR+xsfhVftCDF/lgp/E3+B9s4fZ49CJ8fPIPC40tZrOp7ONYvO+FjcTOljGfUcpOJp+kqqQ7tt6S/CJfpjyQr3kBF/gB/12Nb/AHYJTGo1PZ7HnEsNjmc8WqDzVOe6zYEB4fh8+/MOJG2oBv4d6exrj2kxv8JMr80V+JkgzSh6st+V1JhqF0fiV7sApZ5dyqzcdYhjKaVtebT9T3n2T7IzO4uyFXGVtwIQbAD4MXvg888dOM4+YaU04mE/XrqJX7nvqIPmVuwaSXye7QtlvU6gXt5PzttNF9t8k0BoU2sNAH9pNbWRaSt4HG5fsRpyxibHov+p5YNMvDo5iHfBjnaRsxD3KBPKUx8VDt21EM1g/dLhSPuXsrl+JMjNEGaJspd/J4YFIq/ur1+lHOYLAbcRn4EmeAITgvpCtgfaZ5BnQIvuDzcSu7HMMf+sd92B50qdcDd/TIfnRzd/FSBHHPruJk6iY+Jp68UDyzTffvn2sMfBLzLOg9eobOca+7GxttzlTL9pq5uReSo57a2o92wut0uh1L3bdHiqNo20Pp5n3NO6OL4A4/2NOsj410gpdzraRHeR6F/SpsfxX6xHGmfL4OGWtkUxJZuzXqq3b3d5PAc6Ika6ltSbeq1rdUgcdKeFSyLykFk0rXV7IzK+EHcQylMirpWi2MoFT2p4GSsIU3yqOfKHubqBPiHCl0e38lfuEZqlt+NuWKq09jqc0NT3Q1KbxB1JtptcakEmarNXF9JaxyulI+9mkbZUCU2VbzSQl2A9uK3o5G+zadTuWnFjGWeiQbxDh5Wx+wsTONQcYaI6Gr3Isdcce+NoFV5gee3N2oA/1ET4fDPc1JHUh/D1XP0s40xn3wIOneY/lB9A/dWy6XyjMLH0091EF5qd3Vun9WwmVD6TzH5CNdtVglnmrJVSNSD36cuba7m7uHvWWMB1+MZ/E5+PULjXcfyy4+Vjset+kj2ZQHenaVbclc4zLsCfcNNY8EJmAIPuDk7ubu62pp8/qg3XH3yEP+sizCB2BzKYsykw3f1zzxJHwMY2+ecZ3JhsML9hSc4ZH0XHMN8M8zN/qf+ymvkE+hfrDLePJjJN99973xI1X/+te/7H//93/t3//+d/wY1zfffGP8mNWrV+m5QpbPfC9zz+xTZinfw7gU+41Pm8tv0+fQXBiNNa4eKo69i43d2eARXkca7x8cpPYeag6eNjN3QnpwcCCbvyv7X6rvm5BR+FitZWcjNzwvubx8ZS9evNSzkmf25Zf/jvalH+d6Gu2mjVdXb0IG77DTHQqBbOO0G3g38pfEkyvp4kqYV61fuJ2mPkDWoEaF6D/up5yOPgWBjXFLONaSefCtQ2ar8L+r8C939zm+S6nPuH9D9BGUym9Ufh19lY9zmvPUisPyOdLcGpky2bIidLPf79lA82dD2UViXOZgp9NZzMnejkEfau72s3jW+Fi2lmeNp5oPIwZF10eaj8MmYBtyPZ+aZh5J4b1W7IY9A5tVyHEV+K0kzysdV5LplKbz1Rrjao055yiHMpHtT+Xp/yI/fCZ+m+hf+EeXMxa0adVicDtFvqoWI1Jo1WJRr+WFNqXy2ftYSvK9zRt8ZV6207wPb+z/FG3no8y7lHhNWPwn+5S7ff/2cX1HV1K+j8PG3dt4q4y4AF0i3kjjqTPD9xPPQY8eXcQxcQH6ha8ktiM/8QljHu4faE4JX41+lpojKcsidNbdjS3x9z5MuGrK61bK30PoJXHTSP4aHz+dTqXfc+PZy309I0/8Zf1OzzY5R0xInqzj8EV5ps098aHdn//f3dkh8AdEwN1jvIL+Mm+LXz08PDT85YXmRBmfkJ5rTpIxynJ5vB53Ddv4Gz1z34zvNvrOd72stTe9sDe7mr8Za2w4m00153mkepYxlqQOfPXjx+n7MNS10NzXVPqPLejreZmqaP1DFSm2eJuw3dvHaT/lreWfM8GfRnif3JvcB9Wyv+/6t+S7VvL1dwm+MnGNfXxk3fJEmT+Hn+0GUEYTcXTyndSRaRX+d8NfFbHISr63Eq1aLDf7tA3eGjnQTNt1vW/f3cOO009ZhrDH2OxzjR/zuJL0VM8f8SX4kZFiMWSC+wqNJyk717nNA+e5zjgYf4Pv2d8fa/w6lX84MuYYme99+PBhzImeS17xW8uYJziM+dSBYsckq0JbWCUcboQBtFL6LlURp4FNFThlbGrJQOYT3j6WBOlWnFSrTCiVfbefNscr5dtQXbOf7qnrKsq7ywvHH8vTp+Rz9/DV9Bf9Rj/Qh+j0gcbXY43LOYcfp6+K9rs0us3YMl+kEOfcPcokP/cNI77fj3mgA43NR4oFBooxUt8lOXNPqf3KG3XCD7KKPTrVOAJZI944l1yTEhsxJ5F4HWn+fjdsHfIKe7QTeUF27lK9tgHobdPGvXX06eZao+N0jrIkvRT7o0S+TJRDvcgK8gytwk6tbsl8Ov/uOc6n+2vxBy8Q1ac4m71PIXcPnwA+9PdY/gD8sPlJhy/W4zeedzAHhX/AloD1Qs8cZjHHOI7vlyCHlIP8UKb7bdlA52xrc/d1/dyDLCNfELI7lgxPp5P2O2tHSg/D51Fn6uM9jUMHIbPuqS53NzZ3j/N9jVXhifKQHewd7aMNZ5rTZB/7yPMDYtaZ/CFlYzu5ZyjfCj/4ZXhEDu+2jXalPpZE6CDt0yeQxebuwQ9l9OVDKRN9Sm2cygfP9bxkKR98X7H+Q8PfP5QNfahnHBfy/2eaE2RsQBvgi3lNyipLYvzUZuu2DoE/CQLuHvqUdQmdQDfQ71PFNVm/2c/6Pdfc9Uz2Kun3ftisoXwcukg5SZ/KKNfdI44ybVmf76a6tP53d91XKIbvhc+hTHja39+P+X3qJgZCjy/0rDTrd0ov7Fxx0nK5iLxD2Rx46fXKsI/2kZu7R/6iKOL5KTZsNpvKrhwrLjuNZzjUT134zoXieq7DY7bdpcb/7mkMQXuTz8oxDn7n/UTeTNyT97dTW28bu7g+tbWT76kV29Xyy/i9VcTOlVURB+IbK/nMu8T5lWK06hZRRi5TFlo+fKuy/9KuexrfYbfBGswZ3yGb54pfkINHeo7H2Ivvl/I8L+ZLT+7Z0fzYppO57Y+mNhyMrd/bs9IHVtqOFfp0fZq5miYiNe3G9x5IddDuiwVz95AR+rnUHBFyP1A8Dk9ZXtGP6XTW+qTjkB14xBfB3//v//f/7P/9v78Yx3flaGdnoPJL+6mtKErFZ8OILdFZcEA2GZc80rM4fB86jM4c6jnRZHJg+MvBVvxJHfQr/Quxzzl3t1JyTNsYS9Mu5qgPNZ5eatxMudRzIb9KnAOdh/4dxziGvqEedFBFKdaqJGuMTW4kVyvtJ0pyyTWOSaGV8lRBiada8kaclij3iP3ERlugeksHUtxI+as7PKyiPviB0JWUJj7Yh2rpEmV+LA+3WYR/ExakjdI6iHIrjWMzbeqGp9U7fK4U71bSYSjxUwc+1KXQSfvsfQxhQxrlT1Rv4UTZqR7qB4OUci5TJZ7Z36Tkg+AHSuVaqzsfwxF5wTfx0gifKog6KrV5FTZste4rjjfnqXslvFLKeahWn9VqG+VCH8fHdq4mMKKMWmVRJrSKftjUtzlO51ZrXjmG4KuK9lAOvECpzdv1fcp+5g28a5VdC5taGKyUrpRWLa10zP5Kx6vYT21YxTG8cgzd5Q3+En0cX+4eNhLbgR2Y6xk3MQS2GHuBzXskO30hH36m8QM+dDqdxrzGULHEzs5O2B53fKhqllBnnuDA3cM+Uv5gsCubNpLPP4ixTbZNuQ7Sc/kG6mG8xfe88Om5jkJ+3t2NTdWon6mPo3eJbO6uuqFCKbGFR1vd3fLmvtnP57q0Q6BDoEOgQ6BDoEOgQ+D/FIGu8g6BDoEOgQ6BDoEOgQ6BDoEOgQ6BDoEOgQ6BDoE/PgJdCzsEOgQ6BDoEOgQ6BDoEOgQ6BDoEOgQ6BDoEOgT++Ah0LewQ+D9EoPg/rLurukPg/xCBxvjCf1037Rf1K2MxMl+6h1arKr6MX1UrnU/7q/Uignxc6Vq6XlXspy/9U24imsfCDtLfGsFXosQrODRqTy2q1PZMq1v71RYeVbS5Uv6VMKy2L4Z7NQAAEABJREFUqBa2UKOUOj6u7e4eiw1YqMSCJRY5sYiZRc0sHMjEYqezWEDMS0MObTzet7uLFUxbXdfiaUM6FQsENouphrHQYTJJC5ZZlMBiKhYqpMXhF0adnDs5SYupWHzF/WBWh+xUan8ljFZBlfBZhexwDkrnOce1ao1ZLWyghA/lwd+vTdv1lGURCzxZgMELEVn4wcJxXj4ABht6aCwqox8WsUieBSJj4x7uZWGne3IllF8H7qnv3d2KwlVPaSzKG41YIDKx+XxuJycsED+zR48exo9jXFw8iAXjLFBZLBYGP+DN4pKiKFROYe4eZJ+0JV6apg55uK3nuX9SSv+sWj3PKeegu8e0s2ko+8MLVT6WTXeP9oEl7R0Mdmw0Gkq208tIwILFMiyyKcvS2KgbHjJfOYXXTJxjf/OCyW+NH+P66qun9s03L4yXat7+Qa5acplkkjq2yd2DR+ofDAbi7SAWVbJo8uLiwljkyEJPFlOy6JPjpKv3bLlcRt68QJd+3d3djYW96HtZFlG2u1veaB/7pBD7kLtHXu7h3owXNoByWejEok/qwn4sl3cWff7lcfwo16OHkuv753bv9Cz9INdkJsxHxssRiqK0QvWYuamHA5MND5xJfc4eRF7u2+NFs+MDm8+Oos3oUsh3LLJ6YPdlt05Ol/FymU2fDqQfPbWpNDbqoV9TqtLb7ijV76mtA+nenk0mk8AUPTo7uxe26uHDC+nTI7u4eGj37p0ZL1mgHvRuJxazFrJXtfFSVAj52FCla1XYsc25VZyrZNfgCWqkR/CZCOagdPRjnwGn8HR32fmebPZuLJidzw8DK+zL+fl9e9j+EOLGDkzCTu/uDtu+KYxNqhf6DE9QwwldKGQrkIuBdAgbNR6PYyEsWNy7dy9sGbJJv2SiXmwfWCFD4Ew5lEnbV6ubLVyqwASMKtlzUoj9TPADcb9YWv/fPV5f+MCOe9IH+n5X+kJbEl7HdiZZupDNZBEzLzQhpT0PJQO0J+M3m01DV5GBXWG4s7PTylshmUvlAx28QdusuLu5u/IV6rMy7uP+gfQfnNC1yeRA+M6MBcksfsZ2k/KyE+okL/0BnpB9xObu6zrpC3Sb8uhD2kY78dGPHz9uX8j5WHLzMPwHcsRLeMFpMpmETnP/juSfssASPtyTHJk22i+Nlp7rMx3orJm7B5G/bBeY7wg/FmJTJu2jT+CN+uAvLf5O+vhIeo8thOgX7MHp6UnoP7wNZS/gifLdU132u9l8i9Pt/a3TP3v3Py3P1W8bmd2V7kwkp+h4lp9HEXd8Jvn5TPHHZ3YhH4ZOYU+RX/QGPzIa7UXswssOtuXYnTp8q4W37aC7W1G4lSV89OTrdqIc9IbYlgWwyCk/8nR+fh71P7ojL5zHZiFX0+lUdh8b2FPbPMh+xoaOQ3XEr3XYsmy3UrqSrauC0nGlPJyDbsJ3VPIH0pRoG/KLLqADGV+wRN4z0Y7T01P5q6PwW9gN7tmRTiZMaQ+NaaSDtew6acLT3VVPadiRhF2yN/h1+os6sAWkxBvo2FLxBv03UrwJf+6U7/ahTZfXfUUMRl3wiE2jLGwK/ZDSU0PH6RN0nnZjA4jP0OddydqObAT10rZSfrsoiugv920eaF8i+gM8M3/uLn6Qm3JtcymX9lAXsoCdPTk5ld/HZ17Yw4ePJMfQZ9p/aOA9V5xNO7gXnmibu9vHbImnnDP1B+e24+cq/F/VygrysZKsVKLV+lwlWUlUqV+5BtHHtfo6tT/X0qW/HgL0HbTdfyuNVembVTvmqdSf27TSdahSH6aUvkv9iP2gvC13+QnMJ3mijDrGi3XIBnWstnhhvxJP2yn7K/FViadK1xJxf72WJ3japk9gbJ21bu1jelFJtZbnlfijTtJM+Tinq+Cvkh5AtdpWizdoXfwvuuPuYS/6ffxMX35moPh6GITNwG4OFA+XimGUNfiBV2il9mTKx6TQ9nn62rS5e9ikwfqFD5Ow6SP5yYHiQmydsoW9I/21yN0N24qNhRd8KvYOG40fwB/gFxiPQuxfKF5mPgfbiP2cxQu0xvKr2cfvRNvKsgg83d3yluTprr3yaGch+17KzsNLv30hHjYX3PELxBHT6UzzHkcakx1rbHaqWPU87DSxO8TY+ZFiEnikDfiekfwXZWYefiqFR/LQV43GabV0K+v7KmRyJTlehVyu7vT77f5OebiXMmrpQhOF035q+O+Su0dfZ2xHo32NOQ7t5OREcdODwJEYA9yWGu/PNaYk3gP/geQeDMuyMDON59UO2pMI/aykD1CtFGoipb218NukdavDpI325bFVFtctto/HppC8DKQr4zHtmIVMIJPILXLAeOGzzx6HP3/IPMX6x1wWGmfNpG8HGtfsh35TTmpfTxghty5uICXtPzyK1faIxM2dvIXuKTWuxm7srO3GSLo81rh5Op0EzsTDYE28daE4GTl9/Pgzexzjr8TnmeYg5oo3uG+3jYFK6YS7U+FPEpiQH+J+dAYdRV8fak7goca11A2da56AOH2ufkbvhxpHDdp+prrU3ib6MfchDFBHr1dGLI5swOtM4+OF5jXB/77mgx4pBk+24iJiK+I+Yj2wIGYtZUNNWy2dwDds69H79tGrbaolU4matQypuN/5P21pAm9sBu0FG9Iq/PRKNmcl24O+rbRfaZ90pZT9Ks5VW/4896G0bI0N59YHP7KDrJM34VyLL8qvo46V7OAqbB/nKtW/ivPUnc6n45XycQ7K5TSyqQ2Fr+v+eJ3fbgf7TVMblHCCt1XLy0r8ZKq0n2glnuElp+xD3J/4ayRPiWCvucUnZz5M2AJs667mhxgvTKfTsElnmmN6JJ/0WLqe9O48fBfjPPwT+jMc7ob9QG/d0fVGeNctLymlZnSPOnY05kP30O/Dw7nm/o5VZpovQccfy6agf+j48fFS9mfWzv/thm+mXWDwfgKrVYtjtU4TTnXwVUtvKQOiH+DtU8ndg5cdjfN2ZevGsuNz2T78T2pDso2PhRv0SDblXGN8rmNL5rJb0+lE83LJhu8IE7DBNoEjWLmDpThUP8LrNsGvu1uh+QXycg8+gDIG8iv0Sbbhk8kkfAY2Dpt5JjsNL/AJX8nXfGb4nlPNTTFnzj3cT1mUbdqoHxzBnR/k+v57fpDra/vnP/9l//u//4wfrXr27Nn6ucKrV6/s7dvrkF8wxy6spFN53lktE//F2hYjD3NhCI/Q4eGh5ofH8km7kq++wQfk7uLm9j8YwCtyNZkcRHvnwhi/lfCeq6wDlTWMcrib9tSyxblNlewU/FWyQTwvgf9vv/3WaBM/Nvbvf39l0FdffWVff/11PDt5/fp1tI+yKLOjbQSSbQQbKGFdB15gDNYQ+5Wwr4R7JmxaE7aWH3tI5aSSt/fTme7zwwg0W7bjXfxX0Rcr+ZVM4J/376Zc2ybKg6iDFGL/YwmuyUtq5mEL0G/s2I7sarJhI9nIsXzANOYOiUGJB3ke/aj1S2ls99iwX1yfy4ZMZPOwBdgEbIP9jC3zRgrRPuQyYZCwS/vJzyS8KmG6WvsdzuU8OU3l4Iua8JE/g7X/g1vQu8Rv5h97ntqU2ruSbV9JlvK5lGY8qhaTlfCpgsAylZXKTY2inrT3cZ8pf+6fTZ1VW19KN3xtjjn3IdouJ/FIfyWirl+CKHe7nHxcb8Un29fZx2d+DC7uHvqELvFcGl0i3uB5w/37eb6YOeOH9lDjy4t2XoQf7MRn8mwCHRprDDjSHAQxDrqEXvZ6yRejV8Qf7rf9sUxOyDX85n3T5u5bPPXli3c17zK6o99LzYvcN/hBvz/77DM9n+EZ32PxeaFrZ5ZilKPw57QLm+Hu1m0dAh0C70fA3SPu5Rkmc6XMn80VH6NLF+18zkVrA9J8x3HE0Oj/rsaE3MfYBH03bbXiZijpODa4kW571MEYZFdjov2tH1LCL2e7w3gIvcZfn+qZ4CK+6zXRfNZIY4G+sWX7+1P2eRU+pwp/ku7Z2Oi6taOU91OU7BS5UltSu1JZlWLTVevXVlEfPuxdWilPpkqxLP4NH1kLK8qrgx/q2NCn7FEGRDmJarUbqrZ8Xd5f6Rz7UN5fKT/EuUpjYYg2NmGvf4wXdzf3RNh9+hi/gJ9grEbfnmtOjrjsQvJ0rrEufT5XLMa4LsdivV5PclJEVbQFqoUPxEl3j+vkw9+k7+/s23Q6NeSE8fOF5PTRo4uI96iXeBAe4GV/f18yNJAcFsFvozFEFf2Xvr/DfqJKWFTvYFSp3zLBE/cjG9ZuzfZBe+79ScKUMpIMVFFfLnt1S462r63E0+pWXsrI9PH1v5+rjz3rfnt+g/7DZmAPJpMD+d6xfPfQ6KPkfwsV7SJFKKiQ9jKvOXV39UsZ8yYDzdXiu5GhVN6ByttT3+1EHneP/rP/0kYbhsOh2jWRnB1FjIEdPNP8F3bq/PxM81RLPb9J8wjgMdA8C3KKPmQ2G8lb6quq1a+comcbSvka5alD9xrJFfeRbmhdat65lZKPE6QQ90PIG3KGjFUh+6uQp9Ud+1RJ1t93jvspp5a9Um9Sxc8idw9dBlvixn35A+aW0GEwfai4k3k+nn0xB/VIc2ScB3Nsx9HRIsZ9yBx441Moh/LA3L0wVWFstD+lfELIT2HkIz/9xL0Q5VDeWHN20+k0+vTo6ChS5pxmeiaITI70DIQ+LjXf7055TsFB7q6yyy1ZHuqZTJId5OZctvBM82x8t+dUc2rHx8cq/8imegaIPUSX4AFeBtIF7Ck8wis8u7va5mYGNZIR9YRkhHZCOrK8Kat4cSvLQvyUMVfG99Mof6z4fTab3ho7M+8H7o80fr64eGgPHlzYmeQc+zoVHugBYwb4KQowduu2DoE/EwLuLn0qpU/98HF7eyPpbtbv09AX9Bxbhn7zzBkbgq6h3/uKQ0Z3xs1Zx9EpyN0tb+j0+yhfd3fpeBk8Uc5Avmdvby/GzugscRYxELHQQz0nTfr9yLCxEPaIsf90OtEz413ZiF6UdZcP+5HN3cWD674i/DTto73Mr58qjj+TvaN+YjL2OT+VvSMfdg6+sSnubmy5vXUb/+GPoHycU/KxT5opHWffGaXJRmInU/BBPs7eJc5DtXxbrXrxdZV8ZCVfWClN/pB4DJ95m1YRs1W34jPKyES5MtF3q/yvHLu7ZLUX/QLWY/k2fBkygU9FBpAJxl742hh/nT+w0/YHuWaTQxvvSTYGip/LoZU+sML7plJFhXlDn0F3mrNuMLi7uScqijL4oc8H8m/D4UDju6HkdSQ/OQ6/Pp8f6RnjUs/+TuM5O3ILf9s/yLWRo6nuH4UulmVxh4l3D8kz1HNJdBHdYF6LssACvwceZ/J56O1c4+CDg4niz5HmpAbBt7tHofTpdv9y0t2lB4V0qC9+dsXXnuLGA/n3Q7XnOGzDucY/1HWhsQqEThADzBRboA8D6W9ZlsZWSfZWH4jNqpDJSvFblkX2N5R4yyH4xv4AABAASURBVHJPH1DixxFd17TxatKDVO4q5Jz6qrWsr+7wx/GGt0pxLFQr/TQetjltxFAiyqnVZsqsIq2EUSUsNlSJtyqurbb45TrHlfInbOq1XaDs7fp+al/sbN1bq23wVN+qtxJPqb6VeNlQPpfSxCcYMycAX/BC+Yl+GrOUT1GfdtK9t/lZqX8qtXnVYrFaH8MT9a9avldrPm/zknhQ8T8FS1wn34Ya4QQ/jcquRdRXretbiaeqxYn9lXhbxbmcp4p74CdhVAfWqZ3wBUW1n/SR7ycF81R2qivVvxKPULVOq8CQcxviXCX+K12jHMqDEdpP+jHk7lu2sQjbwfcC55ofIYbAVhCHY5ceaRz08OED2cV7Goseh63Eng81PmX8UhTJbkgahHsTWMGXaXMvwj/3NEfPGABbg23DFyyXy5g/pw58wYXmaag32cFlzPcRtwxkr3u9wooCnlWLGkqbIR2plvf9k9d1TxH1l2UR+0VRmHu65u7WbR0CHQIdAh0CHQIdAh0CHQIdAh0CHQJ/VgS6dncIdAh0CHQIdAh0CHQIdAh0CHQIdAh0CHQIdAj88RHoWtgh0CHQIdAh0CHQIdAh0CHQIdAh0CHQIfDnRKD4czb7T9vqruEtAk1j8WX2JhakpC+184V7iC/rr9pFA6tV+rJ+Ov/+L+lzjcUEEOU1KhxSDW1tv91ErAZz8NsEFpWxcKFqFyBUVdUuVqDt7EMr5alEpCuj3ZXyp7TScVpQwSIByoeikh/5cPf4An9ZlrEgikVlBwcHlhdwn5/fj0Vb5+fnSs9jYQELDFjgtL8/trxYodfrGVujSiF4gNjnvHth1MGC4+FwN170OJ1Oo56TkxOVe99YsPDo0UOlF/bgwf1YYLVcHhv5hsOh+CtVVCP5qYVBtYXPKvbBYiX5Ia2EXyVsElXCBtrGp1E5EkZKFM9KfvV/sHB3Y7EEePGyFRZ30j4WjfHyARZrPHz40B4GXQiHc2PRZV60nRaI7BmLN8CziMUbbsh8IzmC2NcJc3dh1lPegeUFIvP5obFIjoVqYJ0WiDwQ/mfGApW0mHMS+VnUB6/uHmVR5sdQghN8xYkgrteLMKu231JK36T+qtr+q9rrqzjmGlRFX1Zxjv26rtV3kAoXQ6k+7fyMf3eP/gBL2jsYDIw+GY/HIXfTKVjstwsGy8ChUYXwAG93Cf4ycY0XTF5eXhovmHz69Fn8KNc333xj3333naUf5Lpuf2ijUptSe2xrc0/Y0w/wCH+8CJlFyGdn9yQfD4x+ZEFlesHCX3T8SOfP1Z/31NdLYwEmMkab0CN0HD3s9cpo+0aGNhXTxkycdU98uHvoMfILXixUorzRaE86PTJeqIBtgD90l8XT57IhjyTPf/nLZ/GSr4cPH4Ut4drxYmmz6cxGe/u209+xwgthXJi5hfA0yDQ/zSXMlcQ5fehi+veiiMWwe8ORHYyndjib2/L4xO6fndujR4/ixdoPHjyws/tnhp2Br2n06Sj0gnaArXt+YXgtW1FHXzTUKUaKooyFXGA/Go3UxokwnUd5Z2dngfXFBf3wyB4+vJDdumfo62w2NfIPBmqX+EQubm5WIcfIxip8XCWZT+e4vk0r2bKV8nAOeYOfTKn1H/vp5p6olJ3f3R0aMnR4OI+FrOg9fXRxcWEXagfHiwUvsZiqT/dl43eFcd8KtcHMDfzhA79DCrl7XAfPwZYOzWazwIIyKZsX+jySjSd9KJk4l19BTqbTqeoZBs6pnqbF5Vp48VIfaIPTqsVm1eIDRpkaZEZ914jsP9jcPWR9d3fX0J3Dw0NbLpfRv7Tl8ePHIc+frV/gfhFyfXp6ojYfGW0H55F0gzKw92XZM/rAvTAVbwlLfUr14RfSSV1zAwfygulG1wZhn/b399WHEwM3+MJfY7uR78kEmzVayzdlUJY7fWc/urn7ul7qhG/Kwz/hM+izR6FXn0XbweBCcsO109NTydPC4GcyOQjZ537kod9P7c58uGdesp8QAAYOKTVzc/fgpSc7BQY7OzvRJl4WxaJK+mSitlLfYrEwFsFnfXwkGfvLXx7b48ef2cOQs/vyoyeKN45Cf7HxvV4/6nBPdbm7/b62X5LfX6Ysd48+Q+bAd1e6Qx8hm8gI9vGR5Id+eSz9+ewzXkj9QDp1ZvTfQnYHvaFv6SMWt9LvPcWXWXZsvSE7WV5SquqjT8lbFGXEPzs7A/nvXcnjXugx5cMPNgmekF/ioMeP/yJ5eSy/8VB6fN/CPx0vbDqdhM7Bg7tH+e6+5uJTdjBJ6Dj2HMJ+3aZVa/dWsntQ1abs38Q17i9ki/v9fthMbMC2fl5IH5F5sMa+bvwe9nwU9+xIl9ArynHf+L5GtlNaqDaayMNWkZe+oE94+Rp1nSn2oA5woz58LC8FoQ/BdyQ/+XF4ueopJDOl6uqFfud6KIt66CcI+0JbFtJ1dJ52J/s6Uv8Mo4931NcptumpvFLlUnZheWvUAfpf+/d0jOxAKZe7x33wT1m7kmHaA1/UiY09lY0HW9r+SLbm0aPPJDvYmgvJzanig0PJ2n7LUz94cXf71C3zh6xAaYxYSQ6gldKV5IP9SmneX63PI1vZL5JSRi4THD6Vny7/pyEAxuAN7hB9kIm+WUUcs2r7bpNWGruma5X6stL1KlL6n3IoEz39NG50h8ScexvpOeVQXhXjq5XKX6meRJyj/rsp51YRc62Uv1KsDNVK69CpT+Xnbv6EVx3lbfNGnas7WN3lbfuYfeLTRPUvwttdXjl299BtbMWObCqxDvYCezlS3EeswjlsrZlHuxLu1Qex3m5nakdtbO4uf1bKpgwUl49sOj1QLJPiLOouFdu7O1l/NXL3sI3URZvxz3m+KNtE/A5+/S9/+X8RIz6Sv7/QuAJfi/3Gfs5mU9nHsez2ntqzq/HFjtrWU9mlyM3dzQyy9ZZkQwKsM1x2d3P3Nf74Q3DI+KcYeaw4fKq4b67Y/Vgx4Gn4dnwX8QcxIj6MY3wYfoY5kpH8V6lY3T5igy9pVshYo4P6znwHfbiSzqxa+eU4Uz63Sav36pWKVfkfwcwvnMXdjb4GW+SYuJsYgH4EL/r6XOP7FCstA2fiPfAjfykMi6KMfkrY1KED6HateZycst/IJjVqaNpPsR3HmWrhmvdTKtSVX//2sVspHYEvZGOmsWmKA+8ZbUky+zj8OP58IxP3NK45jnENss69zKMga+CCbuc2Cq41K/CYDmgLe8irhXzDB9j0NAYhxoCnXY3L9/ZGoRdgCM7EOsRBxFboELqU+PzM+EEEjomR0KnxeD90ifJ6ipfdnUp/lNw9+gZ+uAc+JpMDtXfR6smFXUQ8+cByX8PPfD7X+PNA+juMmI173V0ySlsT1epfMNBptbkw6gAzsBtrfg38aR9244Hme2kLbaO+c80LoIv0z3Q6VT17sg9ltIUy0R90Jv3IzI1sadIbzmfiOsQxvGRqWjmjsOZThIcbfmME+7QBon20NdMqbA64rGRTVoHRSjaI6ytdqxRjJCIPlHSTcigP+vTmpr7nXspBv6uILyg/8VCp3tWaD87dpnSd/Ikop251XxovGft0rvId8AXVkk14Iz6o1vxVwug2L7f55HolLDfE/U3IU/LRuZ6PTQvN32NDhvFMZGTIOjJ/pnnFpA+PLOtdsrEL+bOZbMR+q+t96VUh/cq6VwsfKPUDfKB3PdmZgeYhiUewYfN4DnCscfc96fm56njY2r1HehZwP3wlYyz0dFfjH8poJGwZK3DZEHiAWyX8oFVgxPWcH7y5H6IP4evnkLurvWXEC2AGf3PZolPNPT3U3Cs+/bHmfBI91vzvQ3vQ/qjiUs+S5mr3ZDJR/LQf4+CB5irBvww/VYQttK0t8bt1QrtiQfkKK0uo1JxlL/ihrKGeU+H74It6wBAbh82kT+EF+0bMkWKPzwJ//Ck2nHu4f0fj2KIo1JdN6y+reE7AD3Lx7IAfpvrXv/hBrv+NH+Ti2cI337yI5wqvXl3Z27dvow/gHxmtpHPJVq5Upon3Ujz3A4PJ5CDGq/C41PwmGI3HB3ENbHryJfDi7nZ34/yO4l54nghXbPpc/UFbaDfzksjbUPJdyvdyPzyheyvZoETIC1TZ3ecl+Qe5+DGur756al9//TzayA9ycW8uj/Q3TP911sA4E7pXhY1bST9XkotEK9nglfogXaskZ5Wu1UpryUgT9F9n/A9Qocxk2wowTFjSB0kPwbhq++HdNPfFT6WpvFR27ucPpXX4zlr9Cj+JEoON7JiF7yjLQvFVXzZhJ/zKSGNX5tZms2nE9NgGxm/YroeaTydO+8tfmC9N87enmg/jOSM2YKSxEzahkP2yn7ndbksdcpkxWYXcrm5hmM6BJ7RS/pym/YQ9GNSSa6hR+jOZ+y/fhjxlPGrFLYloXxXtrGTbK+n3BoNVYLOSbq+EVbpWxblKedP9GQNwaH5WizJPpJRZiYdMuV6O2YfY/1SiXIg6fgm6W1Y+rkNHmrWO5GOwz+Bs7+dz76YufSrlX3uKC/rhQyeTaYyn8hjuoeIU6JHmjS80L0JcgH4t2mcf6NBYY7m9vb24n7iCZ4f9fk86Stml9LawtHkkGZvEtyKsLWbdPXjCj6OXxHMj6Td1EG/iq4k/0vdPHsTzj239hld0nzz484nihaHinLL159ZtHQIdAu9FwN1lC8qwBcyVMnfEvA66hO4/0twoc0/oF/MdS41RZrNDje/G0v3duA89c09jgaTn2G4o2W2uJd3u655hjG3Qa+wJfjnbnTQmemSMQaiL6+TDFjBnZNqSn6xav1KFz8B2Q9huUqiSHyFdycdUsvvcV7e+KfGIDVKBH/mPuUqEDa7X9VP2KnwYPg1+PkzkzZR5IU38NP+Rv9+UUctHVEGVMKjU9nf5WwVu+dpKGCVate2ijFr8QPC1offB5e7mnqivZ74jxVdZhuhb5sqQJew0fUufJzs90TPvUcRz3Ofu6+LBJRNtc/eoAznC3+B7xu0cHfMRyMvFBfMEF0Zd55rzPdMz4KXGi4xxkeuB5heKAt9E39fCaNXikNKMwWrdn5yvhMlKVClvFSl8wZNKWfP7sTvIUL325XWUl/qhivKpe7XVHyvxkqhSXviA2M9Uv9NPH8vLz8nn7mEvsp+mH5hzpy8YR5Nyjuul5izcU7+ZuYFXwk17AKEz/BeKwyH6lvvw3fTXprxRzOGW8ufubu6JuPfXJuqEH2KKhZ7rn5yc6vn5vZiDynYxydi8nW/eW8szbTJL8170OTaIeQWobm0RKZiktJZMNuv+5ByUrnP+NtmPbNzD5fo9slbJLqwkY9XaNlSSrSRPq1be7l6r1/zCQy0ek22njk8h99R3YAO29PdYsSRzMugw9gE7QXzH8wPGcI8Uhyasz+zk5CS+uzadzsIHIWu7mv+jHOSHcgvNWZpwt3bLWCByqt7c3chH/dyD7Rlong1i/nEsuzKdpnHlQjEvtmqueTn1irALAAAQAElEQVTGmgcHyWYNZEt6PWxJao/7Ji3LQnFwL8aqlJdk50hycyq5OYs5TdpKW5byp5Sfyh7LN470LGEYfnIgnrbj6qIognczNzbaQ9tuE7rFVcjN3dXWsuWnH3q0p2c4jJ1p41xzYcT2Z5rPBfdH8veMn9nHjmK/F5L7yWQSfMEPmJWtLlq3dQj8iRBwd0P2s80YaZyKbjBGPdUcP/pypriDffSK76Il/Z6Ff8Cv7W2Nmykn61PWb3cPvb2t19jd2zZX2SJfWRah35SFzaB8bFjia65nJUvZnDO70HNS9PuR7CmEnhPXEz+RFztKGaV0u1jbGvvRzT3xSn7uwz6MFP9hz2g7do7nQuByrmemYMMPgHGdfPCL7eZed4+6aHf2N/ih9+2TJ1O63rS+swnftLGNG3vIOSrgPtJM28fsp/K2/WH1ntgsn6vkO4nJoEr5Uoqvp5wmnr0lnsRJrvK/lrp7yCsYD/WMA/kjNl8qLqY/Hsne42sfP36s52t/MfbP7z+w05N7tpgf2/RgbuPR1IaDsfXLPev5wErfscJ75laY6dPubGptnGlawMWCubv8UBGEvCMn8ITMIa/wdXBwoGeH05jPXcovIjfniuORU/jLP8iFHHMNvzSdTuUz9xVzDaJs+4kNOaNO6kJn0dEz+T7iC7DA7yGrnGfcMJkcWJZT7i0itlBPqm30L5TbSdXkQYcYS9Mu9JBylsKbcqkHutC8GsQ5rs1ms6hnR8/VwMfdQ65WK747sAq5uh2bVe31StcSoSsQPEGNZM9MvSGzIXZh76OoUWbuTzJcqZ5E1E/570s5tyHyr9r7aullLZ2EPqr692SiDY3KgWqldVs2dayi/YmvSvsrXVttpencKuLdla5VQXUbF6upbX0Cqd376YS8jdrUiBcInlK5K8XP27ysVO9tWom3TV6uJZwpI5UF/vTbT/NBjsQL+bmvbuN0eMi0Cp5SvavgZxUYrHR+peNK4wEo7SfecjngQ7mUT20/Tbf54d5UVhXtXqnOKsYdHK/W5/L5Srykfa6txCdUCWfwqQNzyoSvn+blwzlSGeANVaqn2uKlao9XcW7DUzpfiX8IPlfCL7UP3qDU/k/hz93DPrp7zKdhC+cab/CjvefymdgJ7NIj+e0L+XBsHz47276h5rqZHyvLjT2mffWWjLu77GMZ5WP/sGnYwGSbjhUf3Dfs7CP5A+qgXmxTtoPwtKPn6OWd2IB6fko23KkbKsVDEeTu0Wbrtt8CAh0PHQIdAh0CHQIdAh0CHQIdAh0CHQIdAh0CHQIdAn98BLoWdgh0CHQIdAh0CHQIdAh0CHQIdAh0CHQIdAh0CPzxEeha2CHQIdAh0CHQIdAh0CHQIfAbQ6D4jfHTsdMh8Ksg4J6+GO6e0rIs1l9azwtqJpNJLBTiS/Is4mGBXaIjm8/nls4dtek8zvFF99lsatzLl9n50jxfaGexTVGU5o6Kuf3WNnc3dzcWHhVFEQv9+AI/baAttAuazw/V3tx2UggMUrpYHMXCabAh/3Q6tfF438CU8vr9XtRhH7G5Z56Kd/iZC38W/p2entj9+/eDWGDFooXT01NjQQELnljAsFgsxPNR0EL8wRu00Pl0/diWy2Pdc2LcmxYTntnZ2T3RmcpO+8vlUmUs1M+HNp3ORFPRRH19IEqyQpuzjFAHLwOD2M9EveyTdyp8WCABzllWyhI5SW23/+Lm7tE3RVFKF3o2HO4aC7h5EQs8L4UR2Jyf34+XNYI7GL2L+bFkYCE6Ei2E2VFLCx0fxUug6Lul8DxV/1Hm2VnCmMUglEuZS9VHPyN/GZ9+vx8LDd095NU+cnP3tm1F3N+XHO7u7sZiOMqfzWbGgsW55HvTX/Pgey5Zg+izbZorL30ITaeTKIuFpmX0n4k/0+ain/fv7uK5COqr3bu7w9ClqWRmLp6Qs4XkmYWuC8kylPibS0YTpWPwT23hmHzwjNzx4gDKps/dPXhmsU1dbxYZ2Qc2d/J78EebaTt6TrlgSV1L9TF9Sf/mvkV+6OMz6ReLj5CBk5OT0MGl+hzZgMcNHYXcLKKteX+hcxvinkyUsVS9EOWeyh5AiY97a50+Pz+38wfn9uD8gXT8vt1TvuNj6fjh3Kay/fuj/XiRQVliswpTa40tLb3SHjtK3vlvmshbFqX1e33b2RnY3nBPujSxQ8nM8fFxa2fEyz3Zl5D9M527JzoRDkvpyLGI9h2FDIIltMFgEddpI0Q70SMwPg/9VHvuUd6pyjsOrJCZueqfzabh12a3ZP5wLTPzVrZSerQ+j7wl4tyh2nMQdn1nZyfscxlyX5i7vwPJT50oisL60snBYFd6tBdlI6NgRb8leTkz9mkn7cXGcz3Z8KNbOMHnbayOhcPSuI/7kT2wolzwIuU8WHLfXDhRPxhlQqY5R9n0xfvsBOfT9bmRl3un02m0Z29vZOhIigUSTu6fjpVpAy/KobzhcBiLkyeTafQVmCDvqY33w1bzwhPaeSZZo52nsrtgcRtD5G0hHBOBQ6JFyM9CNgasN3QsGTwWrhDYLkN+KR86lT5B1MO9YIEdR16QFcj949vv7mFraHs/7OGuZGVk4Et/pXafSJfP1GaItt+P49S/98TfqehEcrAMvrkntedIbfwxShikvMfRbu5dtvZqKXsDlrT1VNjS/jPZN4i6oXPsjYiF2RyTD1yQK2zmaLQn+UCXytAh94/Hxn4TWxNc4D8gFmzeTuPyJ3yk9rt74GFGaj97c+f+ImTotvxMWr1ZSC5Owj+ctzaUfoLOQm+Qnyw7y7UMIBP0Y07ZT4Q8ITd304XuXYT8JZlBb07DtmGTziUjUK73THKEXFEmNiXJysh2Fb/QDvRBTftZuLh74JFtCTJI+TP5COQSvZqHPzgSRkeyDZnm2t8QeeaymTP5lJnuTTQLG8j5hXw3bUUvaBf2iPQscD21kxNoGZigVwvZmoXuWShNNjXXm/AE66V0jzLRI8o9E07gB+EnuIYtnsr+jsfj8FUZL/uJTbAIF7eyLESlfPhO3D9VnAc/S+n7qezbPfnv81ZWztQWiPOnsgHQScQ1qV1L8Uvb4J2UtiU6ku1J7eKY8hfrtnM+Ub6PlLKW4oE2Us89+XrqBlOwPZcMccw18lEmvI9GI9mYwdpfF/K77m4fs7m7ubtwKeJ+fA/x41jju8nkYB1TzFt5Afu0n+XkSDJzpLYeKcU/zoy+4V5e7jbUeIP+AXP3VJd126+CAP2OH079N45+yPpOvyX5o58+RPTfofo89SHjxL29vdCToihDTtxTH7r7B9vg7pG3LAvFf/2waXuKk5JMTWQ/ZrI781Zm4GUu2cEWpRRekW0I2ziT/Zkodh+3+r4rG9lTDF5IzovCoy5VaZ+6wR/yPpKPnoSsz8TbYfBG3duUZT6lmef5FlYHEa8NFbch7+7Fp7LzUfnd3Wh3qbicFzdQ31i6CkbwBsE3fY1NYX9D87ZtOaUd25TxP1LfLKJPwH8atvYg4jKwp33wYLH9uh/uqX+pr9frhZ3bk0xmf0a8vpQNxldgJxOdK1a8H5T9BjZz226DzUJ+aEO0+S4thAPnFuHbse+ZqHPZ2uqUnigGPQ1/fyafdSa/cR4+5Nyw3RcXD5Q+iDgEXqgfbOk7XvhTlj8tL+6uvvfwXWCBrtP/xN8T6QcysNH3o+i/pEvv9vdCvghZoW/BMtnqYeg6ZW/0KuHv7vZrb+5u7h7tKyXftG+k8fpsNhX+x0b/nYZ/PlX8f8/AmH7n/LHG+Mcagy+iT4+i35Lcb2Q6HR+1uKQ05+da2qfPE4EPuI7kX+kj5L7XK9UHRfBpP7G5e/hU2jGUH6QcyqPfl8tFtAf+kVFk5Fz+HflN7SIuPZVMnShfijVoX6LE34bfI7V3Ee26ey7PIyFv3LuUrixbuQW304hpTtdyS/3wwXgm8XRfWN8PrMl/qHkU/MJQdo52fQoewOWe+rgoisBmV7Yc+UUO6YOl+CPuARP4ODu7H7ydqt+p/zj6mbYu1m3mvky0f9PWZeAHxmehk0lmzqSblE89xFrcgx05PDwMe468TTUXPJPfSfo0F7bQkVJoHnYU+cj6Rf0cc0/Sp/2ILfEvSZ+SzLi7/d42dw95L8si/PlQsoy9mEwObCrfAEbgsJBNAYdE4JVw4hrnMj6z2dS4F9tHrPJzMSqKMuxVkqGR5mOIeSbRh4eSU+qlzlw3KQSfEPvkg3/agVyjo5kf98KKNr6wj9zcE1ZFUYR87zBPKH81VuwyaW30XGMqeIMHCD4yzW/F2YfRlsQb/nc/Yin8PuW7p7rsIzd3l20tWr529CxgqLnng4h5jmU70bGsK+gHtuBMenOicdxSNoM80F2e4Z1zi7C9i7DV5D/ROIkyKYOyEt2TPie7tpSuL0Jm5ut2IhuH0sNtAhOIesANXSVNlOPGVMZEMkkfYq95UWCZ53nVdvvEzd3V/4WV8kXo8I7mREcRK05C/7EztJH2nbe+npR2nsnGQOBJHuwM2NFm0kWL1SY9Cnu2EB6Jkn1bKB/1pPS4xfY4xtRL9QnlnsqGUw90pv6ifvg4lz+5bcPv6b5F9Dc2aiS/NtDcbL/fM3c3NuZ2MtU1Lzir1y80q/X8oCwLyeBAsS76NjFkk76ibxbinTT11Tww4hz8Z16Pw34fR1u5Dz6wAX3N/ZXCuZDeuDusvEPuHn1BXnR0T2MK7qecY8kvdSwlU+xT50LYwc8i+Er2iONMh7IR0+lEbdmXLuzKtu1Ef2uq31arlV1fpxco0m7mvazb7iDgkpvb+rEnW5f7JONMmvrgSDJxKF2fyv5PZXvG4SN3ZCPRr9z37n6nnu7wQwgU8k9lWbQ2fSA5HoY8T8LXTEPXsz7SD9s2k/M/Rin/URvz/HRKHyfCdpF/Efduzi1C77N+oqvYL+zjqeI76Ex28zxs6f12/HY/Yk+uLWXvDuUbaNtIdhgbgC0oZTfcP11m3D30nfuRvx3Z96Ge6Y01nqaOmeK/uXz1PHzyfN2WhAvHEDKd0kPZE+45OJhItvcl2yMbtPaVfrLf+ObukqNyHVON5B/Gbdwyb3HA984DD/qXdpNCaZ9rmcCC+7EJ+GIwBmv3wsw+pr/cXHmLohRfPaO/KWsiHw/WqR+oO/UB9X6KfJMf2i7nl9xfyP8kSjymfXTgSHpwJHmah36C00T6OpbcDTWuSjINRkJJfWIf2LiEXJVlIXxK9dsg5mjwydSFXjHGIR4gDmBMh25xfKY4gWvEDCeK704Uq6FfiY4jzsg+lDTRkfiGf4j9I7XhSOeOIj064vxC925SyqNs9Je6ztb6fW7wtOHlVLHJUv6BOG7jG+hz5KYoCuu2DoEOgQ8j4O6GnpTyh+jMYLAje7BvyR4cGb72NMYK9zSncxZ+9Ux2gHPoafLLxOZHrT4nm350lI4XiqOTHVhIx5ehr9xLGegxY0b2IXQdvSf/oXz2VPME2Dhoqpg70VT2byadFx7K2wAAEABJREFUPxTN2zqPIn2fXZ7LB01Vznh8oBhnFLEObexr/FIoDrJ2c/d273bCafKVZSF72ZO93JGP3ot5A2ww5c/l26DkR+Dp/UQe5g1oD3YbvzTUvEj2c9Rjn7i5+3p8w/iVMvf3x4qVJ8IJjKB5i1XmK+GV+GV/cx7+mNPY0zhpMBhEm0vJRlEU5v5+jEybu8f1sizkc29jhAwgR2dhx89DhvAjp4rfOJ/laCHfty037C8kP4kWkp/kY8iPnHA/MkO5yNK5xq7IE9e4h36fTA7UVweBBzEWMkS/IV/EJYtFbntOj1pZSikYpX47FJ6zKIcYZ6AYrdyaJ3B3ofDuv7sHLu4p7WkueCAdG8pnIwMT+XD4BHfqoc3UmSjzkNJFiw+8z2ZT8XIQMSPxJ3FoudVP7v4uM7/AGXe/ZS+od1fzsSPF1mPFfRD8DCQ7t/mx2PI8wXbq7kbevsbzOxrXcf/+frJB4EPZuTz3X6dd9oGtkNzDF/2VeJpIPuaG3CLDyB0yd3Z2ujVHhZ07VoyzEKW+S/3K/nx9biHZzufzPulC/bzQNezgQvvIBfKBnCTdHIYdgrf3se3ugSeYYlsy72BJGcjPXHZxLruV6p9HmzbH8HkkPhdhN5A16mX+lrLoC3yFe7IJ7m7uiewjNveU193DvlDenuYAkB34Q/aXmpNBt8EWjM81viPl+Ez+h2un8kvoOn2x8UNgnok2QBzndCE7AiVbku8jpRzKO5Vdoo4z2Sv6mHML9Qe4TWRPRhrjwDP4uvs7LaZfwAfalW6AHfdSPuVRLu1I7bl/xx6eGPUtNW6F4AvimQxpItrzITpSv23T4lZ7KRM+ToXdhpf7MW4+D/t5X3J8T/ccSyaOjP6gX4byU+gBbaZ97u+2+x0guhMdAu9F4Pd70t0N+Ue30Ydd6Tf6gX6jW9gl9Or+/XuKl++Lzt6j38uIg8m/lJ1LOo09Srq6kM1fyN4sIr2t59jrRVw7avU8XcdXUM6ytRtZv+/dS/Vja/LY+d69e1E/5cw0X4V9GioeoT20DXL/eP1297X9xz4MFN/sKX48ODjQvO1MfC4Mm3b//pnwOBfdk405NXiEX/iG/4Xam9tHih/YThdqdzo+CtvE/kL3JDqKeojpWKeCnR5rbmRPfoW4uN/vRb+5J15ta6O9ELzvaD6PZwtjxTJgk3ziXPVBR23K/oaok3yJDtc2Ez+xu5t8NfLi7lu1/nd2/f/P3r+0t3Ese/poBu4gCKCKEEVSFG+meAFAj/rD9TfqYc/6OZOensE5T49O9/Pvvffaa+91sb3s5ftNkm2JPL83EgWAFGVREiXLcpQVLlyqMiPejIjMLFaizNxubEOHtsZlMKHNsQ/GG/JB2oL22bl/P23fu5+2NrfTxt3ttD66l9YGm2m4spFWW+tppY7cSd26pCbx/Sh1a6PUmclKfZRWmqPUa91Jq507adC7k8rhehqtrauN7krW0931u2lj5qubuo6EbKnfJX621b+7Lurz8/WnnYTvIvgx/Rd6DzV2ZkzSUQw2Zvd2pRdsZrXEsQsOAx/X40PUTb3bs36fOEGnLfWV6IqfclyWO/KFhazLN/FhhGPREZsok3Iod0f27Oxsu+9zzLp8F58py0Jj+aHG8n3NVfr+ms+wER+/vB8lzln+jPcjjefIQVV/TRtjI7bW6/WEf6f0Yv8zq+lvWk2fJzPeJYYps1SeyHXi93fmOozmY8gFCz5DF84ZDvkb9EpCl3q9ll52MzONZRsa7zb1N8SOrk3wN8S+8kohHe7Il7Jc1u3OUttkXqMZn1KsiW3yHbHeaDRUfj2Z7E432Mws1Wp1+VDDOeF7K0u5biQeI9U10n7RdiPpU0lmN5odw7gexrDuaowFJ3JVXW1mZulFm5nN9cGervI4ZQ0VG7TBaKZH3l/WYaFf5rUuH+Y42jvnro7bCCNsTumm+tScKee1NJ9bUQ6GOewpfzSz/Wr9tCG5NO9zu+VcPtS1m1W/7pJzeUv868nsxfqkK5uZuW5NzTVhXeX64bCQP62pnWAx0h7Jr0dLDPNrvkPuKHesKWbx8Z58tC29Gl5+TdeWzG6un5m5PbR7ZtZLw2Ff5dN/3knkEvIS+Y9csq0cSV7ZUs4k12woh68rnyB3ZtfU19Wed3Qdjj15CeE4yuI8ctO2ch1CmeQnyuQY/JI2w5+YQ9ZqNX8YGg8i42/bzN9v8vdtmSX/rDmTpvrgprjX6xWjmn9nlm1PsQWBIBAEgkAQCAJBIAi8PoEoIQgEgSAQBIJAEAgCQSAIBIEgEASCQBB4/wmEhUEgCASBIBAEgkAQCAJBIAgEgSAQBILA+08gLHwvCLz8nfPvhdlhxB+VgJn5zeHcMM5ihLIsEzemc6P6/v5+Ojo6SuPxOJ2dTdJ0Op1Jfn12NtXn0/Thh/lzjjs5OfZz9vcPEje5s9CgusG93W6lRqOu+iy9ixs333PTfLPZ8EUQLIrAhsPDDxJ2nZ6eOIvpdCK7MwNeL2Sqz88kHzon2B0cHKT793fEdCMVReHlUsfL2m9m4lYTv4Yv8mFBBYtPWHTAAgMWbe3v7yV0PTp6kI6PjxP6np6eSufTNJmMZzKZ7fP78fjUv+dYbDw+PlL7PVA5B2lvbzdtb99z3WlH9O/3V32BEPUXxTCtr6/rmO1E3R988IHXO3Z/yT5x5n4zEQ9kKjbImb+nzsPDQ527rzLuJRZR9Pt9X+DBAg3aw8zS29kuEj8umCW/pn4W1+C32AtvFqZsbm6qTbedD+374MGhmB25j5ycnDjPBe+xeE8k7Mf6DjlN2H56eixeFe8PVN6eOGzPeI/SYDCUv3R9cRC6IGavysPkP3X5T1N8W77Ai4VLLFA5ONiX/g9cp6rtPvyQNqINJ95W+DhteTaLed5PJhPZc+p2H8jPt7Y2E4xarZYvsjGzdFsbttMOvdmPTuN35Ch87lRxiV7olGU61zm/X7Zh6j6I7pz34MGDdCD7KYuFOzDvdDpi3kiv4oNm5rbX6w2PExaJFUXhvs0Cou3t7cRiS+pE9wcPPkjoQNwRs/gPeo1ncTmZnM59B50rmU7H88/Hirfx7Hj2xDxlnMxyMfnggXz0UHnsgw8OZC+xvZfu79xP2/fupU21G4suR6O1REz3FeP4O7ybLCSq1VJKltj8/zx3BuGDq6IAyl/lGNL/FVcXyWrmTLudbuqv9hP9zF3ljnv3ttLu3l5CrwdicaT+Br3RHzvGsm0yy120ZX49cdvHsjkfdyIfrOLo0O0jH+KP+HhfOYW+jT3tS92V/xzIb6ln6n3bRH4zlX+wR5b9iNd8R36fqr6TRM6jrxwMBt7WLOBqqH8zc0pXydzgvSUzpOasWNBHPKHr1taW/3gEddKOR8/k+IU/XGY0TnAaj2GEHCvWj5TfM6c95XgWpG3JB0ajkXLOwBelsiANu/hsa2vD66aN8FF88Owsc8hxB5tlXlNvH9rmSO15qBy/t7ejvHbX80Pbf9SnnohpxMzS625m2b8ou9dbUT0DX2hI+xDbxNy+xjO0N/oQc+hG3J0oZ6Nr5nTqui8z5PVUfT4xN5Y/LuRUbE/cFygDNpR5pLahjoODPXHbScT8xsaG+zz5oN1uKw833H4z8zZ/FfvNzMuAIXGa26yf8Hl+yIQ2vX//vvcrB8pxh4r/B8oD6JftPvacj/9jE3ZmmYgBMlY8VHtej2XvspzqfAQGVV92JP964P5FfsNn4F75GT/gAwt8mjhkgfzKSs/jp9lsORezBRMzS7+HDR2V+jzXsWgTOT9X9tOH1Z7POO6mguk15U0zUztnMbO5v5hZep3NzFRuzQX/WVlZ8fgn5ukPtpZyDu2Y/eeB2vfIxy34PHGT/efUfSP7z1h+M577EPmi+nysnI1w3on6pypm8EvKP1A+JsdV+Tv7SSG9+p6XyLEwSbewETf08Yzxut2O4rNQjtpUvOzO+2RsI/bPNI5FeL2QqfoK8uCHsnfiXA4UZ1W8E4f4d7fbdd2rfEqfR87FTriSi66Lx7FyTeaWYzC/PhXnU4+7E+WtzO+B+k/Gj7uea2i39fU7yoFD1buimGp6G5vZ3HfSDTazfHy9XlMZDZXVTfShxO26+u4t9RlVbsVubEFoS2w6Uu6v7EJXhHaH6Vh+kO0Zu5+QW7OfTJxlfs13lZy63fRjlHEi3zk5IdcceVvhO9QNU3L9/fv3EuM5FliTc7tq35bGpbS1maWX3czMGdZqtVSv1xM5nPaEA+2N/diNXug+9fHEVLZcltxv5rH1idrvUH0jOm9rnsUcC77oSR3UhZi9vL4ptl8lgB/0Nc6l/cg1tAP+im/Sdsx/clvRftknpz4GmCjmp/LZsWLwRHkwx97Ozo7mwnc8PprNxq/WzZdmdsmfaHP8FH9lnkB5B8qFR0fH8iHqJM9M9RpZ1meq6y/408T1OdLYg36X8+lni2Loc0jKx+Z6vfZSOSBpMzPFf9NzMGXSnxPXxOFE85MzzQm5BsQemc58n9cI74mJhb/v69rQtsZnI5+HNjRmVjVv9F9dMcuchvE0eWFb8zDsOFKOQreqrbO+E7XvVKzZT3w/nbV9tZ9Mqu/HnpfId4y18jWM1dl4pilujZfmfZsgzMzrp+35UY9ebzXhE/TxGxt307byDvkSFuRP4gBb4EIb02a0M/l67P3RqdiMl2Si1xMx4rOJXo/FAznVPgsxderXOo4VL8fqJx8oZx9qjPiB91sH6jP3NAfc3b2f7t/fTlsad6AbP1DC3Lmv+RttR87FDjN7ISIzfLbh1zrI/X3FOuVxPY/6sA/bsIk2ze1OmyIT2TPxOOdzfGOiOeiRYgtWm7r+M9JcmfxP2fjWCxV6AweYZQ5m5n0SY6OuxhrkEfpoxnDbMz8/9LH/A/E/0nzlOJ3qmgl9KfYj2DfR9RxY0BcvJLPIn0/Uvgs+1WcwgiX9GLmLGGMs+TLtla5sZjWPHcro+g//931eQ+zShvjKnuautCW20TbIss9mG0/lh/jjWLojE7XtWDLx99iJ3dn+U312quORE2d0onEGZSLEBX08+fVAuRl78QdyLZw35RfrGnfBHt9Y/GhWnuvVNHYwy22WXnIzM29j/L+pazIdXUehjpHm7MTLjq7loA8xjI7oi+7EHu2LZBvHsj0Ln2U5TbDi+CPlQ+zExt3dHeXpPI4ayd+xi7YllqibeNrc3EocB48jxQfl4BdVfzCd9QXVnljCX9CFetCZ9oQbsc7cHfsqVmavxiu95c3MEjoj5AP6277yFmO6beVY7DzUWO9EYz5YZA7028TTs4JPnsj3aMsD5cdtxfG6xtxwJyaog7oQs+sZmS10IjeQF2jHLY3bF2125D4/9f4NPSbyjyy0E3rmsdDE4+JI/nGoXILfk1+KYjjr6xrun7+mT1razCyZ1XROTXFeVxltzVcGPmbHl/E/6sJ/p/KhrEM1Bsr68fl0pjf+hM9z3p7yAnOskWKjr/DITZcAABAASURBVLxPW6AXYka9ll52q2ke3mw2XM9eryddh35Nd0t9FSwOlA/gcqQYoN2IA4T4QreFTMQbGTtPcvCJfIJ5HPrT3pSDDZSNDbQ5bcee+CMO15VniBuOo85c16nKHqvfmkimc5mKH4JPVcLcCb03dF0qx92qbOvoumMzmb08n3RlM7ME70W+6mhsvKo5dultjG34NPofyL9pN2zHliP52Il8/0RcKrvGz8wXJ7K1krFeZxlrjJLlNOE7nE85JyoPvkdqn0PF4QcfHGrswbXw/URsEg/w3PQcvq6+ptR4d5iqHN5UzsUWbDLLfMzMWfFZU75B3zscDuZ+gW3kONq+yoc5piazGMttRNsguW3G7hdHYsD5W4rV5esIXCOjvvSSW0NjbMZQxOuGxn2MVfd1PfRIPMZiO1UcoRv76cxfqn31+WX9HiSYUdZwOPRxfGf2dxOzmmtnZr6P/6VkZsp1dY8v8ndffQNjGdr4RH4O4yrXfvjhhx67+O+R/IA+nZzI8cPhQHHa9pxZr9dULmIptl8nUKvVxKyh+UDbr2NxXY7xy7b6ZvIPnE+UI4hV/P7Da/7+OVWM3JYQS5SV6yMfjD0njJfy11hxSf5CTuQj9BHoSU4hV+IX5K49zZ2I5w3lcnIFPsL4m/keOcvs9f3DzNx/6UvJc/gv/O7d2/Y8im7ome2Zuv9mn8a2qWxDeJ0F27AD9ln3u+obuD+i5+1kZvLthaR3bKvregL5Dg4jjY3pN4jRQ42NaCvaFjnTdWP203lOxf4FC3ghtOvO0jUkckRTfQ71mNkLra9pfEKOb7dbM/8e6Fr2RsI3GGMs9z9Zl4n6zIUe01v07dcpazK7rrIoI+sIoxPFJ3zpt+7p79Yjje8YFzUaTfeVF0EyMz8u54K6X8MlTmhDxlRcu2H+uq2xNn0b7Pgb3sFsbHeoccOR+svj48U8+kRxid+Tq/HpLGOxhS97hNcTxQCvKzn1fj6fe6I5OXI0uzbyQNdG8vgEW/c0niVG0I2YGw6H3t8Sh/gI9qTYgkAQeGUCpjFro9HwnMD1JsYH5BfG3+Tlg9kchfg/UR6q4nas/prcNNG1syxjxf5YsT2RnLpwLOfQR9LnHaqPIK7JM/ydvihKzY36mmusujC/JCfl+rfSnvp3+nvOJ8/Qp1yXz6uceabr8WONHTiHPLapazSUxfyRnIGdZjkXPg+Ymam/b2i82tJ4k7lbX3/fWPf7GY40JsXWXN9Uee15MhELZOz57YMPPtD59xN5jHEKNjJGeZX8xTntdtt5wY+xMdeOD5Sr4XSdfmfqi8/EZqq++Eyv2U9n/R7tA+cNzY0Gft/divtCxSq9YEvJksmHarW6uNV1bst14x5S7KWt95TH0Y92gSF14hu0VfahsfNCJ/RH+C4L1yOPxfHYr+HiRwfyScqkb9jY2PQ5K/1hq9XWOLeqvxTvu7qufj9xfMXm7Iw5RnX9aaI2zAIXpKr7RP0b5zDW3NK1jrIsNL7ouI21Wi0hZpau28zMv69rrERbEVNct4AF49ZD9acniiVsp86p2iVLpct0No5Ez4lsP1G/+CARO/T/9IX4EGWjB2J2vS7pljfamr63o+uwXCOAO/Prlv+NuS67LZnZpVq5/wM5Pz/3z83MOTY0fiEOer0VXXMYpKIoXCizrfEcdqW3vJmZbKjN9GvIn9ueo4hb/JlY4/rRgeINX8RHaMtn/RmfHrt/0c5TxRu+xR5Zfs37M7+v7MyPpyzKpr3xGXJYT9feGsrT6cpmZj5vyG3SUez1FQ9run695X5fxdtY+TrXs5yzsr9VnzP3Q1fq3lPuxe/xtcFgIN/vqp76ldpf762ZOee28hn2Mb7DVq6v4ufk8APFOjFIzKBXHoMep1P9Xe3U/5Zz6n3NRH+PnehvVZnreJZP2I/1fSWnOg8hp5won+Sccnx8pL/LPXChLvLKpvoOxsWFfBLd0LHyRzNL1WZm7u98R/sQBxzPeeu6bg1D2jD7zL7PGQ/VD+ZceOjjXupf+BH6nUrnSrLu/L3mOsk252N4PVb/R18JmxPlsBPlGcqHHXViH21L345eG7O5c9XG6I8d5C4zq8yMfRD4QxIws1l/UFP+y/0B/V5RDDUuvJM2dd18W9fSiCf6dsZ6h4cH6q8/UD7J8V3lYGLxRDHJdQnidKycjBC3OW8t8jE5uRK+Qzg2y2nKMX6sscGx8liVvw49v6AHuRO96LNGuk5TxXdb/SrxXavVPW+l19zMzHM4ZZI7uK6Q2aynbV1P2JuN/Q415jnSNYQT5aNTz92nnuMq26s9NmPr8p7XlyX3YYydxsp35LU99Vf0GeRc+hHmMs1mw200W+Qxs6wvunZ03b6vv5NxDu135OP7sfqOsffDuc5c13Q+RptqbLZopxO1JzmV8yvWfV3jZlxT1/gvvQNbTePVer2hOU3D5zSL/umOXyvbVF93b3Mn3d/cS9t399Pm2kFa73+Q1jqHqWxLWg9S2ZS0jrRHjlPZyLLWPE6jzkm60z1Jd1dP0lZ5knY2TtP+zkk6OjxNJ8czESdYnaj94XwkX6Dd8Ati5kDjqX39XQa/ZYxFv0nfxPiDsTdjQuZwLY3xadd6veZtm16wqbl1XJqJpUajLgZdH28SF9Sxrfjdk5+iB3odyQ/Qs4rTicYWY8XqROOLqcZx9MO8r+RU45ATt+9Y/fmRx/6Bxi30+ZVPFhpHrKz0fBwF/778Dj8d6Voe9VM35S3Ggc/63dR9cOL+OZbfUy8Md3buJ8ZMlNfTWBrfg1GttvD79JwNHr1ez+9Ju6dr2rQBbYI9OQ7x9yy5/vz6TPPJai4+ER90YZzB+TBlztPQ+N7sxTosq1ar1X3MTXuXszWZO7o+jE4T8T+bz98YK8NoshSr+TXH5fx4orY49Dkg8+QqB7ZaLflBQz5RSy/aarWa5pRNb7e+4pr7FLf0t0na9kg+nH2EfIFMlBsWfGA0veQvigmds7+/l7Y0p2R8OdTftfALdKKum+qz4ves932sT1n4G22Q64NDxaba8xnCe3Q8k65nysFjnydw3wC20beRF2/qP2bEVEOM2gmdsAfWxPHz+WROU/nzma5H4Ge02VgxdqL8cKBcQA7Ap/EBfKGtOUL9FfIpTDmXMkrN4SmT8T199FgxRP3ogeTXFSP2yDKvaYIxuYJy8PFutyPbWzN/shc137Xfm5nGGEhdObrp17jJF3C8p+v9O4pvfObBgw+8r4cReqD/RLE3UVxUMpW/wXMslkgVB9z3QHweau5BWTDY1NiF/AqbZrPlazh++eWX9NNPP0sep0ePHqXHjx+nn3/+JfFgrqTNzBQ3plfP+2eypSYeTefSUqy1Wk29b+jzup9r9mvnp9iCQBAIAkEgCASBIBAEgkAQCAJB4B0kECoFgSAQBIJAEAgCQSAIBIEgEASCQBAIAu8/gbAwCASBIBAEgkAQCAJBIAgEgSAQBF6PQO31To+zg8BbIXArlZiZ3xjOzfrNZjOxCIGb9VlIwo3qBwf7icUE3OQ+9UUD3JQ/WVr4wYIGhEUN0zQen6aTk7zYgnNZYMON7rd1w/6tGP2cQswswYHFDiyg6Xa7iYUZLNBgodnJybHbl1lMnMFi4QLv4QAfWHyYWAzA4uKDgwP/EQqYwpZF+yz+SS+5mVnKujX8Bv+86GOY7txZTyxWYGHMgdqLBU20GfoiLEQYzxYloNOy/rzO350mjuP44+MH3uaUQ5m0IbqzYKooCvnIqi/KyfUXicUSHLO3t+eLfiiDevCX6TRzYX92lvmcnZ3NfkB86r7CAun9/T1ftHjnzh1f9N9ut9xW2sMs+2h6K1t+gMbFRf7BBOpvNBpLvAfiPUpbW5vepnt7u+lA7Xt4eOgLRGjvaoHIWLEwnnFn4RpM4I3AmuNOFCucc3R0lOBNedvb22lzc8PrYVEPnIlNdDF7dRY6VUxrviCEhSGUW/n3/v6+2vzI2wP9LrcXPk07IlUb5j3HYsuJYoMY2dzc9B8qZfGJWS2ZVfpaet0N+9vttvyvl/BD/I4cRb0sBqt0nipPTZf8Lr+eKB6zzpUf8jl6P3hwqDbc9/ZkQSrMO52Oc6rV6m7DTXQ3Mz/WzFKtVtP59cSCwJxTidORL/rcni16PFCsshgK3zk6eiD+D8T/2AWmle9U+2X/Qff8HrvGsm2s3IScJs7NvpXLOp7/yMKhxyd+Rt17ited+zvpnvxta3Mr3V2/q3y3lorhIPVXe4k8Be+m/N9kjyVti//pzYXk2X/50xxHKS32ZuaLrLrdjtqwn4qiTOt31xO5a2931/2/YkFMnCg2xh5Dp25ftnms15dtxl6O5ZwjxdHh4Qcq6yDt7u4k4mg0WlN9q6nXW0ksJCyKYSrLcpa3tnXsB2J24vl8Kt85O5vMX0/dj6r37ImFaTpTLoPxnuI/L0gbqK1fb0GamS35j8l/mmqDFXEqEn65tbXlCyqJ1cOlfHOi2Ks4jZVviMnsG7DKMhZHOKEznI6V48m7B8pd2EAcbcoHRqORL9Dtqu9DWLg5Er9NxfXOzk46OGAh3LH4TJXDPxSHM389FbfpnNVUn0+8nXJ9R/K7D9Qeu+7/w+FQrNqyr6F8VHeb0y1sOeYaXvbKSs/t4Mdj6Lu25eP0ZXvyefLFoXwE+48Ud/CAIboisJpMTmXXeCYT7SeyZyyp9mPF26lLxZUyjhVrxzO21EFb4YfUjx7kW/IB+bFer3ueQO/0ipuZeRmURR9BzPb7A8Vx6f6dfWY7YTdtjU7Z7iP1Vzk/nCjOsg3ZnvHch8Zzu2nbqz4Fo3zeSTo9zWXBsrKfvJpzzUGif99TrOBnxDtxub5+x/XEx4hNciX9Ur3ecJuSNjPT/39P/3K+Y/ywkOqzxd7MXuj3OsSPMTPnYVZLZtV51T691mZmCf+r/IeYHw4HiZjf2Lir3Lzl/SLtR9zQpvjPsft5bvPT0xOPg2f9poqVvOf7sfJQlhP5zKn3dZR1pLx9pFjEP/FT6iPfMPZeX1/3fE3uxr+bzZbrnF5zMzMvB9sZ42F7URTeZ+wpT2Ar/ox9kwmxkHN/FQtT5Tz6gen0TPnuQ+WGqfrw47S/f+B5emNjwzmid1d9HgJbxrjEJfbta9xLjOS6jjwmianM6FRljl2q8eNYsYmcno7F72SJ3wPPsehNjG0qX1PPwH9Yrqt+tzH3HbOb+Y5ZPg7/QJrNhsb9ue+m/6RdqIcF49R7oPEMthyqb0KwiTalfTPH4wTL8dwHTt1vYJtl4vlmqn6EXFPt83djHZvl9PRU5SAnzuto7juH6p9yrsk5955y4F33HRZadzSma7Vaqa78YmbpVTYzS5W/MDYaDAbeN8N8X2No7CafovOZxhGVVPacadyQ5z8fytap2u/Ef6wGfuRF5sr4C3rC3My83dKzW3zymgTw59XVvrffzs59jx98Ff+s2on9VHGeBf/MOeBMbUub4s/436HGEzsaHxHuAUdpAAAQAElEQVQTtF9T11LMXtx2ZvkY2pq8xtig+gHHHelEzkUn6uJH4s7cf9ABXSbKO9O5TBU3lT6ctyN9NpTDyWnkTfpW8hx1vQq6puIff99QXsPXc0yfeFxSN36NflPnNVHemsjHs/AdMXGisSp5gfO3NQ8aabyJzej1Kjq9zDmNRl35qzsfT29rTMiPLR+p30E3dEey/gvGU3G9LHyHTGTjWPafej46Ojr0vnJd4xp8YJFvbm+M+zL2mpnnDjOb93PoBO/hcOh9E21J3mFsvMjfHygnPVBufaD8dOyCXzHHJjbGsz4In8wyVjuPnQUcK8nHnTobzj/ROPNE7Y8/wxwhbvDVA81D6AvxWdqFfn9Dvot/4L/wXFlZ8R+oaSq2buLDZqZc3fBrN9hNGZSHvdRH/eiDnlP5LG2PTK+0N75L7GEXvgurTfWvlMV1TcrGf80y7/SWNzPzGmFCv9HV3G11ddX9nGsk24oz2B6qX67Gbqcar59q3EZfOlZ/jG1VW1avr3LgPcewn4rX1DkRB1PloEk6VZn7+3mOR5uRc+gjKzau5Ev8r1YzH7dQBm0Pa8YdzLfxD3yFfvNA445D5V/ahjbFv2hX9ME+ZKL53ERjuKuCDcufjd23K59lf+L+T3mUjRyKI9dtDtxn99Oe5jW7u/f9+uWm/OKOrscy7xxqHN3r9TQf7ciOpnyx7nFoltvrJVD4oWbm58OTGOhqTEk+ZsxweTx5MItfYvcknaqdx/M2HitOyVuVjD1/8T3HkdPhh53EJb4Oa/xopOsAZVno+t7Ar6NQNw+b2tK10F1da+H4I43FKGcq/yBuiCdk6r4yUZ6YuvAZ3I+Ue/c01iYm1zXOHw6Hfs0DG/FnM/Mcln4nm1nWF92JRXIO7YN92ImPnigPTsXnQ3/oCnMHmEy8Xc40rqgEPhyLv+1rbMkYE0ZwJyZgxFjUzJ5Lx8ycH/rgM+R+fHNT13poW9rsWNcrxvJ7dJrO22ni7TSVnmc+5jjz9/QBx5r7Mc4n/sjRtBm+eBN9ripKjGNDXWPydrsj3xr6mJ2y0Q3/uOpP6JQFHZGp5x94oRuxububf+hr5OOLVe8DYGCWeVzV4ybvOR+G5HviGrvv6O8VW7out+vXLw80hjzUHPCB+s481yH3IOhG7sxCDI4Vd1n4HhtP1DeSn2lvbN9TXqFs6iD3kdPxJ+olDu8ozxCbe4qfilNux8wkM5o6m9yG2c/yXHLsOnIu12KKotT10d48V2HrTZj82jFmlnLb1j3/ddUvoX+pa6/8CD224dPkjoNZDj88fDDjd+R5Fy7IWPmrkswyM8w8sTdLfn8qtqdpwZUcfuL2Hik/wZg4PFSfwfXMfcUWHPC5bY0J4UG+I06G8xzelg81dc2SHF73mErazMxfwwv/p58aKofhd1ueF3eViw8V22O1w5mumeb2mF4bZxMdN5HuYxd03ZMPbKpPQRfYdbsrrgf1qfqX+kdboF+pHE4fyrwd2+EBq4VOU8X6xOVslo/47kx5gP1YuYLjj5S78XvKKopC/rPi/tNoNNVPZS4vpeB7fjC5jjkI8zBySL+/6rmONsbHF/3lmfvKVLk3cz7yv1Hgn7DGv9rtjmKrIcEf7T0ndzvmmZnit5Ha+ttylYvuKH/TNx9oLIc/0w5j5Rp8fVmml+I1x8ZtfEa+ohz2l/NazgHjWazhB/QPy+OzQ41D6YeJYXyIeN7Q3HykcRp/A+jp711t/b00x2PttSGaZX6Ma/Bf+iT4bWt+QX9F33uisc1EY23YVT9Syusz5RHsXBbGEsyZ93UNNOt+N5FHyFEN/c3xtRV+wwXUanX5Ukd/Z+prLj1K9BvEKG2CH00036CvnSqOERhkmSq+s+R2n8zz/Y6u+TDGIzd0/HplUz5b93yaXrCZLdqnO5sbbGgODV/8p8ov6DJ1f556jkeH/P72/PpVy1voknVblDN1RvjYofptbCJu8XXGRc1mw/thM5vvr+Iyy9/VajXxrIlrQ+3X9n4LX6ZfxJ/pb/FH+jbiivjCv2nXBw8+8P78SOOIE43XENoavmPlDYR2vywTcR67YF+Wsfr6sdvEOZxPOcQ3ZRMXhx7fBwlb9zTG29bYhIeujDSmpQ/AbnykecPrISm2IBAEnkugduV6E30osUZez3OUA83vPlD85/ndifo64pb4vRrvVYyP5/13vg5D/mK8TWwT19vqO5lrkHv6/X5a1d8jerpmRB/I+3x9ZctzwIMHh5rDHClnnCqXTNWHME4kTyLkGITXfDfx46iHPMZcBFsG+ntgp9P13EceNMs50cye4WJmOq6u+UbLx/Xog66wwI5sM3VmOdP8YFkWuXuiXDfx+Rx59P79Hb8PpJrTtDXvr9fr6WW3Wq2eGN+s6lon/JhTbitHHmgueaLcfJ1+U++LJ2I3EcPFfqr+kNy7p/nWhsZQQ837upqvUj5jkVqtlm6ymZn3LXXZwzgJ3bATH6r6FPSjXWBInSfyo/G1fcdE3MYufI+vcWw+70h+eKh5Afc57frfm+m3qIs62xrj5vp7fo/F3bsbfsyBj3OPVOZEDM7EYOFD+Cwcps5oqu8m8qFxyv3SUeJc/IgxWkdjE7hgp9mzvpO0mdmcBce2NRYlpuhjt+X3+5p3Z58+lj5j1TeVTlPtJzPhNZ+dad6Mrvy99Njt5txttTVl0XdjK7rQTmbmY4D0hrea54um/qbUUdyuulz1GY4xM9fk4mJx/0f12sx8DtfU+KWtOCDusafUNRI4kwvghl3pN9jMzPWj/WjzVeUn7mHa1DUJ/Jl4YVx0pGsB+DK+gp/irwgxyBgY30KmirNqf/U176v88aE/DHminHHi7X2gmN6Wz5DDVhXv6JOubGbmuuIL6NrX/Jrjt3R9Dn/JOp7Ip0/lX1P3Neqj3kp4n+XMfZJzsHFL13K4jjvQ3/u7Glvja2Z2K35mlsuhTNqaNh/6NaQ15cl8Dw45Fxu4XvVAY9Cjowe6TnYkPseSkwR3eGcZu+6wh/ViP/HP8zGnzoHzTpQrEdoPe5EH6msOlCuYj2yqrYkzdEI3dERXM0tsZnnPa/wU4XuO4/hS15uY08AQn6lswW8ONZY/1DiXPvFIY2pyGz+Yf6KciG4LXxq77tkWXmPLdcJ3Y9lWyWnK5Ryr70SOnBt1Uj998I7+Tr6tXEKOHmnuTPx1lfu5TkNcYo/ZwkbsDAkCf0QCZjXPsY1GPbU1xiC+6afID5vKE9vK0cQTuYqxHjFGrDGfPfI+4khxeKScdZxyXJ4qVrMsYnt8Jdaf9/5UZSAnKg+p4vuBxumHPjZCD/LNtsf3pl+nGWpsx9+m6ScaulZdr9eS2evHt5mlWq2mv3U0NGZu6u+Y3dnfs9b9b8N7msOTUw+V846U60487+bcfdn2RV6jXyKHs78sjI0m6scm3o9NNWab6LobeZR6uDayvn7n0vU0M3M7zSyxmZm3ZVPXD9o+NuvP7oXaURs9mLXBRPtcR+4Xp14fr6fqyyuZ6FoX7YltO7qGtSlfYCza15yGvriu8XD6jTcz8/bBd7GZ+40ZSxRF4WttNjRG3tq4l+5t3k/bW3vp3sZB2lj7IK0PDtJa94NUtA5d1loP0lrzKJVzOU5F41jvj9OofZzWV47T3dXjtFWcpJ27J+ng/unsgVz46EyOj8UYOfL+iP4WdsTMgcY6+7omyrzt/v37aUvjlw1dx2MuiK59jWty/9TS/Cz/DcAst2m6wWZm7gf1esPHrvR3tBV13Lt3L1Evf0PFl3J/jI+eprHmsghtTbuzxzfzfqzvOeY04Qf49pHiHZtyDO6me/e23b+Gw8KvuWED+aMvHxlqvMP4ijglZ1APY0D8DMn1TeR7C5nK5xlbcuyJxgvou6O+/O7du4nyGEvj1w1dSzaz9KKN4/j7+EjX17aVx9CbdjlRnGIj10+nM5/H7vx6Kp2QM49FdMF+xlKcv6G5JGPGZrPxouqf+b5er2ne3fZ7LRhzUxb28TdS6n8+H/QhP0wVu2NvF2ygLRh/kRfQCf4Vn1rNnqn/6gdmptzWlM90fa5Tao7CmGlPc+Yj5bOx5rBwQrczv94/FZOF8BnfcQzHcs6eciJ/w4b5QNcmer0V5c6Wx+nV+q++r9Vqfix24EOUQVlwx97cPhPpgKAH+8ty5tcszjS//FB+ezqb425dume42WzeWB98CKb0L8PhwMfvtNmRYgGbsR0GZ0t8eH0mPabuzxO1GXKq/HAkffZ93r6h+Id3X7Hf1jwR26/yeNH7er2e0A0fL4rS//aIPxBv+Cw6INOZj09n+kzn7ydiCcep+zznkKfQDVvJ8/Sp5BUzSy+/mecls1rCvlar6XmiLIfSdV35YyvBkvY91JwBpsQZeizYjsVvLD0ns/3Y9xP1jRyDXyDkNWKbsmCwpfkd/gNfbGB+zgO5fv755/T48U/+QK5Hjx6nX3752R/Ipal8MrOUkiUzS2ycsyx8DHN8gjJhjy/xvl7PNtbkw2Y2L4NyQoLADQjEIUEgCASBIBAEgkAQCAJBIAgEgSAQBILA+08gLAwCQSAIBIEgEASCQBAIAkEgCASBIBAE3n8CYWEQCAJBIAgEgSAQBN5bArX31rIwLAhcIWBmfvO7maVms5V6vZ4vRtjY2PCFANxwz43v3Mw+XbpBfzLhxvyJ3/jOTfzIdDpJ4/E4ccP70VFeTHDv3r3EYr1+v+8LOVqtli8iMrP0rm1m5iwajbpYNF1fFiphA4sWjo9ZmHTiNk4m2D51+7E7v8+fsXCHxTITMTo6Ok4ssGJh1cZG/sGpbncl1ev19LKbmfl53NQPRxYcFcUwscCGhSh5scJeOvQFfw+8HVisgIzni2VYoDBJE+k/mYxntpxqf5o4rmo7FjexOGxvb9cXE27IH1gwRX1VWy7qX/dj9vZy3cfHxyp/LDZTX7gBn+nMd/AT+CB8dnJyIn0PEwsj4Fz5CvaxWKGS9BY2FllkyT+cQJXUzwIK9GHhD4uGWBi3ubmp+NhOe+JD+7K4A58/OTlOcMwLycfOIbOG+VickdP5nuNZHHJ09CDhY3tiuL29nZZ/eAnOtDk+gz5m9koLOMxM/l33+KtiHf/e2tpyH0WPE7UHvpLbabrUfhO1ZyV8fqb3U7ePH1bjPPxla2vTF8OxmKZWM+mZ5pJec8N+FrVUiyirH2ChXnjjT1PloLPZYqe8zzrTBnyXBf2n0n/ibYWvHxwceHvevbvu+rNYk3anzor5TdQ3w+YsnM8ipUpffJsFbNvb9xKLHg8O9tXmB+7/6AB/Yif7z4l0w09OnTGxupDJ7LO8HyvnVt/xmvagDNokl3k0W/T5QHV9oLY+kOy77+7s3E/bytGb8mdsZ1FSjvFVX1Dc6bSUCxupXqupHWVXsisYLnjmVtL//XMWJPHC40gv8vscT2amspqp2+mmfn9V/Uyh3MUPTtxzXWjHy3F0mmjXyra8zzazEHMyW2S1sPdYfkGW/wAAEABJREFUdmLjoew7cMabsgsfpz76NvbD4VB1l6p7XW1+39sAXlPlqIXPTN0/pvInfGeiXM5rhGPIX5xDvJIbWdTa7XZ8gSA+Y2ay/uX/mVkyQ2rOithH3/X19dmCtPtpfz/nWXLG4scrnvWTzGjsvpL94lR9wonkWJyO/IdOPvhgX5z2nAOxS/sP/EdHuqnb7S792OBmwlc++OAg4aMT9R8wyJJZTZYYTcWS+mGEDx4eHqqe3cRiWfyLuIATsYWYWXrdzSz7Fzmi11uR7gNfgH/37kbaVk7dU67e399330CfytfQ72SWt8feT556fp6of7ws2ff4bDyLOfwTGxHKQI409uEHCA7VD++rPmJ9WzG/of6fh22QD9AR+xEz8zZ/WfvN8nnwoxz6iKrN8HniGf9n7IHttB19zKHa4kj9Tbb7JKE7MTSW7eOZXdg4dd8fy38Wdk/U7nzHcVlO/XzKOD09lm8cuW9RPvUcisGBcuuBch0c8uLHe2lTcYlPs8gUf+tp3Nnp5Phh/GWWbXtZJr/l8Z7zlAjJecj5ec575+fnifeVLOtoZstvr3lt8g1yb019N68ruebQl/zILJe17D/kG9qDPEDcbG3dU27YSXt7+4qbD7z/oG2P5OP4+onGC6fzH/w/TeMrPlT5Cz5TCcdcjZvj4weejw7lm/jpvuKGfLOlscndu3c8X/fnc4imWNRe0tpnDzczL6eKHfyvKIpEH72/v+v6HB8fJewjFqae0ybzfmGq+JjqM3JgHu9P3P/xdfyceCcOc9/QneXTgc+HsGtnB6573v8ceTweKzefuMAHXmPF43g8uRSD+bNT6UU+P/Z4Y/xAbO9p/EjdWxqHMd6g76BNyQ20s1lu83TDzSwfz7mUQX6hHYjb9fU7zmp7llsPFOe03aFi/sHSj0YdXfEVeI7lJ9iXJds3Fc/KX/Lr8czuifyK12PtT10o40Q5m77o2H0H//lALPfTvnxnT7keve5qPIeufY030J1xfJVfbohgfpiZub/AAp/pKF/RtnCG+YFyHO2AXtg1lW9MZdNlmWpMfeYy1fcnip9D+fy++vQ8/xn52Ag9qQcxsxTb7RNgfI5f0H7E4qH89ljxjm/SNsQ0sX3mP5aw8NGz2fyC8Q3td6TY5dwdjaXXNU6jTGLF7MXtZmZzn2LO1OutpsWPb9xXzmW8deRxcCY9kOkVn+IzhM/JG+hDLuCHiDY0by/LQmP5FY0nWz73w3fNXqxb0ma2OA6b+EFFysRfjzyuT6XbWP48nQt6LGSqfJm/47MTxezhkr+PRmu65rTqeqm6N/oPu8kB5MS7d++mbY3J9pUrsIN4zW19Jn0ncyEfoTd7hNdIxZvPxp6jT9RfPFBfeV/5fT2trvYT+QFm1Gu24PhGjbxSuJlp/JAFf2fcyVgLBqPRSNcZ7mpecU9j8x352r7kQH38ofqUB5Ij789OlKNOT0+9vxlfyttjb3vYwSHLWPl58fl4xibn6xP1bcdeJswfPDj0uugzyJ3kbHyWXLqlfh8/45oT/ttX308/hv7YYWZXLH32rZnJr+o+J6PdKYNY397ekp37rge2jWUTbTpVPr4sk7lP4xvYSX5Hxy31r/AjHij7t2zjpM3MPI/gb+jTV38HN/LRvXvb3icSd0fKVeS4E8UhbYLtCLYh0yu5Zfk97Xvd+7NZPqS8PY0/NjW2x79ye3WUd5quW3rJzYz2a/iPyPADN335ALmRPp3Y3dH4aV/jNHyHfIc/ZfuO3c/QB8G+sfwQ+6p9tmU8919yOd8jHDOWT3DuiXwfgRlCHQj14bf76rf3NNZAl22Ngxg7whw9YUCsLeeBqj83e7H/XsVlZs4RX6vaeTgcKN/cSVuKF3TYE390yxyOZhxO5zE5nnHAfmyt5PR0nE5PGU+eeFxw/qH6Q3z93r0tXSu563Ppsiz9+hhtMRwOVfcobaq9qRsexAfc8JPqgQy8Xhb8hXhCF46H4T1dg4JbURSzvqo5z1vpd7SZmbcR7cwYrq84JIdhH3Yequ/Dn6bKNTBAeD19Ju6m7psnilMY4ePkRfIXY86Oxp74AfUgZs/3J7OsE/r0fHyxJn/ZTLQtbYZfj+XvlQ7ZN6beB575mOMs5bHQNOEjHH848w360aIYel9HXq7V6m6/2fP1SbPNzPzYmq4tMibvdNryrYGuEa3PrjV94H0Qup0px2Qdzjwno+vkyvWmsXwb3fD/PcUkzMnR9MXYTj2I2Yt1S9dsZua5DPbENXavaw5EfFDfgeY/h2rfIx8XkYNOFHc59tCtirXFnu9OxfREcXqiuDuWPNA44lDzmA/UPrveTvgPc3J8ibYn7ojDXPe9hF8dKa/TNmO1I+XD58zbjnZEJt6efD7RNZzxjBV687eGUmNEbMK2RqOp2KtdQ+DlPjIzb99GozHn1lcOL5VDyOFww6e5LrS/f+A2k1uPxI95Hb6PYBeCXVkmio3JzJ6x9mO9z4JdCMeNxQLh3FNdm+JaKf5xJFbUcygfxv8PNG+DIfGwrTHhpvLZusbxzN1hXXEh52JLvV4Tn4UPmZm/53v6KdqKNsM++BK/6LPIh7QHUtkwmfk0n43lM+OEzui5p3y+pbEG/QnsKL/y5fSSW11/c2RsQI7d0LVIrgtWD6Qdyx+myknTWR7Cd6b+Hp2mM/0mM86n0vFUsflAcbrjY0hiAU6Mz+BQU0y/pHrv/eFmlmgD/vZGrqM9iQPa+ETjDJiT4z788EPl2w/l19OZHxx5bOxofsnxw+FA+bbtY1s4I2aWYvt1AmYmZo35fIBcSpwS8+QAcsOJ+tscCxP3edpkOouJN7MfK6Ymauu8J08g6JD3px5rp7rGeiIfQUfyAjmlyl/7msPiQ9vb9xWLGz5Ow0fy+Lut3Nvw/PTrdF78rdllfvgv4xH4kUfRDT3R+0z99dlz+h840geR47AD/clFG0vXKsizZnYrer/Yslc7ol6vKQ47ul7X1zWbtbSpfoM+hHahrbCxkjPxmC7l0/yadp+o/ccutOuO5jTrGlPAlhxBrqgrb5vZC5U0u9w++ABM6dtol7N5e0zS9IpPo+fVzy6/f/ac2/7+qg4Tje8mGqtU9Uz091587FBjrOzv99zX+YFR+hyzmzEys/m4hP6KOIE34xLYM4fb1lyOtoQdueHAx3Yf+NiMdkIPhHZGlv9+VsXu5Ff+fsh3HDeejVE4/0S5h3EP5RIX2Em9+4pvxkiMldCNmBtq7kV/29E84Ka2p9iCQBB4LgGznD9zTugmxgcjXZ8mr5OXDzRPONScIcf/cSKn0oflGM45nLhelrHG1WPFOMfl+Obv4w/8uidxfU/X5tY112BMzryhr+sFq6uruibe836F8UmeR+zpnAeaJx77eICceDWfV7nybNbXUC/zHHLHpvom8gZ1MAeo+tfnwtAXZjWNV/N4iTzDtU503dnZ1Tz1yPssrptVukyv9G9n6m/4rOIBL8YJOxrHksfynGZVfWg71V5hvlCv1/zaILzI3YyNyZHUcaKxEvVe1Q+dEPTKkvs12J0o/8JqQ3Mj8iucmGvdhJVwJTNzqcmWuvrsVqutvwOsamxQ+riMMc6erkscqC+hXY40z6VOuNBW6DuWv7BHH3TPr8dqc+Q0cSzncC5lUNae5ojYnZmueZ2tVsvHuVzvgQ02ccy++hLOnar/Z56xYJE58HkW5n0T1ZvrpF86kP9v6Toj5eEP2IitiJmB4BkxM29bjiWu8L91jW/oX9HlUH059mDn1P0n6zFR3z+VjujHNTJkqu+xH7vpl7c1V8en+7qmQNnUgS5Iegsb9fA3u06n68z7it1qfl7pYnaZS3UPCPeEoKIZMVbXGL3pvkyf3pc9pa7HFMXQ80BLflSr1Tn8rYqZpdrMl4kBGPdlI9dF8LVtzTf25HvEG23C9RXakjYi3+HLSG7bccr+TPvyeqL8MdFnyzLV++mleRdlMRbC97Y1JqO9Ge+hT7qyoSuft+T7HY2LyAs5f96bXyNDP3Sayrem8qfLMpnVfab599T1O9K1oj3FLDmYsobDvt/HQT1mdkWDl39rZsksS105A8b4APln5H+f2/C/z5Fz8XlYEzMwYZyIYFPmfap4HUvvLJn3WEwn889oCwQGsOW8E+XKE+U+yjpSTjqSzbQnzHc0H9nS9Sd0oY9CN3REV7Osd2W1WX7PdwjtwPGct64+bku5gzYkx1L2wpZDjasf+PWkI9VPrkEf9GNcjK6VzuwnmhOwx75l4bPqO84Ze797opx5qn7zRHKsOo4kD1TfoV9TgSnj/G3lkg3NP7GTHLWc+7HFzCozYx8E/oAEkuepWs00Jqz7dTTyQI7vof4+eCfRJ9zT3/GIJ+LqQOMc/hZDLiFfHSmvHM3jm7is5NTz03g+9hnr/cTz1tTzdH5dxTZxzj1xHD/2GD9VjJ9oTHosWcT3ocbq6EEOY+yDflfju9lsuD1mll53MzMvi76B3EcOKYpCbNYT+QVdDjSGOtSY50gscp47Uc4+nclY+7FsH7vt2d5s+zKH6vVkNkbK76d+Lqz31CdTHzmXfoTrG+hE/2hm3o5m5n07n6NrR/1lX+MOztndva8ceeR6wDqXP5FO00vC2AwdJp6PJ8qvJ55T4Z1Zr/kchrKpO/3Gm5m5zeTzZjOPtxhLMM5iXEH+39y4N38g1/bGftpcO0jr/Q/SqPtBKluHkgdZmg+SP5SrcZzKxpHkWO+P06h9ku50T9Ld1ZO0WT2Qa+d09kCucTo5Vl+EXOpzH6g/eqD5Xe6TDhQ3+xqn72ncgd8y9kA3xh+F/Il2wrfa7ZaPG7HHzNJNNjObt3+jUfexDOURF9SxrTEW/TNxm330KC364tO5T+AXud3H/tlYsTv2WDzx4/FtzsfXsWV3d8djAP8qiqGPa7GB/EH9Q/1NgzbYVj9M3WOVd3b2ocZjZzOfw/+WBV+cuM+PZ/Xi+zuaWzIPpA78vt1uO6Ob+B+x0NPfx0ea899THtvf3/M2wX5iAH+fzseMC134vBK4nJycevxwPkyZN+NvVfuYWfXyV/e1Wl1zgo7PLUr9zZSyaBvsHDufsxmfhS7Teb6cittk1ja0yYnbwhyUNuDaRjVXwW6zF+tUq9XEsqX5etfjOs8DNtOe/PT4+IHaAv84Vb1jyUS6TS9J1m0snU79WM6BEeNC2h4foM3IR9SVXrBxDMdyDj6U220r7St2ThRfE+XHiXJTrnfiOlWvF5+jY+YIU2IPfbg2QW7odjuyuekx8wJ1/BhYthWXXV87M/R7GfB9YmEsP53oGnYes07mbKbuU1k/9BqrbRFiCH3IAdxnUa0d4e8C9frLzwfh1VY8MC8qNb8kTvCHQ/WTY+lW6XE2u340nfkSOk3EsnrP92dnZ97n7qmv2dD1kstj5rqzeBGvq9/jgmamHG3qR2vOnfxAzsNnyYPEN+17qD70+PjIc02eJ5zKp8byLWSi/cTbe+LX4E/9OyKBIbEAABAASURBVOYSHAtXzqUM9IfB1myOA5tWq+nrNX755ZeUH8j1OPEwrsePH/v7p0+fJha9SVXZqZfP/WeypSY7GroW01Yst/S65WMn2o/2MDOVYSm2IBAEgkAQCALvJoHQKggEgdsk8F/+y39JP/74o481q78LvWj/X//rf71NFaKsIBAEgkAQCAJBIAgEgSAQBILANQTioyAQBIJAEAgCQSAIBIEgEASCQBAIAkHg/ScQFgaBIBAE3j6B2tuvMmoMAm+fgJn5zeBm5jeOs0CHxVPclM4N+ywA2tjYmC0I3vGFFywI2dvb9dd5v6fXC2HxATe4s6CFc1kkweIPFiiweIKFKdWN6Okd3MxMLOqJG+arxQvVwhMWRmDb7u592ZwZwAOBRd7vJRaZ7O3tJ95vb2+nzc3NtL5+J7GwgEUeLKiAQXqFzcykX831y4s/2v4DpixIoXx0pS4WxG1tbXnboTcLGbLsSK+F8Bk2ccz29j0dv+U/ArmxcTexSKYsy8RiC/Rm4Uun00m0I3Wz5zO+H/ni8bs6dytRzs7OTlowWbDis/39XTHalx67iXpZaMGCE8rAV1go9Nv5yUVa3sxyjNBe2Nxut8S7m/r91TQcDv1BEXBC/+uZ76SdnfuSHdmbXy94bzsv/IPzaTcWAg2HAy8ftu12O8ECfzTLupjZsoo3fm1m8h1z36FMyibW8ZmNWZzTHjuzttvf30t7e1nwZSS/p/1ym3LsjuzjPOzHX3q9FddZ1aWUXk3XdM1mZr6YBb1hg6+MRmvp7uyBO7u7MN5NWc9qvzd7vyNbqs929Tp/Tlvgr5UPlmWR8HXqoL3r9ZqY1a7R5vkfmVkyMz+PMogT4gYu8CZeqAfu2XfW0+bmXcmmxx+5c1t5A6boh+yoTRBsW9i5I9uy7Hgb3Pd44tws9+b+tbm5IU53lYfWPa6pu1RskzPQB71Wej1foNluswitlRr1RqrXGqlm2G/p6kakVHL1u+X3+Rj9X0XUa7VUMeHBXKuqk/rRZaQcwkPW0JX22FY+qhjsyP5s947bzPss28o3yJbz21DeIo4oC9v6/b7idSXRnlU74DvYOxwOxWLk5+2I3576Nfiyf77spT2PiV2xvu9Mi2LodVA+ttXrdW//9Iqbmfn5NbEiTjvKufgOtmATbbe+js9sevtmTvddH+zYmbFij2T/uT/nRL9Q5RweLgh7WMAENrDCDurudleU//ue56o679+/pzYgB+ynKkdcx432om78eWtrU6zWVU4hVj3PD3DCRjN7ltQrfGJmifIq3bGDcQfxjI9hI/kV38CWDeU8fG1r1k/Ccdvj7r7yNbKj/Y5sRXZ9D88s9533/fv4HnJPsXsvbclO2FI2dVBXWRbeV9B+9G2tVjst22726vabmfuKmXmZtFlld89jq+91X7Yb39lwXbdk+7bibFt27ygGsmS7d9yPdt1u2pf23PFj+H5hPwxyG1f2b6QNxeHdu3cVX3cko4TPlso3tAF5u/I12gd90Zt2W+aSfnfbReKHlliwyWLOSp48eZIQPud7brq/zrRnPzf5M1JTzqyrfRsScktt3uZmi/ZPr7CZLc6HPe1Ae9AuOW76qVB+w3+YD+DTtCs+nn1ny/MKPkCs78hndmY+UvlM9ptln8F3tnXePcXMlvsh5d1VP76ucXKOmdLrJWbw4263oxzemucNM3sFa589xcycKbYTl9hcloXnqqoPwh5s2FP/gGDXYr83y4H7ipM92bSdsIV+vZS/9zVO7Ha7rjdsO8rl5AA+L4qh4qJUfNxRfXedQ1XndTx3nG3muCPG95WHc9xtKt421Lff8fKIsSq+mGtQL3nRzNxv0ktuZvk8yiBG2xoDd9UetEtf/etwOFBeL1X3mv9AKm14V7G/sZRf8RV0Jc8g+Aqy4zbdT/DlNXv4LmTHv+Nzjkc4f1s5i/K25vn2ruxf9/rx1eFwqDF0f/bDD535nIV2xg4ze0kK+XAzU0zW3GfgSn9JXfgs9t67t6l+Ydt13nN/2dPr3bS3hx3ss+zv4y+7fuyWcjC8RhrLwrM785fX0TPF9kIC+AKsab91jadoh+1ZP0jb0Ubsr8ru7p7ac9fbdWdnWznsXiLmKWM4HPgYmrIrBcx+3dfMzH2K2Ooqrohdcgc5hPEJOuH/+8+dj+UctLu7q/HK/Zk+G55XyDG93qpyZ1s5qOF+a2avlAfQD38visLzzbZi8L7GP8RtZrQnLpXs6nUlfLYr3XbStvjCmVgZabzPj5V0lBNrtXp601tN4+lWq6WcwJh24PmKH6W4d2/Ldcs2ZJ1hifBZtV9+zWcItu94Lr7v+RubGN+Qd+FV11yAes3sTZv33PLNzNsbPdAJBjCnLfE1fJY2ZYxW9fEbGr/h07QVfLZnbU3+RXY8b5PTkN2Efy7LzowJ/rGtNs9CX49sJvyanAd//Hyk3IfPowdj9b76TfoXdOzIP+hzyLfojx1m9lx7qy/MzP2dc7C5q7xK26ytjdx/6T/Qb0e20LaL+KrsYc88B9lzG+GB3ujaV99HX07Z6JRmm9mLdZsdeqs7M3vG3qp919bW1D/mcQbtutymO2orhPbbEQv2WbL9+DkCI/aV8B7ZneVD/AK/KcvCY6yta1f8uAkxYPbyTMxslhfryl1Nz2G0IX4B+6IY+rhjpDyyrnEj7YJtWxoTYF/VvuiF7MjObBc+i+x6m+563tzxHMAxWba9b96W31PWlvpoyt7QmAafXVd/Qb1wLYrS51j4Frx7uv6Fntn+lsbuDbfDzDwOzSy96mZmXhZM8WvqoK6+4gUejH2Ip4oFumMD/RR2XbY/2wwb4gBeHI+dnE85lEc8Mi6mHmIRod5Op+tjLI6BCedRF+XtzcY+e36tZO9KX5Dfowv1UddI8T8cDuU3PbVzJ9WX8qaZObf0O9nMzNuIfAWzvvIE9mEnfgRrfG55fMH7xRhxwYdj72lMid+N5OcwIidSNj5A3jGzdN1mZs7NzFwf/KWr8QX60Gb4MHmYdqct9rzNdtN1e3RFxx3lB47fUoxxflEUfj2HHIg+9Xqem6YbbmbmutXV3pSxstJTLBXKVesJ3Zb9CR2u0636bFd/l9lWX4Mfohuxia3YjO019f9mCybpJTczc10pi7xGDKysrHgMwGHRd274WABdkB3lnR1xu06IFdp42/PMpvdL6E5Z5FFijzqoCz4d9YW87/m1ncFsDHPXx3w7qmd3dg28YrLY7ynX7c6E3LfjYzF8knqIb8rGLv4OWKtZuo3NzJwZ7Zu5tXx8jP60Df5cap48Uvyvew5fdwb41z2Ny/A12MAIVjvO8b7syDZke/Pr6jv2HItsyx+2ne09tclWwjeIJexeX8rh6IAu8CaHw7ir8ULFHd2xofKhpM3MPL74jO84pjPLiZRH/qQ+6id29i7lQnTeXYq1Pdm0O++DOIdzR4r5wWDoMYYuVdybmTR4uX/oiQ9hF+zLsvA5AvXAN7PcdT2yvruX9EN/PkdgvC22GxonZh0H0nEldeSfzWbu715Ouz/G0bRBo1H38QztMBwWnuvgvxh/7qX8elf+cN9jm1yIv3L8inIk7YjPUZ6Z/THgvaaVZua5qNls+vUg+A8GA10zWvOcQ64hZxAH+Hpugz3FwN48JvD92xdyQRbiKst9jT+zEGfohmzNx6F3/ZohsUc/R/8zHA78b5fYVeUKctJt+YjZ8/iNEv65rTy7oz5oRzkaRjDMsusM9zS+4HOE1xyHTeQQ+jtsIPcyd8a30zu+wZX+squ/keV8Wj6TT7FzMa6Dw0LgkGVHcb6j/viecsGdNBwOvY/ET8kV1HMTFGZ2yb9XNDaBKX0dfr0373/20t5SW6DD1fd89rblqg68Xxb8ZVt9zpbGnvgMfs+cq6M+t/IXsxfnQjOb99vwhTPx0lHfBTN8kLxAO8CPevDPdR+f3PVcQZ+5pVhkjLItv9+WXuTwHff/+96eO7M4IJ9kljspv877ndmxnLutMoiFLdlG2RuzeSZjCOqnr0YndCO+0ZU+4DbjO8UWBN4VAr+BHmbm+XM5J5APyO3kAfradc0ZiE3ilHgl5smtOZZ35nG/o9jPcl/9+LbndnIFsU0+XlcuIa6HQ/rsVc/35KAsLV0Daftn1M1xGxpnc/628gzl7l3K5Tmf7ymnI7uz63Ect6UcxbUZyqAs7Gnr73e1Wj2xmRm7a4Wv6vWaX7+in+Na53A49D5qW/mK8nd17SzntEW/hg5I9V1+veMcsJ+cBk/0IZeRx2q1WnrZzazm42hyIfNJyqSNNpQ7aZfr9EMn9KmE9wjvOYe2oZzMqe3l13Vtwuz5nNLSZmbJDKn5tVhsw0by9lBtTR6nL6EeWNA+sMSHkB3vE3YSTHdmPlR9vq22x+c4h/EWZVAWZQ7VLtRBXdSJzvQNXV3v4fNSc2x8jjopZ9d9pJpn7Km+3H67ak9YILxGD7hsq72pk+tGXCuo6qDdzGyJwOWXZpY4BqGfxYcGms/mdrqbttTfbcsubK3qZI9QP/v9S/eL3tc5W94HU8ZA4/euxl+UTR1mz9cl3fJ2cZESov97ybxG/I3+d/n1hY7VCfqcf2bmfkKugSU+DBv8Dl+mzdjzebPZEEPjtLcuZuZ6whZ/auuaPjqi3+J688jbA9/aUr7BR/GZHffl+/OciC9l2V3ytx1/XbU17b2n3Lbvf+vc9ZxB3iOmaW9yBkzQ5zoYfI6eTc3xurp+w/HkPs5f1mtPuTLXsZd4vazX/tzfdhL2VPmTsSa2017UU9VvZtXL19pTJrpTPjZSFz6Aj5dl4df6YEAcb6g/WOa9rfjc9ji6L97IjvY7Ynt5v6OcQj6pZNvPu+fXGLYUi5RJXuE+TOoqisKvb6IHOqEbOqLrdcaa2dxfyEEcz3k9/U2kr79RDIeDRJm0Cf0AAt9sz4Z4b0qXLUnWaVs24Uvou+P+hD3303J74TtZsPe+282xnIPQ7siWfBP7qAsbyZ3ogT4wxqfxGXy8qZhDf+w0s+tMjc+CwB+OgJldG9/kKuKHOCKeiCvii1y1rjEz8bahcdmWcgz5HNn23LPtOZ44JWZ3lJ9ybO8oxnevCJ/tPBPflEN8U2aO7w1dG1vXtZiR50z0QS/0o4/N8d308dltx7eZqa/OY7+m+qCc+3p+TafUGIycCg/0RF903/Ycd1923Ze9O3OprhtlHldZ7Hq/lfuu/HpH+ZEyyafwHw6Hs7+ntt1WM0tXN+wnn6MruW84HIjbuuffnXlb7CbyK3UtS/5sJ/EZOpKnsWtdcxts7evvnvCmbOq5Wvdv8d7MvH3QB7ur/gn/7fVW1dcN0qBfpGKwlor+nTTsradB525abW6k1camZEtyT7KdVuv3U79xP+/99U4atO6norOTyu5OGq3upPVyJ22u30/bW/ezn6utt+X39yRb8/5oQ/56V/OqdbG/49ej4VcURcJv4djT3/vQEX9C5+Zr9k/C4BxgQDzIe2GTAAAQAElEQVTQ9sQH7Y/v0C9vzMYY+BRtS4wiC7/Ykc9Wgn2yU/blWNxM2RfWZc/I79PAFuygrqZiA6nq5nO+Jz44b0e+t+9jwL2Zf+1qvzPzw/xZ9rtd6XBfbO9r7LDlDIti6H+LomxY1W84f6vV6qmja4Dck4YeG56vttK2bMLmPY0Z9zQ23fM9+iB70quSXemyI122dc49HxPThrQbnNNLbjX9DZZ5N7zwAXyCdsFviL389/A9r5/36FXteY3kuMw6bSn3rq+PPBehE2xog3q95jn9ReqZma4F1HVtoqVrE52Ev6DTuvI7bb6zc9/tzzqg1650W5Y9b78dte2Ojt1WDNAvjPS332psDX90qtVq6UWbGfo0/G852AMjfHdDfoufYv9VQTeEz6s9r2G5I7021OaUgW3oAiPa7qb61OVr6I/v9TTmHQ6HHtPE0I5s3lEdud69RL0L2XM2fEebcdy2/A59WKODH/U1fsYXKN/s2Vz+Il7YwLnY1VM+ybqNEvP6Hem20GW5za6+3pPeyK78/L7nLXSDf8UKBmY31491DwhrI54+fZJ+/vmX9PjxT9r/nJ4+fep5irK7muf31aeUZaE4v+PxhU/DlvyEDQj8kB2xXggxue392pbyLlzX1U9xPQPfgyuxBsOff/45/fDDD+m7775L33//vT804eHDh67TL788SefnTxUvyfUyM702TntGzCr/bHu8UEdb195og1qt/sLznykwPggCQSAIBIEgEASCQBAIAu8rgbArCASBIBAEgkAQCAJBIAgEgSAQBIJAEHj/CYSFQSAIBIEgEASCQBAIAkEgCASBIBAEgsD7T2DJwtrS63gZBP4QBMzMbxBn8UG7zQ3kXV9wwSIZbtznxnUWKrB4gn31vtqPRqPE67IsfcEt53Cj+8pKzxe5cEM9ZddqNa/H7Pqb2NNvvJmZ32CPnugLi15vxRdGsfAA+xBszRzWZPeaLzhafj8aVZ8Xfi4LPFicRnmUS/mva6pZ1tUs7+v1mv+ABHWweKHX66V+f9XrR/eiKKVnMRNeZymKQm02TMPhwNucNsuLB9peXr1edyZJm5np/8nf19SWLC7g2FzXwMsoVF7Fp+LA+8XrUapew5J68RXK6HS6qrM19xEz87rMLL397cJ/RIHFIteJmSXaEt+uGNDOVczAAcHGZeGzohiqXfoz3iu+YKPdbqm85nMXT96G/WbmbHPbNTw2V1ZWXBd0KstC/lxK8N/RbF+957PqdfXdmvypTIXaHLspCzsoPyVLqi6lZOk2NjOb615xx1/4gRB8CB3Qv1QOWsRi6TaUZdZz8Tm2LIRzsH91ta+26PoiL/weMbNkZuk2NjO7ZEOz2VIbtFXnSsL/saXf76s9BoqloXMt1SalbKqEWOJ1ted1MYvt4XDo5xFPlLO6uurlknvwUX7sjoVHxC0MaSczy/ZdJPl7lvPzi3R+ntL5xUXSxynN/q8XL/Fvdm4uwIuoXlKImTkLGKNLq5VZ4EPojT9hD+1SzhkU8jck+xzfc1xlKza21X81r1mwamYeW9TFMRwLc84vxRffqPISbHm/kNL9qPp8pP6Oc6iXXNts5rjFFrMZz3S7m5kpPzTcNzudjnym622LDkPl7kIxWMz8AN2Q6j0Mh/INjsXHYEwZ+EKjUc/tf0VdM1MubqR2u6N6Vpb6ktLz92jWx8Eovy5njHJcEXOF65R9cnUWW23Pcw2v08yu1Prm3pqZtz82t+Ujuf1z3MEFP4ARUsrf0L2UXzwrhftgxZTjWcTbV1+LP8GWsqmDuvA3/KJWs5nN6a1sZrm+er0muxveljnGur5guecL0FfVrn3PGdhReHsVsq+cCz4Pg2pfig1S2T8YDD1fYf+q8s2KxnzEBP7VVlsTGzCo1Woe72b2Vux/25UwRnjqC0p/9sWbjx490v5x+umnn1xY6Pn06dN0TmKVcmaZg1ne6yPl3+UMmeQvNbVd3duu4lj38VgtvenNzLy9qI/2o69qL8UNbd2/0lcV8p/y2pip/KlIhY7B14bKWZyPH65oDFLFTLPZcJvNasnMUkqVpFvfzCyZWcI3G8qDxAe+i17oh67ZnpzTyHUIn7GvpMp/HD8YDBRTq4qxboIX7KijUr56zZ7v2ooRbO9pngFT+u6hcjVlIdS1kCIVM34DxR3Hcx7nt9U2zVk/RNlVfW9yTz2wq9drs76peal/ol1783lI3/MEtiHYgVS2kV+Q5ff5deE2l8o7nIcMnPHy+Lnr4yjar674qCnXJm1m+t8t/zMz9xnqob6u/+hdT7b1PY8Wap/KL7CH1/SF7JGRxg4j9Z1IqVgZzuOg5306ZdZq2ffNcl1mdstWRHEwJl5y+62q/Qbys6H3e7RN1Vbsl2U0KmfjnFLHI4XafeBzuW63q1zdSpQNYbPnt5uZuR+Z5T3+hD70m5RDbDOuKDRXzPWP5vXm9+SkSpf8XSHf43h8ivPJZW3lF/IMOiFmhmo3FrN8POcynmEuQY6inlIxWfn4SH6d9SpneqLfmsaKi/eF9Bsqt5FfyQvMR5rNhnjlOm6s1CscaGberzQaTeXllscaOmRbCte5VDxiw0jxyb4SPkeq99W+lP3LNsGG+KUtkzazN2+Xqnnlf2bmPoi+CH08bYL/9Wb9EW01VI4aqt2qNsfuLKW4lR4z+EEpfkgxm4dwDgJjysEne+oP6Beoo60+C15N9VuNBn5Qc33M7JVtqk40My8Lu5BsW1dzmd4s1ou53lV7YsPiNb67JvtybJHDsQUb0J84RXfKJjao18zYvTOCXnBF0LWrvgrdVzUXG3qbDlKhmCxm7YX9tF9mUMr2heTPF+/zMWvz+C4VC7Rxzjlt5cGmxxs6mN0+FzPz8vEd/Kir3IvgX6uahzBGQIbut4XsLF3KmY9ety+cxVD5HBnIT/o+lqO8nuKB+O7oGiX1kQvhWq9nn02/0WaW2ZqZj8HayvcVh77mpJcZFO7zle3Fkr0cV10b4HzKaShX1jWeMlvUYWbK1zXVVfexHu3d1zyg4kzZ+Mbo2v6glE/hMyPXg3zCuT3lhK58M9fZ8PKTNrNcr16+8//MzPONWd7XNIbLMdf1nIOdQ8UcfEbqX7Lk3AIv8gt7YjDv11Kh9hnKf8mftA2MKLNqEzN7IRezfAz6ECvk9xXN0fsz36AN0KmqM+9Lbydej2btOJLOpWK8kE6D2dyDeKDN0IfyzcwZvFCppQPM8jmUQVldxTG2DsVqKNtLxSt6IKOZLrxe5sR7jsOWwWxusKI5ZUfXybC50m2p2td+aWbup+iNNNR/tdWfoT9z2r7HxMBzSSlupey4LIXad6gcM5D0ffwIT9oHnSmv0ttswYjP8QGOw0bqwe7lsuFxWUrl6TW1aSnJe87pywcoA72bGofV64vYS29hwz7YNdX/Z5s6Pm8mH6yqj6It8QF0LeR3yLKd173mmCxDsc9ssXNVfUJvlsO7nmvayl9N5bFGQg/ELHM2sxtZb2buA5yLDbRJ9t2h5zf0y+1QzrnzfhHra2qXkWTNv+f4ofyeeO8pJ+K/9DP1+uv3MWZZ17ryeeVD3aVYK8S3lJ9WcTVSvKNrllL6IVnP/F0pGwv57kB9ZN9zHPY31GeY3Yxf+gNtZua+An8Ef4c/vpm5r7kfwHY0y3Olckah+R8+gV9xfFv9O+eb2Uvn2vQH3szM+dfULzeUq+FPfK2oLyTehuprCo+BcubrI+3XJLyv9ry+bVlTHOXyae9KCumCTkPPBwPF2Kr6iJ7y44rPXdvqa7ABW7ApaTMz/f/N/DOzZ/h1lUfxS/I0+iLkj5FyB5JzR7Zt8Rp7c+4Yijnnkpu7ykXYVNljlm0xy/v0jm1mebxNfs5+1FX7rHo+LD2PZjux+zILeKx5rMOK79kPh4Wf39H8gr6EGEdoW7MXMzCzZ9qH8URf45BSeWQ0yynUVdWZX9MW5czPf7s9Olb6LPZr0quSMhUeEwPFQn/W33R8nrnMyOzFrNINNjNL8McfiTN8s6PxJEx7Gkfgs32Nn3LuGCR8mVyNjthSCbbwutqX8o18TOHncB4x0Fc7UeaKxq3EAn0pvtXQ3yXMbJ7rzSzFFgSCwJslYGaeT8kBCHmAHEBs5j6v77me+CWmS+XYZSHGCx+7DRXnA+X2/qzv7mje0fJ5B2WSu9JsM7NZnTXPa+QA8gF/B6AeyqQOcsmz+TznyervExw31NhhkVOot+n11vT3MbOcR8zyPl3ZzMxzTr1eUx5sSOemjzv6ynlD9VX0IdTBfqT+nv2yVJ9VxxS6xpj16TkHWJJX65qPmNmV2l/81sykV905UVZul1Vvk0L9BLpUdVe6VHu+WxaO4xxsoxzKo23QrVZ7/blX0mZmzh6buxo35T6kJ337aahxUKl+IUup8WAWdOKzyo/oa2hPzqUMykJPM1MNl/+Z5foqH1rVfHoof6A8bB/5eGA0719L+S+fLyTrUEov9KCPwhdhAxczc/+4XOvinVn+3sxmPl2XD7XkQx3FQs/78KHspmz8mXpHcz8qZ+MjfHo0f12oXTmn731lz8uij6zayGxRZ3qJ7aaHco9HJfwwN/d0cJ8HP9yN8MPd3O/x9OmTdHFx7vd6XFzkezrMFrqZmfsu7dfVuJd8sjq7PsF7GPMdbVuxTu/QZmbepujXarW9HXq6XoEN+AltRFuV8qlS/kP7Lq55lPK57Fu0+UL4fG3e1nxezNobv6f8ruKGsTHtna5sZpkv36EXxzFe62msdlUnys5SSpe1uWT/G83fE3f4Gn7f0bi81cp526zmtZuZ79/U/8wsYQ+CTfh6u91R/uxq/LuiOFqdxVEefy64F7Mcwh7JvAvxpD2wa6hcABfso924ZsnYtit/fJ7/mb26vWbZlnq95nmQ9mnrWgb2UCeMezMfQid0Gyo/IOiL3llKtU+2p3T/yq+zj/G6SIXsRIayEcF/so3kjK7fK0LdMK3V6sns1e1KsQWBIOAxVNNYCSGuiG/yJeOPy/Hd85xVjWmHinHim3gt1VeUiulFLBPPWRafFb8S3yvqi7qK747GGm2NDRvqZ2uu22/VRGbm9dc1zs33IHSUv8ndPedQ5blilrOwPwv9Uqlcx/6q8DmyNu8vOQeW5E7yaFd95SLH1dx8M/M9/zMz12u5vbrK/eTJQrrAu+ojc7+4dkmX6jPq5bhSbYctnE85HV0rwQfwBTOjyndazCzVrCZ/aaSm/obRbLRTqyE/qq+kVn01tev91K4NJEXq1MsstTJ162upUxulbm0tdeujtNIYpV5rlFY7ozTorSUe7lXi0+JT+HxwkAYav/Y1j2LcR7+Xeam+VjM1dG26Vqt725i9PW5mlur1emo2G6mta8sdjXd6GjvRnrQruuMXpewoZc9CCo01Cp/DcFxftlVjCWKfMQvlmpnblGabmc3qa3p9MKCuofps/An/QniNXB4/Vr6Yc0MpnTgPnpTT0pi0qb8pUm+tOIAykAAAEABJREFUVrtUb3rOVquZ247OPY1DsGPouamY+301t0afLKV/N/K5FDqVzqJQOzPmYDyF/ehAtWbG7kZiZs6H82kP7OrLZ9CJ2BxproRkPdZUb9ales8xpbdToe8Kbx/apau80JqNY+v1WqrVbsbHzHRs3f0TtnDCvr7aG52oizoXAo9lKcUqC8cOh4XnP/y/o1yBjdn3X0af2pI+HeXVnubTA7c367Fc/+I19VecRmq7kVhyPP6LPuiCjXXFA3zSDTYzE5+atxl2wLg7y6cv5lPO8ngpRuiZ/Qh9sk+veIxUOplZetnNzFw3ysC+SrfBYCheud7MIddf8cn7/D2MeD8SMxjS9tz/Q5mwQszsRvGWtDE3RlgT8csvv6RqLv3111+nr776On377bf+UCzm1T///JPPp2mPii1xuqrrGtgA40L9FoJuCK8LxSLfDZVX+oqfnnIatsOAsqifB209fPjIH8L15Zdfpk8//cyF199++116+PBhov4nT36RDszns41mJiuu/0fZcMG3e8onCPUSz41G3RmZPf/860uNT4NAEAgCQSAIBIEgEASCQBAIAkEgCASBVyUQ5wWBIBAEgkAQCAJBIAgEgSAQBIJAEAgC7z+BsDAIBIEgEASCQBAIAkEgCASBd4NA7d1QI7QIAm+HgJn5zeHcTM8N5NyozqIEbiBnUQk3tHNze16MUs4WDHDT/tpsEcHa/LOyLGaL5YaJBXeUkW9Cb/liAOrgRvW3Y9nL1WKWOdRqlhBummfRCTYMBnmRB/aVvsgFm0vZjfAaya9HozVxGUlKsRgmGLKoAqawbTQazjvd0mZW6V1Li/brJurs9/uqf5CGw2Eq1TZIUZR6XSb2xWwBA99jI4sbeksLFiiPNjOzVG1m+TXtyPfVggPspBzqYOHGs/5SihdsKkGHwnVDz16vl7q+WKjpvmJmt8qp0v+me35HgcUaCAtGEF5X55uZ69lut1zvnrj1+6vi3XebimIoxoVYI9iKFP4ZnODN8fhFp9NNLDJpNllAmhdrpDewmZn7dr1eS41GM2X/XvFYHQ7RrZS+pbdTXnizNn/NewT/XuxL2YMUsnvgPxLQarXFpaa2S9psttfLW/hXq9VUdt2l2Ww699XVVa+7kC+Xik18D6n05DX6LqSUTcuSbSx0Pu3R7XY9jhq+MLImXrVb0DwXYWZeXr1eF/+G2ryZ2vMfWOgpZlfVFv00HOaYLa74UOkxXLr+pWzNUqjNCrXD0IVzK9/Cnp7iCh/rKrba7bbqbHnd6ABPJFXbRfIFRzwz5vz8IhED1UO59FV1lPaX3+mD5/xTGTzMi4LYXznKzLwtYd1qteSPnYSuq77IquKAbUgpOysp9LoQp6Fk4MzId121HTZSXmWfmSU2M/O68Bvq4thV+Q684Ljwl+wP2W9Ksa7erymnr83fl2qLvvIrixIpjzphiaQ3sJmZ609dnU7FadVtHyq/F3NfqRixL1Ihvx4qtofyKfRlUWZPuYoyKAu9zTKjtLRhB9+RI1ZWerN6Bl4esTQa0cdVPMo5lwW3XP+i7lVvW+pcbhszU46wpZrfzEszc360PzbR/tiFD8CFmIHRgmPhPlbM+svS462Q/aWkSENnOvTcw7mUQVmwpewF36bqrclGxLTPkt7CRhsijUbdc1pbfRV6raysKNf0JKtz/YfyIaSUX2cp3f5SdtOm7LPAIAvHZ9sH7h+VbxET3Vm+gTftjaCLmb0Fy99+FeTLJ0+eJn6k6fHjx+nx40cS9o/12U+JBadPnvBDTTl3mpn7wlVNGWOQLs3M+wrarqG+esGRPimfa2bpTW5mJt+te3/BQtK2+o+ucmxPfUpfY52+8t9QeWUo3ynm+aeQ3yx8J/tMfl8oF3Ecx+M3q8rz5G3Ko1zKz3Yu25jEKd36ZmYqdyEN9ffUj+9i12BAf1rIlkK5rVTuL31P7svC+zV9joz03VoqZN9AcwXsIsYoD3vw+2UDzGzWtg3vj7EdBqvqj5g3wQdOlFd6PJbSo1T5yFD7ocdtX23AeZxf1UWcmVl6G5uZuR3UiZ9iK3qQY9BpRf0G7buqdu7LV/IcgT4k23DVvnKWay7nm1K2F6kQW5gM5W8wpjzK7qkvo80YR+Gj6GFmatt0q5sZZWahPbGZvgw7V2ftNpj5DPqPNA9c9pPlz/J3pds0VOxgS08xBTcYUrZZrutWjYjC5gTMzPtE2q+vOBrKr+jTC/X3tFtuozWPa9qOz6o93/EDIaViE58cKOYpg7LwQfzDzOZ1XXlx6a2ZyVfN44i2J35WvH+mb+6nocYZy/VmPSq91jz/5M9Kj5Oh/KnSJ8dF2/N3pZOZpZfdzMz1w9/Rra9YRi9YlR6zazNOa0v6rOmzUrI2+6zSb6Dc1ddcsefjfWxGt/SGNzPzvqzZbMxybsd1IN+WaseKccXy2esXa24Lx1XflbK91Ln4AEz4cQoYYY9Z5myW9+kd28xs7nfoS/+H7+J/+DH5iPyKXfgTfoWdSOl2055IIS6lfK+SQq+LxHHIUHHF+ZTTV5xRLkId5Dt4UTc5Dz2Q20JFWQjlY1tXY1Lqzv3QUDoW0rV0/Wl34pr25fVivzb336FiK9uwIt9tK3+0PLbMMsvb0vs2yjEzj1m4NnWtpKXrMvDuqb/EBtpkoP4Km0r5cDlrU+zOr9fEZiGZyZpYLQvs1pxPof65r7xAzmlpLg9z6jaz9CY2M5vFczPhs9hGbuqpH0UP4nqgvDyU/+GH6Fcu2VnO7C3nnxWyt0jDITJUjhpoToP0NU/qea6gfOqhvmYztz3+ZfZmbEw33MzM2xrmLbHvzsboqxp3waCYj82JUewsU6F+rlCbLdu7qnFMT/6BjZTTVK6s2tDMPF+Y5T11wYH2hvdQsUE9pbjiQ5W/5Jhac79Zfs0xnMO5PbUZOld1LjM1s/R72szMOcGtqbiDJfZhJ/bCHNsrFnlfOh8+h1v1WaH2GShG8WXapmJE2RUjs1zfdYzMzD82M/ePSh/8eHXmG7R/qRjIdZczPWivxeusD7mgTNgwUFz1lcsrffAFM3O7zfI+vWAzy8eZmeuGTbQ/Za7KD6kj+1PhOlU6wCfrio4IepaKXXQrpN9AcbuqeF2Z5eiml2+W60u3uJmZl43usK3iIevfVw6hj0GyfqVio5LC428ofYfSN+cYxg+UQVmUSRsjSZuZeV1NxSR9WfarFT93qJxFuctc4LUs1Xcch3BOf5avqzobuk5EfWaW3vRmZm4PvtNUnND22ASDPO5YFT8YDhI+V8xzWOFtjQ3PSpEKxQzHcg4+ROxgJ2USh5RPPdhMndQPazNz/00vsZnlc2BGOZRLHUP1OaViqlR7V9xpi8u+W3q/yWd8x5iykO5D5VH0pZyuxiuwoXyzXNdLqPfMoWbmfSa6YnvX+wk4D2bcSsVaKb1K7YmtNb1eu+b1SG2w5ucMZWvWd0X9cEdjooa3a4rtGQJm5mzwN9oV/rArlAvwg7W1kfPGH9bW1pwvvowfk1M4nnbj/GWfMLMU24sJwAx2CBzhSZyRI+BcKP5KxS3skaodeJ3n+2vu96/5+lIZOT8s9w/FvN2JLdoewU+4vr6ia2roTa7BBmwxs3nuMrMXg3jFI5b5Mf5FB/ihH/xgV3rOW1POGEnW3J/hV9mZX6+JAf31wPuvbBf5oz2fT6Gi2ZuzhfJfR8zMcyltwN+TVnTNpq8xUWZRynZkTXukFIfLknlkDjCDX45xcmjTy4a32c0ZcDz+gKBX1qkv1sVMjzXpsTZ/XbUF+9v06VcpCx2ul1L6lrKhTDCCb1/jFvwO/yOPYnfSZnZzVjr8V/+Zmedq+krqYLzQ6XT9b5jUzXgCPcgd6DRUvz30cVghXZFyvqetaeOFFLIFGaah+k/OpyzK7Gn+xZyq3cYPWh4Pb8K+FFsQCAK/SsDMPAeQT6scQN9LniZeiVtyUqHx2yK2iXukUGwXmsMMJQP1c6uzOWlH15/bGic3n8nxZsv1NVJbOYB8wPXKYmn+s5wnl8co5Bm+4zP0GSon9dUn0Q90OtTbmteZtJn9er4k7yDMC+nvs+39VGicVNVFfbxm/rIsfJa/o78p/Rx4wa7SB6awNft1PaTqM//MzG2hDHJz1q0n1s/XL+tUen+yeI1+a65fX/0KutF3kvdfVbd0zWZm0reR2u2W37fW0zWvvtqG/mOoPqAQ08L9qFC/Uc6kcL2G6lc4pi/96CNWNAZctGdjPvZLS1tut6bqa7vf9VUX/AvVQbuMfuX+HdqRY/Ahji+kG3pSb7vdnvdJZuZ1m9lSzZdfmpkfA0t8CL2xHZ/GprIcenvkOku9zu2R22fNxysj/S2V79FnKJ/mXMroqD+mrSjbLNdzufbbf5fvz7hIT5/mez0ePnzkPxqeH8j1yO/1ePLkaTo/P0/VsctamNk8p6B7R3GJLVVc4MeMJ7nG02w2/FgzS+/KZmbengv/asmfu0s+1k+00SJfZV/O7cnrNfn22pV2Xm73NbX5yL+v2hvfw+9h1dS1Iuq+jgefI/gDx3E8bPGXZX3wbQS/ynqtqb6FDtXn2LGq66Q9jckoi/aq12mTzOA6HW7zM7NcT2UT9eMb+EhP+QMmfeUE4hpds41D5Qw4F7M9r5FC3At9NvT24XjOg01fuYGyVjSHwU5inLpgCEvqNzM3zSzv/c1L/s+sliivoeuMlE0dy/Zkm1bVV/aVxwcu6Fko/yCl5ual5pdIbrdy1m7YV6ZCua3QsaWO4zwEG/ti1JeNPbUj7NrqV6m70WhKn1oye3WbXhIBh4cEgfeSAHmC+EZyfLdTW7FGzBF7Pc9Zq8/E91DjG2KW2C0Uw6Vi/NXiu6f5edf/7pPju6H4rv8m8W1mXq+ZpYoLfTr5rqc8tKq/cfWVl8hP5O1SOStLOc9p9FFZrvuMPgsp1V+Wyu1cTxs62544wxwGzWbD6zezxGaW97xGL4T24ljO6StPZn1ymVX9jL+WJbcP9SOl596hxrHYRT9S9SGUbbaok3rfRbFkzqmh/r3RaKVWs52ajW5qNXqpVe+nVm2QOvWhpEidWilZS526pDZK3dpa6tZH/jCulab2rTv5gVwra6nol2lNfdKa2rfQHI727g/6adXHFT0fN8GdOKENms1mqtdrqVbL/ZKZNJOkN7yZmeqtJ+pvz+YotGN/5qNDjbvRv1B8IqVitHSbaPsi8d1Q7c/xq/JtzsUmyqvX68/YY7ZcXzvBgPOGqgffGml+gu+NNPbnPa+r/eKz0v2+lC6cx/mUg/6NRsPtMbN0kw3e6Mr4h/hhXDSUPaVspN5cZ/b1rMua4m5NsbqQUnoU4kM+gwMMaFPKNruZHpWuZub6Z53aymsr7jND8eH66uhaPuhSSq9yplfmU7hOA52/6pxbrabmcHUv36yWbrKZmY6vSRozH2m7Tv1ZvqAO7Ec3+IzUbsvCZ3zHMRyLv/TlW7CmzeD0Mm1mZgmunCTxyXsAABAASURBVMO5bc1Le8qrtFtBvOnvZ9RJ210WGCGlOLFf8z16cS5lUBbcKZs6zG7WdmYmPnWxbegaT8tZ98WHNivUBtQBA/RaZsPrrOPa3J8L2ZD1WRXnbqp0IpbMLL3sZmauG3ZRFsz5uwv5qJBuWYe1md+wL/Ua4XWW5WNKxUVf7ce1avhXrOCVbrBVc2PmyQgPxeKBXD/88H3KD+T6Kn3zzbeaW/+QfvzxYcoPuj73Nqe+rH9P/d2qzxPwpyyFGC6EWIQ/dpIfekt9IyzPzy98bcajRw8TD9/68suv0mef5QdyffHFl+m77771B3JRPzqea15vZq6HmSUzS1c3M/PvYV3lE1jzutlseTvAycz8fDNLsQWBIPCHIBBGBoEgEASCQBAIAkEgCASBIBAEgkAQCALvP4GwMAgEgSAQBIJAEAgCQSAIBIEgEASCQBB4/wmEhUEgCASBIBAEgsALCNRe8H18HQTeGwJmNr8hnBvEuYG8ulmfm9e54Z6b2cuyTCwiyMLrStZ8MUN1oz7HlWWROCcvJuilfBN60xcpcAO8Wa7zXYRolnWDBQsMYMEN/MPhIBVFkUpxQKrFE5d5VCxGYjJyXoXOqRYCsICA8ijXzG7FfDObtx9sl9sPvXP7oftQuheSvEAHG7IUsms4a6+BL27gvEpXyqNcM7ukr5k9s+Ag1zVMhWym7MxmTRzKmayJSyWZTznzFc6l3spXqjrNzO1Lv+FWLRxZ3qOOmblPty79AO6qGPadZ+EciivMC/EZ+veVX/R6K6nb7bz2ght0+jUxyyzxbfg2mw2vs9frJWK1KIbStZCUaq/cTte1IZ9djnd8qlAZg8QCtHa75QtOzKjv1zR6ue/MKM+8bGJomfvQF6kVrnupGEXHy1LKpkrW9HpZ8ueF2gs/7Ha7vpgKRohZrje95maWy6n4VzawQJc6aYcq5+Ib2ISgFzb9uhSpkP4cj3A+tlBer9fzdqGOdrvttjV90WfdWZplvTAv+3h+KNfT87zn4TB8h1zwv2serOUfX/1fPtg/5SWSVJjv9amZeQ6BMSzQifjHh/r9VfcnbCncL/Gxy1LZW9kKv8pGyqJcWJtl+8zM7eU7OHAs53A+bC/7y7P+UeV8fB/hnH6/r9h9M/6SrmxmNte/4oT+6JA5FfJ/5FlOMOQYjq1+eKOrnEMMwcnM0tXNzOYLL3vKUZxLGaVyNqxGo5HyOVKxKhVXSH5fKg6R5bq7ii3YV3Wa2VvL72Y254cO6IJd8MA2/AD7kEKxhO7XS+GxVtk11NiA/EkZPeVS/JeyqQO+TeVZ7K3Vsq1mlt7GZmbOlrqRpmIenbpqd3REV3RGhsqfSCG7kevtXvarQgyG3o8Nl+yHJeV21c74KPVRL/GNDsvx+DYYvM06yJ38SBMP3uKBXI8ePfYHcrGQ86effvZFn3zPgk70MjN2z5GcJfGZer3hcZgXUTeUM+verma/dv5zin2Jj81MddUS7Ub70Y60J21LG9O34DtV3BTynVK5oZzF/XV7jhnOfI3zOJ9yKI9yKZ96qNPM3ridZrkO/JI6qZ/YQC/0JMaxo8r95L38ulSuW1P+Q8iByJrn36Hioa/+i3IoD3Zmlq5uZubjR47BdhhwHrlkKEbFtTyLVOhzvh96Pf3EeZxPOcvsrtZ32+/NzNunYoed1I8exD469dRv9JQTsauvvpI2H8o2BDvKF/hLueRLHM95COVQ3rLvMI6iftrRzG7bXC/PzNxmM/O4IL9nO/MYGt3KmU3ZV9bcT7LP5Ncj/6GCkX/OsZyDLXCC27INZrm+FNutE8BvYU374Ue0wyLe1xTbIwn7NW+r5TbMbZv7Q85DKIOyKJOyb6KwWW5fM3N/4lzih9xBefh5pRN+k+tFn1I6Ibxecz35rlS8oAvncT76UB6xSVygl1muM73kxrmVv+OvWa9COa+ULlmHhY58hqz5d5VuxSx3cf6yv5vZS2rz8oeb2SXGsEEH8i16wS63cTnXGb0Xn/E5UtmU279Ysqn6cQpYm5nnivQOb2ZZR9oWnSv/q9jgQ7QV/oRfIdhbznJcKX+7XopUzLhwDudTDuXBHP+mDnwTn6Je6kfMsk6vi80sl0OZCHWQX6kffa7z39zetG859wF8eqS5DnZiC3agP2UxJqNsM3tddW/9fDObjd/qPn5s67oMzLEfG2CAPcscsBF51ufhcZ3AKgvnUS5s2rrOcDXnpFvezOyZeKbuhX392fxk6L5YvtBnSz8OHnBByA3YVPkt/LqaP2EfbV/ZaGbpt97Mfn08me0vPF+X87gtZPPQOWErdsKwspGYWfZvM/OcVuULOHA8jOBVKOYpmzga+Tgn+8bCn9a8r+I7juMczqXNupozUh5MKd8s1/Vbc32Z+s2yzmY2903yBPZhJ/aW8sPMJ48veJ2lnOcc3pfeRsW8bSgDRuTLqk3Mcn3pVzazfAxMaU8Y9zQu72uOQg4oZtfXqDMLeiCLthop//EdOnH8UHMPfAV9KA99KN8s1/Ur6lz6yiwfb2bOC9sok7LRbai5AnVSNzqMnuNTfM9x6MZ5fc01epp3wB6b0c9sUVe6hc0sl4fdlE89sMj680NR5J+Bt1+pNi+9Pcul+Cv8u6FYLmKv69fkKYsyEbNcj5k5I+IDTtiGjdhazNqQOnKsrV3yJfhkoV2zDpzDucQveld1Yo+ZpTe9mdmV/qntfytkDFXZhX7wGcoPCs8txRK/bAc2X5YiFTqWcxDYUg4+RbmUTxtVNsOzstnMPL+lG2xm+VjOpZ3gV7UJ9S7rlNkvt0k5b5/s0yN/X8pPOBd90ZXyKJfyzXJ9ZnYD7Z49xMzmvLEZH4ID1+yok7rLmY+ib9ZrWef8evF5Oee80LftYw2zV9MxvcebmblvLfsL/GFXqt0rriPl2ixr7uu0DTkN/+V42u02/OE9Rn2taWaZP+zwf+KK+CLOyBFwph1KxUDl/+yzEK9vRqjvWSnmsYVe6IefEKs99d34wfPy17XG38KHZpf5Mf5Fj576WfyzUM6t7IDZ6FJfnXMHn+f+qZz7dmUXZVU2ESNmdgtav7kizMz748qP6EeJ0aH681LxXLoflcrryLL9y6/5bsGC8+FAmfhpxcHsxSzMzPML5+Hf5AnKgi+6XG6PXG/VFu/2PvPChkI+NtRYAJvwO+IXVhWndIubmXn7Vizxza7mfl3NU6ibtkIPYhOdEMZU6IiuLxKO4xyE+KEsyqRs6uB6NjFGe5rltk2vtMVJQSAIvCwBsxxz5BZikDyTc0DX/+ZGvA6V64fKR+Us35fK+ctCPuD7Kr6r2G7rWhzlUS7lm+W6zGw+Rud7cgDn5LqG6jMLSak+ZW1+HWW5T82v1/x79KBuzu1pzECupE8gn5nl+tKvbGb5GHREyEXkpb6uG2AX5S/6jVzncv35Nbrm/q0UIziQ4yinrWuE2EjZZvYrmlz/lZl5fqYMyqLM3mwsQl2l2uLF+qF31rFQ39LXdQPKqTihW9U+6TU3M9Pfe+t+/xV19NQmsKj6D+ovxaiU3svC5/Cu2pJzOJcysp517/fTlc3MNBdr+PUExibYRhml6shjgZF8CIEBUspvEF4ji3ajfvSkXljDxcy8XjO7UvPirZnNj+Gcyod6aqdKn0LcS9mc/SXXm9ttTfpVMpJua/L9wq+ZcC5ldNUf0/6Ubbaoa6HBm3mV7/U4Tz///HPih7y///6HxAO5eM39Hk+ePJk/kGtZA7OFjui84LHqP5afbeqqzTruJ8Qqx5nZcjG/2Wszm7cncdFsZv/qXhkT4We5XQu1WeVHeZ/btlR7VrKm11myX655u3NcKV+lrOx7i3vJzewZBmbmusELaTabfj0JpvgL5VBe6b5WzupYm9VdzvZr/vlIc3CO4xzOpYyufO3X4u0ZhV7zAzNze+CMPfgCNhF/3Su8yavoihQeT8Uz3LGnFM9C3xe6XsixQ/Vf2IdgI3mCsqmDuqiTus2yLmb2ylaZmfo285xNuZRPPfRL1End6EB+Qx/aHP2G6l/RF91Ltd1NZNlG2FAe5VI+ddGv0pZN+W9lX4otCASBVyZgZp6viKdFfLeUg9t+j/SL4puYvUlscwzHkhPIDdfHd0d9aEvjn6bnGzN7Zbte50QzcyZm5no0Z30SLMhH5KWhcvDQc1xxKWfT/y1kbd4/LT4r9RmSv4ML5VBmlefIr41GQ3m3NtcjzTazrBvthaAbuRG9KIfyFnXlOhZjtOo99ed+vVTfQltwPvaR1ymTss1sVus7vJOOtVpd7dRIzUZT0kmteleyktq11dSu91O7NpAMU6deSGYP5aqtpU5tlLqSlcYo8UCuXmuUH8jVW0vDgfgUknKYSu93B2mgeUZf8yjaCVZwr/okYqder8/by+ztsDOzRL20GX6DTuhHe9Ku+EShsQPtXF7qh4v5tWqO68s2rlNjFzZRHuWa2dympM3MnqmPuqiH8hmDIQufK+Xvld/lPcdlKRLncT5607dXHGu1mtebXrCZWUJX/Ba7sYMyC7e5vFI375G12Xhxzb+vdCnUzpxf6YIOL6j+ma/N7BIf/m7Zl8+gE3EJG+Qyn6xT/gyfq6SY8el5Lr7MJ7dLesFmZgk7Go26c8JHaOO+2hudsu3Uj2QeWY/l15U+pevDubCGOTrBv/KV9ILNzJwP7cx5lEFZlFkqF8Eoy3L9vEY/hNdrs/YbpVI+jf9SBrZRJrpgs5mlF21m5nw4B52wh/bHJ1+GDzqjSyG/Qx9iiXKWdTJ7sT7pymZmzgu7KIsyKXuo/of6nm2rNfdp9FnI2owXc/HS1zpSDrZiN2JmN4q3pI15NMK6iCdPftFc+rHm0T/MHsj1dfr2Wx7I9f3sgVg/a0791Bm3Wm33Y9qK9saG4bwPLbwtsakQw0KxyHew5FjOqXSu1eqJ+lmz8fDho/Tdd98lHsj16ac8kOtTf81Duh4+fJhYw1HN66W622hmvLwkZvmzmvIOrCu/XK63/hvk90tKxpsgEASCQBAIAkHgPScQ5gWBIBAEgkAQCAJBIAgEgSAQBIJAEAgC7z+BsDAIBIEgEASCQBAIAkEgCASBIBAEgkAQeP8JhIVB4PdLoPb7VT00DwKvTsDM/GZ3FhNwI3mr1UrcuM8N5d1ux2+A73a7L9xzPMK5LDinPG5A5wZ1M/Mb2dM7vJllHdEX3WGBLdiE3IQBi2c4juM5F5aUs8zhNhGYPaszdSLUjx6VdL0tac9Oqj5jz3Ecj57YjfyavmbmCzw4jvM4H6Gs7g38hGM4lnOQZV8xy/ak33i78OdiXPiiDRZuIJVKZubxAiMYwK3iwEI0bKukO2NevWefbW754ibOpxx8zszSm9rMzOPPzFx36kVvdEEnpHvDtlscl/2IMigLO8wsvYnNzFx/OFEP+i+YZz0Wer04Vy0fi+2UVdlAHWa5vtuyxSyXZ2bOv7KBOvF/6m+3q7zbvhSfXfehqzZlm9G9knbYWe6fAAAQAElEQVS77XmbPeVRLuXDCqFObEPMsj5JG67uov/h9/g6e3/+lj5Lixc6+ob/OG9ZrpxmlutHF/RCP3RFb/RHKruwv3q9vOcYhHM4l3IozyyXbWbzWs3sEnfO4VzK676k33NOW211XZ3pDWxmdkl36q30b6vN0aeSypbqPXuOQTiHc2G9zCpd2czM6+M4juc8zqesqvwX7TkW4TzOp5zlOs0WbZPe8GZmbg/1Z5sannvRq612bIshgr7L0vW462jc07kUj/mYq7HW8jIpH6Gu5/liegubmc3zJXqgD3rRDtiNYDOS7VnYmO1+Ub5pX8k1rdRsNucMqA+hbrOsi5m9BctvpwpyIA/QYsEoizb5saVHjx6lH3/8MfEDTCzgZNHo119/k77++ivJ1+mrr772/TfffKNjfkgczw83sZjz6dNzH0ugnZl52/Aa8VzLi8TnNfdV2or8TfvQVrRbxdMP1f/MTP9/M//MLJmZ60K96NNsLsdNbv/n+07H4wZfunxMPq+tuKvsolzquOwr6Y1vZpdtbMp/0Wl5DNd9Qd/wvPE+vCp7rhpiZnOuzStMl+uGW3eWg3hdSVv5Cj2b0rep86lrmV96C5tZZmdmc1vQAV2arlfTf1gMPdG3ksqGap/tu5preN95JudWZbQv+U4zUSd1P493uqXNLNtMPdRHvZV9Vbt1X+Av1ffY31Y7IvCiLMo0y3XckspRzDUEzOyZ+Svt0fVYw/deLByP0H74wHL7pZfYzHJ741OUgS9QHuVSfvcl/InjOY/zKQd/olyzXIeZvYRmi0PNzHlRJuVTD3JT3TiO4zkXoV/D1kq39BY2M5vnKeqGEbqgF/q9vCzyE+XABt5mr8Y4/QabmV3Txzd9DJf5/Np8tKP+fTlOOr+Sr9vzvgBOCG0AL3wAMcu63BYGs1weZVMP9eF3tBVtjnRfKt6zDVd1N7PbUvlWyzEz9/dl+9E9t2tbbYXkNsscOlfac7ltf/01LOFK+bCmTjNz30pvaDMzt4/6aFvqxjYEXRD0uirdZ/JpRywuC+cilIVQNkI9jUbdc2FlY3oHNjObs2g2G4q1PPbChmft76idO0s2t30eV9mJjTC9zj6z3KZ8xzFNjfM4bzH26ajsX/eVij96tX0c13xr47f0FjazzAg+sIRRezbOw+bK/hftORaunAtjyqJM2JvlOm5qjpm5f1AG+lAe5VLHi/SovudYhPM4n3Ke0Se93GaW7cAmymq671Z9Tsd9tKr/RfurumErZZrZyyl1w6PNzPMbuiMN5YXmLB5ghKAT0vV+pqPYyMJnCMcgFU90pizELJdfqWNm3obYxHHU1Vb8UE4u/2Zx11X+45yqTsqjPsTM0tvazMztoV50qGxCL6S9FDPoW0nXWV61teO+Uh3DvjqfshB4IdRDW1EndZuZt2N6yc0sn2dmbgflUg/1Uv/1el7Ve/GeczgXYZxCeehoZuk2NjNzO7GZcin/dvRt+XiR8ijbzG5D3feuDDO7xL/ZbKifbrnfdhWTz0r26ewPMG5cGneY2XvH6E0aZGaX+OOvxBl8iT3k2TZYxOeb/y63N3pUgm4IcYo01b8g6E4Mv814M7uOX8vHjpW+N2VUHV/Zhk1v257X8TUz85yPzrQF+tM+2INtN+VQHcc5nE9ZlFm1q5mlm25mdsm/0elV9an0epf2MMKetsY8xG1mVXObb8roZY4zs0ttTH0wRWgrpH1LY5S220SOb8770mU/SLEFgSDwVgmYLfIp+Zh4rGK/fSXuuz4n6Twzv1uev3MuOYRyKA8xs7lNZua5zMw873As51AXuQ/pXjtOvG6M0vF+mRxFGZRV1Wtm6Sabmbk+6Mm5zReOV7up+xz90B07XkefZZ2lmhiZxsM1XTuqK2c2fCxNHdR1c06ZHedUumErNpuZ259uYTMz6VuTvnXp25C+zUv6Un8l3ZkvVe/ZYxdS6fii9jTL9XFcU2NGzuN8yuqqjaq/WfP6+dLxuQnncC7lvAobM3OOnIs+lS6USdnPrz+3TfU9xy7HE2VRplkuP73EdvXeDu7RePz4sf/4d76/44fEPR7I8n0eX331Vfryyy9deP3VV1+nb7752n/Mm/P44W7uF+G+EeqoBNXMbO4DsOx0uqn6UfThcOAP+uuq7fkOuyofTO/gZmZzW2gHdK7alTbqdBa+05W/vYrkMtrzPEY9v8bELPsBx8CP49Gr8jPK64pv94b6cHxb4zLKoCzKpGwzS29jMzOPGzN7hjU6Zd7V/Ks9j1X0Rrpua+eaPqmjYzPXtvoxykEoEzsbuo65bKuZpdvYzMztgWG9XruUC6kbHZC2mLelF/KsL3Vkz+W80J23Z0d2LYTzK6Fc6kCwsV6vO1Mzuw3Toowg8IcnYGbz+K7VluO7MRvvNGdjnpyziM33Pb7NMhMzu5TvyEftWZ4jV1fS9Zz9vPz2a5+T98jpLTFu+hjzRTnOLOu23FbohS7deU79tToX33FOWzmb83+POdZSSsZ/Vks1RP5bq6mPsGaq1Zqpbq1Uk9Strdft1NB+WerW0eed1KzNpK59o5PaTYm4dNp5DyMETgisms3GM+1lJm0k6S1uZpZqsruuvpE+snll3kAbI133UfztsmBXWz5d2UUZlGWWbTGztLyZ2by+5bq6L+V7lQ5t+X0rUQ51YoeZJTNLN9nMzHVBZ64tttVmSLZ34ecv0o3jEc6tdDG7mQ5paTMz1wdb0Imy4Eq+fJEOl7/PfNCH8ymLMl+WT9JmZs/RqaMxGdJN3Ru1XSdlRrm9ruqUbriZ2TP6YCdlX2Zwk/bL8Qln9IEPYnbztjMz9zfOgzFlwTzr0xGjm+iRj+EcbOF8ykEnyqRsM0uvspnZnBdlUjZ1dD2ec73dG7Vf91L7LetldnPdmBtX8+RffnniayWYa/NQrM8//zz985//TJ999ln6xz8+TZ9++qnef56++OLLxFoL1l1899336YcffvTzHj/+KbE+g3n8zz//ki7Lz/4dazGYo//www+JB21RzhdffKFycz2fffZPf029zPGp48cfH3pZy3P6pM1sYSd26CPv3+GamXYTD6zr9VY0x1/V3H7FmfF91YZmizI4PyQIBIEgEAR+UwKsWJ4rUOX2+QfxIggEgSAQBIJAEHiWQHwSBIJAEAgCQSAIBIEgEASCQBAIAkEgCLz/BMLCIBAEgkAQCAJBIAgEgSAQBIJAEPjNCVxzL9Ole51+cwWvUaB2zWfx0TtMIFQLAkEgCASBIBAEgkAQCAJBIAi8LgEmryzC5EFcP//8sy/65MeZvvrqK1+0+Y9//CN99NFH6a9//Vv6z//8T8lf9Pqv6e9//3v6+OOPE4s7eVAXC0Ap4/w8P9gTvcwuL8SkrupzFmvW6zVfoM/izby4s+OLOVlA22jUfdFv0mZ2uRx9FP+CwB+KQBgbBIJAEAgCQSAIBIEgEASCQBAIAkEgCLz/BMLCIBAEgkAQCAJBIAgEgSAQBIJAEAgCv0aAey6ePHky/6Hu77//IX3zzTf+oC1+BPzTT/+RPvnkE7+X46OPPk5/+9vf01/+8pf0H//xn+lPf/r39O///ufEvR+ffPKP9PnnX/i5P/zwo5fHfSPUTR2V8L5Ws9mPdjcSP6zPj3XzIK7RaC2tra2lfr/vD5/i/o8U240IxEFBIAgEgSAQBIJAEHhVAqxMvUj67+IinUsuZvfrXlw8Tcg5+3SuI57q+yuSnurzJy7nF0/0veQcOU9PzyVPU3r69CLppcpKOu5VtYzzgkAQCAK/fwIX5NiZnCsxMhd/9Ohh4iFYPCSL9RXMuf/85/9I//Zv/5b+7//9F8n/ncm/pH/5l3/VPPxP6c9//rOvvfjb3/7qc/S///0jn7OzBmMhnyQ+Z77+n//5F53zH5q//7vO/3cv+1/+5V/0+k+az//V5/xffPGl9PjOH87N2g/0M7u81gL9aQX2iJn5wwB5CNdwOExlWaTBYKA5/cAfyMXnrOVoNhv+UDTODXl9AlFCEAgCQeAWCfy0XNbjx4+X38brIBAEgkAQCAJBIAgEgSAQBH5DAlF1EAgCQSAIBIEgEASCQBAIAkEgCASBIPD+EwgLg0AQCAJBIAgEgSAQBJ5P4Jp7mS7d6/T8M3+7b+KBXL8d+6g5CASBIPAuEwjdgkAQCAJBIAgEgfeYAIss+WElFoqyKPPRo0fpu+++T1999bU/kIsfYso/1PTXlB/I9Z++oJOFnx9//MnsgVxfpx9/fJjyA7nOE2VesPI/WTLLskB44Z8t/2gTD+BiEWen002dTifxvtFo+HFmtjg1XgWBIBAEgkAQCAJvkkCUHQSCQBAIAkEgCASBIBAEgkAQCAJBIAi8/wTCwiAQBIJAEAgCQSAIBIHfKQHuxeDejp9++jk9fPgo/fDD9+mbb76dPZDrn4n7OxDu5fj444/S3//+t/SXv/zVf8ybB3LxQ+D8wDc/HJ4fyPVt+vHHH/2BXPyA93VYzGr+QK5Go+kP3ur1emkwGKbRaJTW1srU76/6fR61Wv260+OzIBAEgkAQ+O0IRM1BIAi8rwQuZBg36EouLs6TCw/h4rXvn6ZzfzDX03ThD+Fi/0THPdG3T/07vp/L+VN/EBcP43p6ntK5P+SLOiTxLwgEgSDwBydw4bn2Ij158ovPw7/99rv0xRdfJObVPJDrP/7jP9O//uu/zh/ExYO5/p//51/8gVz/9m9/8vk4D9liLs7xrL9gXUaet3/iD+fi/UcffZT+9jfm8H9J//Ef+YFcnP+v//pv87L+8pe/+Lyf+nkwGGs3WPuBjjST2eU1F3xeiZn5+oxud0Vz+kEqiiLxYK7BoH/pgVyN2foNygsJAkEgCASBd4rA98va0A8svY+XQSAIBIEgEASCQBAIAkEgCASBIBAEgsD7TyAsDAJBIAgEgSAQBIJAEAgCQSAIBIEgEATefwJhYRAIAkHgd0ngmnuZLt3r9C4aVXsXlQqdgkAQCAJBIAgEgSAQBP4oBMLOIBAEfgsCLLQ8Pz9P+Uebfko8kOv7779LX3/9lT+QiwWjLPJkIejlB3L9PbEY9LPPPtOx3/iPNPFArgsW9V+w4j8lM0T/S5c3M0u1Wi3V67XEws1Wq+k/3NTtdhLC+3q94cek2IJAEAgCQSAIBIEgEASCQBB4zwiEOUEgCASBIBAEgkAQCAJBIAgEgSAQBILA+08gLAwCQSAIBIHbJvDsvR0/pG+++SZ98cWXiXs3Pv30H+mTTz5JH3/8cfroo4/T3/7298QPdvNj3n/605/Sv//7n9Nf//pXP+bzzz/3c3/44Qd/INfTp09d3YuLi1QJH9Rqlur1emo2G35fR6+3kobDQVpbW3Pp9/up02nrmFiGkGILAkEgCASBIBAEgsAbJ8C9uXm8du736p5r7DaTxP6p/v/UH8R1fvE0nV880XtEr3k4F++XhYdxnZ+np8jTC38wl16mi3PquakxcVwQCAJBF2JQMwAAEABJREFU4P0kcLE0P2adBWss+NEA5uCsr/j73//uD8/ioVk8iAvhYVzs/+Vf/jXxQK0///nPifUXrMPg+I8++sjn7KzBqObu7HlQF8fw8K4//5kHcv05MY//t3/7N3/gF6+r+fwXX3yReDDYw4cPEw/k4lqBmXkjmOX9su58z5fNZjOtrHQ1px/OH8jFnL7fX03M9Znbc0ytFvP7FFsQCAJB4N0j8PmySv/85z+X38brIBAEgsBbIhDVBIEgEASCQBAIAkEgCASBIBAEgkAQCALvP4GwMAgEgSAQBIJAEAgCQSAIBIEgEASCQBB4/wncroXX3Mt06V6n263tdkqLO2Vvh2OUEgSCQBAIAkEgCASBIBAEgkAQ+N0QYMElP6zEw7RYlMniTBZpfvnlV+nTT//pP8TEQk+ERaAfffRx+sc/Pk38ONNXX32Vvvvuu/Tw4Y+zH2g6TxfzdfjzF3MW1GVmqdGo+w81rays+AJO9t1uNyHtdic1my0/xiwvCk23vUV5QSAIBIEgEASCQBAIAkEgCASBIBAEgsD7TyAsDAJBIAgEgSAQBIJAEAgCQSAIBIEgEATefwJ/IAu554IfAf/pp58S93Z8//336euveSDXF+nTTz9NH3/8D8kn/jCujz76SPss/LA373lYF/d6fP3114kHcfFj4twnQpmUjSzjNLNUrzdSu93y+zl6vV7q9/v+491lWfi+11tJrVY7xQ92p9iCQBAIAkEgCASBIPBWCOQ7c/V//rlcJMZxFzygK+kDCa9TOudV/s5f8/5cOuY9x1xczM49v0jnEhWh45POy6KD418QCAJB4N0h8BtpQq48Pz/3h189fvzY59OstWAdBXPsPB9fzMV58Nbf/vb3xL6aj7NHmJt/9NHHs/n6x5rDfzx//dHSPL56zfoNhDq++OLLxAPBfvjhx4QezOdZA4J+FRpeI7w3M5+rNxrM69uppzl9URTpzp07aX19PZVlmQaDQWIdR7vdTjyMq16vJ7NYv5FiCwJBIAi8ewQ+XlaJhzQuv4/XQSAIBIEgEASCQBB4rwiEMUEgCASBIBAEgkAQCAJBIAgEgSAQBILA+08gLAwCQSAIBIEgEASCQBAIAkHgvSFwzb1Ml+51ehcNrb2LSoVOQeB9JBA2BYEgEASCQBAIAkEgCASBd4UAiy5ZjMkDufjRph9/fOiLNb/4gh9s+oc/kOsf//hHyvJZ4unTX331dfruu+/9B54455dfniQWmrIEf3kNJmVfFX6EiR9jWl3tJRZ1luWa/0jT6uqq/4BTu91KzWYj1Wr1WND5rjhJ6BEEgsArE4gTg0AQCAJBIAgEgSAQBIJAEAgCQSAIBIH3n0BYGASCQBAIAkEgCASBIBAEgkAQeBsEuC8j39vxOD18+GP67rvv0ldffZX++c/P0yef/GP2I94f+Z4f+v7440/SP/7xqb7/Z/riiy8TD+L6/vsf0qNHjxPlcK8IZSLVvR3LdtTr9dnDuFb8QVxFMfT7O4bDge95OFe3202tVjPVarEMIcX23hMIA4NAEAgCQSAIBIEgEASCQBD4YxKo5szn508Tc2nm1D/99LM/GOvhw0f+kK7vv/8uffvtNz73/vLLL9Pnn3+RPvvsn/4AbdZhfPLJJ5qvVw/gWszdP/roY38w1yea1/PgLc7h3K+++jp98823iXk86zvyQ7h+SehwdR5f6VftzSxVD+Ji3s78nQdw3b27nu7d20pbW5vpzp1RGgz6qdPppGazmbgGEHP7P6Z/h9XPEohPgsA7SOA/l3X605/+tPw2XgeBIBAEgkAQCAJBIAgEgSAQBILAKxCIU4JAEAgCQSAIBIEgEASCQBAIAkEgCASB959AWBgEgkAQCAJBIAi8eQLX3Mt06V6nN6/By9cQK2FfnlmcEQSCQBAIAkHgXSYQugWBIBAEgkAQeCEBFl6yMPTnn39Jjx//lB4+zA/kYiHop59+lviBJhZ48iNNn37KDzV9nljgyQ87PXr0MPFAridPfklPn57P6jLfX1yklOVC+4WYmf9gU6+3mljYubZWpsFgmKoHcvGwrryosxYP5HKS8b8gEASCQBAIAkEgCLyQQBwQBIJAEAgCQSAIBIEgEASCQBAIAkEgCLz/BMLCIBAEgkAQCAJB4A9OgPs7njx54vd28GPc3Lfx9ddf+QO3uK+DH/G+KvzoNz/m/cUXX6Svv/4mff/99+nRo0fpl1+eJH7AG6FcBLzVntf8EHer1UorKytpMBik4bBIw+HioVz9/mrih705hmM5JyQIBIEgEASCQBB4bQJRQBAIAkEgCASBIPAOEWCezJoI5s+sl2DdBXPzn3+uHsj1MP3444/pu+++9wdoffXVV4l1GJ9//rnm658l1mB88sknCWFdxt//fvlhXB999FH6+OOPddw/JJ+lzz77LHEu5XzzTZ7Hs77j8ePHmsv/7Gs2sk4X8zUa1+HiAVvM15m3M39n3cb6Og/kupe2trZmD+Qa+AO5eHgXxzO3N8trQa4rMz4LAkEgCASB34zA/12u+X//7/+9/DZe/34JhOZBIAgEgSAQBIJAEAgCQSAIBIEgEASCwPtPICwMAkEgCASBIBAEgkAQCAJBIAgEgSAQBN5/AmFhEPhDE7jmXqZL9zq9i3Bq76JSoVMQCAJBIAgEgSAQBIJAEAgC7zqB0O/3TIAFmSwM/eWXX/zhWiwI/fbb79IXX3yZeAAXiz/5gSYWg/L+n//8PLHA8/vvv0sPHz5KLCbl3PPzp46BNZhIShd6v1joST0ICzVbrXZaXe2loihSWa6l4XDg71nw2W63Un4gVz0eyCWC8S8IBIEgEASCQBAIAkEgCASBIPDuEAhNgkAQCAJBIAgEgSAQBIJAEAgCQSAIBIH3n0BYGASCwLtKgB//5v6Mn356nB4+zD/2/dVXXyfu4+C+Dn7A+6OPPk4fffRR4ge++aHvfJ/HP9MX/kCur9P33/+QHj3iR7x/8R/xpkyE+zmQynYzS/n+jtbSA7mGqSjyQ7kGg2Hq9/up213xezw4NsUWBIJAEAgCQSAIBIEgEASCwO+IQKgaBILAiwgs5sl5TQTz57zu4omvoWB+/fDhw/TDDz/4A7m+/fbb9PXXX/sDub744vP02Wf/TJ9++ln65JN/JOboed7+kc/Zmbtn+VjffezHfPrpp37O559/oTK+8gd88aCvH398mHgg188/M5d/On8QF/pdJ2aWeMBWq9XSvL2bVlf7aW2tTHfvrqd797ZcRqNRGgyY13d8Xs9DuZjbm1mKLQgEgSAQBN45Av+/ZY3+1//6X8tv43UQCAJBIAgEgRcQiK+DQBAIAkEgCASBIBAEgkAQCAJBIAgEgfefQFgYBIJAEAgCQSAIBIEgEASCQBAIAkHgtyFwzb1Ml+51+m20+vVaa7/+9Tv8bagWBIJAEPgDE7jgWRcpL+x43oMvWFxxfp6P4fWvCWXkMv/AUMP0IBAEgkAQCAJ/IAKMC87PzxOLQ588qRaHPpotDP0usTCUB3QhLOhkwSgLRx8//skXknIO5yOUdRWdmfmCThZp5kWdHf9RprIs0/r6uuROKssira6upk6n7Qs6WQDKgs4UWxC4SiDeB4EgEASCQBAIAkEgCASBIBAEgkAQCALvP4GwMAgEgSAQBIJAEAgCQSAIBIEgEASCQBB4hgD3dT59ep5++eVJ+umnn9Pjx4/Sjz/+mL7//nu/t+Prr79J33zzTar2vOZeD+7z4Me7Hz16pPN+Sk+e/JLOz/kB73P/Ee+qIjPz+zuazWZqt/ODuHjoFvd03Llzx+/vKIrC7/lYWenqGO7xaPg5Zq/wg90ptiAQBIJAEAgCQSAIBIEgEASCQBAIAr8vAkx/EdZNIMzTnzx5qrn6L5pzM1d/nJh/Mw//4Yc8Z//uu7wmg3n69fKtz+uZ3//www8+16eMn376yddr8HBu6ri6XsPM/GHarLuo1mq0221/sPZwOEhra2vp7t27aXNzw/c8kGt9/Y5/PhgM0vJDts0smVl6I1sUGgSCQBAIAq9L4P+7XMD/+T//J/EQx+XP4nUQCAJBIAgEgSAQBIJAEPjNCYQCQSAIBIEgEASCQBAIAkEgCASBIBAEgsD7TyAsDAJBIAgEgSAQBIJAEAgCSwS4h4l7mZY+4uWle5344F2T2rumUOgTBIJAEHjXCLw7+vhTuPzHEFi8cT572Nb5+Xl6Vp4mFnfwAwrPfnf5eMpC4qFc705LhyZBIAgEgSAQBN4GAX60iTHAxUU1NmD8kBeG8kNOT5480XgCyZ9XY4oLnXhVKn3NzBdl8nAtHsS1srKSBoN+Kooy3bnD4s71tLW1mTY2NlJZrvkDuTiO4xEWhppZVVzsg0AQCAJBIAi8VQJRWRAIAkEgCASBIBAEgkAQCAJBIAgEgSDw/hMIC4NAEAgCQSAIBIEgEASCwO+LAPeNXizdN3qenj7N93FU93bkH+l+4j8Enu/1yN9zn8fl+zuSyllYb2b+YC3u2+BhWzyIqyiKxIO4uK9je/te2traSqPRWur1eokf+k7azOK+DmGIf0EgCLzjBEK9IBAEgkAQCAJBIAgEgSDwKgTMzNdDmJk/+KrRqGs+3HRpNhvaN1K1b+i7er2m4+p+TkqWNPOer/NkbSdzeObqCPP3SnjPd8jy/F0FJDNTmUhN+4VQV71en8/lu91u6vdXU1mWaX2ddRpbaXd3Jx0efpAODg7S/fvb/lAu5vrM6zudjnRvevlJmxn66kX8CwJBIAj8jgm8x6r/INv+P5L5v//5P//n/HW8CAJBIAgEgSAQBIJAEAgCQSAIBIEg8EciELYGgSAQBIJAEAgCQSAIBIEgEASCQBAIAu8/gbAwCASBIBAEfh8ErrmHiXucuNfpnTag9k5rF8oFgSAQBILAcwhcJH4ogQUX1wkLNqrPWZixLNXn7CljIc+pKj4OAkHgbRGIeoJAEAgCb5lANZ64SOfnF/6DTSzsvCz5R5qWxxbnSw8DrRRmPFG9Zl1mvV5L7XYrVT/YVJZFGo1GvqBza2szbW5upLW10h/I1W63fVForVabL+6syop9EAgCQSAIBIEgEASCQBB4DwmESUEgCASBIBAEgkAQCAJBIAgEgSAQBILA+08gLAwCQSAIBIEgcGsEuCcD4X4N7t/gftB8b8cv/hCu6se82efPn/g9IBzPeRcX536/6cVFfrgXipmZ36NRr9cT9210uyup3+8n7u/ggVzc17G9vZ22trbS2tpaWl3lgVxNPydpMzP9P/4FgSAQBIJAEAgCQeAPTyAABIEgEASCwHtKwMz8YVj1emP+EK5ms+kPtMr7RqrrO+bV9TrrIJDk8+9zX5tx7nPzJ0+epidPnvj8nf1VYY5/fn7u56XZZmaaf1OeSQekpj1ST3XN4xF04IFcq6t9n8uvr9/xOTwP5Prgg4OE8ECu9fX1VBSFz+u73fxArlqs20ixBYEgEAR+JwQuPUS0SRYAABAASURBVIHrf/yP//E7UTvUDALvJYEwKggEgSAQBIJAEAgCQSAIBIEgEASCQBB4/wmEhUEgCASBIBAEgkAQCAJBIAgEgSAQBILA+08gLHxNAtfcw3TpHqfXLP6NnV57YyVHwUEgCASBIPAGCFwkfhOBH0a48B9JOE8suliWaiHG+fnTZ75bPo7zec/+gkLT4scW3oDiUWQQCAJBIAgEgSDwzhDIilT9P3vGBMs/2sSPNP3yy5P0xBeAPvXFoHzPcRx/VXKJKZkh5gs9W61WWllZSYNBXuS5eCDXVtrY4IFc/GDTauI4FoVWCzvNVEiKLQgEgSAQBIJAEAgCQSAIBIEgEASCQBB4PQJxdhAIAkEgCASBIBAEgkAQCAJBIAgEgSDw/hMIC/8IBLi98+Kiulc038PxxH/M+8n8B725zyN/9svsHo+n8/tHL1QAkvwe0QUxM1u6v6PrD+TiR7rv3Bn5fR3b2/f8x7x5IFev10vNZiOZmUuKLQgEgSAQBIJAEAgCQSAIBIEgEATeIoGo6m0SMMtz31qt7vPmRqOhOXEzNRrN2b6h10j+vlarpVrNXEVNwefzcdZ4Pn36JDFfXxbm8MjTp3mOzxoNJM/dk8+7zUxlUi5i0qO2JHXXo9tdzOV58Na9e1tpd3c3HR5+MHsg1/109+7dVBTDxLy+0+n4eeibYgsCQSAIBIHfA4H/17KS//2///f06NGj5Y/idRAIAkEgCASBIPDeEQiDgkAQCAJBIAgEgSAQBIJAEAgCQSAIBIH3n0BYGASCQBAIAkEgCASBIBAEgkAQ+H0S4N4l7mG6ov2le5yufPfOvK29M5qEIn8cAmFpEAgCr0HAklmS1GaLKuqpXkfyIo5Goz5b0MH750k+Jp9Xn5VTU5nmkmILAkEgCASBIBAE/iAETHaa+v8kMY0JEMYY9dn4oq5xBbIYUzSbLCJtpFarKWm5tNvtxOJMHr61utpPg8EglWWZ8g803fUfZ9ra2kqbmxtpff1O4sFcRVGk1dWezmurjobqrrkOZpZiCwJB4D0iEKYEgSAQBIJAEAgCQSAIBIEgEASCQBAIAu8/gbAwCASBIBAEgkAQCAJBIAgEgSAQBN4ogXwrhc3uq6j5PRb8eHa9Xpvd31Ht67P3db8XozH7wfBWq3XN/R2raTDoJ+7fGI3W/Ae6Nzc3Ez/evbGxoffrfn9HWQ79/g7uDanVam/Uzij8HScQ6gWBIBAEgkAQCAJBIAgEgSAQBN5zAmbmc24z83l1p9PRnHg1lWWReFg18+e1tVLz5TV9VmpOPdTceuDH8MAr1lPwkCzOa7dbCWk2W/4QLOboWRZzdt7n9RnNS/N2yqCsXm/Fy+73F2s0RqORr8nY2Libqnn8/fvbaXt7W3P6e752g895EFdZltKvnyivpWsD1Me1BDNLsQWB5xKIL4JAEHiXCPy/pcyfJf7v559/Tv/tv/03fx3/CwJBIAgEgSAQBIJAEAgCQSAIvBaBODkIBIEgEASCQBAIAkEgCASBIBAEgkAQeP8JhIVBIAgEgSAQBIJAELhlAty7xD1MS8VybxP3OC199G6+jJWx72a7hFZBIAgEgWcImJn/oAI/asCDt/7/7P1LjCRpdiDqnd883hEZr3xXZlXWq7urH9VVzZnB3AW1usIsBgJxBW00i4HAwQADzE7iThRADAFRO4422hAYDAFxMasLCMQFFwS442II9GYwkC7Z7GaTza53VuU7Mx7upv/8Hh4ZmZVVXV2VjwiLzzv+MHNzM3M7n51muyfPiT8bIRbbBBjLrTEimyOmzRarkcvpWD6yvtLWc7+lpaVYXMyxGNnYkQ0VXTdq5883LqXkwiBAgAABAgQGLFBKaQ2j+RkgPwvkZ4L8bJGfFfJzRDZwzparq6uxurpyMHJ9LWaNnRsbG5GNpefPn4/Lly/Fyy9fjWvXXonXXnst3njj9fjWt96M119/vTV5njt3rh23vLzUmkbzfUvxuSM8CBAgQIDAlwh4iQABAgQIECBAgAABAgQIEBi+gAgJECBAgAABAgQIPFmgRCldm2graywWFuZjcXEhsgZ0eXml1YSurKzG6mFdx2z94XJt7WGNx+bmZpw7dzYuXbrY/lD3K6+8HK+++mq8/vprrb4jaz2uXHkp8g9853GLi1ljOt/ev5Ty5Eu0lQABAgS+soAdCRAgQIAAAQIEjqdAKSVKKdF10+/g+X14Y2M9skfi6tWr9bvztbh27Vrkd+hcXrv2Sly5cjUuX74cOTnW+fPn6vftc5ETd+VEWPn9e2NjIzbqOdbX11sPxZkza22Crfy+PRu5LUfus1H339zciK2tzfq9fLue73zkxFr5Hjnp1rX6ntmf8Z3vfDveeuutOr4Tuf7tb3+79W1kH8eFC+fre260fy9YWlpsE4uVUsKDAAECBJ6vwFN8t/9y9Fz/+T//56NPrRMgQIAAAQIECBAgQIAAAQIvUMBbEyBAgAABAgQIECBAgAABAsMXECEBAgQIPBR4Qu3SI7VND/c8fmvd8bskV0SAAAECjwuUko0PJXKRjR35hxXm5/MPKyy2P6ywtLTUGiVWVlaesFyu246OlTaBVzZVLC4uRP6BhjzfaNTV8+d7lMff3nMCBE63gOgJEBigQCklum46RqNRa7ScTva51D4nrKys1s8Pq+0PNuX6apuMa/p8dXU11tZWY9r4eaY1bG5tbceFC+fi8uVLkQ2n2ez52muvxhtvvBFvvvlmXb4WV65ciWw0zePys0u+32g01z5/hAcBAgQIECBAgAABAi9awPsTIECAAAECBAgQIECAAAECwxcQIQECBAicMIFSotV3jEZdzM2NIutGFxYWY3l5KVZWlltdx2qr6Vg5WH9Y27Ha6jvWIv/I9/r6mcg/7p1/1PvcuXNx8eLFuHLlpXj55Zfj1Vevxeuvvx5vvvlGXb7WJuoyIVd4ECBAgAABAgROsoBrJ0CAAIGvIdB1Xf0O3tXv33OxuLjYvkdfuHC+fne+Wr87v1rHtbjWJuW6Fq+88krkJFmX24RcF+P8+fOR36XPnt2Ora2t2NzcbH0W+V38zJn8Tn6mfj+fjdW6vtr6MdbWztTl9PWNjfV2XB6fE3udP5/f3y8c9Ghcae+d/Rnf/vZ32mRcb72VE3J9J759MCFX9nHk9W5sbNR/I1hpMczNzbeYwoMAAQIETqrA//vohf/lX/5l/Pmf//nRTdYJEDjdAqInQIAAAQIECBAgQIAAAQIEhi8gQgIECBAgQIAAAQIECBAgQGD4Asc+wqxZytqlxy70kdqmx147Vk+7Y3U1LoYAAQIEvlAg/7BCKaU1QYxG0z+skM0dOaHF8vJy5Fg5mJBrdXUlZuuPL3O/5eWlNpFX/mGGhYWF1ijSdSMTYoQHAQIECBA4PQKllPa5ouu6+lng6GeL5Uc+R+TnitXV1Tg6phNynWlNppubG7G9vdWaSC9dmk3IdS1yQq78g03f+ta3Ipf5h5zyjzplQ+ly/ewy/Qxy9PNHeBAgQIAAAQIECBAgQIAAAQKDFxAgAQIECBAgQIAAAQIECBAgMHwBET4tgVJKq+0YjUYxNzfXJuRaXFxo9Z/LyysH9R2rdTkdR2s7Zutra2sHf9x7vf1h73PnzsbFixfipZeuxCuvvBzXrl2L119/Ld588822zPqOs2fPtj8Ovri42N4z37+UEh4ECBAgQIAAAQIECBAgQOChwHDWSimtrzJ7K/I7cH4fzsm0zp8/HznR1auvXotXX321jmvte3R+n84JuV566VJcuHAhzp07X8fZyIm0srdic3OzTci1sbEe6+vTSbfOnFmr37UfHbntzJnp6/l+GxubbUKv/F5+vk3IdTEuX74UV65cibyGN954Pb7znW/Hd7/7Vlvm+ne+863I7Xk95+v1bmxs1H8nWGkTcs3Pz7W4hnOnREKAAIFTJ/DXNeL/uY7Dn//4H//j4boVAgQIECBAgMDzEfAuBAgQIECAAAECBAgQIECAwPAFREiAAAECBAgQIECAAIEvFnhCzVLWNGVt0xcfdIxe6Y7RtbgUAi9WwLsTOMYCpZTDP6qQk1fkH0rY3NyM8+fPxaVLF+Olly5HNk28/HL+cYRX4pVXcrwc+fzxkU0gly9fbn9QIY/frOfJP7iwtLQY2TBSyrSBJDwIECBAgACBwQqUUtr/7s/Pz7c/0jT9bLHRPlvk54ps2MzPDPk5IptFZyOfv/zy1YPPGNPldL+r9bPI1bp9OvL4l156qTV/5h9xOnfuXPujTvk+2ZyafyQqP3dkw2opJTwIECDwXAW8GQECBAgQIECAAAECBAgQIDB8ARESIECAAAECBAgQIEBgAAKllDYR19LSUmTNRf5x7vzj3vnHvq9ceemwViPrOq5dezly5HqOl1+e1pA+XL8aue3q1ZfrcS/X9avtD3pnncilS5daTWnWd+Qf7l5dXYmsVVXfMYAkGnoI4iNAgAABAgQIECBAgMBTEiiltMmrSpl+F19eXmoTXOf38PPnz9fvzTk51uX2Xfrq1av1u/V0vNz6K67W79kv15HLHC/H7Pv40eXR9ZcPvrcfXb7yytV2jqPnn61fuXLl4D2vxLRX43K9pguR15bXOP0+vxrZI5p9IvmdXr/GU0oOp3nxAq6AwOkW+H8dDf/P/uzP4k//9E+PbrJOgAABAgQIECBAgACBYQiIggABAgQIECBAgAABAgQIEBi+gAgJECBAgACBEyeQtUpZs/TYhT9S0/TYa8fuqQm5jt0tcUEECBB4VKCU0ibMyCaIbIZYWVmObJLIP4Lw+uuvx3e/+1Z8//vfjx/+8IfxG7/xo/gn/+Q32jLXf/Sjd+Px8c47b8f3vve9+Na3vhWvvfZa5ERe+UcUzpw50/6AwqzRopQSHs9GwFkJECBAgMCLFsj/vc/PFUtLy+0PNm1tbUVO2JmfDfKzxQ9/+IPIzwzvvvvD+lniRwfj3Xj33XfaeOedH8bbb78dP/jB9+vnkO/FW299J95888149dVX62eLq3Hp0qU4e/Zs5B+CWqrvke+Vn2XyfUvxGeNF33/vT4AAAQIECDwfAe9CgAABAgQIECBAgAABAgQIDF9AhAQIECBAgACBZykwGo1iaWkp1tbWIms7Ll26GK+88kqr0cg60KzteOedaS3Hj350tL5jVuPxw/jhD9+Ot9/+Qavx+N733opvf/tb8cYbr7XzZB1q1o9ubKzH8vJyqO94lnfTuQkQIEDgJAu4dgIECBAgQOB0CJQy7XXIvofRaC4WFubr9/LF1nOR353Pnt1uk2DlhFg5kVb2T7zxxuvxrW+92b5vZ19F9mN8//vfbX0W+X387bffbt/Ns/fznXd+GNmT8U79Lv9OXc/v9Y9+b/9e6xV9661vt3O+/vpr8eqr19okXZcvX4r8Dr+5udkmCsse04WFxch/O8jrLaW0CcVOx50SJQECBE6VwF/UaP+XOg5//sN/+A+H61an4/YWAAAQAElEQVSeroCzESBAgAABAgQIECBAgAABAsMXECEBAgQIECBAgAABAgQIECAwfAEREiDw9ASeUKuUtUxZ0/T03uQZn6l7xud3egIECBD4hgKllMimiJzEIv/YwcrKysGEXC9FNmy89dZ34gc/+F6bNOM3fuPd+Cf/5EdtQq6jf1zhRz96N2Yjmze+973vxre//e147bVX48qVK60ZIyfkyvOXMm2+KGW6DA8CBAgQOKkCrpvAFwqUUtofUVpefvhHmy5fvtw+G2QDaDZ1ZoPnu+++2z5D5GeM2WeJbADNzxM//OEP6meQ70d+rvjOd3JCrjfa8S+/fDUuX75UP6+cbY2e+R75GSMbPXOUUr7wurxAgAABAgQIECBAgAABAr+2gAMIECBAgAABAgQIECBAgACB4QuIkACBUyqQtaOLi4ut/mJ7O//o98V45ZWX480334j8495Zv/Huuz+Mdw/rO34UP/pRjnfq8p3I2o8fHpmQ67vf/W7khFyvv/56XLv2SuQfED9//lysrz+ckCtrO3KUUk6purAJECBAgAABAgQIvDABb0yAwDEQKKW0ia3m5kaxsLAQi4tLsbq6Eg8n5LoYV65cbpNk5WRZ+R370Qm5vhvf+973Wq/FD37wgzYZV34/f9LI7/X5vT3HD34w7c1466236nf37M94M/Lc1669GlevvhyXLl1uPaCbmzkh11osL6/E4uJCZM9pKdNrLmW6DA8CBAgQGJrA/+NoQD/+8Y/jD/7gD45usk6AAAECJ0vA1RIgQIAAAQIECBAgQIAAAQLDFxAhAQIECBAgQIAAAQIECBA48QJZo5S1So8F8kgt02OvHcunz3BCrmMZr4siQIDAiRMopbQJufIPHORkFtMJubbiypWX4vXXX4uckOv73/9eZANG/iGF3/iN3zgyKde78aMjk3HlejZvZFNH/lGF1157La5evRr5BxVyQq5sEsk/4FCK5ovwIECAAAECAxbI/73PzxVLSzkh12psb2/FSy9dbhNqffe7b8Xbb7/d/ihT/tGm/Pzwox/9KN5999068o815fhh2yebPvNzSDZ9ZhPpq6/Omj0vxdmzZx/5g03Z6JnvW0oZsOxpDU3cBAgQIECAAAECBAgQIECAwPAFREiAAAECBAgQIECAAAECBAg8b4GsG53WdqzF1tZWXLx4MV5++eXIGo2s13jnnazvmE6+lbUd0/Fuqxt999134p133mm1pW+//YP2h8C/ezgh12vxyiuvtFqRc+fOxcbGRiwvL8f8/Hz7Q97qO573nfZ+BAgQIECAAAECBAgQIHCcBEopkd/Jpz0Xi7G6utq+O2ePxMWLF+r36Zfq9/Orce3atXjjjdfjzTffjG9/+9vxne98J7773bfaJNrf//734+23c7xdv5vn+GH9np7jnbrM8cO6Pcfb9Tv7D+ox328TeX23fnd/661vt+/+OSHXq69ea+91+fKl1gO6tbXZJu5eWVmOxcXFdp2z7/GlfNVejfAgQIAAgZMl8Jf1cv+ojsOf3/3d342/+qu/OnxuhQABAgQIECBAgMDnBWwhQIAAAQIECBAgQIAAAQIEhi8gQgIECBAgQIAAAQLPRiBrk7JG6bGzZw1T1jI9tvl4P+2O9+W5OgIECHwFgVOwSynlkUm58g8f5ARaW1tbkX8M4cKFC3Hp0sXIxoqcTOPy5ctt/fLlS3X7o+PixYtx4cL5NklGHp/nyUm+cjKubBQppUQpJTwIECBAgACB4QqUUlrjZU6SlZ8B8rPF2tr0jzedP38+Ll68UMfF9jkiP0/MxqVL088VF+vniRz5GST3P3fubGxvb8fm5mZsbKxHnmvW4JnvkZ8xZk2e4UGAAAECBL6ugOMIECBAgAABAgQIECBAgACB4QuIkAABAgQIECBAgACBQ4FSSpsg62htx8bGRqvRyJqNrN3I2tGs55jVduQyn09H1n5cbDUguf/58+cOa0c3NzcO/oD3SvsD3uo7DtmtECDwPAS8BwECBAgQIECAAIFjLFBKOezlzO/LOTFXTn6VfRc5OVf2Y+b38/xunf2ZZ89uR/ZU5Pfu6Tjf+jfzu/jFw96M/I6e/Ri5zDFdv9h6My7U7+4X2jF5/NmzZ9t3/+3trdjc3Iz19fWDHo2VWFpaivx3grymo30apegHDQ8CBI6fgCt6mgL/13qyj+s4/Pn3//7fR9/3h8+tECBAgAABAgQIECBAgACBFyLgTQkQIECAAAECBAgQIECAAIHhC4iQAAECBE6VQNYkZW3SY0Fn7VLWMD22+fg/NSHX8b9HrpAAAQKfEyhl2iBRSmmTZ5VS2j6llMPnpXzxeu5cysPXZ89zaRAg8MUCXiFAgMDQBEophyGVUtrniNxQynS9lC9ePr7f7HkuDQIECBAgQIAAAQInWcC1EyBAgAABAgQIECBAgAABAsMXECEBAgQIEDhJAqWUw8stpajvONSwQoAAAQIECBD4cgGvEiBAgACBZylQSvnc6Usp7Xt7KZ9f5s6lTLcfXS+l5NNHRimf3/bIDp4QIECAwGkTuF4D/r/Ucfjz4x//OP7Nv/k3h8+tEDjNAmInQIAAAQIECBAgQIAAAQIEhi8gQgIECBAgQIAAAQIECBAgQGD4AiI8HgJZk5S1SY9dTdYuZQ3TY5uP/1MTch3/e+QKCRAg8ESBUh5tqiilfGGzRimff+3oSUspR59aJ0CAAAECBF6swHN991JK+wwxe9NSps9L+dXL2TG5LKXkwiBAgAABAgQIECBAgAABAgS+moC9CBAgQIAAAQIECBAgQIAAgeELiJDAUxMopajveGqaTkSAAAECBAgQIECAAIGnKuBkp1iglEe/r38ZRSnTfUuZLp+0bylf/NqT9reNAAECBE6VwJ/UaP+ojsOfP/7jP47f+73fO3xuhQABAgQIEHimAk5OgAABAgQIECBAgAABAgQIDF9AhAQIECBAgAABAgQIEDjVAlmLlDVJjyFkzVLWLj22+WQ8NSHXybhPz/kqvR0BAidFoJRpg0Up32x5UuJ1nQQIECBAgMCzEyjF54lnp+vMBI6rgOsiQIAAAQIECBAgQIAAAQIEhi8gQgIECBAgQIAAAQIECBAYkkAp6juGdD+fXizORIAAAQIECBAgQIAAAQIvUqCUb/Z9vZTp8S8yBu99EgRcIwECBOLfVYP/Wsfhz+///u/HH/7hHx4+t0KAAAECBAgQIECAwEkXcP0ECBAgQIAAAQIECBAgQIDA8AVESIAAAQIECBA4fgJZg5S1SI9dWdYqZc3SY5tPzlMTcp2ce+VKCRAgMDwBEREgQIAAAQIECBAgQIAAAQLDFxAhAQIECBAgQIAAAQIECBAgMHwBERIgQIAAAQIECBAgQIAAAQLDFxAhAQIECBAgQIAAAQIECBAg8KIF/k/1Aj6u4/Dnd37nd57upFyHZ7ZCgAABAgQIECBAgAABAgQIDFZAYAQIECBAgAABAgQIECBAgMDwBURIgACBryiQk3FlDdJju2eNUtYqPbb5ZD01IdfJul+ulgABAgQIECBA4GsIOIQAAQIECBAgQIAAAQIECBAYvoAICRAgQIAAAQIECBAgQIAAgeELiJAAAQIECBAgQIAAAQIECBAYvoAICRAgQIAAAQIECBD4QoG/rq/8H+vo6zj8yT+I83u/93uHz60QIEDgJAi4RgIECBAgQIAAAQIECBAgQGD4AiIkQIAAAQIECBAgQIAAAQIEjrdA1hxl7dFjV5m1SVmjlLVKj730+afHeYsJuY7z3XFtBAgQIECAAAECBAgQIHCSBFwrAQIECBAgQIAAAQIECBAgMHwBERIgQIAAAQIECBAgQIAAAQLDFxAhAQIECBAgQIAAAQIECBAgMHwBERIgQIAAgZMq8Bf1wv/3dTzy8/u///vx27/929H3+fdwHnnJEwIECBAgQIDAaRYQOwECBAgQIECAAAECBAgQIDB8ARESIECAAAECBAgQIPBrCmSNUdYaZc3REw7N2qSsUXrCSydrkwm5Ttb9crUEfoWAlwkQIECAAAECBAgQIECAAIHhC4iQAAECBAgQIECAAAECBAgQGL6ACAkQIECAAAECBAgQIECAAIHhC4iQAAECBAgQIECAAAECBAgQGL6ACAk8E4H/Tz3r/1THI7Nv/fEf/3H8s3/2z+Kv/uqv6kt+CBAgQIAAAQIECBAgQOD5CXgnAgQIECBAgAABAgQIECBAYPgCIiRAgAABAsMQyNqirDHKWqPHIspapP+pbsvapLo4+T8m5Dr591AEBAgQIEDg+Qt4RwIECBAgQIAAAQIECBAgQGD4AiIkQIAAAQIECBAgQIAAAQIEhi8gQgIECBAgQIAAAQIECBAgQGD4AiIkQIAAAQIECBAgQIAAgSEK5B+++d/WwD6u4/Dnxz/+cfzzf/7P4w/+4A8Ot1k5JQLCJECAAAECBAgQIECAAAECBIYvIEICBAgQIECAAAECBAgQIEBg+AIiJPAMBbKmKGuLssbosbfJGqSsRcqapMdeOrlPTch1cu+dKydAgAABAgQIECAweAEBEiBAgAABAgQIECBAgAABAsMXECEBAgQIECBAgAABAgQIECAwfAEREiBAgAABAgQIECBAgAABAsMXECEBAgQIECBAgMBzF/iL+o7/mzr+ax2P/Pzu7/5u/NN/+k/jT//0Tx/Z7gkBAgQIEPimAo4nQIAAAQIECBAgQIAAAQIEhi8gQgIECBAgQIAAAQIECBAYlkDWEGUtUdYUPSGyrD3KGqSsRXrCyyd3kwm5vvzeeZUAAQIECBAgQIAAAQIECBAYvoAICRAgQIAAAQIECBAgQIAAgeELiJAAAQIECBAgQIAAAQIECBAYvoAICRAgQIAAAQIECBAgQIAAgeELiJAAAQIEHhX46/r0f6jjj+p45OfHP/5x/NZv/Vb8y3/5L+PP//zPH3nNEwIECBAgQIAAAQLHXMDlESBAgAABAgQIECBAgAABAsMXECEBAgQIECBAgMAzFsiaoawdyhqirCV6wttlzVHWHmUN0hNePtmbTMh1su+fqydAYDACAiFAgAABAgQIECBAgAABAgSGLyBCAgQIECBAgAABAgQIECBAYPgCIiRAgAABAgQIECBAgAABAgSGLyBCAgQIECBAgAABAgQIECBAYPgCJy7Cf1ev+F/X8XEdj/z82Z/9WfyLf/Ev4jd/8zfjP/2n/xT3799/5HVPCBAgQIAAAQIECBAgQIDA6RUQOQECBAgQIECAAAECBAgQIDB8ARESIEDgdAlkbVDWCGWtUNYMZe3QEwSyxihrjbLm6AkvD2OTCbmGcR9FQYAAAQIECBD4agL2IkCAAAECBAgQIECAAAECBIYvIEICBAgQIECAAAECBAgQIEBg+AIiJECAAAECBAgQIECAAAECBIYvIEICBAgQIECAAAECBAj8egJ/Unf/bh1/VMfnfv7yL/8y/u2//bexubkZ/+pf/av4kz/5AsY4RAAAEABJREFUk/jggw8+t58NBAg8ZwFvR4AAAQIECBAgQIAAAQIECAxfQIQECBAgQIAAAQIECBAgQIDA8AVeYIRZA5S1QFkTlLVBWSOUtUJfcElZW5Q1Rllr9AW7DGOzCbmGcR9FQYAAAQIECBAgQIAAgWMl4GIIECBAgAABAgQIECBAgACB4QuIkAABAgQIECBAgAABAgQIEBi+gAgJECBAgAABAgQIECBAgACB4QuIkAABAgQIEBiUwPUazb+r4zfr+F/q+NzP7u5u/Jf/8l/iX//rfx2XL1+Ot99+O377t387/vAP/zD+9E//NP7bf/tvbaKu+/fvR9/3nzveBgIECBAgQOBkCrhqAgQIECBAgAABAgQIECBAYPgCIiRAgAABAgQIECBAYJgCWcOTtTw58VbW9mSNT9b6ZM1P1v5kDVDWAmVNUNYGfYFC1hJlTVHWFmWN0RfsNpzNJuQazr0UyaMCnhEgQIAAAQIECBAgQIAAAQLDFxAhAQIECBAgQIAAAQIECBAgMHwBERIgQIAAAQIECBAgQIAAAQLDFxAhAQIECBAgQIAAAQIECBAgMHwBERIg8HwF/rK+3f+ujv+xjv+5ji/8+e///b/HH//xH8fv/M7vxG/91m/FO++80ybqWllZia7ropRiMJADckAOyAE5IAfkgByQA3Lgq+aA/eSKHJADckAOyAE5IAfkgByQA3JADsiB4eeAe+weywE5IAfkgBx4zjmQNTxZy5MTb2VtT9b4ZK1P1vxk7c8XFgZNX8jaoawhylqirCmabj0Fv7tTEKMQCRAgQIDAMxRwagIECBAgQIAAAQIECBAgQGD4AiIkQIAAAQIECBAgQIAAAQIEhi8gQgIECBAgQIAAAQIECBAgQGD4AiIkQIAAAQIECBAgQIAAAQKnTuAvasT/hzrequP/XsdP6xj4j/AIECBAgAABAgQIECBAgACB4QuIkAABAgQIECBAgAABAgQIEBi+gAgJEPgGAlkjlLVCWTOUtUNZQ/QNTncyDzUh18m8b66aAAECBAgQ+KYCJaLUEUdHTB/9dPElvx/ukWtt9H3UnzaibfiSw71E4OsIOIYAAQIECBAgQIAAAQIECBAYvoAICRAgQIAAAQIECBAgQIAAgeELiJAAAQIECBAgQIAAAQIECHwVgYO+hFmfQl9XDjYdOTq3HHn62Oojrx7pnTjspXhsf0+fooBTESBAgAABAgQIEDh+An9dL+n/VsebdfxmHfkHd/5rXfohQIAAga8r4DgCBAgQIECAAAECBAgQIEBg+AIiJECAAAECBAgQIECAAAECJ0cga4GyJihrg7JGKGuFsmbo5ETwlK/0K0/I9ZTf1+kIECBAgAABAs9doPWP1l/ZPPr4aBdTX2vLo78e6UA9eKFt69u8W/mrn9T1SURb1tf6Og72tCBAgAABAidOwAUTIECAAAECBAgQIECAAAECwxcQIQECBAgQIECAAAECBAgQIDB8ARESIECAAAECBAicfIHsTcgxmfQxOehZaD0MLbQ+cr2tHv1VNx992tYPeiUe76M4fN528osAAQIETqKAayZAgAABAl9T4C/rcfkHd/6HujxTx/9Yx/+5jj+q48/r+P/W8XEdD+p40reMutkPAQIECBAgQIDA8xLwPgQIECBAgAABAgQIECBAgMDwBURIgAABAgQIECBA4FcIZA1P1vJkTU/W9mSNT9b6ZM1P1v5kDVDWAmVNUNYG/YrTnY6XTch1Ou6zKAmcJAHXSoAAgWcvUCIOG0freuSjLutPRPt10JeaHy/j84+2OX/V0fd99JNoza3TBte6f91ef/shQIAAAQIECBAgQOCLBbxCgAABAgQIECBAgAABAgQIDF9AhAQIECBAgAABAgQIECBAgMDwBURIgAABAs9IINsS+vor+xQm44gc2buQPQxtIq76Wv158rvXF+rP9LUS0zaJuoz6eKSX4mBb3eyHAAECBAgQIECAwJcJeG3YAndqeH9Rx/+zjn9Xx7+o4/t1XKhjuY78uzT57cGI9vWKAwc5IAfkgByQA3JADsgBOSAHhpoD4pLbcmCYORCPPdzn8G88EQwiGEQwiGAQwSCCQQSDCAYRDCJOjYHvBO61HJADcuDk5kDW8GQtT9b0ZG1P1vhkrU/W/GTtT9YAhcejAon26BbPCBAgQIAAAQIDF5g2kNYg6yeh2Xou65b2rx+5bA2qbeXJv7I5ta87ZYNrjtbkOonI9WxwzeWTj7SVAAECBAgQIECAAAECBAgQeH4C3okAAQIECBAgQIAAAQIECBAYvoAICRAgQIAAAQIECBAgQIAAgeELnMIIW9NCH20SruxVqCP7Ftrz7GX4VSR5fN0nO6brIrJnYjbiSC9FvmYQIECAAAECBAgQIECAAIHjIeAqCBAgQIAAAQIECBAgQIAAgeELiJAAAQIECBAgQIAAAQIECBAYvoAICRwPge54XIarIECAAAECBAg8H4FZA2mpn4K6+iSXbWSXaVd/5ba6iBy/6pL6iH4cMd6vY6+P8V5d7k8bXn/VoV4nQOAUCQiVAAECBAgQIECAAAECBAgQGL6ACAkQIECAAAECBAgQIECAAIHhC4iQAAECBAgQIECAAAECz1kgJ+CajKe9Cvt7fUzGEbktJ+X6lZdSIkod7VdX2qL1ThztpSgH+4QHAQKHAlYIECBAgAABAgQIECBAgACB4QuIkAABAgQIECBAgAABAgQIEBi+gAgJECBAgAABAgQIECBA4NQLdKde4BQACJEAAQIECBA4EGjNoiWmTaQlulHU9fo8l3V09ZNRKRGt0zQefeTmwy19XasjG1nH44jxXh97O1HHtNE1t/X19bqXHwIECBAgQIDAcxPwRgQIECBAgAABAgQIECBAgMDwBURIgAABAgQIECBAgAABAgQIDF9AhAQIECBAgACBFMhJt3ICrvHetFdhfydif3c6KVfrV8iehRy5cx2P9DzU5+2nlNYe0XolRhElR1ce9lK0HooSUX/CgwABAgQIEHiuAt6MAAECBAgQIECAAAECBAgQGL6ACAkQIECAAAECBAgQIECAAIHhC4iQAAECBAgQIEDg+Ap0x/fSXBkBAgQInDABl0vgZAiUiDJrIB2VyEm5unxePxWV2ch9Sv6KaI2ldbUt4+EjG1hbg+t+xP5eHTt9tAbXup5Nr/la7vPwCGsECBAgQIAAAQIECBAYhIAgCBAgQIAAAQIECBAgQIAAgeELiJAAAQIECBAgQIAAAQIECBAYvoAICRA4xgLZi5AjexP2d3NCrhx95ORck/2IJ/YrzPoeDpallKg/MeuT6LqILnsnclKug16KUp9HOcYQLo0AAQIECBAgQIAAgW8q4HgCBAgQIECAAAECBAgQIEBg+AIiJECAAAECBAgQIECAAAECBIYvIEICBAgQ+BoC3dc4xiEECBAgQIAAgRMpkH2ipf5qoyvRJuMalSgHDaWlfjLK8XhDaYlHH/3B02xwHY/7+FyD6zgiX8vdZstcN56WgPMQIECAAAECBAgQIECAAAECwxcQIQECBAgQIECAAAECBAgQIDB8ARESIECAAAECBAgQIECAAAECjwvMehBymRNy5SRc+zt97O9E7O9FZA9DTsiVx816G3I9x+O9D9kbkT0SbRz0TnR12WUPRVeilJiOeJYP5yZAgAABAgQIECBAgAABAgSGLyBCAgQIECBAgAABAgQIECBAYPgCIiRAgAABAgQIECBAgAABAgSGLzCsCLthhSMaAgQIECBAgMCXCJT6Wh2tabR+Csqm0mwkHY0iRnMRc/Mlurqeo3QRUepPHXH0kR2rdWRzaz+OmDW37tzrY+dexN5OX7f1MZnUg+p+9ffh5Fy5bhAgQIDACRJwqQQIECBAgAABAgQIECBAgMDwBURIgAABAgQIECBAgAABAgQIDF9AhAQIECBAgAABAgROiED2KbRL7SNy0q3xXt96FHbuR2TPQk7MlT0M+Vrbt+4XOdpB01/ZL9F6IbqI7I3Ikb0S2TORI5+X+lobpR4zG3XVDwECBE60gIsnQIAAAQIECBAgQIAAAQIEhi8gQgIECBAgQIAAAQIECBAgQGD4AiIkQIAAAQIECBAgQIDAUxLontJ5nIYAgWcg4JQECBAg8PQFsle0NZfWU3f1STaTzi2UmF/MEZHro7mI3N51EaWUOuoypo/Wq5q/6shJt7KZdfdBHzt3c0xi934f+7sRk/3ppFzZ6NoaXOv+0zP4TYAAAQIECBAgQOBRAc8IECBAgAABAgQIECBAgACB4QuIkAABAgQIECBAgAABAgQIEBi+gAgJECBAgMA3EsiegzqyB6H1Kuz3sb8TrUdh586k9Sxkv8I4+xXG9Z3qvtmrkIv6LEr9VeqvUkpkL0T2RGRvRPZIzC9GzC+VmJuvr40ispeiRH3UX/WnrvghQIAAAQIECBD4qgL2I0CAAAECBAgQIECAAAECBIYvIEICBAgQIECAAAECBAgQIEBg+AIiJECAAAECBIYv0A0/RBESIECAAAECv0LgdL1cojWa5q9SPwmNRhGj+YjWYLpYYm6hPp8r0Y0iSlfqiMh924j66CN7VqOvy8k4Yn+3j937EQ/u9G1kg+v+Th+T/brfpG/71V3bMfVoPwQIECBAgAABAgQIECBA4EUJeF8CBAgQIECAAAECBAgQIEBg+AIiJECAAAECBAgQIECAAAECBIYvIMKBCsz6DrJXoZ/0rSch+xX27k97FbJnYe/+tIchJ+xq+6VFHpjLUn/VUbqI0pXInojRXInskcjJuLJnYjQfMZqL+npE9kiUqI/2qy79ECBAgAABAgQIECBAgMBxEnAtBAgQIECAAAECBAgQIECAwPAFREiAAAECBAgQIECAAAECBAgMX0CEBAi8QIHuBb63tyZAgAABAgQIvBiBElFyZJNpNpjOl5hfnI65uj6aj+hGJUr9pFTKdN84+uhjOtFWm5Ar4miD6+69vk3SlZN19ZN60CR3rks/BAhEBAQCBAgQIECAAAECBAgQIEBg+AIiJECAAAECBAgQIECAAAECBIYvIEICBAgQIECAAAECBAgQeCYCfT3rpI/sRciehJyQa/d+Hzt3piPX9/ci+nEduW+OesjsZ9b/kL0Q2RORvRFzC9NeieyZyH6J3F660noqosyOtCTwJAHbCBAgQIAAAQIECBAgQIAAgeELiJAAAQIECBAgQIAAAQIECBAYvoAICRAgQIAAAQIECBAgQIDA6RToTlXYgiVAgAABAgQIHBHIZtNuFDG3ELGwVGI+x2KJufkSub3rInKfONJk2vcPG1cnkz7Ge33s7fSRE3Ht3O1j59505PO9B31ks+tkPw8KDwIECBAgQOB5CXgfAgQIECBAgAABAgQIECBAYPgCIiRAgAABAgQIECBAgAABAgSGLyBCAgQIECBAgMBpEugjsvcgexCyFyF7Elp/QvYp5LjXt96F7GHIXoao+x/2N8ycStV1lgwAABAASURBVET2QGQvRPZEZG9ETsSVvRLZMzG3ENHNTfcJDwIECBAgcFwEXAcBAgQIECBAgAABAgQIECAwfAEREiBAgAABAgQIECBAgAABAsMXECEBAgQIECBAgACBYybQHbPrcTkECBAYhIAgCBA4GQLZaDqai5hbKLGwXGJxJWJ+KerziFHd3o0iSldHRPaqRjar1tXDn3w+GUfs7/aRDa+t2fVOH/dv9XH35iTu3ewjJ+na342YTA4Ps0KAAAECBAgQIECAwEAEhEGAAAECBAgQIECAAAECBAgMX0CEBAgQIECAAAECBAgQIECAwPAFREiAAIHjIJA9B9l7kD0I2Ytw98ak9SY8mE3G9aCPNhnXOJ7Y29DXIEqOLiJ7IUbzEXMLEfOLEdkrkT0Tc4slRnPRJu0KDwIECBAgQIAAAQKnTEC4BAgQIECAAAECBAgQIECAwPAFREiAAAECBAgQIECAAAECBAgMX0CEBAgQIEDgqwp0X3VH+xEgQIAAAQIEhiZQ6ieh0VyJ+cUS2Vy6sFLXl0rMLZQYzZfoRtEm5IoSkTNy5QRcj4xJxHi/j2x6zQm5du/18SAn5Lrdx70bfWt+zUm69nb76CfZ3lrP83R/nI0AAQIECBAgQIAAAQIECBAYvoAICRAgQIAAAQIECBAgQIAAgeELiJAAAQIECBAgQIAAAQIECBAYvsCXRpg9B9l7kD0I92/1kZNy5TJ7FHLb3s60d2Gyn/0JEY/0NmS7Qo4SrQcieyFGcyWyN2J+6aBfYrnEfPZKjErbJzwIECBAgAABAgQIECBAgACBZyHgnAQIECBAgAABAgQIECBAgMDwBURIgAABAgQIECBAgAABAgQIDF9AhAMQ6AYQgxAIECBAgAABAl9PoER0cxFzCxELK3Usl1hYLO35qG4vXZk2mpbp6bNhdbo2/Z3PJ+OI8W4fuw/quHswIdetSdy7UcetPrLxdX8nIvebHuU3AQIETqKAayZAgAABAgQIECBAgAABAgSGLyBCAgQIECBAgAABAgQIECBAYPgCIiRAgAABAgQIECBA4LgKZM9B9h5kD8K9W33rSbh/exI5IdfuvT72HuSEXH2M96NNxnU0juxtaM9LtB6I7IXInojWK7FYYiF7JZYj5hai9VBECQ8CBAYtIDgCBAgQIECAAAECBAgQIEBg+AIiJECAAAECBAgQIECAAAECBIYvIEICBAgQIECAAAECBAgQ+CYC3Tc52LEEnpuANyJAgAABAs9AoNRPQqP5EvNLJRZXSiytlVioy/nF0hpNR/MR3ahEKQ/f/LBRNTf1Ef042mRb472IvZ0+du72ce9mH7c/reP6JO7d6OPBnUkcbX7NRtlHzpPnMggQIECAAAECBCIYECBAgAABAgQIECBAgAABAsMXECEBAgQIECBAgAABAgQIECAwfAEREiBAgAABAr9SIHsKsrcgJ9ja351OuJW9B9mDcPv6pPUkZG9C9ihkr8L+3rR3oZ/UU/d1HPzkeQ5WW+9D9kBkL0ROvpW9Edkjkb0S2TORvROj+RKlmx1hSYAAAQIECBD4BgIOJUCAAAECBAgQIECAAAECBIYvIEICBAgQIECAAAECBAgQIEBg+AIiJECAAAECBAgMVEDrxEBvrLAIECBA4OsJOOp0CXQlYm4+YmG5xNKZEst1LD42KVc3iui6A5c+osT0UepKjnyWDa05ssH1wd0+7t7o49ZHk7j54SRufTKJO59Ot92/3cfu/T7Ge33k/nmsQYAAAQIECBAgQIAAAQLPX8A7EiBAgAABAgQIECBAgAABAsMXECEBAgQIECBAgAABAgQIECAwfAEREjjJAtlTkL0F2WOQvQbZh5C9B9mD0HoRPpq03oTsUchehdw/R8acvQw5cr2Nvv2O1v8wFzG3EJGTb80m48peieyZWFgurYcieymmR/hNgAABAgQIECBAgACB4y/gCgkQIECAAAECBAgQIECAAIHhC4iQAAECBAgQIECAAAECBAgQGL6ACAkQIPC8Bbrn/YbejwABAgQIECBwXARKV2K0UCKbSpfWulg6U8fq9Hk2n87N19fnIkoXMZ2Ja9qlWuLhI7f09ddkHLG/G7HTJuSaxM2P6/hwHLfq8s6nk7h3cxIP7vRtQq7WDFuPeXgWa6dQQMgECBAgQIAAAQIECBAgQIDA8AVESIAAAQIECBAgQIAAAQIECAxfQIQECBAgQIAAAQIECBAgQOBrCWQfQvYW5IRc2WuQPQfZe5A9CDc/HLeehLs3Jq1HIXsVsmchj3lSK0IfdWuJ1vswmouYWyiRPRGLKyUW10osr3exfKaLheXSeihKV8Lj1xKwMwECBAgQIECAAAECBAgQIDB8ARESIECAAAECBAgQIECAAAECwxcQIQECBAgQIECAAAECBAgQIDB8gcMIu8M1KwQIECBAgACBUyZQ6iehufmIheWIpTMlltdLLK7WsRIxvxQxtxAxmovoRnFkPq4+8lFK/q6jPs2m1skkYn+vj517fdy90cetjyZx48NJ3P5kEtkUe69ue3B7Mp2Qa7ePflIPrIf7IUCAAAECz1bA2QkQIECAAAECBAgQIECAAIHhC4iQAAECBAgQIECAAAECBAgQGL6ACAkQIECAAAECBIYmkD0F+7t96zHIXoPsOcjeg+xByF6E7EnI3oTsUchehexZyN6FnHsrLbKnYdrW0Mfhti4ieyCyFyJ7IhZWIpZWp70S2TORvRNz8xGl7hceBAgQIHAMBVwSAQIECBAgQIAAAQIECBAgMHwBERIgQIAAAQIECBAgQIAAAQLDFxAhAQIECBAgQIAAAQLHQUDrxHG4C66BwJAFxEaAAIFjLFBKRDeKGC2UWFiKWFgurdl0aa2L5TN1fa1ur9vm6uu5X+lqMOVg1MXspzW11ieTccTeTsTO3T7u3ZrE3c/6NhnX7euTuPnxOG7NJue62ceDO33s3uvr/n2M9yJmzbGzc9XT+SFAgAABAgQIECBwcgRcKQECBAgQIECAAAECBAgQIDB8ARESIECAAAECBAgQIECAAAECwxcQIQECBAg8dYHsEciRPQPZO7C307deguwpuHdz2nOQvQbZc5C9BzkpV/YiZE9C9iZkj0L2KuSF5XlyeThKRPZFZK9D9jxk78PC8rQXYtoT0cXiaonclj0Tc9kbMTc9JjwIECBAgAABAgROr4DICRAgQIAAAQIECBAgQIAAgeELiJAAAQIECBAgQIAAAQIECBAYvoAICRAgQIAAgS8V6L70VS8SIECAAAECBE6IwNe6zBJRuhJd/UTUzZWYX4xYWCmxvF5ibauLte2urWfz6dxCRDaodnX/UmL66CMeb2jtJ32M9yP2dyN27vVx90Yftz6exGe/nMT1X9Tle5O48cE4bnw4iWyWzQbanfv1mL0++sn0fI+fc/pmfhMgQIAAAQIECBAgQIAAAQIECBAgQIAAAQIECBAgQIAAgeELiJAAAQIECBAgQIAAAQIECBAYvsBpiTB7A9qYRIz3+sjegewhyF6C7CnI3oLP3jvoNfjlpPUeZA9C9iJkT0L2JmSPwlGvPF/0dUsd2dqQPQ6jUUT2PCzO+iG2u9YTkb0RuS1f60al9USUUo+qP+FBgAABAgQIECBAgAABAgSesYDTEyBAgAABAgQIECBAgAABAsMXECEBAgQIECBAgAABAgQIECAwfAEREjipAt1JvXDXTYAAAQIECBB4GgKlfhrKxtJpA2qJbDbNptPVwwbUrm0bLZTI/UoXEeVg4qw48qjb8tlkEjHZ62N/Zzoh170bk7j10SQ+zSbZfxzHp78cx433J3Gzbrt9vY/7t/rYvdfHeK8eNzEpVxoaBI65gMsjQIAAAQIECBAgQIAAAQIEhi8gQgIECBAgQIAAAQIECBAgQGD4AiIkQIAAAQIECBAgQIDAMxXIibPayB6DybRnIHsHsocgewmypyB7C7LH4Hr2Grw37T24d2MSbUKunWi9Cdmj0C70oGch1/O8uczehuxxyF6H+YXSeh+W16eTcWVPxPKZEgsrJebqa91cROlKHeFB4DQJiJUAAQIECBAgQIAAAQIECBAYvoAICRAgQIAAAQIECBAgQIAAgeELiJAAAQIECBAgQIAAAQIECPzaAt2vfYQDXrCAtydAgAABAgSelkApETm6UcRorkQ2meaEXCvZgJoTctWxsl4OGlAjpg2o9Zg4ePQHy7oodUR93o8jxvsR+7t9m2jr7o0+bn3ct4m4Pv3FuE3M9dkHk7j54SRuX5/EvVuTabPsXh95bJ+dsfU8eTqDAAECBAgQOM0CYidAgAABAgQIECBAgAABAgSGLyBCAgQIECBAgAABAgQIECBAYPgCIiRAgAABAgROtUAfkT0C2Suwv9e33oHsIcheguwpyN6CT9+bROs1+OW49R7cvdG3XoTsScjehDw2exVaz0Ji1nPm82w9aP0QXcRoLmJuIdqEXCtnSqxtd21kb0T2SMwtlBiNSnSjaD0UeVx4ECBAgAABAk9RwKkIECBAgAABAgQIECBAgACB4QuIkAABAgQIECBAgAABAgQIEBi+gAgJECBAgAABAgSGJNANKRixECBAgMBTFHAqAqdEIBtJ26ifikZzEQvLJZbWSqxtdbG2XWJlo4vlM6U1ps4vRcwtxHRirhLZw/o5pWxqnUwiJuOI/b2IvQd93L8ziXs3+rh9vY6PJ3Hro0mbkOvGh3VZ12/Vbbc/6ePOp33b735O0nW3j937fezt9DFrpM1z5rn7ev58n3YBB820n7sQGwgQIECAAAECBAgQIPBVBOxDgAABAgQIECBAgAABAgQIDF9AhAQIECBAgAABAgQIECBAgMDwBURIgMDzEZjV79dl1vRnbX/W+Getf06elbX/2UOQvQA7d/vI3oDsJchegewZyN6Bmx9NovUSfDjtLbid/QTX+2kvwZ1J5PHZi5DnzHPn+zweXH37NrFWTrA1Nx+RvQ6LK6X1Qqxsdq0XYm2ri6UzJRaWSozmIkpXR5mO8CBAgAABAgQIECBA4GQKuGoCBAgQIECAAAECBAgQIEBg+AIiJECAAAECBAgQIECAAAECBIYvIEICBAgQeC4C3XN5F29CgAABAgQIEDgBAl39ZDS3ELG0WmJlo8TqdherW3W5Wdrz5bUuFpZLzM2XaTPqkZiyoTVHbiql/s5RF9kAO9mPNqlWNtXev9XH7euTuPHBJD79x3F88g+T+Pjn4/jwZ/vx0d+N6/NxfPbeJLLJ9k421d7s48HdftpUu9vHeK+PybiPbNzNxtrHR5ukq77vSfpxrQQIECBAgAABAgQIECBAgMDwBURIgAABAgQIECBAgAABAgQIDF9AhAQIECBAgAABAgQIECBAYJACfcTjdfvt+SRabX/W+LeJuO738eBOH/du9nH7et96Aj59b9J6BD78u3HrGcjegewhyF6C7Cm4fX0S2WOQvQZ5juw9yB6E5liiTboV9VGG5EoOAAAQAElEQVQv4ZFWgexZyAm25hZKLLSJuLrW87C6WaKNrenzpdUSc4sR3aie5Cn9OA0BAgQIECBAgAABAgQIECAwfAEREiBAgAABAgQIECBAgAABAsMXECEBAgQIECBAgAABAgQIECAwfIHTHmF32gHET4AAAQIECBCYCZRRifnFEotr0ybUtdlkXJslVja6WDpTIifkGi1E5ORds+MeWZbps9bgWldz4qxsit3fjcgm2Xu3JpETbWXz7Kf/OInr/zBuE3J99LNpg+0n/zCJz96fxK2PJnH700lrxs2m3Dw2G2zHexHjccRkkpNy1dFHa+5t3bW5Xt+zrefSIECAAIGjAtYJECBAgAABAgQIECBAgACB4QuIkAABAgQIECBAgAABAgQIEBi+gAgJECBAgAABAgQIPD+BozX6uT4bk77V9I/3I7LGP2v9dx/08eBu33oA7nw6aRNyZW9A9gh89LP9+Ohn096B6/8wjuwlyJ6C7C3IHoNpv0BE9h5kD0K2JWRPQgs0n7SVg18Hz3OSrbmFiOxxWD4z7XlY2SyxulVibbsu6/riamk9EqU7OOjgFBYECBA4AQIukQABAgQIECBAgAABAgQIEBi+gAgJECBAgAABAgQIECBAgACB4QuIkAABAgQIECBAgAABAi9MoHth7+yNCZw6AQETIECAwHEXyEm25hYjllZLZCPq2nYXq1t1bHSxslEim1QXl0vMLZQo+SmqHImor+s56iLq9lJHrmYz7Hi/j9Zgez/i/q0+bl+fRDbPXv/lJD75h3F89PNxfPjTuvy7cVz/xTg+fW/cmm+zCffezUns3Okjm3NzUq8816SeL8/b1/fr269ok3LVp3Wl/eRbGwQIECBAgAABAi9EwJsSIECAAAECBAgQIECAAAECwxcQIQECBAgQIECAAAECBAgQIDB8ARESIECAAIGD2vx+uszS/cj1ulJ/oh9HTMZ9jPf6yFr/nFTrwZ2ckGsS2Qtw86NJfPbeOD75xbRXoPUM/Lw+/4dxZC9B9hRkb0H2GOzej3qOPrJfIHsF0r71JBz0JeT7tpEv5Kjbs6dhtFBiYbnE0pkSyxslVje7yB6Ita2u9UQsrWX/Q0T2SuRhBgECBAgQIECAwOMCnhMgQIAAAQIECBAgQIAAAQLDFxAhAQIECBAgQIAAAQIECBAgMHwBERIgQIAAAQIEPi/QfX6TLQQIECBAgMCJFnDxX1sgG1ZHc9OG02xKXcyJudZLrG6XWD/XxZlzJVa3SrSJuVZLzC9GzM1HdKOIPDYee/T1eWu0rSuTSbTm2L2diJ17fTy43ce9G5O482kftz+ZxM0PJ22SrmyqvfnBdD2XbXw0iVt13Py4Luu4fb2PO9frsZ/1cfdGHzlp1/1bk3bObODdudtHjmzozbH3oI+9nX7aoLvX1+uImOzX0RqA67JeWzbt/tqjxjWLzzKmk6Ix4SAH5IAckANyQA7IATkgB+TA88oB7yPX5IAckANyQA7IATkgB+SAHJADckAODD8H3GP3WA7IATkgB+SAHJADckAOyAE5IAfkwPBzwD3++vf4a9TBZ13/ZFZHv581/nXs9a3WPmvus/Y+a/BzZE1+jqzRz/r/rNnP2v2s4b/zWR93Pp3E7U/6uJX9AFnvnyP7AnIc9ARkf8BsZM/A7brvnU/7yF6CPGf2FmSPQU7Eldd2WJcfn39kz0L2LmQPw/xiiex3yN6G1a0SZ851rech11fW62trJRaWSswtRIzmyhP7HT7/DrYQIECAAAECBAgQIECAwDMTcGICBAgQIECAAAECBAgQIEBg+AIiJECAAAECBAgQIECAAAECBIYvIEICBE6UQHeirtbFEiBAgAABAgSeh0CZNpyO5iMW10qsbXexebmL7ZdGsXGpi/Xz020rG11rYp1bLFFmn6r6eoF1ZCNs1GV9Vn/q66Uu8ie31TGZ9JGNvPu7fezej3hwt4/7t6ZNuTc/msRn703ik19M4qOfj+PDn47j/Z/sxwc5/jaf78eHPxvHR383jk/+vo5fjOPTX07is/fHcePDceTx2dR7+/ok7n7Wx72bfTt3NgJnQ3A2B2ezcL73/l4f4xz7dXlk5LUZ0e4Rhy92YMNGDsgBOSAH5IAckANyQA7IATkgB+TA8HPAPXaP5YAckANyQA7IATkgB+SAHJADckAODD8H3GP3WA7IATkgB+SAHJADckAOyIGh5kBOdPXI2Osja+izlj5r6rO2Pmvss9Y+6/mz9j5r8LMWP2vyszY/a/SzVj9r9j/5xbjV8Gctf9b0f/jT/fjgb8cHtf778dHPxvHxz+s+/zCJ7AnI4+98OpnW89+d9g7kezfvSR+t56AustWgtJ6D9qttf6QnoW4uo4jsXciJuFY2pj0N6xe61uOw/dK052Ftu2s9DtkL0Xoc8qSlnj1HXfg53QKiJ0CAAAECBAgQIECAAAECBIYvIEICBAgQIECAAAECBAgQIEBg+AIiJECAAAECBAgQIECAAAECBL6aQPfVdjuWe7koAgQIECBAgMDTFcgm0zpaz2lXYm6+xNLqtFF181IXW1e6yOX6+S7WtktkE+viSon5hYhu9OilZPNrjtYg214qEXniiMjt/SRist/H/m7E7oM+sok3m3dvX+/j5oeT+PSX47j+D+P4+O/HbfKtbNJ9/2/G8cHf7tcxbts+/rtxe/36P+aEXOP47L1x3PhgMp2Q6+NJ5LnufDaJuzcncf92H9kkvHMvm3j7yObhbOQd7/Yx3ovp2M9rqmNcn9dry8bjvMbJOCcP+/LR130eGZM+eoOBHJADckAOPJ0c4MhRDsgBOSAH5IAckANyQA7IATkgB+TA8HPAPXaP5YAckANyQA7IATkgB+SAHJADckAODD8H3GP3WA7IATkgB+SAHPj1c+CxOvWvUtueNfBZC5+jTXy1n/Xxdczq5nf72N+Z1tS3CbnuTWvts+Y+a++zBj9r8W99PK3Nzxr9rNVvNf6/mNbwZy3/hz8dxwc5frIf7/+krteRk3RlD8D1ut9nvxzHrQ8nced6H9krkD0D2TuQPQR5jdlTkL0FkY/Wa1ByLbIHIbfnaBsOJuzquoj5xYjDCbnOdpG9DdnjMOt1yAm5ltZKzM2VKCVHO4NfBAgQIEDgeQp4LwIECBAgQIAAAQIECBAgQGD4AiIkQIAAAQIECBAgQIAAAQIEhi8gQgIECBAgQIAAAQInXqA78REIgAABAs9cwBsQIHCaBEqJmI3RfMTiWmmTb21e7mL7pVFsXuxa02qbkGu9tGbWucUS2dxaD418tMbXbHqto/7kpoj6Yv3J3tjI17N5djyOyEmx9u73bUKu+7f6uPNpNu328dl7k/jkF+P4+Ofj+Ohn0+bc93+yHx/87TiycTcbdT+qr33y9+O4/otJm8Drxvv12A8mrWn39ieTuHN9Enc/6+PejT7u35o8cUKu/b16DXt9tGbjnISrXtN4P2KSI9fraOsHz1tDcm47Mvoj65OcaCzH0W3W40luttU8kxtyQw7IATkgB+SAHDhWOeDzic+ockAOyAE5IAfkgByQA3JADsgBOSAHhp8D7rF7LAfkgByQA3JADsgBOSAH5IAckANyYPg54B67x3JgUDmQtek5DuqMHqldP9h2GG/WvNeRdfptW67nyP2yVr6O/b0+ckKsVsf/oI9HJuS6NWm191mDn7X4WZOfE2rd/GASWas/nZBrElnD/9HfjSNr+j/823Gr8T+s9f/ZuPUAtAm53pvEzY/61iNw/9a0ZyB7B/K98xqzp6D1FkRku8HBr2g9B+1XX9friPrIXoRuVGJuYdrDsLLRtT6H9fMlNi+NYvvKKLLnIfsccsKu7IWY9UXksp7CDwECBAgQIECAAIGBCQiHAAECBAgQIECAAAECBAgQGL6ACAkQIECAAAECBAgQIECAAIHhC4iQAAECBAg8O4Hu2Z3amQkQIECAAAECJ1Qgu1XryIbV+cUS2ZC6st7F6naJtbPTCbk2Loxi/UIX2bC6cjAx1/xyNrhGjOYiyigiuohSIiJHROuJbb/6up7joDE4J8DKibH2dqYNvQ/uTiIbbu/e6OPOp33cvj6JWx/X8dEkbn44iRs5sqn3cIzjRl3/rI1xfPZBjkld1n3rer52dOQ5cuR5cnkrz1tHe4/6Ptk4nO/Zlp9M2vu35/U6cnnn00m9rjrq88P1z+rzHPlaLo24w4CBHJADckAOyAE5IAfkgByQA3JADjwpB2yTF3JADsgBOSAH5IAckANyQA7IATkgB4afA+6xeywH5IAckANyQA7IATkgB+SAHJADcuDp5cDRGvVcz3Gklj1r3B8ZWQOfo+6TNfGzOvmbWTNfRy5ntfRtsq0Psu7+6HhYjz+tzZ8+n9bkj9vkXG09j/tw0mr8syY/3ycn8rrzaR93b/StJyB7A3LSr72dPrJnIHsHcrKw2WRch/0FcfAoEdmDULIXYRSRE2vNLUZkr0Lra9gosbbdtV6GjQt1ea6rz0usbpVYWe9a78P8YoluVCLqT3gQIECAAAECBAgQIECAAAEC30zA0QQIECBAgAABAgQIECBAgMDwBURIgAABAgQIECBAgAABAgQIDF9AhKdSoDuVUQuaAAECBAgQIPBVBEpEqZ+Wshk1G1mzMTWbVM+c62LrpS62r45i6/IoNi52sX6+a42syweTc80tlBiNoh0fB48+J+Gq67msi0d+Sn2vtqHuk021fd0pm2yz2Xa8F7G/G7G3E7F7r4+dO9Pm3Ls3JnHnsz5uf9LHzY8nrZH3xvuT+Oy9SXz6i0lc/4dxfPz34/jo7+r42Tg+/Nv9+OAn43jvr/fjl//rON7LUdfz+ft/U5/X8f7f7Mf7P8kxjg/+dhwf/nQcH9TxYR5flx/lMkeeczZ+Po6P6vjYCAZjBifkvwdyVa7KATkgB+SAHJADckAOyAE5IAfkgBwYfg64x+6xHJADckAOyAE5IAfkgByQA3JADsiB4eeAe+weywE5IAfkgByQA3JADpymHGh18T8fT+vj/24cH+b4WX1eR9a9Z817q33/6TiyFv79n4yntfF/sx/vZa38X4/jvf+1rrcxntbU19eyxj5r7bNWPt8ja/CzFj9r8rM2P2v0b+bEWx9P4vb1vtXwZy3//dt97Nzto0249WBa85+1/9kDkL0A2ROQvQFtRMRhz0A8fPR9tJdzmVuzrWDawxAxv1BicaXE8pkSa1sl1s+X1ruwdbmL7SvZ0zCK7G3IHof5xRKj+YhuVKJ0EVHCgwCBAQkIhQABAgQIECBAgAABAgQIEBi+gAgJECBAgAABAgQIECBAgACB4QuIkAABAgQIECBAgAABAgSer0C2Vzzfd/RuBCIYECBAgACBEyNQSoluFDGaK7GwVCIn3Mqm1a0rozh7tYvNl7rW1JrbVrdKfb2LhZUScwsR3VxEGdVRIqbNtAfdslEfdbX+bj+lvj5dab/rvnX/ScRk3MdkxR11/gAAEABJREFUv49xjr0+9h70sXM/4sHdPrJ5997NPu58mk29k7j18SRufDiJzz6YxKfvTeL6L8dx/Rfj+OTvx/FxNhofNhXvx/t/M20k/uX/b3/aRHwwMdf7f1Nf+8m4Tdr1QU7eleOn+21SrlmDcjYp55g1G2fDcY58jzYpV77fz8fTSZly3YhsyDZqTsgFuSAH5IAcOI05IGZ5LwfkgByQA3JADsgBOSAH5IAckANyYPg54B67x3JADsgBOSAH5IAckANyQA7IATkgB4afA+6xeywH5IAckAMvJgdmdel12WrVc/l348MJubKmPWvbD8dPx632/YOf7sdhPfxPxq1+/v2/3o/32hi3Gvpf5qRc9fn7f1Nf/0nuPz026+KzBj9r8bMmP2vzs0Y/a/VvfTSJ29cnceezSWQt//1bfavtzxr/vZ0+xnt17E97ALIXYDop17RHYDZB1mHvQG6e9RTksu+j9RyUOOhfiNaTkBNy5YRb2auQPQsbF7vYvNzF2auj2HqpaxNyZY9D9jqM5ko7tpQSHgQIECBAgACBryHgEAIECBAgQIAAAQIECBAgQGD4AiIkQIAAAQIECBAgQIAAAQIEhi8gQgIECBAgQIAAgQOB7mBpQYAAAQIEBiggJALfTCD7UEv9tNSNSmRz6nybkGvatLr90ii2s4n18ig2L3axfr7E2lYXy2dKLK5EzC1GdNnQ2kXMmmf7PlqTbC4jH/V5yWUducxRV+tO9ae+lg24k3HEeC9ifzdibydi9/60aff+rUncvdHHnc/6uP1JH7c+6uPmh5O48f4kPvvlOD79x3F88g/j+Dibjn++H9lk/MFPxw+biXMSrjb2DxuLWzNxm5RrPz7423Hk/m15dGKun40jG5dzEq4Ps5m5nb9uq8vpe43be7YJqA625XbjwIXJND84cJADckAOyAE5IAfkgBx4qjng87bvXHJADsgBOSAH5IAckANyQA7IATkgB4afA+6xeywH5IAckANyQA7IATkgB+SAHJADcmD4OeAeu8dPzoE2GVfWrh8ZrZY9n/9s3GrlP/zpOD44nIgr1+vIybh+sh/v5/ibcbz31zn267KOVks/jpyoK+voP6jHZ839Rz/fb3U9WYufNflZm581+lmrf+vjvtXuZw3/3Zt93L89iQd3+lbjn7X+WfOftf/ZA5C9AK1voG8dAq2lYNYv0JYH23OfnIgrl7nnYQ/DXGk9CQsrETnh1tpWF+vnuti80MVW62XoInsacpKu5fUustdhVI/pRiWyB6KU8CBAgAABAgQIECBAgMAxFXBZBAgQIECAAAECBAgQIECAwPAFREiAAAECBAgQIECAAAECBAgMX0CEBAgQOP4COUXE8b9KV0iAAAECBAgQeEEC2YjaRv3UlA2q2ai6tFpiZaO0CbjOnCuxfqGLjUujOuryQolsal3b7mJ1s8TSmRKLdf/5xRKj+Trm6hhFtCbXLqJ11sb0kU20h2MSMZmNcV3PsR9tcq7xbkwn6HrQx979PnZy3O1bM+/929nY28e9m9Nx90Yfdz/t486nk7hzfRK367j1ySRuflzHR0dGTuZVRzYKt/HBOG5+UF+fbavrNz4cx426fba8ma/V7Tdz1PUbdeT6bJnrp2akgTHNGQ4c5IAckANyQA7IATkgB+SAHJADcmCoOSAuuS0H5IAckANyQA7IATkgB+SAHJADcmD4OeAeu8dyQA7IATkgB+SAHJADckAOyIHjkwMfTuJG3o9c1tHq148sbxypbb/x4Xh63bPX23EPt7Ua96yfz9dzmePjSWRtfdbYZ6191txn7X3W4M/q8Wf1+Tnx1s7dvtXuZw3/3oO+1fTnBFw5JvsHNf9Z93/QBzCblGvWIzDtGqi/Sxz2E4xGEdmnkL0G2XOwsFpi+UxpvQjZk5CTcK2fL7F5qWv9Ctm7cOZsab0M2dOwVPfPHoc8R+tRKPXcdYTHlwt4lQABAgQIECBAgAABAgQIEBi+gAgJECBAgAABAgQIECBAgACB4QuIkAABAgQIECBAgAABAgQIEBi+wDeIMKeB+AaHO5QAAQIECBAgcIoESkSpoxuV6EYR80sRy+tdm4Br+6Uuzr2SY1SXozhf189e7WLrUhfrZ0usbJbWGLu4Utpxc/PRztF10c7ZR33UX63ZdhKRy6jP26gvfe4nX6sbZ/vl08P1+iTXWwNvPdckn+cym3tnY7+P8X60Cb72dyP2dvrIpuDdB33s3ovYaaOPB3cPxp26nI2DSb/u3+rj3mwcTADWGo9zErCjz60fTpDWfHjwkANy4BvkgP87Uv+3h5//DskBOSAH5IAckANyQA7IATkgB+TAwHPA93/f/+WAHJADckAOyAE5IAfkgByQA3JADgw/B9xj91gOyAE5IAfkgByQA786B+4+6f8ndFC/nrXsOVnWg9tH6tyz3v2g/n3nXt9q4nfvR+ze71utfNbMZ+18TqCVtfST/T4ms/r6usz6+1ntfa63mvw+i/an9f25mvX9ub1urRvb78//yh3ryP1m52nH1T1bP0I37SXInoLsScgeg5yEK3sOsvcgJ9/avpq9CTlGrT/h7CtdZM/CmXNd62HI47KnoRuV1o8QpZ7cDwECBAgcOwEXRIAAAQIECBAgQIAAAQIECAxfQIQECBAgQIAAAQIECBAgQIDA8AVESIAAAQIECBAgQIDAyRToTuZlu2oCBF6QgLclQIDAqRco9dNTjm6uxNxiiZX1Euvnuti+8rDZdTYx19mro8hm2Gx6Xd3oYmmtxMJKxHw9bjRfohtFlC5i2vzaR98/Nib5POr2ePTRP/Y0nx+Meoq2/yPLnIxrNsZx2DQ83u9jvNdHNhXv70TsPajjfsTO/Ww+ruPudDyYNSbf7iObltu4VddvTSIbmY82gx82PeekXEbcZcBADsgBOSAH5IAcOJk54L65b3JADsgBOSAH5IAckANyQA7IATkgB4afA+6xeywH5IAckANyQA7IATkgB+SAHJADcmD4OeAeu8dyQA6c6By4V+9f1qof1qjf6iOfZw37/YNa9lbbfruPNjHX3bq808dOXbaRk3Ldz8m4otXKZ8181s5nDX3W0h+djGtyUG8/m0DrkXr8g1r9NqlWrh8t53/s+eFxrRcg+wEejsgTlGg9BNlLkD0F2VuQPQbZa5A9B9l7kD0I2Ytw7pVR5ERc565NJ+XKnoXsXVhZL62XIXsash8hR3gQIECAAAECBAicZgGxEyBAgAABAgQIECBAgAABAsMXECEBAgQIECBAgAABAgQIECAwfAEREiBAgAABAk9ZIKeAeMqndDoCBAgQIECAwDcVOJ7Hl2x+raM1v44isvl1+UyJM+dLbF0ZRTa8nntlNjFX1ybpymbYbIpd3SyxvFZicaXE/FKJ0XxENypRuohSovXWZvNtTOpqX8ds2TbW15/0U/ebbc7dnjjyPI+N8Tgix2Q/Yn+vjt0+9nbqeNDH7v3p2Mnm41kjcl22Sbnu9K1Reda0fP9WH/dvfn5SrmxyNvrW7M2BgxyQA3JADsgBOSAH5IAckANy4MtywGvyQw7IATkgB+SAHJADckAOyAE5IAfkwPBzwD12j+WAHJADckAOyAE5IAfkgByQA3JADgw/B57fPT5awz6ra2+TcWWtex1tIq67/XRSrnvT2viskW/18jt97O/liMha+qypz9Em4Xqs5v6JtflH6vdzbq1ZLf/jy74eXH+inTePyXPnso7sHcgeguwlyJ6C7C3IHoPsNcieg+w9yB6Es1e7OHetjleyT2G6zJ6F7F3IHob5xRKjUURXRztnCQ8CBAgQIECAAAECBAgQIPCMBZyeAAECBAgQIECAAAECBAgQGL6ACAkQIECAAAECBAgQIECAAIHhC4iQwOkR6E5PqCIlQIAAAQIECHxzgVmzaqmfokZzEXOLJVoD7JkS2QC7tt3F+rkuNi6MIhthNy920caluq2ur5/vYm27xOpWFysbJbIZdnG1xMJKaRN15fnmFkpkc203V5ejEt0oonQHIxtlc8TBo6/LOlrD7myZDbt1TL5gtMbe2Ws5Odf+QUNxXY5z7EWM65hO1hWxv/vY2KnP69ibjQf94YRee3V9t45cGtWFRRz7PHCP3CM5IAfkgByQA3JADsgBOSAH5IAckAPDzwH32D2WA3JADsgBOSAH5IAckANyQA7IATkw/Bxwj91jOSAH5IAckANyQA7IATkwyBw4rE3f6aNNqpX3+aCOfb8u23i83j2f70Wric+6+FYjv/+wZn4yruuTmE6YVZe/qu7+aK1+m4irj4ePElFyHNT7Z+3/KHsAshdgPiJ7A7JHICfeyp6B7B3IHoLsJVjb6lpvQfYYbFzspv0Hl6bLjbrMnoTsTcgehdXNMu09WCmR5xvN1fft6sj3riM8CJwWAXESIECAAAECBAgQIECAAAECwxcQIQECBAgQIECAAAECBAgQIDB8ARESIECAAAECBAgQIECAAIHnINA9h/fwFl8i4CUCBAgQIEDgZAtk82xEiVx2o2lz6+JKieX1Etn4unFxFGevjuL8q6O48Pp0ee5a3fZyF9tXuti8NIqNC12sna1jq8TKrFF2tYvFlYj5pYi5hYicoGs0F9GN6ujqO5Y4fLQG38nDhuB+XNdnY7a9r9ueMGYNwfWlaOepK09azvb73HJ2FfW4o6896Ry2PfkecOEiB+SAHDgdOeA+u89yQA7IATkgB+SAHJADckAOyAE5IAeGnwPusXssB+SAHJADckAOyAE5IAfkgByQA3Jg+DngHrvHckAOyAE5IAeebw4crVFv619Qv95e63/FteWxdZ/c9wvv46z+flaPn8vZtlzm8XmeOloPQRetxj9r/bPmP2v/swcgewEWV7s2idbKZom1rRJnznatdyB7CLKX4OzLXZy/NooLr47i4kGvwdkro8gehLXteux6icWVEnMLpb5HaT0LEbNleBAgQIAAAQLPUMCpCRAgQIAAAQIECBAgQIAAgeELiJAAAQIECBAgQIAAAQIECBAYvoAICRAgQIAAAQIETrdAd7rDFz0BAgROjYBACRB4hgLZSBvZ2Fo/WWWzaza9rqx304bZi11sX+3iwqtzrUk2m2WnE3KNYuvKKDYvd7F+oe57rovV7S5WNrpYOlNiabXEwnKJ+aUSc4t1zJfo5iJyQq7SReR75njYDNxHP6lj3MekLie5rKNtq89zGXUZj3UO9/V5//Ak0w7kfH44oj2yb/iJo26spzjcuz5t+/tFgAABAgQIECBAgMALEfCmBAgQIECAAAECBAgQIECAwPAFREiAAAECBAgQIECAAAECBAgMX0CEBAgcEcga9cNRVx6vX6+bDuvZHx52ZGs7oD6vy6ydzxr6x+vqs9Y+a+5nY1aPn7X5/awuP4+vp8k3y1r+NrppjX/W+s/Nl1b7nz0A2QuQPQHZG5A9AtkrsHaua70D2UOwfWUUZ18eRfYWnH91FBderzVOuBoAABAASURBVOO1udZ7sHGxizPZW7DexeJqPedCiewhiKjLEh4ECBAgQIAAAQIECAxHQCQECBAgQIAAAQIECBAgQIDA8AVESIAAAQIECBAgQIAAAQIECAxfQIQECBAgcEwFumN6XS6LAAECBAgQIHCiBEqJ6EYl5hdLZNPr8kaJte0uNi91sX11FOdfG8WF1+cim2XPvTKKsy/X7Ve69nqbkOtsF6tbXazU45bP1HOslVhYqedbqmMhYjRfRz1/N4ooXR0l2iP7ebMZuJ9ETA5GP47I5zlyWy7bqDsfLnO9jtlJ+rreRt3QlgfPoz3JjV8w6ub2U/fPxuLo63vX9XaY5ZSPAwc5IAfkgByQA3JADsgBOSAH5IAcGFwO+P7v3z7kgByQA3JADsgBOSAH5IAckANyQA4MPwfcY/dYDsgBOSAH5IAckANyQA7IATkgB45HDszq1NuyFa/XX/X/D9+eP3HZP1qnkLvX/fJ+tmOOPM9thzX2kxpvHY/U4I/jYZ1+fS1PXE9VzxBRSh1dRNb4j0YlsuZ/fiGiTci1UmJxrUT2BmSPwOpWF2fOdrFxYdpDsHWlaz0F2VuQPQazXoPsPdi82MVa3Xd5vZ5jpcT8YqnvUdr7xVN/OCEBAgQIECBAgAABAgQIECAwfAEREiBAgAABAgQIECBAgAABAsMXECEBAgQIECBAgAABAgQIECAwfAER/roC3a97gP0JECBAgAABAgSeLJANtd0oYjRfIptec0KtpbXpJFtrWyXOnK3j/LSJduPCKDYu1vVLXWzluFyXdeQEXjk2LnSxXvc9c65ETuy1ullipY7l9a415S6tlciJvxZX6jLHcomFpenIBt75hRJzj4y8roMxV5cHoxtFPDK6+vzIKF2JUp9/bpRoDb3FkoMckAMvKge8r9yTA3JADsgBOSAH5IAckANyQA7IATkw/Bxwj91jOSAH5IAckANyQA7IATkgB+SAHJADw88B99g9lgNyQA7IATkgB+SAHPgmOfCkWveuRFe3PzIeq5sfHdTTt+V8xKiOuYWIuSM1+FmTn7X5szr9xeUSh/X7qyWypn/5TIms8c9a/6z5z9r/7AHIXoDsCcjegBxbl7vIkettZC/BhVGsz/oGzpZY2yqRk3ctrXWxUN9rfrHU6yrR1WvPuv3wIECAwEkWcO0ECBAgQIAAAQIECBAgQIDA8AVESIAAAQIECBAgQIAAAQIECAxfQIQECBAgQIAAAQIECBA4QQLdCbpWl0rgWAm4GAIECBAg8JUESkQpJcooYjRfYmGpxNJaidWt0ibcysm4tq+O4ty1UVx47ch4fbp+vm4/+0oXuc/WSwdNuJe72LjUxWZrwi1xpk3c1cWZs12sbZd27pV6/mzGXVkvsXSmjrUucgKvnCSsNefW65hfLDGXI5uG67Xl9R2OuRJdG1GXdYyePEoX8cgo9blR7zmHIg/kgRyQA3JADgwkB/xvms81ckAOyAE5IAfkgByQA3JADsgBOSAHhp8D7rF7LAfkgByQA3JADsgBOSAH5IAckANyYPg54B67x3JADsiBE54Dj9Wtd19Q397NxbT+fa7EKMeROvm5rJvPsVgia+nbZFvLJbLGPmvtl9a6VnufNfitFn+rtNr8te3SavXPnOta7f7GhTKt5c+a/std5ERbWeufNf9Z+589AK034KAnoK2/Nmo9A7lPTsiVE3ZlT8HyWr2WpXqt9Tqz56CUElF/woMAAQIECBAgQOBrCTiIAAECBAgQIECAAAECBAgQGL6ACAkQIECAAAECBAgQIECAAIHhC4iQAAECBAgQIPA0BLqncRLnIECAAAECBJ6ZgBOfYIHWC1sicsKqrisxmovIybCWz5RY2+pi/VwXm5dGsX2li9Z0++rocFKui691db1r28+9XPe52rX9slE3j8nJuNYv1HPkqOdpzb1n63m3u3bu1c0uciyvl8ixtFZiabXE4kpp17CwVGI+RzYUL0TM5ZivyzpGcxGj2TLXR/X5XInWnFzXu4ORDb9dF5Gj1GUpEW2Z6wYLOSAH5IAckANyQA7IATkgB+TAr5MD9pUvckAOyAE5IAfkgByQA3JADsgBOSAHhp8D7rF7LAfkgByQA3JADsgBOSAH5IAckANyYPg54B4/q3t8UKuetes5Wi37QV17q2/Puve5EqO6rdXD5/ODmvi5ujwcCxHzOSHXUomsqc/6/qyxz1r7rLnP2vscWYufI+v+17a7OHO2RNbsZw/ArI4/a/qztj9r/LMnYPtqF1n733oDXuti2hMwijYh16uj1huQ++Uxea7VrS6WztTrWK7XPRfRdWWaPyWi1BEeBAgQIECAAAECBAgQIHBcBVwXAQIECBAgQIAAAQIECBAgMHwBERIgQIAAAQIECBAgQIAAAQLDFxAhAQIDF+gGHp/wCBAgQIAAAQIvVCAbYduon7pG8yWyYXf5TInVrRLr57vYvNTF2SvT5trWaPvaKC68fjDq+vlX6+uv1HG1i62XRrF1uS7r2KjHbVzsYqOeI89z5lyJtbNdZLNvNuaubpZY2ahjvYt8v2wOXlwrsbhaYmGlxPxyHYsR8zlyUq56bXN1jLIJebbM9Tq6NiJGoxKtWXkUUerouumy1GVX6npd5nob+dxojdDlxDjUe+ha3TM5IAfkgByQA3JADsgBOSAH5IAckAMDzwHf//1bjRyQA3JADsgBOSAH5IAckANyQA7IgeHngHvsHssBOSAH5IAckANyQA7IATkwoBw4UqN+WLN+pJZ9Vt/eat3nIrL2vdXEz5Voy6yNr2Mua+brmM/JuLKGPsdyabX1WWOftfZZc5+19yvrXavFz5r81a2u1ehnrX7W7Gftftbwt1r+S9Pa/lbj/9Iozl7t4uwrXWQPQOsNONIXkM9zoq7sHcgegjzP6lZptf4L9TpG9RqP1uGHB4FfKWAHAgQIECBAgAABAgQIECBAYPgCIiRAgAABAgQIECBAgAABAgSGLyBCAgQIECBAgAABAgQIECBA4FkJdM/qxL/2eR1AgAABAgQIEBiowKyhu6ufvEZzEdnMu7BUYnGlRGvaXS+Rk2etHjTrnjnbxfq5g3G+i40LdeTkW3Vk822OrYPm3c2XRrH1UlfHbJnrOUaxeblrozX71mOz8Xd23jNnS6zV92kTeG13bYKwbOhtIyfzqmO1jpU62jIn92qjq9eao8RyPq/Xvvz4OFNfe3yb5/E5JyZM5IAcOK05IG65LwfkgByQA3JADsgBOSAH5IAckANyYPg54B67x3JADsgBOSAH5IAckANyQA7IATkgB4afA+6xeywH5IAckANyQA48jxx4Qm36Sr5v1rK3kbXtOQ5q8jfrso5WA3+wzPVWJ79VYlazn7X0Z86WmNXXZ639rO5+Voe/dVir38XWkZr9VsN/uW671EXW9ueYHZu1/znZ1uy82RvQava3pteYNeXZQ7C4UmJhqbTegtFcRPYazPoOBtpWISwCBAgQOKkCrpsAAQIECBAgQIAAAQIECBAYvoAICRAgQIAAAQIECBAgQIAAgeELiJAAAQIECBAgQIDAKRToTmHMQiZA4JQLCJ8AAQLHVqBEdKOIbKidWyyxsFxiaS0bb7tY2+qiNeZeGEU26269NIrtK6M4e7WLc6+M4vy1UVx4bTouvj6Ki2+M4tIbc9HW6/N87fyrdb86cv82Xq7H13Hu5S7O1uXZq/X5kbFd1/M9tq909b0ejq2X6vpLo9iuY6uO2TLXjVEwYCAH5IAckANyQA7IgeORA+6D+yAH5IAckANyQA7IATkgB+SAHJADcmD4OeAeu8dyQA7IATkgB+SAHJADckAOyAE5IAeGnwPusXssB+TA0RyY1a7nMsdW1rY/Vu++fWUUWQt/WB8/q5Wvy1nt/Llcf2U0rcV/dRRZa58197P6+0tZi//GqNXj5/YcWbOfdfhnr3aR77H10rS2f/3CqNX6r21Na/+zByB7AbInIHsDulFElPAgQIAAAQIECBAgQOBLBLxEgAABAgQIECBAgAABAgQIDF9AhAQIECBAgAABAgQIECBAgMDwBURIgAABAgSOk0B3nC7GtRAgQIAAAQIEBiTwa4dSSkwn5JovMbdQIptwl9ZKrGx0sbbdxfq5LjYudLF5aRSbB43DOZFWNvW2BuBXR3Hh9VFr+r2Yzb915PMc518bRRvX6vJaF3nMdHRx9uqojWw6no4utrNJuI6zdWzX19vIxuSDZuWtuvzcqNe0ZQSDjoH/HsgBOSAH5IAckANyQA7IATlwmnJArPJdDsgBOSAH5IAckANyQA7IATkgB+TA8HPAPXaP5YAckANyQA7IATkgB+SAHJADckAOHIcceEIN+3bdNh2jaDXvV0cxrYF/WBP/cHt9LSfievlhPf35a12czxr710at3j5r73PM6vEvvj5qNfoXXh1F1uxnDX7W8Od7Zk1/1vZnjf/6uWnN/8pGF9kDkL0AcwslRvOl9Qhkr0B4ECBAgAABAgQIECBAgAABAi9awPsTIECAAAECBAgQIECAAAECwxcQIQECBAgQIECAAAECBAgQIDB8ARES+EoC3Vfay04ECBAgQIAAAQLPXCCbbLtRiWy6nV8skU242Yy7slHahFxnzs0m5Opi6/Iotq+MIpt5s6k3m4AvvDaKizneGMWlOmZNwBdem4t8LRuAc5zLhuFXRnHu5a4dn+do42p93sZo2oxcz7992KDcxVZ9battG8X2Sw/HVl03RsGAwYvLAfbs5YAckANyQA7IATkgB+SAHJADckAODD8H3GP3WA7IATkgB+SAHJADckAOyAE5IAfkwPBzwD12j+WAHJADckAOyAE5IAfkwFfJgaO17NtXqlmOq11sH6l9367bciKuswcTdJ2tr5/N9ZdHrYY+a+nPZ0191tYfTLaVNfdZez+rwz+syX9tNK3Hr/tm7X7W3uf5s6Z/89K0xj9r/de2u8ja/+wByF6A7AnI3oBuVCJ7BcKDAAECTcAvAgQIECBAgAABAgQIECBAYPgCIiRAgAABAgQIECBAgAABAgSGLyBCAgQIECBAgAABAgQIEDjuAt1xv0DXdwIEXCIBAgQIECDw1ASy0barn9C6UUQ2384tlMhG3GzIXVwpsbhaIht0l8+UWF4vsZJjo8TqZo4uVremI5t51852caaN0pbr5+rzOtbPd9HGhS42jo6Lo9i4WLfVsZkjm4MvjSKbhNvzw211n/pa235kuVXX27jcRVvOnlvykANyQA7IATkwjBxwH91HOSAH5IAckANyQA7IATkgB+SAHJADw88B99g9lgNyQA7IATkgB+SAHJADckAOyAE5MPwccI/dYzkgB+SAHDhJOXCkNv3x+vWNGkeOtj1r3XO0bQ9r4Ft9fNbMz2rlc72O9RwHdfU5mVartT9Se5+1+FmTP6vPX93sYnWzRE64tbJeWi3/8pnSavuzxn9xpUTW/M8vlphbKK0XoBtFZG9A9giZyq2ZAAAQAElEQVSEBwECBAgQIEDgeQt4PwIECBAgQIAAAQIECBAgQGD4AiIkQIAAAQIECBAgQIAAAQIEhi8gQgIECBAgQIAAga8t0H3tIx1IgAABAgSes4C3I0DgVwiU+nodrWG3LrN5N5t4R/Ml5hcj5pdKZKPvUk7qdabE8noXKxt1bJZY3ZqObBo+Os6cLdEm9cqJvI6MjYPm42xEPpzU62IXj6zncyNaEzcHDnJADsgBOSAH5IAckANy4CvngM/Q9buVfJEvckAOyAE5IAfkgByQA3JADsgBOTDwHPD93/d/OSAH5IAckANyQA7IATkgB+SAHJADw88B99g9fio5cKE65sh/L8tlHVnDvn6+bq8jJ9KajZxYq9W+ny1xtCY+12f18iubpdXQZy390pkSS6vTGvv5pWnN/Wi+RNbgZy1+lIhZbX7U9fAgQIAAAQIECBAgQIAAgc8J2ECAAAECBAgQIECAAAECBAgMX0CEBAgQIECAAAECBAgQIECAwPAFREiAAIEhCnRDDEpMBAgQIECAAIHTKtD6fOuvbPwt9ZNeN1dibj5ibqHEwlIdKyUWV0ssn6ljvY6NEiubXaxuda3peLZc2y7RJuPartvPdnW9jnPTkc3LbVzoIifmOpyEK59no/PJH/7Ao3soB+SAHJADckAOyAE5IAfkgByQA3Jg+DngHrvHckAOyAE5IAfkgByQA3JADsgBOSAHhp8D7rF7LAfkgByQA3JADsgBOSAH5IAcGEoOZK36bOREXHW91bTX9TYRV9a6n+1irY4z212caZNylWiTcdXna1tdrG5208m4NkosZy39mWlt/cJKabX2cwvT2vturkTW4pcSkRNx5SI8jrOAayNAgAABAgQIECBAgAABAgSGLyBCAgQIECBAgAABAgQIECBAYPgCIiRAgAABAgQIECBAgAABAgSGL/BcI+ye67t5MwIECBAgQIAAgWcrUCKy8beN+klvNIoYzZeYX6xjqcTich2rJZbOlMgm4pWNEqubdWxNx9p2iRxnshH56MgG5TpmTcu5fGQyrqE0aovDHx2QA3LgueZAx5u3HJADckAOyAE5IAfkgByQA3JADsiBweeA7/8b7rH/nssBOSAH5IAckANyQA7IATkgB+TA4HPA93/f/+WAHJADckAOyAE58Nxy4EK1znG+i6xpn42jk3IdrYXP2vi1g1r51Vxulsga+qylz5r6xdXSauznl0qruR/Nl8ga/NmEXFmXHyU8CBAgQIBAREAgQIAAAQIECBAgQIAAAQIEhi8gQgIECBAgQIAAAQIECBAgQGD4AiIkQIAAAQIECBAgQOC0CHSnJVBxEiDwBAGbCBAgQGC4AiUim3+zEbgbReQYzUWM5iPmFkobbZKug4m6soF4YbnE58ZKicUnjWw8PjKW6rpRggEDOSAH5IAckANy4FjmgM9qPqfJATkgB+SAHJADckAOyAE5IAfkgBwYfg64x+6xHJADckAOyAE5IAfkgByQA3JADsiB4eeAe+weywE5IAeiTaBVHQ6XT6h1X6jbPlcXv1xiPifdypE19HXMHdTVZ439aC5azX03iihdHSUicoQHAQIECBAgQIAAgecs4O0IECBAgAABAgQIECBAgACB4QuIkAABAgQIECBAgAABAgQIEBi+gAgJECBAgACBFy7QvfArcAEECBAgQIDA4AUESIAAAQIECBAgQIAAAQIECAxfQIQECBAgQIAAAQIECBAgQIDA8AVESIAAAQIECBAgQIAAAQIECAxfQIQECBAgQIAAAQIECBAgQIDA8AVESIAAAQIECBAgQIAAAQIECAxfQIQECBAgQIAAAQIECBAgQIDA8AVESIDAFwuYkOuLbbxCgAABAgQIECBAgMDJEnC1BAgQIECAAAECBAgQIECAwPAFREiAAAECBAgQIECAAAECBAgMX0CEBAgQIECAAAECBAgQIECAwPAFREiAAAECBAgQIECAAAECBAgMX0CEBAgQIECAAAECBAgQIECAwPAFREiAAAECBAgQIECAAAECBI6lgAm5nuptcTICBAgQIECAAAECBAgQIEBg+AIiJECAAAECBAgQIECAAAECBIYvIEICBAgQIECAAAECBAgQIEBg+AIiJECAAAECBAgQIECAAAECBIYvIEICBAgQIECAAAECBAgQIEBg+AIiJECAAAECBAgQIECAAAECBIYvIEICBAgQIECAAAECv56ACbl+PS97EyBA4HgIuAoCBAgQIECAAAECBAgQIEBg+AIiJECAAAECBAgQIEDgRAr0fR+TySTG43Hs7+/H7u5ePNjZiXv378edu/fi9p27j4zclq/lPrlvHpPH5jnyXCcSwUUTIPDVBexJgAABAgQIECBAgAABAgQIDF9AhAQIECBAgAABAgQIECBAgMDwBURIgAABAgQIECBAgAABAgQIDF9AhAQIECBAgAABAgQIECBAgMDwBURIgAABAoMRMCHXYG6lQAgQIECAAAECT1/AGQkQIECAAAECBAgQIECAAIHhC4iQAAECBAgQeLoCOYlWTqiVk2vdf7ATd+/ei5s3b8f165/Fhx99HO9/8NEjI7fla7lP7pvH5LF5jjzX0706ZyNAgAABAgROq4C4CRAgQIAAAQIECBAgQIAAgeELiJAAAQIECBAgQIAAAQIECBAYvoAICRAgQIAAAQIECBAgQIAAgeELiJAAAQIECBAgQIAAAQIECBAYvoAIn72ACbmevbF3IECAAAECBAgQIECAAIEvF/AqAQIECBAgQIAAAQIECBAgMHwBERI4NQI5idb+/jhyUq0HDx7Enbt348bNW3H90xvx4UefPDIZV07Oldvytdwn981j8tg8R57r1MAJlAABAgQIECBAgACBIQiIgQABAgQIECBAgAABAgQIEBi+gAgJECBAgAABAgQIECBAgACB4QuIkAABAgQIECBAgAABAgQIEBi+gAgJECBAgAABAgQIECAwaAETcg369gruqwvYkwABAgQIECBAgAABAgQIEBi+gAgJECBAgAABAgQIECBAgMCzF8hJtPbH49jd240HD3bi7t17cfPmrfjk+mfxwYefn5Art+VruU/um8fksXmOPNezv+KhvYN4CBAgQIAAAQIECBAgQIAAgeELiJAAAQIECBAgQIAAAQIECBAYvoAICRAgQIAAAQIECBAgQIAAgeELiJAAAQIECBAgQIAAAQIECBAYvoAICRAgQIAAAQIvRsCEXC/G3bsSIECAwGkVEDcBAgQIECBAgAABAgQIECAwfAEREiBAgAABAgQInDqBnDgrx2Qyif39cezu7Ma9ew/i9u27cfPm7fjsxs24/uln8fEn1+PDjz55ZOS2fC33yX3zmDw2z5HnynPmuXOcOlgBEyBA4DgLuDYCBAgQIECAAAECBAgQIEBg+AIiJECAAAECBAgQIECAAAECBIYvIEICBAgQIECAAAECBAgQIEBg+AIiJECAAAECBAgQIECAAAECBIYvIEICBAg8JmBCrsdAPCVAgAABAgQIECAwBAExECBAgAABAgQIECBAgAABAsMXECEBAgQIHA+BnChr0vcxHo+nk3Ht7sa9+/fj9p07bSKuTz79LD65fiOuX//sS0fuk/vmxFx5bJ5jt54rJ+XKc+d75Hsdj6hdBQECBAgQIECAwPMS8D4ECBAgQIAAAQIECBAgQIDA8AVESIAAAQIECBAgQIAAAQIECAxfQIQECBAgQIAAAQIECBAgQIDA8AVESIAAAQIECBAgQIAAAQIECBwfgWc1IdfxidCVECBAgAABAgQIECBAgAABAs9KwHkJECBAgAABAgQIECBAgACB4QuI8CsI9JNJjMeT2B/vx87uXty7/yBu3Z5OyHX90xtxvU3K9Vl8cv2LR+6T++aEXHlsniPPlecc13Pne3yFS7ELAQIECBAgQIAAAQIECBD4OgKOIUCAAAECBAgQIECAAAECBIYvIEICBAgQIECAAAECBAgQIEBg+AIiJECAAAECBAgQIECAAAECBIYvIEICBAgQIECAAAECBL6CgAm5vgKSXQgQOM4Cro0AAQIECBAgQIAAAQIECBAYvoAICRAgQIAAAQIECBAgcHwF+r6PyaSP8WQc+/vj2N3djXv37sft23fi0xs322Rc169/9nCZ64+PT+vrua0u85g8Ns+R58pz5rnzPfK9jq+EKyPwTQUcT4AAAQIECBAgQIAAAQIECAxfQIQECBAgQIAAAQIECBAgQIDA8AVESIAAAQIECBAgQIAAAQIECAxfQIQECBAgQIAAAQIECBAgQIDA8AVESIAAAQIETraACblO9v1z9QQIECBAgMDzEvA+BAgQIECAAAECBAgQIECAwPAFREiAAAECBAgQ+BoCfT1m0k9iPJ7E/v5+7O7txYMHO3H33oO4c+du3K7j7t17bZKu+/d34n597ZFRt+XkW7lP7pvH5LF5jjxXnjPPne+R71Xfzg8BAgQIECDwTQQcS4AAAQIECBAgQIAAAQIECAxfQIQECBAgQIAAAQIECBAgQIDA8AVESIAAAQIECBAgQIAAAQIECAxfQIQECBAgQIAAAQIECBAgQIDA8AVESOAZCZiQ6xnBOi0BAgQIECBAgAABAgS+joBjCBAgQIAAAQIECBAgQIAAgeELiJAAgYEJ9H1MJpMYj8ext7dfx17s7O628WBnN3br+n59bVL3K12J0ah7ZOS2fC33yX3zmNnxe3t79Xz77dz5HlHPER4ECBAgQIAAAQIECJwIARdJgAABAgQIECBAgAABAgQIDF9AhAQIECBAgAABAgQIECBAgMDwBURIgAABAgQIECBAgAABAgQIDF9AhAQIECBAgAABAgQIECAwPAETcg3vnn7TiBxPgAABAgQIECBAgAABAgQIDF9AhAQIECBAgAABAgQIECBAgMBTEsg5siaTPvb3x3Xsx+5uHXt7sbOzGzsPdmJnZy/26mt93aeUEl03emSUUiJfy31y3+kxu7Fbz5Hn2t/fr+cdR75Hvld89Yc9CRAgQIAAAQIECBAgQIAAgeELiJAAAQIECBAgQIAAAQIECBAYvoAICRAgQIAAAQIECBAgQIAAgeELiJAAAQIECBAgQIAAAQIECBAYvoAICRAgQIAAAQIEnqNA9xzfy1sRIECAAIEjAlYJECBAgAABAgQIECBAgACB4QuIkAABAgQIECBAgMDwBfroYzKZxHg8jr396WRcu7t7sbu7Gw9yUq66zEm1Jn0fpZQYjbpHRikl8rXcZ6fum8fksbt5jr29ds48d75HX98rPAgQIHDsBFwQAQIECBAgQIAAAQIECBAgMHwBERIgQIAAAQIECBAgQIAAAQLDFxAhAQIECBAgQIAAAQIECBAgMHwBERIgQIAAAQIECBAgQIAAAQLDFxAhAQIECKSACblSwSBAgAABAgQIEBiugMgIECBAgAABAgQIECBAgACB4QuIkAABAgQIvEiBPqLv+zapWgb34gAAEABJREFU1mQ8aRNzjffHsd/Gfnuek2nVvdqEXKWUzy3ztdwnJ97a399vx+Y58nmeMyfsyvcwH9eLvNHemwABAgQIEHjhAi6AAAECBAgQIECAAAECBAgQGL6ACAkQIECAAAECBAgQIECAAIHhC4iQAAECBAgQIECAAAECBAgQGL6ACAkQIECAAAECBAgQIECAAIHhCxzzCE3IdcxvkMsjQIAAAQIECBAgQIAAgZMh4CoJECBAgAABAgQIECBAgACB4QuIkMCXCvR95H/qr/pT1+rz3P9gkau/csz2zcm36hlynq52rpi98CvPYAcCBAgQIECAAAECBAgQ+KYCjidAgAABAgQIECBAgAABAgSGLyBCAgQIECBAgAABAgQIECBAYPgCIiRAgAABAgQIECBAgAABAgSGLyBCAgQIECBAgAABAgQIfJGACbm+SMZ2AidPwBUTIECAAAECBAgQIECAAAECwxcQIQECBAgQIECAAAECBAgcc4HZRFp5mW09+lw9HKWUKOXhOHyhreQRB/vXRT5rm/06bQLiJUCAAAECBAgQIECAAAECBIYvIEICBAgQIECAAAECBAgQIEBg+AIiJECAAAECBAgQIECAAAECBIYvIEICBAgQIECAAAECBAgQIEBg+AIiJECAAAECBE6ggAm5TuBNc8kECBAgQODFCnh3AgQIECBAgAABAgQIECBAYPgCIiRAgAABAgQIEPi1BNrkWRF9Xeb8WzmRVp9P8vnsREfXZ9tmy6Ov1fU8Ns/RzpXPc7+6zIVBgAABAgSenoAzESBAgAABAgQIECBAgAABAsMXECEBAgQIECBAgAABAgQIECAwfAEREiBAgAABAgQIECBAgAABAsMXECEBAgQIECBAgAABAgQIECAwfAEREiDwNAVMyPU0NZ2LAAECBAgQIECAAIGnJ+BMBAgQIECAAAECBAgQIECAwPAFREiAAIFBCORMWY+PaWC5dbpWf5c6vujnyGuPHJMzcn1ufNFJbCdAgAABAgQIECBwTAVcFgECBAgQIECAAAECBAgQIDB8ARESIECAAAECBAgQIECAAAECwxcQIQECBAgQIECAAAECBAgQIDB8ARESIECAAAECBAgQIECAAIGBCJiQ60tupJcIECBAgAABAgQIECBAgACB4QuIkAABAgQIECBAgAABAgQIEBi+wLONMGfTKpH/ifo7Son2qIv601Znvx5/ntsf39aet1/11XauEvmfqL+nIzwIECBAgAABAgQIECBAgACBJwjYRIAAAQIECBAgQIAAAQIECAxfQIQECBAgQIAAAQIECBAgQIDA8AVESIAAAQIECBAgQIAAAQIECAxfQIQECBAgQIAAAQIEnrWACbmetbDzEyBA4FcL2IMAAQIECBAgQIAAAQIECBAYvoAICRAgQIAAAQIECBAYskCZBnewqE9Kmz6rrhz5KfGEjQfb6mvx8DF9dvR3fW36tK74IUDgGAu4NAIECBAgQIAAAQIECBAgQGD4AiIkQIAAAQIECBAgQIAAAQIEhi8gQgIECBAgQIAAAQIECBAgQGD4AiIkQIAAAQIECBAgQIAAAQIEhi8gQgIECBA4xQIm5DrFN1/oBAgQIECAwGkTEC8BAgQIECBAgAABAgQIECAwfAEREiBAgAABAi9U4GDSrNKW9Vf9iSfOwhVf8KgH1J+ox0zPEVFXw4MAAQIECBAg8KiAZwQIECBAgAABAgQIECBAgMDwBURIgAABAgQIECBAgAABAgQIDF9AhAQIECBAgAABAgQIECBAgMDwBURIgAABAgQIECBAgAABAgQIDF9AhMdRwIRcx/GuuCYCBAgQIECAAAECBAicZAHXToAAAQIECBAgQIAAAQIECAxfQIQECHyhQJtP6/DVR58dbv7SlYfHPFz70gO8SIAAAQIECBAgQIAAgWcj4KwECBAgQIAAAQIECBAgQIDA8AVESIAAAQIECBAgQIAAAQIECAxfQIQECBAgQIAAAQIECBAgQIDA8AVESIAAAQIECBAgQIAAAQKPCJiQ6xEOT4YiIA4CBAgQIECAAAECBAgQIEBg+AIiJECAAAECBAgQIECAAAECBIYvIEICBAgQIECAAAECBAgQIEBg+AIiJECAAAECBAgQIECAAAECBIYvIEICBAgQIECAAAECBAgQIEBg+AIiJECAAAECBAgQIECAAAECBIYvIEICBAgQIECAwEkRMCHXSblTrpMAAQIEjqOAayJAgAABAgQIECBAgAABAgSGLyBCAgQIECBAgAABAgQIECBAYPgCIiRAgAABAgQIECBAgAABAgSGLyBCAgQIECBAgAABAgQIECBAYPgCIiRAgAABAgQIECBAgAABAgSGLyBCAgQIECBAgAABAgQIECBAYPgCIiRAgMA3FjAh1zcmdAICBAgQIECAAAECz1rA+QkQIECAAAECBAgQIECAAIHhC4iQAAECBAgQIECAAAECBAgQGL6ACAkQIECAAAECBAgQIECAAIHhC4iQAAECBAgQIECAAAECBAgQGL6ACAkQIECAAAECBAgQIECAAIHhC4iQAAECBAgQIECAAAECBAgQOMkCX21CrpMcoWsnQIAAAQIECBAgQIAAAQIEvpqAvQgQIECAAAECBAgQIECAAIHhC4iQAAECBAgQIECAAAECBAgQGL6ACAkQIECAAAECBAgQIECAAIHhC4iQAAECBAgQIECAAAECBAgQGL6ACAkQIECAAAECBAgQIECAAIHhC4iQAAECBAgQIECAAIFnImBCrmfC6qQECHxdAccRIECAAAECBAgQIECAAAECwxcQIQECBAgQIECAAAECBAgQIDB8ARESIECAAAECBAgQIECAAAECwxcQIQECBAgQIECAAAECBAgQIDB8ARESIECAAAECBAgQIECAAAECwxcQIQECBAgQIECAAAECBAgQIDB8ARESIECAAIHTJmBCrtN2x8VLgAABAgQIpIBBgAABAgQIECBAgAABAgQIDF9AhAQIECBAgAABAgQIECBAgMDwBURIgAABAgQIECBAgAABAgQIDF9AhAQIECBAgAABAgQIECBAgMDwBURIgAABAgQIECBAgAABAgQIDF9AhAQIECBAgAABAgQIECBAgMDwBURI4NgImJDr2NwKF0KAAAECBAgQIECAwPAERESAAAECBAgQIECAAAECBAgMX0CEBAgQIECAAAECBAgQIECAwPAFREiAAAECBAgQIECAAAECBAgMX0CEBAgQIECAAAECBAgQIECAwPAFREiAAAECBAgQIECAAAECBAgMX0CEBAgQIECAAAECBAgQIEAgwoRcQ88C8REgQIAAAQIECBAgQIAAAQLDFxAhAQIECBAgQIAAAQIECBAgMHwBERIgQIAAAQIECBAgQIAAAQLDFxAhAQIECBAgQIAAAQIECBAgMHwBERIgQIAAAQIECBAgQIAAAQLDFxAhAQIECBAgQIAAAQIECBAgMHwBERIgQIAAAQIECBxrARNyHevb4+IIECBwcgRcKQECBAgQIECAAAECBAgQIDB8ARESIECAAAECBAgQIECAAAECwxcQIQECBAgQIECAAAECBAgQIDB8ARESIECAAAECBAgQIECAAAECwxcQIQECBAgQIECAAAECBAgQIDB8ARESIECAAAECBAgQIECAAAECwxcQIQECBAh8PQETcn09N0cRIECAAAECBAi8GAHvSoAAAQIECBAgQIAAAQIECAxfQIQECBAgQIAAAQIECBAgQIDA8AVESIAAAQIECBAgQIAAAQIECAxfQIQECBAgQIAAAQIECBAgQIDA8AVESIAAAQIECBAgQIAAAQIECAxfQIQECBAgQIAAAQIECBAgQIDA8AUGF6EJuQZ3SwVEgAABAgQIECBAgAABAt9cwBkIECBAgAABAgQIECBAgACB4QuIkAABAgQIECBAgAABAgQIEBi+gAgJECBAgAABAgQIECBAgACB4QuIkAABAgQIECBAgAABAgQIEBi+gAgJECBAgAABAgQIECBAgACB4QuIkAABAgQIECBAgAABAk9PwIRcT8/SmQg8XQFnI0CAAAECBAgQIECAAAECBIYvIEICBAgQIECAAAECBAgQIEBg+AIiJECAAAECBAgQIECAAAECBIYvIEICBAgQIECAAAECBAgQIEBg+AIiJECAAAECBAgQIECAAAECBIYvIEICBAgQIECAAAECBAgQIEBg+AIiJECAAAECBE6FgAm5TsVtFiQBAgQIEPhiAa8QIECAAAECBAgQIECAAAECwxcQIQECBAgQIECAAAECBAgQIDB8ARESIECAAAECBAgQIECAAAECwxcQIQECBAgQIECAAAECBAgQIDB8ARESIECAAAECBAgQIECAAAECwxcQIQECBAgQIECAAAECBAgQIDB8ARESIPBiBUzI9WL9vTsBAgQIECBAgACB0yIgTgIECBAgQIAAAQIECBAgQGD4AiIkQIAAAQIECBAgQIAAAQIEhi8gQgIECBAgQIAAAQIECBAgQGD4AiIkQIAAAQIECBAgQIAAAQIEhi8gQgIECBAgQIAAAQIECBAgQGD4AiIkQIAAAQIECBAgQIAAAQKnVuAUTch1au+xwAkQIECAAAECBAgQIECAwCkSECoBAgQIECBAgAABAgQIECAwfAEREiBAgAABAgQIECBAgAABAsMXECEBAgQIECBAgAABAgQIECAwfAEREiBAgAABAgQIECBAgAABAsMXECEBAgQIECBAgAABAgQIECAwfAEREiBAgAABAgQIEDh+AibkOn73xBURIHDSBVw/AQIECBAgQIAAAQIECBAgMHwBERIgQIAAAQIECBAgQIAAAQLDFxAhAQIECBAgQIAAAQIECBAgMHwBERIgQIAAAQIECBAgQIAAAQLDFxAhAQIECBAgQIAAAQIECBAgMHwBERIgQIAAAQIECBAgQIAAAQLDFxAhAQIECBD4NQRMyPVrYNmVAAECBAgQIHCcBFwLAQIECBAgQIAAAQIECBAgMHwBERIgQIAAAQIECBAgQIAAAQLDFxAhAQIECBAgQIAAAQIECBAgMHwBERIgQIAAAQIECBAgQIAAAQLDFxAhAQIECBAgQIAAAQIECBAgMHwBERIgQIAAAQIECBAgQIAAAQLDFxDhMARMyDWM+ygKAgQIECBAgAABAgQIPCsB5yVAgAABAgQIECBAgAABAgSGLyBCAgQIECBAgAABAgQIECBAYPgCIiRAgAABAgQIECBAgAABAgSGLyBCAgQIECBAgAABAgQIECBAYPgCIiRAgAABAgQIECBAgAABAgSGLyBCAgQIECBAgAABAgQIEPiGAibk+oaADn8eAt6DAAECBAgQIECAAAECBAgQGL6ACAkQIECAAAECBAgQIECAAIHhC4iQAAECBAgQIPD/Z+9OQiXL0vzAf8emZ8N77lk5lnaCXggaoU2BtKhdQS1EUzT0SotaZCDQutFSDfvikxUAABAASURBVGoErWXRa4EgF7VQb5puikaLooUCuhYS0kaVVZUlVQ6RkTEPPodPb7A+37X33J97uEf48Mbv/cztPLt27d5zzv9nJ1GgOthHgAABAgQIECBAgAABAgQIEKgvICEBAgQIECBAgAABAgQIECBQX0BCAgQIECBAgAABAgQIECBAoL6AhAQIECBAgAABAgQIECBAgEB9gboJFeSq+91KRoAAAQIECBAgQIAAAQKvK+B6AgQIECBAgAABAgQIECBAoL6AhAQIECBAgAABAgQIECBAgEB9AQkJECBAgAABAgQIECBAgACB+gISEiBAgAABAgQIECBAgAABAvUFJCRAgAABAgQIECBAgAABAgTqC0hIgAABAgQIECBAgACBUxBQkOsUUHVJ4G0E3EuAAAECBAgQIECAAAECBAjUF5CQAAECBAgQIECAAAECBAgQqC8gIQECBAgQIECAAAECBAgQIFBfQEICBAgQIECAAAECBAgQIECgvoCEBAgQIECAAAECBAgQIECAQH0BCQkQIECAAAECBAgQIECAAIH6AhISIECAAAECV0tAQa6r9X1LS4AAAQIEjgS8EiBAgAABAgQIECBAgAABAvUFJCRAgAABAgQIECBAgAABAgTqC0hIgAABAgQIECBAgAABAgQI1BeQkAABAgQIECBAgAABAgQIEKgvICEBAgQIECBAgAABAgQIECBQX0BCAgQIECBAgAABAgQIECBAoL6AhAQIXBABBbkuyBdhGgQIECBAgAABAgRqCkhFgAABAgQIECBAgAABAgQI1BeQkAABAgQIECBAgAABAgQIEKgvICEBAgQIECBAgAABAgQIECBQX0BCAgQIECBAgAABAgQIECBAoL6AhAQIECBAgAABAgQIECBAgEB9AQkJECBAgAABAgQIECBAgACB+gW5fMcECBAgQIAAAQIECBAgQIBAfQEJCRAgQIAAAQIECBAgQIAAgfoCEhIgQIAAAQIECBAgQIAAAQL1BSQkQIAAAQIECBAgQIAAAQIE6gtISIAAAQIECBAgQIAAAQIECNQXkJAAAQIECBAgQIAAAQIECBCoLyAhAQIECBAgQIAAgQssoCDXBf5yTI0AgcslYLYECBAgQIAAAQIECBAgQIBAfQEJCRAgQIAAAQIECBAgQIAAgfoCEhIgQIAAAQIECBAgQIAAAQL1BSQkQIAAAQIECBAgQIAAAQIE6gtISIAAAQIECBAgQIAAAQIECNQXkJAAAQIECBAgQIAAAQIECBCoLyAhAQIECBB4EwEFud5EzT0ECBAgQIAAgfMTMDIBAgQIECBAgAABAgQIECBQX0BCAgQIECBAgAABAgQIECBAoL6AhAQIECBAgAABAgQIECBAgEB9AQkJECBAgAABAgQIECBAgACB+gISEiBAgAABAgQIECBAgAABAvUFJCRAgAABAgQIECBAgAABAgTqC0hYTEBBrmJfqDgECBAgQIAAAQIECBA4GQG9ECBAgAABAgQIECBAgAABAvUFJCRAgAABAgQIECBAgAABAgTqC0hIgAABAgQIECBAgAABAgQI1BeQkAABAgQIECBAgAABAgQIEKgvICEBAgQIECBAgAABAgQIECBQX0BCAgQIECBAgAABAgQIEDgpAQW5TkpSPycvoEcCBAgQIECAAAECBAgQIECgvoCEBAgQIECAAAECBAgQIECAQH0BCQkQIECAAAECBAgQIECAAIH6AhISIECAAAECBAgQIECAAAEC9QUkJECAAAECBAgQIECAAAECBOoLSEiAAAECBAgQIECAAAECBAjUF5CQAAECBAgQIHAFBBTkugJfsogECBAg8M0CPiVAgAABAgQIECBAgAABAgTqC0hIgAABAgQIECBAgAABAgQI1BeQkAABAgQIECBAgAABAgQIEKgvICEBAgQIECBAgAABAgQIECBQX0BCAgQIECBAgAABAgQIECBAoL6AhAQIECBAgAABAgQIECBAgEB9AQkJECBwngIKcp2nvrEJECBAgAABAgSukoCsBAgQIECAAAECBAgQIECAQH0BCQkQIECAAAECBAgQIECAAIH6AhISIECAAAECBAgQIECAAAEC9QUkJECAAAECBAgQIECAAAECBOoLSEiAAAECBAgQIECAAAECBAjUF5CQAAECBAgQIECAAAECBAgQqC/wwoQKcr2QxUkCBAgQIECAAAECBAgQIHBZBcybAAECBAgQIECAAAECBAgQqC8gIQECBAgQIECAAAECBAgQIFBfQEICBAgQIECAAAECBAgQIECgvoCEBAgQIECAAAECBAgQIECAQH0BCQkQIECAAAECBAgQIECAAIH6AhISIECAAAECBAgQIHDRBBTkumjfiPkQqCAgAwECBAgQIECAAAECBAgQIFBfQEICBAgQIECAAAECBAgQIECgvoCEBAgQIECAAAECBAgQIECAQH0BCQkQIECAAAECBAgQIECAAIH6AhISIECAAAECBAgQIECAAAEC9QUkJECAAAECBAgQIECAAAECBOoLSEiAAAECBAi8soCCXK9M5UICBAgQIEDgogmYDwECBAgQIECAAAECBAgQIFBfQEICBAgQIECAAAECBAgQIECgvoCEBAgQIECAAAECBAgQIECAQH0BCQkQIECAAAECBAgQIECAAIH6AhISIECAAAECBAgQIECAAAEC9QUkJECAAAECBAgQIECAAAECBOoLSEiggoCCXBW+RRkIECBAgAABAgQIEDhNAX0TIECAAAECBAgQIECAAAEC9QUkJECAAAECBAgQIECAAAECBOoLSEiAAAECBAgQIECAAAECBAjUF5CQAAECBAgQIECAAAECBAgQqC8gIQECBAgQIECAAAECBAgQIFBfQEICBAgQIECAAAECBAgQIPBWAgpyvRXfWd1sHAIECBAgQIAAAQIECBAgQKC+gIQECBAgQIAAAQIECBAgQIBAfQEJCRAgQIAAAQIECBAgQIAAgfoCEhIgQIAAAQIECBAgQIAAAQL1BSQkQIAAAQIECBAgQIAAAQIE6gtISIAAAQIECBAgQIAAAQIECNQXkJAAAQIECBAgQKCqgIJcVb9ZuQgQIPAmAu4hQIAAAQIECBAgQIAAAQIE6gtISIAAAQIECBAgQIAAAQIECNQXkJAAAQIECBAgQIAAAQIECBCoLyAhAQIECBAgQIAAAQIECBAgUF9AQgIECBAgQIAAAQIECBAgQKC+gIQECBAgQIAAAQIECBAgQIBAfQEJCRAgQODMBRTkOnNyAxIgQIAAAQIECBAgQIAAAQIECBAgQIAAAQIE6gtISIAAAQIECBAgQIAAAQIECNQXkJAAAQIECBAgQIAAAQIECBCoLyAhAQIECBAgQIAAAQIECBAgUF9AQgIECBAgQIAAAQIECBAgQKC+gIQECBAgQIAAAQIECBAgQIBAfQEJnwooyPXUwhEBAgQIECBAgAABAgQI1BKQhgABAgQIECBAgAABAgQIEKgvICEBAgQIECBAgAABAgQIECBQX0BCAgQIECBAgAABAgQIECBAoL6AhAQIECBAgAABAgQIECBAgEB9AQkJECBAgAABAgQIECBAgACB+gISEiBAgAABAgQIECBA4EIIKMh1Ib4Gk6grIBkBAgQIECBAgAABAgQIECBQX0BCAgQIECBAgAABAgQIECBAoL6AhAQIECBAgAABAgQIECBAgEB9AQkJECBAgAABAgQIECBAgACB+gISEiBAgAABAgQIECBAgAABAvUFJCRAgAABAgQIECBAgAABAgTqC0hIgAABAgQIEPhmAQW5vtnHpwQIECBA4HIImCUBAgQIECBAgAABAgQIECBQX0BCAgQIECBAgAABAgQIECBAoL6AhAQIECBAgAABAgQIECBAgEB9AQkJECBAgAABAgQIECBAgACB+gISEiBAgAABAgQIECBAgAABAvUFJCRAgAABAgQIECBAgAABAgTqC0hIgMClFVCQ69J+dSZOgAABAgQIECBA4OwFjEiAAAECBAgQIECAAAECBAjUF5CQAAECBAgQIECAAAECBAgQqC8gIQECBAgQIECAAAECBAgQIFBfQEICBAgQIECAAAECBAgQIECgvoCEBAgQIECAAAECBAgQIECAQH0BCQkQIECAAAECBAgQIECAAIHXF7hsBbleP6E7CBAgQIAAAQIECBAgQIAAgcsmYL4ECBAgQIAAAQIECBAgQIBAfQEJCRAgQIAAAQIECBAgQIAAgfoCEhIgQIAAAQIECBAgQIAAAQL1BSQkQIAAAQIECBAgQIAAAQIE6gtISIAAAQIECBAgQIAAAQIECNQXkJAAAQIECBAgQIBAKQEFuUp9ncIQIHByAnoiQIAAAQIECBAgQIAAAQIE6gtISIAAAQIECBAgQIAAAQIECNQXkJAAAQIECBAgQIAAAQIECBCoLyAhAQIECBAgQIAAAQIECBAgUF9AQgIECBAgQIAAAQIECBAgQKC+gIQECBAgQIAAAQIECBAgQIBAfQEJCRAgQIDA2QgoyHU2zkYhQIAAAQIECLxYwFkCBAgQIECAAAECBAgQIECgvoCEBAgQIECAAAECBAgQIECAQH0BCQkQIECAAAECBAgQIECAAIH6AhISIECAAAECBAgQIECAAAEC9QUkJECAAAECBAgQIECAAAECBOoLSEiAAAECBAgQIECAAAECBAjUF5DwygsoyHXllwAAAgQIECBAgAABAgSugoCMBAgQIECAAAECBAgQIECAQH0BCQkQIECAAAECBAgQIECAAIH6AhISIECAAAECBAgQIECAAAEC9QUkJECAAAECBAgQIECAAAECBOoLSEiAAAECBAgQIECAAAECBAjUF5CQAAECBAgQIECAAAECBM5PQEGu87O/aiPLS4AAAQIECBAgQIAAAQIECNQXkJAAAQIECBAgQIAAAQIECBCoLyAhAQIECBAgQIAAAQIECBAgUF9AQgIECBAgQIAAAQIECBAgQKC+gIQECBAgQIAAAQIECBAgQIBAfQEJCRAgQIAAAQIECBAgQIAAgfoCEhIgQIAAAQIECLxAQEGuF6A4RYAAAQKXWcDcCRAgQIAAAQIECBAgQIAAgfoCEhIgQIAAAQIECBAgQIAAAQL1BSQkQIAAAQIECBAgQIAAAQIE6gtISIAAAQIECBAgQIAAAQIECNQXkJAAAQIECBAgQIAAAQIECBCoLyAhAQIECBAgQIAAAQIECBAgUF9AQgIECFwuAQW5Ltf3ZbYECBAgQIAAAQIXRcA8CBAgQIAAAQIECBAgQIAAgfoCEhIgQIAAAQIECBAgQIAAAQL1BSQkQIAAAQIECBAgQIAAAQIE6gtISIAAAQIECBAgQIAAAQIECNQXkJAAAQIECBAgQIAAAQIECBCoLyAhAQIECBAgQIAAAQIECBAgUF/ghBIqyHVCkLohQIAAAQIECBAgQIAAAQKnIaBPAgQIECBAgAABAgQIECDkbT8BAAAQAElEQVRAoL6AhAQIECBAgAABAgQIECBAgEB9AQkJECBAgAABAgQIECBAgACB+gISEiBAgAABAgQIECBAgAABAvUFJCRAgAABAgQIECBAgAABAgTqC0hIgAABAgQIECBAgMDlF1CQ6/J/hxIQOG0B/RMgQIAAAQIECBAgQIAAAQL1BSQkQIAAAQIECBAgQIAAAQIE6gtISIAAAQIECBAgQIAAAQIECNQXkJAAAQIECBAgQIAAAQIECBCoLyAhAQIECBAgQIAAAQIECBAgUF9AQgIECBAgQIAAAQIECBAgQKC+gIQECBAgQIDAKQooyHWKuLomQIAAAQIEXkfAtQQIECBAgAABAgQIECBAgEB9AQkJECBAgAABAgQIECBAgACB+gISEiBAgAABAgQIECBAgAABAvUFJCRAgAABAgQIECBAgAABAgTqC0hIgAABAgQIECBAgAABAgQI1BeQkAABAgQIECBAgAABAgQIEKgvICGBqymgINfV/N6lJkCAAAECBAgQIHB1BSQnQIAAAQIECBAgQIAAAQIE6gtISIAAAQIECBAgQIAAAQIECNQXkJAAAQIECBAgQIAAAQIECBCoLyAhAQIECBAgQIAAAQIECBAgUF9AQgIECBAgQIAAAQIECBAgQKC+gIQECBAgQIAAAQIECBAgQOCMBRTkOmPwHE4jQIAAAQIECBAgQIAAAQIE6gtISIAAAQIECBAgQIAAAQIECNQXkJAAAQIECBAgQIAAAQIECBCoLyAhAQIECBAgQIAAAQIECBAgUF9AQgIECBAgQIAAAQIECBAgQKC+gIQECBAgQIAAAQIECBAgQIBAfQEJCRAgQIAAAQIECBwJKMh1JOGVAAEC9QQkIkCAAAECBAgQIECAAAECBOoLSEiAAAECBAgQIECAAAECBAjUF5CQAAECBAgQIECAAAECBAgQqC8gIQECBAgQIECAAAECBAgQIFBfQEICBAgQIECAAAECBAgQIECgvoCEBAgQIECAAAECBAgQIECAQH0BCQkQIEDgEggoyHUJviRTJECAAAECBAhcbAGzI0CAAAECBAgQIECAAAECBOoLSEiAAAECBAgQIECAAAECBAjUF5CQAAECBAgQIECAAAECBAgQqC8gIQECBAgQIECAAAECBAgQIFBfQEICBAgQIECAAAECBAgQIECgvoCEBAgQIECAAAECBAgQIECAQH0BCd9GQEGut9FzLwECBAgQIECAAAECBAicnYCRCBAgQIAAAQIECBAgQIAAgfoCEhIgQIAAAQIECBAgQIAAAQL1BSQkQIAAAQIECBAgQIAAAQIE6gtISIAAAQIECBAgQIAAAQIECNQXkJAAAQIECBAgQIAAAQIECBCoLyAhAQIECBAgQIAAAQIELqmAglyX9Isz7fMRMCoBAgQIECBAgAABAgQIECBQX0BCAgQIECBAgAABAgQIECBAoL6AhAQIECBAgAABAgQIECBAgEB9AQkJECBAgAABAgQIECBAgACB+gISEiBAgAABAgQIECBAgAABAvUFJCRAgAABAgQIECBAgAABAgTqC0hIgAABAgQIEDhpAQW5TlpUfwQIECBA4O0F9ECAAAECBAgQIECAAAECBAjUF5CQAAECBAgQIECAAAECBAgQqC8gIQECBAgQIECAAAECBAgQIFBfQEICBAgQIECAAAECBAgQIECgvoCEBAgQIECAAAECBAgQIECAQH0BCQkQIECAAAECBAgQIECAAIH6AhISIHCFBBTkukJftqgECBAgQIAAAQIEnhXwjgABAgQIECBAgAABAgQIEKgvICEBAgQIECBAgAABAgQIECBQX0BCAgQIECBAgAABAgQIECBAoL6AhAQIECBAgAABAgQIECBAgEB9AQkJECBAgAABAgQIECBAgACB+gISEiBAgAABAgQIECBAgAABAmchcL4Fuc4ioTEIECBAgAABAgQIECBAgACB8xUwOgECBAgQIECAAAECBAgQIFBfQMJBoEWLaL3F5vH0aPP+Vf4+c0/vq0V7ldtcQ4AAAQIECBAgQIAAAQIETl/ACAQIECBAgAABAgQIECBAgEB9AQkJECBAgAABAgQIECBAgACB+gISEiBAgAABAgQIECBAgAABAvUFJCRAgAABAgQIECBwxQUU5LriC0B8AldFQE4CBAgQIECAAAECBAgQIECgvoCEBAgQIECAAAECBAgQOC+BLJnVWovWnm05n34qX16pHV3b2rP9tNbfv1IPLiJQX0BCAgQIECBAgAABAgQIECBAoL6AhAQIECBAgAABAgQIECBAgEB9AQkJECBAgAABAgQIECBAgACB+gISEiBAgAABAgQIECBAgAABAvUFJCRAgAABAhdVQEGui/rNmBcBAgQIECBwGQXMmQABAgQIECBAgAABAgQIEKgvICEBAgQIECBA4FmB1t9mwayhRbT8d3gcTx7tydHLD55e02+P1loM/1pEa8OffhAeBAgQIECAwNkIGIUAAQIECBAgQIAAAQIECBCoLyAhAQIECBAgQIAAAQIECBAgUF9AQgIECBAgQIAAAQIECBAgQKC+gIQECBAgQIAAAQIECBAgQIBAfQEJCby2gIJcr03mBgIECBAgQIAAAQIECJy3gPEJECBAgAABAgQIECBAgACB+gISEiBwWQRan+iT1tpQPKv/Hc621g5f+8u3PIdLo0VrrV/ZYvjXj1vLo+jvNy08CBAgQIAAAQIECBAoJCAKAQIECBAgQIAAAQIECBAgUF9AQgIECBAgQIAAAQIECBAgQKC+gIQECBAgQIAAAQIECBAgQIBAfQEJCRAgQIAAAQIECBAgQOAyCSjIdZm+rYs0V3MhQIAAAQIECBAgQIAAAQIE6gtISIAAAQIECBAgQIAAAQIEigqs1+s4agcH6zg4OHjS9vvxa7X9g8jrN32se78HveXrpkXk67dD9in1i/La4+2gz2vd28Ewxv7hWDneq7bNvLKfbOvn5hYRfVRPAgQIECBAgAABAgQIECBAoLiAeAQIECBAgAABAgQIECBAgEB9AQkJECBAgAABAgQIECBAgACB+gISEiBAgAABAgQIECBAgAABAvUFJCRAgAABAgQIEDgRAQW5ToRRJwQIECBwWgL6JUCAAAECBAgQIECAAAECBOoLSEiAAAECBAgQIEDgLAWeFuI6iP39/aHt7e3H7t5e7O5m2+2vr9r69Uf3Da95317s9X6zENZmrEy3zj/f0taRRbnynrw3+3gyn6HvY2Pt5jiv2jb3ZcajvNl/jpPtWyblYwIECJyYgI4IECBAgAABAgQIECBAgACB+gISEiBAgAABAgQIECBAgAABAvUFJCRAgAABAgQIECBAgAABAgTqC0hIgAABAgQIECBAgAABAgQI1BeQkAABAtUFFOSq/g3LR4AAAQIECBAg8CoCriFAgAABAgQIECBAgAABAgTqC0hIgAABAgSeCGQhqoODdezvHwzFs/b292Ivi17tZZGrvdgUwnqV17w+29Nrs5/9vf04ODiIHCfiqBjXur9/MoUnB1mE69lr1sO92Uf29exccqxse68+x54p+xky7mcBsoPe/7rP5WheT6bigAABAgQIECBQQUAGAgQIECBAgAABAgQIECBAoL6AhAQIECBAgAABAgQIECBAgEB9AQkJECBAgAABAgQIECBAgACB+gISEiBAgAABAgQIECBAgAABAvUFzi2hglznRm9gAgQIECBAgAABAgQIELh6AhITIECAAAECBAgQIECAAAEC9QUkvAwCWSgrC2btHxzE/v5+7O1l2zsscpUFr76tHV17+LqX1/fjoahX76v3ub9/EAfr9VD4Ksfrhy+lyc8216yHe/Levd7Hbp/Xbva5uxe7R2Pk8ZOW435b2+v5su0PWTNzZs/xXjohHxAgQIAAAQIECBAgQIDAtwj4mAABAgQIECBAgAABAgQIEKgvICEBAgQIECBAgAABAgQIECBQX0BCAgQIECBAgAABAgQIECBAoL6AhAQIECBAgAABAgQIXEUBBbmu4rcu89UWkJ4AAQIECBAgQIAAAQIECBCoLyAhAQIECBAgQIAAAQIECDwRyMJTBwfr2N8/iCy89fjxbjx8+Ci+uv8g7t69F7fv3I3bt+/EzVvZbsfNm9/SbvXPb93q12fL49txq997686doa97976KBw8exOPHj2N/bz9y7JzDkwm95CCvyWvznrw3+8i+cn7Zd45xcxg7x8yxs/XjV5rvnSFj9pWZM3saPO4WaZI2OXbO4SXTc/oiCpgTAQIECBAgQIAAAQIECBAgUF9AQgIECBAgQIAAAQIECBAgQKC+gIQECBAgQIAAAQIECBAgQIBAfQEJCRAgQIAAAQIECBAgQIAAgfoCEhIgQIAAAQIXSkBBrgv1dZgMAQIECBCoIyAJAQIECBAgQIAAAQIECBAgUF9AQgIECBAgQIDAZRDIIlP7+/uxu7sbDx9tCnFlYaovb9yMTz/7Ij76+NP44KPePvwk3v/NR/HrYy3ff629/9Fw3dH533zwcXzY7//448/i00+/iM+/vBG3bt8dCn497mPm2EfFrlqLaK091yJyjnlNXpv3ZMGs7CP7yj6z7xwjxzoad3h9bi7DuWPzzyx57oOeLTN+1LNm5syeBjlOmqRNjp3zCA8CBAgQIPCcgLcECBAgQIAAAQIECBAgQIBAfQEJCRAgQIAAAQIECBAgQIAAgfoCEhIgQIAAAQIECBAgQIAAAQL1BSQkQIAAAQIECBAgQIAAAQIE6gtISIDAqwkoyPVqTq4iQIAAAQIECBAgQOBiCpgVAQIECBAgQIAAAQIECBAgUF9AQgIECLyxQBaYyra3vx9Z6OrRUJDrfty+cy++vHFrU5Drk8/iw48/id98+HG8/0Fvv/kw3j9sv+6vR+3o3PsfvKgg1yfxUe/nk88+jy++uBG3b9+J+/cfxOPHu3FwcDC0nEcGaS3ieIv+yM+Orst78t7sI/vKPrPvDz/qcxzmd2z8YS6b+R7NM1+fzLXP//1+T2bLjNnPpiDXrcHgq/v3I03SJo1yHtn6lDwJECBAgAABAgQInLWA8QgQIECAAAECBAgQIECAAIH6AhISIECAAAECBAgQIECAAAEC9QUkJECAAAECBAgQIECAAAECBOoLSEiAAAECBAgQIECAAAECBC68gIJcb/0V6YAAAQIECBAgQIAAAQIECBCoLyAhAQIECBAgQIAAAQIECBAgcNkEjgpLHazXsX9YkOvho8dDoazbd+7GlzduxieffREfffxpfPjRp/HBhx/H+7/5KH592PL4xS0LYH0U73/wUfwm24cf9/s/iY+zINenn8fnX96IW73/LHa1u7vbxz6InEu2NGytRWtPW57Lz7Lt7x9E3pP3Zh/Z1ye9z+z7wyzI1cfKMXPszdwO59LnvHn/0ZAhj4/n+KDf92HPmFkzc2ZPgyz8lSZZkCuN0upoPvmqESBAgAABl+7r0gAAEABJREFUAgQIECBAgACBegISESBAgAABAgQIECBAgAABAvUFJCRAgAABAgQIECBAgAABAgTqC0hIgAABAgQIECBAgAABAgQI1BeQkAABAgQIECBAgMCbCyjI9eZ27iRAgMDZChiNAAECBAgQIECAAAECBAgQqC8gIQECBAgQIECAAAECJyKQxa2OOjrYP4jHjx/Hg/sP4+7de3Hr9p24eet23Lh5eyjK9eWXN2NoN271c0/bl/n+WPvy5uFneS6P+2tec7Mf37x1Z+j39p17ce/eV/HgwcM+5m7s7e3HwcHBUJDraD4ve80557V5z+PHu0Mf2Vf2uZnzncixcswbfewbfdyj12Fuee6wDdfk54ct3w8ZM+uNmz3n7cEg+02TtHncjdLqaH45n6NjrwQInLCA7ggQIECAAAECBAgQIECAAIH6AhISIECAAAECBAgQIECAAAEC9QUkJECAAAECBAgQIECAAAECBOoLSEiAAAECBAgQIECAAAECBAjUF5CQAAECBEoKKMhV8msVigABAgQIECDw5gLuJECAAAECBAgQIECAAAECBOoLSEiAAAECBK6CQBaUOlivY29/Px48eBR37t6LLEz1xRc3IwtZ3bp1O+7cuRt3730VX92/3695GI8ePYosTPX48W5/3Y1H/XVou8+9f/T48LN8fRyPdx/Hbr8mWxbU2u9j7u8fPC3E1eeR5q21fHmmtXZ47vCanHfem31kX9lnthzj0ePNeI9yXk/msBs530d9/OF8/yzfb9rjIdODBw+HjJk1M9/q2dMgLdIkbR50o70+7zTLOTwzSW8IECBAgACBSylg0gQIECBAgAABAgQIECBAgEB9AQkJECBAgAABAgQIECBAgACB+gISEiBAgAABAgQIECBAgAABAvUFJCRAgAABAgQIECBAgAABAgTqC0h4tgIKcp2tt9EIECBAgAABAgQIECBAYCPgLwECBAgQIECAAAECBAgQIFBfQEIC5yKw7qM+aet17O3txYOHDyOLTmXxqc+/uDEU5rp563bcvn037t69F199tSnI9fBhFrDajUePHkcWwHrSnhTC6p8fHfdrHuXxo93YFL/ajd3dvWG8vb39ODg4eFKQK+fTpzU8W2vR2tM2nOx/jq7JYlh5b/ax1+eefR71/6iPtRnzcQyvOf5he9xfn8x3t3+e8+vXZ6YHWZCrZ8ysmTmzH7dImzTK8XL8nMtR61PzJECAAAECBAgQIECAwDcJ+IwAAQIECBAgQIAAAQIECBCoLyAhAQIECBAgQIAAAQIECBAgUF9AQgIECBAgQIAAAQIECBAgQKC+gIQECBAgQIAAAQIECBC4MgIKcl2Zr1rQrws4Q4AAAQIECBAgQIAAAQIECNQXkJAAAQIECBAgQIAAAQIErpzAeh1x2LK41P7+fjx8+GgovHXjxs344ssbcePGrbh1607cvnM37t39Kr766kE8ePAgHj16FENhq8ePDwte7fbXl7V+TRa9Gq7djce7u7E7tL3IMbOoVo6f7VW/g7w2W96bfWQxruwz+370OOfxuM+xt8MxN+fy/PPtcTzJ0TNltsyYWTPzrZ49DTYWNwebNMoxc/wjv+H1VSd/rtcZnAABAgQIECBAgAABAgQIEKgvICEBAgQIECBAgAABAgQIECBQX0BCAgQIECBAgAABAgQIECBAoL6AhAQIECBAgAABAgQIECBAgEB9AQkJECBAgAABAucvoCDX+X8HZkCAAAEC1QXkI0CAAAECBAgQIECAAAECBOoLSEiAAAECBAgQIHDhBNY5o/U69g8OhkJZWXDqq/sP4quv7sf9B1mA6+GmuNXu4+Hzvb39oZBWFqXKe/b3D56+3z/22QuOD/q5g359FtLKlkWtsuUU3qTlvdmyr6Fl332MYW6v9Nrn3nMfXZ/ZsrDXo5710aPH8eDBw8EgLdIkbfLzzJ1FuAa7N5m4ewgQIFBdQD4CBAgQIECAAAECBAgQIECgvoCEBAgQIECAAAECBAgQIECAQH0BCQkQIECAAAECBAgQIECAAIH6AhISIECAAAECBAgQIECAAAEC9QUkJECAwDcIKMj1DTg+IkCAAAECBAgQIHCZBMyVAAECBAgQIECAAAECBAgQqC8gIQECBAi8nsBQWKr/OVivY2j7B0OBrixy1U8PnbXo/1rbHPfX1lo/E7311zx+hRb9mmytbe6J/uhH/e+bPY/uba0f9ZZ9Z2tt8761b3mN/nkfurX+2ls/jNb6cbQ8jMyeBlmAaygk1n2yANjwwXCFPwQIECBAgAABAucpYGwCBAgQIECAAAECBAgQIECgvoCEBAgQIECAAAECBAgQIECAQH0BCQkQIECAAAECBAgQIECAAIH6AhISIECAAAECBAgQIECAAAECF1PgJAtyXcyEZkWAAAECBAgQIECAAAECBAicpIC+CBAgQIAAAQIECBAgQIAAgfoCNRKus+xUxDr/9eMnBagODmJTfGrzeWubIlWttRj+5evQor9/vRaHj+xnuPnw/Wu/tOi39z+xeeTRa7V+cWstWusteuuv2VNrLV86Sld5kUm3Gi7onw2v/hAgQIAAAQIECBAgQIBAZQHZCBAgQIAAAQIECBAgQIAAgfoCEhIgQIAAAQIECBAgQIAAAQL1BSQkQIAAAQIECBAgQIAAAQIE6gtISIAAAQIECBAgQIDAawooyPWaYC4nQOAiCJgDAQIECBAgQIAAAQIECBAgUF9AQgIECBAgQIAAAQIECLy5wKbU1uH9/U0W4MqCXE/aelOQ6vCKaK1F/ut/orV+9JYt2lHPb/Ha+2itRWtv16JFf7ZorcXRY/DoBkce68MiZf3U0SVeCZyRgGEIECBAgAABAgQIECBAgACB+gISEiBAgAABAgQIECBAgAABAvUFJCRAgAABAgQIECBAgAABAgTqC0hIgAABAgQIECBAgAABAgQI1BeQkAABAgQI1BFQkKvOdykJAQIECBAgcNIC+iNAgAABAgQIECBAgAABAgTqC0hIgAABAgQIlBQYSk8dFqBqrcVoNIrJZNzbZNPG4xiNR4dFqloMj8OX4bjanyfZ2pA5s0/G443FZBLjbjPqRqNuldFba/miESBAgACBOgKSECBAgAABAgQIECBAgAABAvUFJCRAgAABAgQIECBAgAABAgTqC0hIgAABAgQIECBAgAABAgQI1BeQkAABAgQIECBAgAABAgQIEKgvICGBMxAYncEYhiBAgAABAgQIECBAgACBbxDwEQECBAgQIECAAAECBAgQIFBfQEICBM5eIEtKtdZiPB7FbDqNxXwe29vL2F4tYz7fiulkGqPRKPolMTzWw99Yr/tBf27eXeK/PcOQJSP043zJrJk5s6dBWqRJ2ky70WicHi0v1QgQIECAAAECBAgQeAMBtxAgQIAAAQIECBAgQIAAAQL1BSQkQIAAAQIECBAgQIAAAQIE6gtISIAAAQIECBAgQIAAAQIECNQXkJAAAQIECBAgQIAAAQIEaguMaseT7hUFXEaAAAECBAgQIECAAAECBAjUF5CQAAECBAgQIECAAAECBAhcCYHWWrS2aaP+OhqNYjabxjwLcq2Wsb29Go6HAlT9syOUw5pVw9t19Hf9Oby5XH82s+1zHzJs3mWaw6MYipBl9sGjW2RRrjxOo/Fo9MSutTYcP7nRAQECBAgQIECAAAECBAgQIHBRBMyDAAECBAgQIECAAAECBAgQqC8gIQECBAgQIECAAAECBAgQIFBfQEICBAgQIECAAAECBAgQIECgvoCEBAgQIECAAAEC5yQwOqdxDUuAAAECV1JAaAIECBAgQIAAAQIECBAgQKC+gIQECBAgQIAAAQIELo5Aay3G43HMptNYLLZie7WK1WoZi/lWTKeToThVRIsY2jrW602L/uhH/e/lfB7N/WmedQ+yyZkFyjJ7GqRFmqRNGo3G42gtr+uXexIgQOAbBXxIgAABAgQIECBAgAABAgQI1BeQkAABAgQIECBAgAABAgQIEKgvICEBAgQIECBAgAABAgQIECBQX0BCAgQIECBAgAABAgQIECBAoL6AhAQIECDwvICCXM+LeE+AAAECBAgQIHD5BSQgQIAAAQIECBAgQIAAAQIE6gtISIAAAQIEvkWgtU1hqfFoFNPZNBbzeWxvr2Knt+ViEfOtrZhMJjEejWI0aqULUbXWhozj0WjInNnTIC3SJG3SaDzabCNprYUHAQIECBAgQOBCCJgEAQIECBAgQIAAAQIECBAgUF9AQgIECBAgQIAAAQIECBAgQKC+gIQECBAgQIAAAQIECBAgQIBAfQEJCRAgQIAAAQIECBAgQIAAgfoClyjh5peULtGETZUAAQIECBAgQIAAAQIECFwUAfMgQIAAAQIECBAgQIAAAQIE6gtIeDkFWtsUlGqtxWg0itl0GovFfCjGtbO9HavVcng/35rGdDaJ8Xg8XNdai3ys80+R1lobsk16xsyamdMiDdIii3Ll+zRKq9Y2Bq1tXsODAAECBAgQIECAAAECV0BARAIECBAgQIAAAQIECBAgQKC+gIQECBAgQIAAAQIECBAgQIBAfQEJCRAgQIAAAQIECBAgQIAAgfoCEhIgQIAAAQIECBAgQOBVBEavcpFrCBC4sAImRoAAAQIECBAgQIAAAQIECNQXkJAAAQIECBAgQIAAAQIE3kCgtU1BqSwyNZtNY7mYx/b2Kq7trGK1WsRisRVbs1lMp9OYTMZD0ao4vCcKPVprMR6NYtwzZtbMnNnTIC3SJG1m3Sitoj9a29j1Q8+zEzASAQIECBAgQIAAAQIECBAgUF9AQgIECBAgQIAAAQIECBAgQKC+gIQECBAgQIAAAQIECBAgQIBAfQEJCRAgQIAAAQIECBAgQIAAgfoCEhIgQIAAAQKXXGB0yedv+gQIECBAgMCZCBiEAAECBAgQIECAAAECBAgQqC8gIQECBAgQIECgnkBrLUbjUcym01gs5rGzvYqdne3YXi1jMZ/H1lYW5JrEZDIZrmsRse6t0jMzpUFmnE4nQ+bMngZpkSZpk0Z5XWt5RyUBWQgQIEDgWQHvCBAgQIAAAQIECBAgQIAAgfoCEhIgQIAAAQIECBAgQIAAAQL1BSQkQIAAAQIECBAgQIAAAQIE6gtISIAAAQIECBAgQIAAAQIECNQXkJAAgdMSUJDrtGT1S4AAAQIECBAgQIDA6wu4gwABAgQIECBAgAABAgQIEKgvICEBAgTOWGDUWown45hNZ7GYb8VyMe9tEatVtuVwvDWbxXQyiTZ6thjV+hJW53p+zpkpi3FlxuVikzmz5/GyW6RJ2qTRqD2bPzwIECBAgAABAgQIvKmA+wgQIECAAAECBAgQIECAAIH6AhISIECAAAECBAgQIECAAAEC9QUkJECAAAECBAgQIECAAAECBOoLSEiAAAECBAgQIECAAAECBAoKjApmeqtIbiZAgAABAgQIECBAgAABAgTqC99KZUoAABAASURBVEhIgAABAgQIECBAgAABAgQI1Bd4mrDFqI1iPB7FJAtzzWaxWMxje3sV16/vxPVrO7FaLmI2ncZoNIrhsV7HphZXf+3Hh2+Gjy7snz7hdc71cLKb4xgyZbbMmFkzc2ZPg1m3SJO0SaOIFh4ECBAgQIAAAQIECBAgQOAyCZgrAQIECBAgQIAAAQIECBAgUF9AQgIECBAgQIAAAQIECBAgQKC+gIQECBAgQIAAAQIECBAgQIBAfQEJCRAgQIAAAQIECJylwOEvSZ3lkMYiQIAAgYiAQIAAAQIECBAgQIAAAQIECNQXkJAAAQIECBAgQIAAgQsg0FrEaNRiPB7HZDKJ2Wway8U8dlar+M61a3H9+nYssyBXP78pShWbx1Dc6vAwi1ytN8cX8m+f2zrneDi5o2Jc+TYzDZl7xsyamTN7GuT5NEmbNEqrvEcjQOC1BFxMgAABAgQIECBAgAABAgQI1BeQkAABAgQIECBAgAABAgQIEKgvICEBAgQIECBAgAABAgQIECBQX0BCAgQIECBAgAABAgQIECBAoL6AhAQIECBAYBBQkGtg8IcAAQIECBAgUFVALgIECBAgQIAAAQIECBAgQKC+gIQECBAgQIDANwm01mI0GsV4PIrJZBxbs2ksFvPY3l7F9es7cf3aTqxWi35+FuNRi1g/LW2Vha2yRX88PdvfXLDn0dxyrtmOppfHo55pazYbMmbWzJzZ0yAt0iRtRqNRtNbzH93slQABAgQIELhgAqZDgAABAgQIECBAgAABAgQI1BeQkAABAgQIECBAgAABAgQIEKgvICEBAgQIECBAgAABAgQIECBQX0BCAgQIECBAgAABAgQIECBAoL6AhBddYHTRJ2h+BAgQIECAAAECBAgQIHAJBEyRAAECBAgQIECAAAECBAgQqC8gIYFLLNBaG4pNZdGpyWQSW1uzWC0XcW1ne2h5PJ/PYjKdxHg8jvHh9Zc1cmstRr1llsyU2TLj8bxpkBZp0trGJzwIECBAgAABAgQIECBAgAABAgQIECBAgAABAgQIEKgvICEBAgQIECBAgAABAgQIECBQX0BCAgQIECBAgAABAgQIECBAoL6AhAQIECBAgAABAgQIECDwUoHRSz/xAYFLJmC6BAgQIECAAAECBAgQIECAQH0BCQkQIECAAAECBAgQIECAwJsKtNaGW7MA1XQ6jfliK7a3V71tx2q1jMViEfOtrZjNppvCXKPRUMRruOnwz3q9Pjy6OC/Pz6m1FuPRaMiQWTJTZsuM29vbPe9qyJ4GaRH90Vrrfy/O00wIECBAgAABAgQIECBAgACB+gISEiBAgAABAgQIECBAgAABAvUFJCRAgAABAgQIECBAgAABAgTqC0hIgAABAgQIECBAgAABAgQI1BeQkAABAgQIECBwGQVGl3HS5kyAAAECBM5RwNAECBAgQIAAAQIECBAgQIBAfQEJCRAgQIAAAQIEigq01mI0ajGbTmMxn8f2ahk726tYLZexWMxjPj8syDWZxGg8elKQ63gdrucLYMU5Po7P5WiOrbVh7pOeYSjI1TNltsyYWTNzZk+DtGithQcBAgSuqIDYBAgQIECAAAECBAgQIECAQH0BCQkQIECAAAECBAgQIECAAIH6AhISIECAAAECBAgQIECAAAEC9QUkJECAAAECBAgQIECAAAECBOoLSEiAAIETFRidaG86I0CAAAECBAgQIEDghAR0Q4AAAQIECBAgQIAAAQIECNQXkJAAAQIEzkNgNBrFdDqJ+Xweq+1V7OysYrVaxjILcm1txdZsFtPJOMajUTytVbWO44/jhbCOnz/L46/PYTPHnPN4NBoyZJZ5z5TZMuOQtWfO7GmQFuFBgAABAgQIECBwygK6J0CAAAECBAgQIECAAAECBOoLSEiAAAECBAgQIECAAAECBAjUF5CQAAECBAgQIECAAAECBAgQqC8gIQECBAgQIECAAAECBAgQIFBFYPTSID4gQIAAAQIECBAgQIAAAQIE6gtISIAAAQIECBAgQIAAAQIECNQXkPAZgdZajCfjmE2nsdjaisViHsvlYijKlUWr8nirn59MJ9Ha020V6029q7iIj+Nzyznn3DNDZslM2fI4s2bmzJ4GrbWLGMecCBAgQIAAAQIECBAgQOBNBNxDgAABAgQIECBAgAABAgQI1BeQkAABAgQIECBAgAABAgQIEKgvICEBAgQIECBAgAABAgQIECBQX0BCAgQIECBAgAABAgROXeDpL0ed+lAGIECAwIsFnCVAgAABAgQIECBAgAABAgTqC0hIgAABAgQIECBAgACBiyPQYtRGMR6PYpKFuWazWMznsb1axXeu78S1aztDga7ZdNava7F+Uu3qAlfkis3ccq6j1iLnngW4MktmymyZcdazZubMngYRCnKFx4kK6IwAAQIECBAgQIAAAQIECBCoLyAhAQIECBAgQIAAAQIECBAgUF9AQgIECBAgQIAAAQIECBAgQKC+gIQECBAgQIAAAQIECBAgQIBAfQEJCRAgQIDAVRYYXeXwshMgQIAAAQJXSkBYAgQIECBAgAABAgQIECBAoL6AhAQIECBAgACBbxVoLWI0ajEej2MymcTWbBqLxTy2t5dx/fq1uL6zE8vFImb9fOvXZT2ubHHBHznHbDnnnHtmyCyZKbNlxsyamTN7GqTFBY9legQIECBA4EUCzhEgQIAAAQIECBAgQIAAAQL1BSQkQIAAAQIECBAgQIAAAQIE6gtISIAAAQIECBAgQIAAAQIECNQXkJAAAQIECBAgQIAAAQIECBCoLyAhgQspoCDXhfxaTIoAAQIECBAgQIAAgcsrYOYECBAgQIAAAQIECBAgQIBAfQEJCRC4zAKttRiNRjEej2IyGcdsOovlUJBrFdevXYtr13ZiuVzGdDqN1o62VaxjeBy+DMcX5c+TOW0Ocs4598yQWa73TNvbqyHjrGfNzJl91A1aaxclhXkQIECAAAECBAgQuIACpkSAAAECBAgQIECAAAECBAjUF5CQAAECBAgQIECAAAECBAgQqC8gIQECBAgQIECAAAECBAgQIFBfQEICBAgQIECAAAECBAgQIPCswNEvRz171rvLLWD2BAgQIECAAAECBAgQIECAQH0BCQkQIECAAAECBAgQIECAAIE3FmitRWstsihVFqja2prFarGInZ1VXNvZjtVyEfP5Vkynk6FwV17XWovozzh6bOpfHb07ndeX9Xp87D6n1tqQJQtt5Zxz7pkhs+z0TJktM04m4+G61lq01sKDAAECBAgQIECAAAECBAgQuAACpkCAAAECBAgQIECAAAECBAjUF5CQAAECBAgQIECAAAECBAgQqC8gIQECBAgQIECAAAECBAgQIFBfQEICBAgQIECAAIFLIzC6NDM1UQIECBC4cAImRIAAAQIECBAgQIAAAQIECNQXkJAAAQIECBAgQIBAVYHWNgWpstjWURGr7dUytreXsVotYrmYx2I+jyxklZ+PR5stFuv1phrWOjav5+FzNPbRXMaj0VA8LOeac865Z4bMkpmyQFdmyKzRH61tsvdDTwIECAwC/hAgQIAAAQIECBAgQIAAAQL1BSQkQIAAAQIECBAgQIAAAQIE6gtISIAAAQIECBAgQIAAAQIECNQXkJAAAQIECBAgQIAAAQIECBCoLyAhAQIECLy9wObXot6+Hz0QIECAAAECBAgQOC0B/RIgQIAAAQIECBAgQIAAAQL1BSQkQIAAAQLnItBai9GoxXQyjSxatVounhbk6seLxVZsbW3FZDqN0XgcrbW4aI/W2jC3nGPONee8XC6GomJZkCszZbbMmFlbu3gZwoMAAQIECBC4KgJyEiBAgAABAgQIECBAgAABAvUFJCRAgAABAgQIECBAgAABAgTqC0hIgAABAgQIECBAgAABAgQI1BeQkAABAgQIECBAgAABAgQIEKgvUDqhglylv17hCBAgQIAAAQIECBAgQODVBVxJgAABAgQIECBAgAABAgQI1BeQkMDXBdpoFNPpZFOQa7WM7d5Wy2UsF/N+bh5bW9OYTiYxHj/dYrFer+O8H8fnkHPLOeZc5/P5MPfMMGTpeYaCXD1jZj3veRufAAECBAgQIECAAAECpy9gBAIECBAgQIAAAQIECBAgQKC+gIQECBAgQIAAAQIECBAgQIBAfQEJCRAgQIAAAQIECBAgQIAAgfoCEhIgQIAAAQIECBAgQOB0BJ7+WtTp9K9XAgReR8C1BAgQIECAAAECBAgQIECAQH0BCQkQIECAAAECBAgQIEDgQgmMWovxeBzT6STm89lQzGq5XMRqtYzt7WWslsvh/GQyidZaHC+Edfw4zuhxfMw8bq1Fzi3nnnMd5tznvuwZNkXFZkO2zJhZz2iahiFAgAABAgQIECBAgAABAgQI1BeQkAABAgQIECBAgAABAgQIEKgvICEBAgQIECBAgAABAgQIECBQX0BCAgQIECBAgAABAgQIECBAoL6AhAQIECBAgMCVE1CQ68p95QITIECAAIEIBgQIECBAgAABAgQIECBAgEB9AQkJECBAgAABAgReXWA0ajEZj4fCVrPZbCjKtb29iu9c34lr13b6+0XMZtPI69a926Gt829/cw7PLMSVo2fLOeXclovFMNecc859uZj3Oc+GTJktrzuHqRqSAAECBE5ZQPcECBAgQIAAAQIECBAgQIBAfQEJCRAgQIAAAQIECBAgQIAAgfoCEhIgQIAAAQIECBAgQIAAAQL1BSQkQIAAAQIECBAgQIAAAQIE6gtISIDAxRFQkOvifBdmQoAAAQIECBAgQKCagDwECBAgQIAAAQIECBAgQIBAfQEJCRAgcOkFWmsxGo1iPB7HdDKJra1ZLBbz2NlexvVr13rbjtVyEbPpNFq/LrIQV7bYPLI41ubo9P8+M1bOobecU84t53j92naf77Vh7pkhs2SmzJYZW2unP0kjECBAgAABAgQIVBSQiQABAgQIECBAgAABAgQIEKgvICEBAgQIECBAgAABAgQIECBQX0BCAgQIECBAgAABAgQIECBAoL6AhAQIECBAgAABAgQIECBAgEAXGPVW+CkaAQIECBAgQIAAAQIECBAgUF9AQgIECBAgQIAAAQIECBAgQKC+wOklbK09Kcg1mUxiNpvFcjGP7dUqvnN9J65f24llFuSaTWPUr11HxFHrh8PzmUJZw5mT/3N8jKPx8zXnNOtzyznmXHPOOffMkFkyk4JcJ/996JEAAQIECBAgQIAAAQIETkNAnwQIECBAgAABAgQIECBAgEB9AQkJECBAgAABAgQIECBAgACB+gISEiBAgAABAgQIECBAgAABAvUFJCRAgAABAgQIECBwsQUU5LrY34/ZESBwWQTMkwABAgQIECBAgAABAgQIEKgvICEBAgQIECBAgAABAmUFWmvRWhsKc00m49jamg1FuHa2V5FttVzEfL4V09k0JuNxjEejoTjuMqEuAAAQAElEQVRXHHscL5h17PSJHD7fdxbhGo9Gw1xyTjm3nGPONVsW58oMmWXUr2ttky88CBD4dgFXECBAgAABAgQIECBAgAABAvUFJCRAgAABAgQIECBAgAABAgTqC0hIgAABAgQIECBAgAABAgQI1BeQkAABAgQIECBAgAABAgQIEKgvICEBAgQIEHhDgdEb3uc2AgQIECBAgACBcxAwJAECBAgQIECAAAECBAgQIFBfQEICBAgQIEDgfARaa8PAozaKyWQa863ZUJRre7Xsr70tFrHsLYtfTafTGI83Wy6eL5YVp/g4GivHzjnkXHJOQ1suYzPXxTD3zJBZcjqttXzRCBAgQIAAgQskYCoECBAgQIAAAQIECBAgQIBAfQEJCRAgQIAAAQIECBAgQIAAgfoCEhIgQIAAAQIECBAgQIAAAQL1BSQkQIAAAQIECBAgQIAAAQIE6gtIWE9g8+tQ9XJJRIAAAQIECBAgQIAAAQJvLuBOAgQIECBAgAABAgQIECBAoL6AhAQIvECgtRajUYvpdBJbW1uxXC5itVr1thiOl4t5zPv5WRbkGo2jXx5ZJCtbnPIjx8iWY4772DmHnEvOaTPPRZ/naphnzj0zjHqW1hTjOuWvRvcECBAgQIAAAQIELrKAuREgQIAAAQIECBAgQIAAAQL1BSQkQIAAAQIECBAgQIAAAQIE6gtISIAAAQIECBAgQIAAAQIECNQXkJAAAQIECBAgQIAAAQIETlBgdIJ96YrACQroigABAgQIECBAgAABAgQIEKgvICEBAgQIECBAgAABAgQIELh4Am00isnkqCDXMlar3pbZFrFYLGI+34rpbBrj8Tginit2tY6Tf3ytzzaMnXPIueScVlk4LOfY57rsr1mQKzNkljj3hwkQIECAAAECBAgQIECAAAEC9QUkJECAAAECBAgQIECAAAECBOoLSEiAAAECBAgQIECAAAECBAjUF5CQAAECBAgQIECAAAECBAgQqC8gIQECBAgQIEDgaggoyHU1vmcpCRAgQOBlAs4TIECAAAECBAgQIECAAAEC9QUkJECAAAECBAgQIPAaAqPWYjIex2w6jfnWLJaLeSyz4NVqGdu9rZbL4fxQ8Kpfu16v40mLr1XPird99N6f9t/Haq0NBcNybjmXYU59Xss+x5xrns+5Z4bM8rbju58AAQKXRsBECRAgQIAAAQIECBAgQIAAgfoCEhIgQIAAAQIECBAgQIAAAQL1BSQkQIAAAQIECBAgQIAAAQIE6gtISIAAAQIECBAgQIAAAQIECNQXkJAAAQLnLKAg1zl/AYYnQIAAAQIECBC4GgJSEiBAgAABAgQIECBAgAABAvUFJCRAgACBKgItRqNRjCfjmE6mMZvNhqJc26tVXL+2E9eubff3i35+GudR8CrHnM2mwxxyLjmnnFsW48q55pxz7pkhooUHAQIECBAgQIDAyQrojQABAgQIECBAgAABAgQIEKgvICEBAgQIECBAgAABAgQIECBQX0BCAgQIECBAgAABAgQIECBAoL6AhAQIECBAgAABAgQIECBAgEB9gZclVJDrZTLOEyBAgAABAgQIECBAgACByydgxgQIECBAgAABAgQIECBAgEB9AQlPWaC1iNGoxWQ8jul0Eltbs1gsFrG9vYzr13fi2s52LJeLmE2n0UajWK9jaEfTyvdHx2/7eryvPM6WY+bYOYecS84p55ZzzLnmnHPuo56htbedgfsJECBAgAABAgQIECBA4JwEDEuAAAECBAgQIECAAAECBAjUF5CQAAECBAgQIECAAAECBAgQqC8gIQECBAgQIECAAAECBAgQIFBfQEICBAgQIECAAAECBC6gwOgCzsmUCBC41AImT4AAAQIECBAgQIAAAQIECNQXkJAAAQIECBAgQIAAAQJ1BVprMRqNYnysINdyMY/t1SquX9uJa73l++lsGqN+bRw+slhWtnx79JrHb9qO+sjXbEf95Jg5ds4h55Jzyrnl+6OCXDn3zNCailxHbl7fRMA9BAgQIECAAAECBAgQIECAQH0BCQkQIECAAAECBAgQIECAAIH6AhISIECAAAECBAgQIECAAAEC9QUkJECAAAECBAgQIECAAAECBOoLSEiAAAECBAi8joCCXK+j5VoCBAgQIEDg4giYCQECBAgQIECAAAECBAgQIFBfQEICBAgQIECAwDkJtNZiNMo2islkHFnoarmcx/b2KnZ6Wy4XMZ9vxWw2Gz4fj0fD9TE81pu/m5fh+HX/PC3Atekk55Jj5FxyzBw755BzyTkt+9xyjvn5aLSZS2uKcb2uu+sJECBA4JwEDEuAAAECBAgQIECAAAECBAjUF5CQAAECBAgQIECAAAECBAgQqC8gIQECBAgQIECAAAECBAgQIFBfQEICBAgQIECAAAECBAgQIECgvoCEBIoIKMhV5IsUgwABAgQIECBAgACB0xHQKwECBAgQIECAAAECBAgQIFBfQEICBAh8k8CotaHo1tZsFqvFPFarRW/LWC0XkYWwFvN5zKbTGI/G0S+Ng4N1rIeKWptiWt/U98s/2/SRfWWf2XeOkWPlmDn2atXnkHPpc8q5DcW48uKXd+oTAgQIECBAgAABAldaQHgCBAgQIECAAAECBAgQIECgvoCEBAgQIECAAAECBAgQIECAQH0BCQkQIECAAAECBAgQIECAAIH6AhISIECAAAECBAgQIECAAIG3FVCQ620FT/9+IxAgQIAAAQIECBAgQIAAAQL1BSQkQIAAAQIECBAgQIAAAQIELqhAa6OYTCaxtTWL5XIR28vlUIxrKIrV3y8WWzGbTWM83mzByGJcmxYx1OWKJ49XOsh7Nm1TlCtvyr5zjBzraNx8zbnknHJuOceca16vESBAgAABAgQIECBAgAABAucmYGACBAgQIECAAAECBAgQIECgvoCEBAgQIECAAAECBAgQIECAQH0BCQkQIECAAAECBAgQIECAAIH6AhISIECAAAECBAgUFtj8GlThgKIRIECAwKsKuI4AAQIECBAgQIAAAQIECBCoLyAhAQIECBAgQIAAAQKvKzAatZhOJjHPglyLeaxWy94WkQWxshjWfD4/LMg1jnxkMa6IdT88av3wtZ5H9x0vyDUexsixcswce7Xqc+hzWfY55dxyjjnX8CBAgEAgIECAAAECBAgQIECAAAECBOoLSEiAAAECBAgQIECAAAECBAjUF5CQAAECBAgQIECAAAECBAgQqC8gIQECBAgQIECAAAECBAgQIFBfQEICBAgQOA8BBbnOQ92YBAgQIECAAIGrLCA7AQIECBAgQIAAAQIECBAgUF9AQgIECBAgUEigtRbj8Sim02lsbW3FYr4Vy8WmGNb29iq2l8vh/GQyidZa5GOdNbXy4C3aUR+ttci+c+wcK8fMomA5h5xLns+55Rxb24z/FsO6lQABAgQIECDw6gKuJECAAAECBAgQIECAAAECBOoLSEiAAAECBAgQIECAAAECBAjUF5CQAAECBAgQIECAAAECBAgQqC8gIQECBAgQIECAAAECBAgQIFBfQMJnBEbPvPOGAAECBAgQIECAAAECBAgUERCDAAECBAgQIECAAAECBAgQqC8gIYGzEhiNRjEej2M6ncTW1mwoyLW9Wsb1nZ3Y2dke3s9m08jrTnpO2Wf2nQW4cqwcM8fO9zmXnFPOLa876bH1R4AAAQIECBAgQIAAgYsgYA4ECBAgQIAAAQIECBAgQIBAfQEJCRAgQIAAAQIECBAgQIAAgfoCEhIgQIAAAQIECBAgQIAAAQL1BSQkQIAAAQIECBAgQIDARRFQkOuifBPmUVFAJgIECBAgQIAAAQIECBAgQKC+gIQECBAgQIAAAQIECBAgUFygtTYU2ppMNgW5ZltbsVjMY7VaxbVr23EtC3It55FFs54UxWrx9o/DPrLP7HvZx8ixcswcO+eQc8mCXDm3vK61w5vefnQ9PCvgHQECBAgQIECAAAECBAgQIFBfQEICBAgQIECAAAECBAgQIECgvoCEBAgQIECAAAECBAgQIECAQH0BCQkQIECAAAECBAgQIECAAIH6AhISIECAAAECBL5VQEGubyVyAQECBAgQuOgC5keAAAECBAgQIECAAAECBAjUF5CQAAECBAgQIEDgvARaa0NBrvF4HNPpNLa2ZkNBru3tZVzb2Ymdne3+fnFYkKtF9Gec1KP3NRq1oe/FYjGMlWPm2IvFfJhLzinnpiDXSaHrhwABAucpYGwCBAgQIECAAAECBAgQIECgvoCEBAgQIECAAAECBAgQIECAQH0BCQkQIECAAAECBAgQIECAAIH6Aqee8G/3EX7cW772l3N/XqS5nDuGCRAgQIAAAQIECBAgQIDAVRGQkwCByywwusyTN3cCBAgQIECAAAECBM5QwFAECBAgQIAAAQIECBAgQIBAfQEJCRAgQOCFAq21oShXFr2aTMZDIazlYhFZGGtnexWr5SLm83nMZrOYTCaRBbLaqEU+1ut1RH/m8Te2fs1wbb8o780+sq/sM/vOMXKsHDPHzsJgOZecU7bWNuP12z0JECBAgAABAgQIfLOATwkQIECAAAECBAgQIECAAIH6AhISIECAAAECBAgQIECAAAEC9QUkJECAAAECBAgQIECgssB7Pdz/2tu/7+08i2Hl2L/qc8i55Jz6oScBAmcqYDACBAgQIECAAAECBAgQIEDgjQQuVUGuN0roJgIECBAgQIAAAQIECBAgQOBSCZgsAQIECBAgQIAAAQIECBAgUF/gMicctdFQdCsLYi2Xi1itsi0jC2atVstYLuaxNZvGZDyOfGSRrXX0f1mYK0+8oD1/Td6bfWRf2edR3zlWjpljZ7GunMsLunOKAAECBAgQIECAAAECBAhcCAGTIECAAAECBAgQIECAAAECBOoLSEiAAAECBAgQIECAAAECBAjUF5CQAAECBAgQODeBd/rIf7u3n/R21oW5jgpx5dg5h5xLn4YnAQIECBAgUFVALgIECBAgQIAAAQLVBBTkqvaNykOAwEkI6IMAAQIECBAgQIAAAQIECBCoLyAhAQIECBAgQIAAAQIE3kigtRaTyTi2ZrOh+NZQMGu1jOF1uYzFYh6z/tn4eEGuo2Jc6/j64/DcUJTr8Lq8N/vIvla9z6HvwzGySFeOnXNorX29P2cIEDgu4JgAAQIECBAgQIAAAQIECBCoLyAhAQIECBAgQIAAAQIECBAgUF9AQgIECBAgQIAAAQIECBAgQKC+gIQECHxd4N1+6r3e8plFsbI41mkX5nq+EFeOnXPIueSxRoAAAQIECBAgQIAAgbcRcC8BAgQIEDgzAQW5zozaQAQIECBAgACB5wW8J0CAAAECBAgQIECAAAECBOoLSEiAAAECBAhUExiNWkwnk9jamsVyuTgsxHX4ulrEcrGI2WwaWVQrsx8cHMRRsa11HFbfyg8OW547+jyvzdN5b/aRfa16n0NBrsOxf2JphwAAEABJREFUcswcO+eQc8nrNQIECBAgQOC8BYxPgAABAgQIECBAgAABAgQI1BeQkAABAgQIECBAgAABAgQIEKgvICEBAgQIECBAgAABAgQIELhwAu88N6PTKsz1okJcR0M/P4ej85f01bQJECBAgAABAgQIECBAgACB+gISEohQkMsqIECAAAECBAgQIECAQHUB+QgQIECAAAECBAgQIECAAIH6AhISIHBmAq21odjWdDodinItFlubwlzLRWyvlsNxFsyajMfRLz1WjCte+sgyXUdFufKevDf7yOJb2eeq953Hiz5Wns+xs2hXa+2lffqAAAECBAgQIECAAIGCAiIRIECAAAECBAgQIECAAAEC9QUkJECAAAECBAgQIECAAAECBOoLSEiAAAECBAgQIEDg1QXe7Ze+19vzz5MqzPVNhbhyzBw755DHGgECBAi8joBrCRAgQIAAAQIECBAgQOBcBUbnOrrBr4yAoAQIECBAgAABAgQIECBAgEB9AQkJECBAgAABAgQIECBAgMDVEGgxGo1iPBnHdDKNrdksFvOtyKJZO9uroSjXfGsrJpNJRLQnBbn6Qbz0sV73jzct+j15b/aRxbiyz+w7x8ixcsxxHzvnkNfGGT8MR4AAAQIECBAgQIAAAQIECNQXkJAAAQIECBAgQIAAAQIECBCoLyAhAQIECBAgQIAAAQIECBAgUF9AQgIECBAoI/DONyR508Jc31aI62jIbxr76BqvBAgQIECAAAEC5yhgaAIECBAgQIAAgRcLjF582lkCBAgQIHApBUyaAAECBAgQIECAAAECBAgQqC8gIQECBAgQIECAAIFzFWgtYjRqMRmPYzqdxGw2i/l8K5bLRWwfFeTq7yeTcUSLOFhHrLPFyx/94+GavDbvyXuzzyzIlX1m3/k+x8oxc+ycQ87l5b36hAABApdawOQJECBAgAABAgQIECBAgACB+gISEiBAgAABAgQIECBAgAABAvUFJCRAgAABAgQIECBAgAABAgTqC0h4+gLv9iHe6+2bnq9amOtVC3HlWDlmjp3HGgECBAgQIECAAAECBAhcbQHpCRAgcOkERpduxiZMgAABAgQIECBA4NwFTIAAAQIECBAgQIAAAQIECBCoLyAhAQIECBB4sUBrLUajUYwPC3JtzaaxmM9jtVzEzvYyVqtlzLe2YjKZROv/1ut1ZOt/4qWPw2vyurwn780+sq+hz953jpFjZUGuHDvn0Fp7aZc+IECAAAECBAgQeBUB1xAgQIAAAQIECBAgQIAAAQL1BSQkQIAAAQIECBAgQIAAAQIE6gtISIAAAQIECBAgQIAAgfIC77xiwuOFuZ6/5Vf9xE96y2v6y7c+X3XMb+3IBQRORkAvBAgQIECAAAECBAgQIECAQH2Bk0uoINfJWeqJAAECBAgQIECAAAECBAicrIDeCBAgQIAAAQIECBAgQIAAgfoCEl5KgdZajEbZRkPhrdlsGvOhKFcW5FrEYjGPra1ZTKfToXBXFs+KaHFwsO7t4Lm2juif5TVZaCvvyXuzj9VqEavlcug7x8hCXXldjt1aCw8CBAgQIECAAAECBAgQuCQCpkmAAAECBAgQIECAAAECBAjUF5CQAAECBAgQIECAAAECBAgQqC8gIQECBAgQIEDg/ATe7UO/19urPl9UdOtF517WX46VY77sc+cJECBAgEBdAckIECBAgAABAgQIECghoCBXia9RCAKnJ6BnAgQIECBAgAABAgQIECBAoL6AhAQIECBAgAABAgQIECDw5gKttaEo19ZsOhTiygJay+Uilots85jPt4bPW8uCXPuxt7f3TDs42I/WNn3ktcvFfHNv72O1XA59Zt9ZjKu19uYTdeeVFwBAgAABAgQIECBAgAABAgQI1BeQkAABAgQIECBAgAABAgQIEKgvICEBAgQIECBAgAABAgQIECBQX0BCAgQIvETgnZecP43TZznWacxfnwQIECBAgAABAgQuvIAJEiBAgAABAqcroCDX6frqnQABAgQIEHg1AVcRIECAAAECBAgQIECAAAEC9QUkJECAAAECBAiUFGijLKY1jq2tWSyyCFcW0jp8Xfbj+dZWTKfjyFpa+wcHsbu3/0zLc/lZXpPX5j3ZVod9ZJ/Z92TS++hjhQcBAgQIELjYAmZHgAABAgQIECBAgAABAgQI1BeQkAABAgQIECBAgAABAgQIEKgvICEBAgQIECBAgAABAgQIECBw8QTe7VN6r7eTer6snxwjx3rZ584TIECAAAECBAgQIECAAAECl0fATAlcWYHRlU0uOAECBAgQIECAAAECV1BAZAIECBAgQIAAAQIECBAgQKC+gIQECBA4W4FRazGZTGI2m8VyMY/VchnL5WLT+vv5fGv4vLUWB/sHsbe390zLc6214Zq8Nvs4un+VffU+su8cI8c623RGI0CAAAECBAgQIHBRBcyLAAECBAgQIECAAAECBAgQqC8gIQECBAgQIECAAAECBAgQIFBfQEICBAgQIECAAAECBF5T4J3XvP5NLj+LMd5kXu4hQODSCpg4AQIECBAgQIAAAQIECBA4ewEFuc7a3HgECBAgQIAAAQIECBAgQIBAfQEJCRAgQIAAAQIECBAgQIAAgfoChwlbazEej2M2m8Z8ayuWy3lsb6/i2s52XL9+Lb5zfWc4Xq2WsVjMI4tuHW95Lj/L6/PavCePs4/sK/vMvnOM1lp4ECBAgAABAgQIECBAgAABAmcoYCgCBAgQIECAAAECBAgQIECgvoCEBAgQIECAAAECBAgQIECAQH0BCQkQIECAQB2Bd3uU93o7rWf2nWOcVv/6JUCAAAECBAicnoCeCRAgQIAAAQIECBwTGB07dkiAAAEChQREIUCAAAECBAgQIECAAAECBOoLSEiAAAECBAgQIECAwPkLtNZiPBrFdDKJ2dZ0KLp1bWcV3/2t6/HDH3wvfvSjH8QPf/j94fgH3/9ufP97z7Y8l9flNcO1/Z68N/vIYl3ZZ/Y9Ho2itRYeBAhcPQGJCRAgQIAAAQIECBAgQIAAgfoCEhIgQIAAAQIECBAgQIAAAQL1BSQkQIAAAQIECBAgQIAAAQIE6gtISOCMBN45xXFOs+9TnLauCRAgQIAAAQIECBAgcHYCRiJAgACByyEwuhzTNEsCBAgQIECAAIELKmBaBAgQIECAAAECBAgQIECAQH0BCQkQIECAAIFvEGitxXg8ikkW5JrNYrmYx87OdvzWYUGu3/7h9+NHP/he/KC373//u/GD7//WM+37ea5/ltfktVmcK+/NPrKvWe8z+84xWlOQKzwIECBAgACB0xLQLwECBAgQIECAAAECBAgQIFBfQEICBAgQIECAAAECBAgQIECgvoCEBAgQIECAAAECBAgQIFBf4N0e8b3eTvqZfWbfJ92v/k5eQI8ECBAgQIAAAQIECBAgQIBAfQEJ31JAQa63BHQ7AQIECBAgQIAAAQIECJyFgDEIECBAgAABAgQIECBAgACB+gISEricAq21GI/HMZ1OYms2jcVhQa7v/tZ3Iotw/ehH348f/rC3H3wvfvD978b3v/dsy3NZhCuvyWvznrw3C3JlX9ln9p1jtNbCgwABAgQIECBAgAABApdbwOwJECBAgAABAgQIECBAgACB+gISEiBAgAABAgQIECBAgAABAvUFJCRAgAABAgQIEDhngXdOYfzT6PMUpqlLAgQIEDg7ASMRIECAAAECBAgQIEDg8gooyHV5vzszP2sB4xEgQIAAAQIECBAgQIAAAQL1BSQkQIAAAQIECBAgQIAAAQJvINBai9FodFiYaxqL+VZsby/jO9d3Iotrfe+7vxU/+N5346jwVhbfetKyUFf/LK/Ja/OevDf7mE6nQ5/Zd2stPE5IQDcECBAgQIAAAQIECBAgQIBAfQEJCRAgQIAAAQIECBAgQIAAgfoCEhIgQIAAAQIECBAgQIAAAQL1BSQkQIAAgZcJvNs/eK+3k3pmX9nnSfWnHwIECBAgQIAAAQKvLuBKAgQIECBAgMApCIxOoU9dEiBAgAABAm8h4FYCBAgQIECAAAECBAgQIECgvoCEBAgQIECAAAECdQVGrcVkMomt2SwWi3lsr5bxnevX4nvf+6340Q9/EH/rt3/4TMtz+Vlek9fmPXlv9pF91ZWSjAABAvUFJCRAgAABAgQIECBAgAABAgTqC0hIgAABAgQIECBAgAABAgQI1BeQkAABAgQIECBAgAABAgQIEKgvcEkTvnOC8z7Jvk5wWroiQIAAAQIECBAgQIAAAQInJ6AnAgSulsDoasWVlgABAgQIECBAgACBQwEvBAgQIECAAAECBAgQIECAQH0BCQkQIEDgHARaazEZj2OWBbnm89jeXsV3ru/E97/7nfjRD78ff+tHP3im5bn8LK/Jaxf9nrw3+2ithQcBAgQIECBAgACBbxHwMQECBAgQIECAAAECBAgQIFBfQEICBAgQIECAAAECBAgQIECgvoCEBAgQIECAAAECBAgQeF2Bd/sN7/X2ts/sI/t6237cT4DAtwu4ggABAgQIECBAgAABAgQIEDgjgXMsyHVGCQ1DgAABAgQIECBAgAABAgQInKOAoQkQIECAAAECBAgQIECAAIH6AhIeF2itxWQyjq3ZNBaLeeysVvGd69fie9/7rU1Brt/+YfytYy0LcuVneU1em/fkvdlHay08CBAgQIAAAQIECBAgQIDAxRAwCwIECBAgQIAAAQIECBAgQKC+gIQECBAgQIAAAQIECBAgQIBAfQEJCRAgQIAAgWIC75xAnpPo4wSmoQsCBAgQIEDg5AT0RIAAAQIECBAgQICAglzWAAEC9QUkJECAAAECBAgQIECAAAECBOoLSEiAAAECBAgQIECAAIELItBai9FoFOPxOKaTScxm05jPt2K5WMT2ahk726tnWp7Lz/KavDbvyXuzj9ZaeBAgcEzAIQECBAgQIECAAAECBAgQIFBfQEICBAgQIECAAAECBAgQIECgvoCEBAgQIECAAAECBAgQIECAQH0BCQkQOCuBd/tA7/X2ps+8N/t40/vdR4AAAQIECBAgQIDAVRaQnQABAgQIXGCB0QWem6kRIECAAAECBC6VgMkSIECAAAECBAgQIECAAAEC9QUkJECAAAECBAgQIECAAAECBOoLSEiAAAECBAgQIECAAAECBAjUF5CQAAECBAgQIECAAAECBAgQqC8gIQECBAgQIECAAAECBAgQuCIC77xFzre59y2GPblb9USAAAECBAgQIECAAAECBAjUF5CQwJsIKMj1JmruIUCAAAECBAgQIECAwPkJGJkAAQIECBAgQIAAAQIECBCoLyAhAQIECBAgQIAAAQIECBAgUF9AQgIECBAgQIAAAQIECBAgQKC+gIQECBAgQIAAAQIECBAgQIBAfQEJCRAgQIAAAQIECJy3wLt9Au/19rrPvCfvfd37XE+AAIGrKCAzAQIECBAgQIAAAbOr9GIAABAASURBVAIECFwyAQW5LtkXdjGmaxYECBAgQIAAAQIECBAgQIBAfQEJCRAgQIAAAQIECBAgQIAAgfoCEhIgQIAAAQIECBAgQIAAAQL1BSQkQIAAAQIECBAgQIAAAQIE6gtISIAAAQIECBAgQIAAAQIECNQXkJAAAQIECHyjwDvf+OmLP3yTe17ck7MECBAgQIAAAQInJKAbAgQIECBAgACBkxJQkOukJPVDgAABAicvoEcCBAgQIECAAAECBAgQIECgvoCEBAgQIECAAAECBAgQIECAQH0BCQkQIECAAAECBAgQIECAAIH6AhISIECAAAECBAgQIECAAAEC9QUkJECAAAECBAgQIECAAAECBOoLSHhZBd7tE3+vt1d95rV5z6te7zoCBAgQIECAAAECBAgQqCQgCwECBK6AgIJcV+BLFpEAAQIECBAgQOCbBXxKgAABAgQIECBAgAABAgQI1BeQkAABAgQIECBAgAABAgQIEKgvICEBAgQIECBAgAABAgQIECBQX0BCAgQIECBAgAABAgQIECBAoL6AhAQIECBAgAABAgQIECDwRgLvvMZdr3Pta3TrUgKvLuBKAgQIECBAgAABAgQIECBAoL7AeSZUkOs89Y1NgAABAgQIECBAgAABAldJQFYCBAgQIECAAAECBAgQIECgvoCEBAgQIECAAAECBAgQIECAQH0BCQkQIECAAAECBAgQIECAAIH6AhISIECAAAECBAgQIECAAAEC9QUkJECAAAECBAhUE3i3B3qvt2975jV57bdd53MCBAgQIFBBQAYCBAgQIECAAAECBK6ogIJcV/SLF/uqCshNgAABAgQIECBAgAABAgQI1BeQkAABAgQIECBAgAABAgQIEKgvICEBAgQIECBAgAABAgQIECBQX0BCAgQIECBAgAABAgQIECBAoL6AhAQIECBAgAABAgQIECBAgEB9AQkJECBwpgLvvMJor3LNK3TjEgIECBAgQIAAAQIEngo4IkCAAAECBC6agIJcF+0bMR8CBAgQIFBBQAYCBAgQIECAAAECBAgQIECgvoCEBAgQIECAAAECBAgQIECAQH0BCQkQIECAAAECBAgQIECAAIH6AhISIECAAAECBAgQIECAAAEC9QUkJECAAAECBAgQIECAAAECBOoLbBK+21/e6+1lz/wsr3nZ584TIECAAAECBAgQIECAAAECF1nA3AgQeGUBBblemcqFBAgQIECAAAECBAhcNAHzIUCAAAECBAgQIECAAAECBOoLSEiAAAECBAgQIECAAAECBAjUF5CQAAECBAgQIECAAAECBAgQqC8gIQECBAgQIECAAAECBAgQIFBfQEICBAgQIECAAAECBC6EwDvfMItv+uwbbvMRAQIEngo4IkCAAAECBAgQIECAAAECl0FAQa63+5bcTYAAAQIECBAgQIAAAQIECNQXkJAAAQIECBAgQIAAAQIECBCoLyAhAQIECBAgQIAAAQIECBAgUF9AQgIECBAgQIAAAQIECBAgQKC+gIQECBAgQIAAAQIECBAgQIBAfQEJCRAgQIAAgW8WeLd//F5vzz/zXH72/HnvCRAgQIAAAQIXUcCcCBAgQIAAAQIECLyVgIJcb8XnZgIECJyVgHEIECBAgAABAgQIECBAgACB+gISEiBAgAABAgQIECBAgAABAvUFJCRAgAABAgQIECBAgAABAgTqC0hIgAABAgQIECBAgAABAgQI1BeQkAABAgQIECBAgAABAgQIEKgvICGBSy3wzgtm/6JzL7jMKQIECBAgQIAAAQIECFwlAVkJECBAoKqAglxVv1m5CBAgQIAAAQJvIuAeAgQIECBAgAABAgQIECBAoL6AhAQIECBAgAABAgQIECBAgEB9AQkJECBAgAABAgQIECBAgACB+gISEiBAgAABAgQIECBAgAABAvUFJCRAgAABAgQIECBAgAABAm8m8G6/7b3ejp55nOeO3nu9SALmQoAAAQIECBAgQIAAAQIECNQXkPDMBRTkOnNyAxIgQIAAAQIECBAgQIAAAQIECBAgQIAAAQIECBAgQKC+gIQECBAgQIAAAQIECBAgQIBAfQEJCRAgQIAAAQIECBAgQIAAgfoCEhIgQIAAAQIECBAgQIAAAQL1BSQkQIAAAQIECBAoKfDOsVTHj4+ddkiAAAECV0lAVgIECBAgQIAAAQIECFwlAQW5rtK3LetxAccECBAgQIAAAQIECBAgQIBAfQEJCRAgQIAAAQIECBAgQIAAgfoCEhIgQIAAAQIECBAgQIAAAQL1BSQkQIAAAQIECBAgQIAAAQIE6gtISIDA+Qhs92F/r7f/ubd/1duf9vaXvX3W24PeDnpba8EgGPjfgTVgDVgD1oA1YA1YA9bAiawB/23tv62tAWvAGjjbNfDv+//7dfTMY/5n68+btzVgDVgD1oA1YA1c1TUgt7VvDVgD1oA1YA2c/BrIPTy5lyf39OTentzjk3t9cs9P7v3JPUBH//9AXg8FFOQ6hPBCgAABAgROR0CvBAgQIECAAAECBAgQIECAQH0BCQkQIECAAAECBAgQIECAAIH6AhISIECAAAECBAgQIECAAAEC9QUkJECAAAECBAgQIECAAAECV0Lgd3vK/623/9Db3d7+XW//e2//pLff7+2/7+0Hvc17a70Ve4pDgAABAgQIECBAgAABAgQI1BeQkAABAgQIECBAgAABAgQIEKgvICGBKyWQe3hyL0/u6cm9PbnHJ/f65J6f3PuTe4ByL1DuCcq9QVcK52VhFeR6mYzzBAgQIECAAAECBC6TgLkSIECAAAECBAgQIECAAAEC9QUkJECAAAECBAgQIECAAAECBOoLSEiAAAECBAgQIECAAAECBAjUF5CQAAECBAgQIECAwNkL/J0+ZP7gzs/765/19r/09g968yRAgACB0xLQLwECBAgQIECAAAECBAgQIFBfQEICBAgQIECAAAECBAgQIHBxBHIvUO4Jyr1BuUco9wrlnqGLM8MznsmJFeQ643kbjgABAgQIECBAgAABAgQIEDgHAUMSIECAAAECBAgQIECAAAEC9QUkJECAAAECBAgQIECAAAECBOoLSEiAAAECBAgQIECAAAECBAjUF5CQAAECBAh0gd/r7f/s7a97yx/c+e/6qycBAgQIECBAgEAhAVEIECBAgAABAgQIECBAgACB+gISEiBAgAABAgQIEHhNgdwjlHuFcs9Q7h3KPUSv2cXlv1xBrsv/HUpA4KoJyEuAAAECBAgQIECAAAECBAjUF5CQAAECBAgQIECAAAECBAgQqC8gIQECBAgQIECAAAECBAgQIFBfQEICBAgQIECAAAECBAgQIECgvoCEF1Pgd/u0/p/e/l1v/1NvL33+3b/7d+PHP/5x/NEf/VH8yZ/8SfyX//Jf4uOPP4779+/HwcFBrNdrjYE1YA1YA9aANWANWAPWgDVgDVgD1oA1YA1YA9aANWANWAPWgDVgDVgD1oA1YA1YA/XXgO/Yd2wNWAPWwAVdA7mHJ/fy5J6e3NuTe3xyr0/u+cm9Py/dGLT5IPcO5R6i3EuUe4o2Z6/AXwW5rsCXLCIBAgQIECDwJgLuIUCAAAECBAgQIECAAAECBOoLSEiAAAECBAgQIECAAAECBAjUF5CQAAECBAgQIECAAAECBAgQqC8gIQECBAgQIECAAAECBAgcCnyvv/6r3v6st/+ht689Z7NZ/KN/9I/ij//4j4fCWz/96U/jJz/5SfzTf/pP4w/+4A/i7/29vxe//du/HYvFIlprX7vfCQLnJ2BkAgQIECBAgAABAgQIECBAoL6AhAQIECBAgAABAgQIECBAgEB9AQlfV6C1NuzlyT09ubcn9/jkXp/c85N7f7JQV+4Fyj1BuTfoJf3nXqLcU5R7i3KP0Usuq3NaQa4636UkBAgQIECAAAECBC6vwLpPvbf1G7f15a2e3UOvNd+fNWANWAPWgDVgDVgD1oA1YA1YA9aANVB7Dfh+fb/WgDVgDVgD1oA1YA1YA9aANWANWAPWQP014Dv2HVsD1oA1YA1YA9bAlVgD0b/n12+x3uwT7X89CRAgQIDA5RYwewIECBAgQIDAxRb4wz69n/X2T3r72vN3f/d341//638dt27din/zb/5N/OEf/uFQeOtrFzpBgAABAgSuuoD8BAgQIECAAAECBAgQIECAQH0BCQkQIECAAAECBAgQIFBIIAt15V6g3BOUe4Nyj1DuFXpJxNxblHuMcq/RSy6pcVpBrhrf41ulcDMBAgQIECBAgACBMxdY548xvGIRrYN+3Wu0g36ttg4GDKwBa+D5NeC9NWENWAPWgDVgDVgD1oA1YA1YA9aANWAN1F8DvmPfsTVgDVgD1oA1YA1YA9aANWANWAPWgDVQfw34jn3H1oA1cNZrYH2wjtdqr1iYbCjSdeYbWA1IgAABAgQIECBA4HIImCUBAgTeQOBf9Xv+uLcf9PbM8x/+w38Yf/qnfxp/9md/Fv/4H//jWCwWz3zuDQECBAgQIECAAAEC5yNgVAIECBAgQIAAAQIECBAgQKC+gIQECBAgQIAAgbMWyL1BuUco9wrlnqHcO/SCOeQeo9xrlHuOXvBxjVMKctX4HqUgQIDAZRAwRwIECBAgMAis84cWjn5FYSjMlcW5jtoLfrQhrz9sB/31STtYv7Do1Nd+9GF/HWuNgTVgDVgD1oA1YA1YA2e1BoxjrVkD1oA1YA1YA9aANWANWAPWgDVgDVgD9deA79h3bA1YA9aANWANWAPWgDVgDVgD1oA1YA1UXgMH6yzA9aS9tADYsT2dw97Q/n54fe7+4dyx/aJPt5D2cfo9w+ZSfwgQIECAAAECBAgQIECAAIE3Ffg7/cb/0Ns/6e2Z5+/8zu/En/zJn8S//bf/Nn7/93//mc8O33ghQIAAAQIECBAgQIAAAQIE6gtISIAAAQIECBAgQIAAAQIECNQXkJAAAQIvFMg9Q7l3KPcQ5V6iF1yUe45y71HuQXrBx5f7lIJcl/v7M3sCBAgQIECAAIGvCThxkQXyRxWO5pe/oZAt+p88P7SDLMy1+YGF44W1jn7M4fi5zfX92sMfbji65pnX/fULi3Y9c02/33tO1oA1YA1YA9aANWANWAPWgDVgDVy2NWC+1qw1YA1YA9aANWANWAPWgDVgDVgD1oA1UH8N+I59x9aANWANWAPWgDVgDVgD1sC5rIGX7L18lT2cX7sm94ge2xu62TOae0WPdpPm8frpG0cECFxBAZEJECBAgAABAgQIEHgLgd/r9/5/vf2D3p55/st/+S/jP//n/xx/8Ad/8Mx5bwgQIHA+AkYlQIAAAQIECBAgQIAAAQIE6gtISIAAAQIECBAgQIAAAQIECFxUgdxDlHuJck/RC+aYe49yD1LuRXrBx8dPXa5jBbku1/dltgQIECBAgAABAgTOR2CdP3iQbR1HhbCe/MhD/vBCb/t7B5Ftb/cgdh/vx+MgU8u7AAAQAElEQVRHvT3ci0cP9uLh/d148NXjeHBvN+7ffRxf3XkU924/iru3Hsadm73deBi3v3wwtFtfPIibn/d29Pr5/bj52dN2ox/f+PR+3Pj0q6F92V+z3fjkq/hSY3CWa8BY1ps1YA1YA9aANWANWAPWgDVgDVgD1oA1UH8N+I59x9aANWANWAPWgDVgDVgD1oA1YA1YA9ZA/TXgO/YdWwPWgDVgDVgD37oGhj2aR/s1++tmD+f9yD2dx/d43sw9n8f2gOae0KP9oXduPBz2jN699XDYQ5p7SXNPae4tzT2mudc095w+frgXu4/2h72ouSc196ZmO9hfx5O9qwfrGIp/ZcGvoUXEujdPAgQIECBAgMDLBJwnQIAAAQL1BP7HHun/7e0HvT15/s7v/E78x//4H+Of/bN/9uScAwIECBAgQIDAlREQlAABAgQIECBAgAABAgQIEKgvICEBAgQIECBAgAABAm8skHuKcm9R7jF6rpPcg5R7kXJP0nMfXd63CnJd3u/OzAkEAgIECBAgQIDAaQus1xFDAa5+kD9cMPyQwf469rNlAa7dg9jb3R9+9CALcOUPIeQPIjy493gounX31qO4c+NB5A8q5A8uZOGszz+6F599cDc+ff9OfPzr2/HRL2/HB7+4GR/8/Gb85m9uxPv/9Ub8+r9+Gb/+6y/jvd5+9bP+2tuv/urL+OVffRG/+ssv4pd/+Xn84i++iF8Mr/34p5/Hz/+it3zt7W/+/PPYtM/6q/Y3f86AgTVgDVgDl3kNmLv1aw1YA9aANWANWAPWgDVgDVgD1oA1YA3UXwO+Y9+xNWANWAPWgDVgDVgD1oA1YA1YA9aANVB/DfiOfceXaw1s9mH+/KeHezP/4vP4RT/+Rb4Oezc3ezmHPZ25t/Nnh3s98/Wvvxz2gOZe0NwTmntDc4/oB7+8GR/96vawd/TT39wZ9pLmntIvP/0qco9p7jXNPad3bz0a9qDmXtTck5p7U3OP6u7j/WHP6v7uQWSBrtzLelSkK/e4Hu13VZjrtHcX658AAQIECBAgQIAAgW8S8BmBMxLIH775v/tYrbcnzx//+Mfxn/7Tf4q///f//pNzDggQIECAAAECBAgQIEDg5AX0SIAAAQIECBAgQIAAAQIECNQXkJAAAQIECFQVyL1Fucco9xo9lzH3IuWepNyb9NxHl/OtglyX83szawIECBAgcJYCxiJA4IoKrNcZfB35mj9ScNAP8ocL8gcMhh8y2DuIvWy7B4cFufbi0YPdyB8/uH9vd/gxhLu3HsbtGw/j1hf348Zn9+PLT+7FFx/fi88+uBf5YwqfvHcnPvrVrfjwF7fiNz+/Ge//t5vx6/92I97/6xtDMa738ocZevvVz76Iof3VF0NRrl8+Kcq1+YGH4Qcf/vzw+M8/i58ftZ9+3o+1n3cbzTqwBqwBa8AasAasAWvAGviWNeC/nf13szVgDVgD1oA1YA1YA9aANWANWAPWgDVQfw34jn3H1oA1YA1YA9aANWANWAPWgDVgDVgD374Ghr2XT/diZiGu4f/e3M/ncRbl+uVffh7DXs6/+iJ+ddR+9sVm7+dffzm85l7QYU/o39wc9ojmXtHcM/rJr+/Ep+/fGfaSfvHxvWFv6Y3P7g97Te/cfBh3bz+Mr+4+igdf7Q57UnNv6u6jvaEY197uwbB39Wgfa+5pXe+vI/e5ZstiXP1d5Gvugr2iTWwCBAgQIECAAAECBAgQqC3wez3e/9XbM89//s//efzkJz+J1vJ3cZ75yJuaAlIRIECAAAECBAgQIECAAAEC9QUkJECAAAECBAgQIECAAAECBOoLSEjgXARaa8Neo9xz9IIJ5N6k3KP0go8u1ykFuS7X92W2BAgQIECAAAECBM5QYB3r40W5Dvr73g72DyLb8GMGuwex39ve4/3Yfbgfjx7sxYP7u/Hgq8fx1Z3Hce/Ww7hz40Hc/uJB3Pzsfnz5yVfx+Uf34rMP78Yn79+Jj399Oz78VW+/vBUf/PxW/OZvbsT7//VG/DrbsaJcv8qiXIc/2DD8gMNQkOuL+OVffBG/+IvPn7SfD4W4Po9Nga7PIt//TT+nfRYMGFgD1oA1YA1YA9aANWANWAPWgDVgDVyMNeB78D1YA9aANWANWAPWgDVgDVgD1oA1YA1YA/XXgO/Yd2wNWAPWgDVgDVgD1sBlXgO593JoP/08fj4UMPvsyT7N3LP5y7/4Io7v5RwKcv3si8i9nu/9bFOM69d/vdkLmntCf/PfbsQHP78VWZDrw1/eHvaOfvKbO8Ne0txTmntLb352P25/+SBu33gw7D3NPaj37z3eFOR6uBePH+3H7uP9Yc/qsH9172DYy5r7WQ8O1rHOts46XMOf6GfOcL+toQgQIHBVBeQmQIAAAQIECBA4B4G/08f8P3p7purWH/3RH8W/+Bf/op/2JECAAAECJy2gPwIECBAgQIAAAQIECBAgQKC+gIQECBAgQIAAAQIECBAgcFUFcs9R7j16Ln/uTco9SrlX6bmPLtdbBbmOf1+OCRAgQIAAAQIECFwhgSy2te5/8ocIDvbXkT9QsLd3EHu7+/H40d5QXOvh/d24f/dx3Lv9KO7efDj82MGtzx/Ejc/ux41P78eXn9yLLz6+NxTZ+vyju/FZb59/2F8/6C1fP7w3/GDCZ/n+mbb5IYWj858+81m/9/j77Of4+w/6vUO7G1+778m1dyL7/trnz/Tz3Dg+G8zSTbM2yq8B/3v3v3drwBqwBqwBa8AasAasAWvAGrAGrAFroP4a8B37jq0Ba+D/Z+9PYyTZ0vp+/InM2teuvr3e7ntnA3usAS/sYyQE9gwGjTA2gsEa8TdmMS+MkGVbeGSQjWwZJA/YfgOYv1mMkaWRMWKMWcziASRrzM4sd7+93N679j33jIjf830yIzurerm9VHVVZX+q8slzYjvnOZ944sSJk0+cgw1gA9gANoANYAPYADaADWAD2MDg2wDnmHOMDWAD2MC+2MAd38uOL+Zizzez41u3c3t3H52LXfvt9kNb0HaJ9g3pHqt1El+35LJ4YzvKJX/UHXKr47Mq31X5sMqXVT6tmshrc61ulc1G+LzWqq3wgZUvrHxi5RsrH1n5yspnVr6zef4MOQxTVAhAAAIQgAAEIHDUCaA/BCAAAQj0E/ivvnDSpffRgDj/9J/+094yEQhAAAIQgAAEIAABCBxJAigNAQhAAAIQgAAEIAABCEAAAhCAwOAToIQQgAAEIAABCEAAAoeSgHyP5IO0Szn5KMlXadfqo7XIhFxH63yhLQQgMCAEKAYEIAABCEDgoAloIAENKKDBBTTIgAYcaDZSa9RaVqu0rLLZNA1OsLZYteXblRjY4PbVDbtxad2uvblqV15bscuvLtull5fswucW7aLkpSW7JPF12qZ9rr6xYtcvrPlxa3brrXW7fXXTFq5tRnpLGhhhvmKrCxVbX6ra+nLVNlbrke/Wet0k2xv1mAysstFwnSTNGCyhutWKsLbddH0lLQ+7Um1ZvdK2erVtDcW9TJpYDHEu4oG4bcCC6wEbwAawAWzg6dgAnOGMDWAD2AA2gA1gA9gANoANYAPYADaADQy+DXCOOcfYADaADWAD2AA2gA1gA9gANoANYAPYwODbwDN1jmutju9ltR2+mJrcSn6ld6Rp8t2sbjWt2vXllM9p+HluNMLnc7vrAyo/UPmiyjd0faVq64vV8Bldvl0x+ZBqwq6F65t2+8qm3bq8Hr6m1y6smXxPr7y+YpdfWQ4/1YsvLVnIZxfDZ1W+q4Wfqnxab/qx81c3wjd1xdOWT+rWWt2qm02T3vKNlY+sfGXlMyvfWfnQypf2oP15yR8CEIAABCAAAQhAAAIQgAAEDg+BI6DJ/991/HKX3udf/at/ZRoQp7eCCAQgAAEIQAACEIAABCAAAQhAAAIPJMBGCEAAAhCAAAQgAAEIQAACEIAABAafACWEAAQgAIFHJyAfJPki7TpSvkryWdq1+ugsMiHX0TlXaAoBCEAAAhCAAAQelQD7Q+ABBHLLs9w0qECa5tZqZdZqtK1Ra1u90rLqVsO2VmumQQmWb2/bwo3NGPBAgxZc7U7I9VYMdLBsF1/qDHBwZ1Ku5RgE4cprK3btjdXuhFzrdlMTcl3ZMA2eoEEUlm9t28r8tq0uVm1NE3Kt1GzDRYMgaACG7fWGhWiAhs2GxYANm81OqIEctptW3W5ZTeI6S++QHRNOta1RdfFyqWwILLABbAAbwAawAWwAG8AGsAFsYABtwCgTdo0NYAPYADaADWAD2AA2gA1gA9gANoANDLwN8PzPb77YADaADWAD2AA2gA1gA9gANvB0bKDatnpIy8OudH00NbmVfDblu1ndblply6Xw6/RwW/6efSJfUPmEyjd0fbkWvqKrC9XwHZUPqXxJF65t2u0rG+FjeuPSevicXntj1d56bSV8US+9vGyXNCHX5xZjMi75qmrdW68umybtunph1XTc7aub4Z+6PL8d+Wyu1Vy/RvjE6plZPrLylZXPrHxn5UNrlj/Az5ZNEDgQAmQKAQhAAAIQgAAEIAABCEDgfgS+zTd8j0vv8w/+wT+wf/2v/3VvmQgEIHBkCKAoBCAAAQhAAAIQgAAEIAABCEAAAoNPgBJCAAIQgAAEIAABCEAAAhCAAAQgMPgEBq6E8kWST9KugslnSb5Lu1YfjUUm5Doa5wktIQABCEAAAhCAAAQgsKcE8twsy3JLJe3M2q3Umo00BmuoVZqmya80EIImylq5vW2L17diwAMNWnDtzVV76/UVu/zqsl16eckufm6pM8jBS0uxrHWarOvK68t29Y1Vu35h1W5eWrdblzds/qrLtU3TIApLN7dtZb5iq4sVW1uqmQZb2Fytm/LdWm/Y1kbdisEZKhqgISblapgGcKhuNU1S225ardKyWkzK1ewM/uDL9R2TcrU661m3jxxgjM1hA9gANoANYAPYADaADWAD2AA2gA1gA4NvA5xjzjE2gA1gA9gANoANYAPYADaADWAD2AA2MPg2wDnmHGMD2AA2gA1gA9jALhvo+mTWKs2ur6Z8Npvhwyk/Tvl0VjYbtu0Svp7y95QP6Hrd5Asqn1D5hspHVL6i8hmV7+jSre3wJZ2/thm+pbfe2rCbF9fD51S+p1deW+5MyPXSkl2Ur6qHFz63GD6rmqBLPqzyZZVP683L6+HjKt9U+byuL1VNeVY2mya9NSGXfGTlK5u2s/CdlQ+tfGn31DmXxCAAAQhAAAJHhgCKQgACEIAABCBwxAg85/r+B5fe54u/+Ivt537u53rLRCAAAQhAAAIQgMDdBFgDAQhAAAIQgAAEIAABCEAAAhCAwOAToIQQgAAEIAABCEAAAhCAAAT2loB8kuSbtCtV+S7Jh2nX6sO/yIRch/8coeHDEGAfCEAAAhCAAAQgAIG7CGiggNy/8iy3LM2t3cqs1Z10q15pxcRWW2t121iu2dpi1VYX6QdB0wAAEABJREFUKrZ8e9uKQQ40MMEOubkVgx9oIq0lj4fc6uy/7KFk5XYl0lFaq57m2lI1JtraWKlZDKrg+cUkW5tNz78RAzJoMi3pUwxiEQMf1NsxOVjDw6bE9W7W05g0TGVoNVPrFw2SEOVrZlFOxRFYYAPYADYwgDbg9zLOK+cVG8AGsAFsABvABrABbAAbwAawAWwAGxhwG+D5n35ubAAbwAawAWwAG8AGsAFsABvABrABbGDwbYBzzDnGBo6UDbR6vpnpDt/N8OOUf2e/1Nsm389+X9DCP1S+ovIZjYm8Nhu2vdk0+ZSGf+lq3eRr2pm4q2ryQZUv6spCxeSbKh9ViXxcQwo/1hvb4du66MvyeV24Ufi6eujrtK98Y5WWfGWVh3xnpYP0kZ7yS1W/s3xt5XMbvrf5XW65rIAABCAAAQhAAAIQgAAEHpUA+0MAAntF4Ec8oZMuvc9P/uRPWpIkvWUiEIAABCAAAQhAAAIQgAAEDowAGUMAAhCAAAQgAAEIQAACEIAABCAw+AQoIQQgAAEIQAACzwyBJElMvkm7CizfJfkw7Vp9+BeZkOvwnyM0hAAEIACBQ0QAVSAAAQgcFQJ5bqYBATQ4QJpmMQBCvdaKSbA0kIAmylq+tW3zVzfsxqU1u/bmql19fdWuvLZib72y7OGyr1uzm5fX7fbVTdNABSvzFVtfrpqOr2w1rVZpWaPa6kySVQy20M4slaR5TAKWdScDi9DjeeZ6RSgFPe6Bf1vu//qIb6G74oVoXRHvhHFgJ9r9vnuf7gYCCEAAAhCAAAQgAAEIPCIBdocABCAAAQhAAAIQgAAEIAABCEBg8AlQQghAAAIQgAAEIAABCEAAAhCAAAQensC9fTT7fDk96p8dCcqPtXecb+z4ivq3x+UzGpNfhU+pWeFnKr/XiKe5pZJ2Zm1JKzNNDNZspNaotcKHtbLZtK31evi2Lt+umCbjun1l025cWrerb67ZlVeXreMTuxI+svKVvXFxzeavbpom6pIvbeETqzQ1wZjylA47dN9RKhYgAAEIQAACEIAABCAAAQhAAAJPlcBXem7f49L7/PAP/7B92Zd9WW+ZiBkMIAABCEAAAhCAAAQgAAEIQAACEBh8ApQQAhCAAAQgAAEIQAACEIAABCAAgcEnQAkhAIHDQUC+SfJR2qWNfJjky7Rr9eFeZEKuw31+0A4CEIAABCAAAQhA4NkksAelzk0DFWhQgrSdmwYJ0ORZmkhrc61ua4tVW44JuTZj4IFrb6zZlddX7MprK3b51RV7y8MYeODSut2+smGLN7ZsZX7b1pdrMXhBtTshV73Wjgm52s3U2q3M0lZuyk+DEfQky2OgBOnTETMNsNAZrCCPeAys4KXWOt/qsc4nxlzQztqhK9pHq3ZL5wi+IQABCEAAAhCAAAQgAAEIQAACR4YAikIAAhCAAAQgAAEIQAACEIAABCAw+AQoIQQgAAEIQAACEIAABAaGQM9v00sU/p0R3onJITR8PH39nY/8RF20wnftpOHLmYuWM7OOb2kevqbye+35n8aEXHn4pspHVb6qmpBLvqu17ZbJl3VrvW5rS7XwcZWv6+2rG12/2NXwhZVPrHxjr7yxYtfeXLObl9Zt/tpG+NCuL1VNE3IpnXq1bUo/bWehh3RyzaQ1AgEIQOBhCLAPBCAAAQhAAAIQgAAE9ovAv+hP+Iu/+IvtB37gB/pXEYcABCAAgadHgJwgAAEIQAACEIAABCAAAQhAAAIQGHwClBACEIAABCAAAQhAAAIQgAAEIAABJyAfJfkqebT/s8OXqX/DYY3fZ0Kuw6ouekEAAhCAAAQgAAEIQAACD0VAgxTkuWlQgjTNYkIuDRZQ3Wza1lrN1paqtnRry+avbdrNi2t27c1Vu/rGagw+8Nary/bWqxp4YNU08MDtq5vdCbkqtr5cjQm5KpsNq1Va1qi1rdVwaWWmwQ40EEGqARBclPddIp1cYsAF11FzbEW8E4mi+WYrJCKxtvOl9Z0Y3xCAwN4QIBUIQAACEIAABCAAAQhAAAIQgAAEBp8AJYQABCAAAQhAAAIQgAAEIAABCEBg8AlQQghAAAIQgMBTJCD/z77sdi2afD/l71lI7OoLd/xFYxffLbfM14fcw++08EeVb6p8VFutLHxWG9V2+LDKl1UTasm3dWW+Er6ut69shu+r/GLlC/uWfGJfW7Grr6+Gr+wNTch1dTMm5FpbrNnmWt2qmw1Tmq1mFn638n11tVzJ0JwvCEAAAhCAAAQgcIgIoAoEIAABCDxjBP6Gl/dDLr3PD/3QD/XiRCAAAQhAAAIQgAAEBpUA5YIABCAAAQhAAAIQgAAEIAABCEBg8AlQQghAAAIQgAAEIAABCBx+AvfwVZIvk3yaDr/yXQ2ZkKsLggACEDggAmQLAQhAAAIQgMCeENCL/1mWW2fQgdQa9TuDDWyu1m1juWqrixVbnt+2xZsuN7ZsUXJzy5Z8ecnD5VvbtnK7YhqUQBN2ra/UbHO1ZtvrdatsNq223bJ6tRVpt5qptSXtzPPMOwMQeP7SIfdQoniWZdYR36e7Xtt6IsULAkknknjYk1JiSZ+UPH5PKSdWQmCADWAD2AA2gA0cXhvg3HBusAFsABvABrABbAAbwAawAWwAG8AGsIHBtwHOMecYG8AGsAFsABvABrABbAAbwAawAWwAGxh8G+Acc44LG9jlz5n48g5JzJKuWP9fbhYTc+W59XxJs9yyntzxOy2297alefistttZ+LDKl1X+svJtlY+rfF3l8yrfV/nAyhdWPrGS5dvbJl/ZQsKH9samr9u25flK+NhqYi8dq3RqlZY166m1W6nnmYV+rnJ/SYhDAAIQgAAEIAABCEAAAhAYXAKU7LAQ+N5+Rb7+67/evuEbvqF/FXEIQAACEIAABCAAAQhAAAIQgMDjE+BICEAAAhCAAAQgAAEIQAACEIAABAafACWEAAQgAAEIPAEB+SrJZ2lXEjt8mnZtO3SLTMh16E4JCkEAAhCAAAQgsB8ESBMCg05AgxO0W5k1uxNxbW80bH2paku3tm3+6obduLxuNy+t242La3b9wprd9OWF61u2Ol+xjdVaTLhV1+ABjfadgQMys3wXuMSSXWs6i8p/h2R5d6AETyPiWSxnab5z8q48Nx3XScVMgzHEhFvlkpVcyrtluGTlrgx5ODRctkKGPX5PGSnbMAIDbAAbwAawAWwAG8AGsAFs4JmwAdr+PP9gA9gANoANYAPYADaADWAD2AA2gA1gA4NvA5xjzjE2gA1gA9gANoANYAPYADaADWAD+2wD9/HHDH/NobINhZSsPLRL+nw+5QMa0p2oq3A/lc+opH+SLfmWdibf6via5vJfDd/Tjo+p9i/E7vGXFIl3t8n3VWkoj7SdhW+tfGQ10dbGSs00QdfC9c3wpb1+cTV8a29cWo/l21c3bfnWlmlyLvni3pmYK9vh79rNimAfCZA0BCAAAQhAAAIQgAAEIACBZ5zAX/Tyf5NL7/NP/sk/6cWJQGBQCFAOCEAAAhCAAAQgAAEIQAACEIAABAafACWEAAQgAAEIQAACEIAABCAAAQhAYPAJUMLBJXAPnyX5NMm36UgUmgm5jsRpQkkIQAACEIAABCAAAQg8mIAGIkhbqTXqqenlfw0CsLZUi0EBbl/diEECblxasxsX1+36xbVY1mACGlRAgwtsbzasVm1Z049P27nlqUtMltXNN/GwK0miiC/3Phq6oLvg0WLQgyLMfF3maWVZZpJUYZrFwAS+2mLWL98nSRLzjyXlxEouZZdOuHPAhs5ADmUrD5dtKCblKtlwNxzSuhFf35UYdMPXDT89cV3KCLyxAWwAG8AGsAFsABvABrABbAAbwAawgcG2Ac4v5xcbwAawAWwAG8AGsAFsABvABrABbAAbGHwb4BxzjrEBbAAbwAawAWzg2bWBrg/mUBG6LQwN9/tqljo+nDExV9nKmphLk3F1w1I5scIHNPF4kpgliX9Z50++o/J7zdLMwqdUfqUS3yCf08L/tAjDz7RzqH/nLnc+SeLp+scK8U2eTMdHNc1NPrHyjS18a+UzK99Z+dDeuLxu1y+sdfxqL3V8a+Vzu3R729aXqra9WTdN5NVstC1tZSadPXk+EIAABCAwWAQoDQQgAAEIQAACEDisBP5//Yp95Vd+pX3wgx/sX0UcAhCAAAQgAIGHJ8CeEIAABCAAAQhAAAIQgAAEIAABCAw+AUoIAQhAAAIQgAAEIAABCEAAAvtAQD5L8l3alfQO36Zd2w7VYulQaYMye0CAJCAAAQhAAAIQgAAEnkUCGnSg3c5ML/0XgwasL1dt6da23b6yYTcvrdsNF03GdePCWiwvXN8yDSqwsVK3iibkqrTieKWTZXln4ACNSuBANU6BB71PEiMXdBaLoQ2kg0QDHyiUFOko7EmaWxHXPt0sIsWklFipkHJi5XLJShqgoSuajEsDN2hghyFfp1CTbQ3FYA9lGxop3RkAoxgIwsOYmIvQ4FCGAdfBANkA9kydhg1gA9gANoANYAPYADaADWAD2AA2gA0Mvg1wjjnH2AA2gA1gA9gANoANYAPYADaADWAD2MDg2wDnmHOMDWADh8sGhkbKJonzMlwOn8yhkZIVfpodn01flg+nS9llqFw2heXC51NhOen5gyalJHxEzf/kMyrf0cwj4Uva51OqZU16FaFv1379Pql+uBYVhNxJNRZ7eZiOzTq+qvKJLXxr5Ssrn1n5zs5f3wpfWk3IdePimt245HJ53eavbtjyrW1bX67Z9kbD5JPbrLet3U492cJjtpMf3xCAAAQgAAEIQAACEHh4AuwJAQhA4JEJ/L3+I77jO76jf5E4BCAAAQhAAAIQgAAEIHAoCaAUBCAAAQhAAAIQgAAEIAABCEAAAoNPgBJCAAIQgAAEIACBZ4/APXyXdvg2HWYipcOsHLpBAAIQgMAhJoBqEIAABCBwoAQ0yEDazqzVTK1Rb1t1u2Xb6w3bWK7Z6kIlBgPQZFwhN7djYq6V29u2tlix9eWqba7VrLLR8OOacXyrkVq7lVrazk2DGeS52R3xdb0FL7Zv829LksTFrFRKrFROLAZTGCpF2Bt4YaQck9+MjAzZyGhHRseGTDI2PmyS8clhk0xMjdikZHrUpmYkYzY1O2bTsx5XeGyss+zhtMvM3LhNH3OZGzPFJbO+bkbLx8djnZZnj0/YDAIDbAAbwAawAWwAG8AGHs8G4AY3bAAbwAawAWwAG8AGsAFsABvABrABbGDwbYBzzDnGBrABbAAbwAawAWwAG8AGsAFsABvABgbfBh7yHMvnUr6XM/LHDF/MMest+7rpubHw3ZyR/+YxxcdsSuFsEXZ8PqdmfHlm1CanXaZGTD6i8hWVyHdUIl9SyUjXv1S+psNdv9PCD7XfN7VUTkw+q0liFg6s5n/yaQ3p+LrKv7bn8urr5RMr31j5yMpXtuNz2wwfWvnSyqd2dbFqy6019UsAABAASURBVPMVW7q5ZYtdkf/t8q1K+ORurNQsJufabpkm55LvbtrOTHm5BnwgAAEIQAACEIAABCAAAQhAAAJ7TeArPcH3uMRnZGTEPvKRj0T8bb/YAQIQgAAEIAABCEAAAhCAAAQgAIHBJ0AJIQABCEAAAhCAAAQgAAEIQAACEBh8ApQQAhCAwCEiIN8l+TD1qSTfJvk49a06nNHS4VQLrSAAAQhAAAIQgAAEINAhwPe9CWRpbs1GarXtpm2t1W1tqRqTbt2+tmk3Lq7ZjUtrNn91wxZvbNnKQsU0GEBlq2mNWttSPzYGG/CkNSiBRAMTJKZ/X+kfDRIgybLcdogfqPW+iyX+NFEul0yDHoyMlGPCrVFNsjUxbOOTncETJjSQwsyoTc2O2rQGXJgbs5nj4zb73IQdc5k7OWHHT07ac6en7LkzU3bizLSdPOvyfL/M2KlzHTl9fsY6MhvhmfOz1pMXPB5yzM54eNblzIuduJaRgg8htoANYAPYADaADWAD2AA2gA1gA4fPBjgnnBNsABvABrABbAAbwAawAWwAG8AGsAFsYPBtgHPMOcYGsAFsABvABrABbAAbwAaOiA28eMzCB1N+mC8cC5/MOHd9Pps9X85zM3bapfDzPPn8jJ3s9wE9Ox2+ofIRla+ofEblOyofUvmSzhwfN03ypUm95Gs6OTNqE9MjVkzgNTYxbKPjQ+Gjqsm65LMq39VSySw3lzy3TLLL31W+rhLfxRL/SvSd+Hdi5kH3WAufWvnWVjYb4Wu7EhNzbdvtKxvhi3vj0rrJN3f51nb46spnt6aJuRqpyZfX+IMABO4iwAoIQAACEIAABCAAAQhA4IkJfH1/Ct/0Td9k4+Pj/auIQwACEDhwAigAAQhAAAIQgAAEIAABCEAAAhCAwOAToIQQgAAEIAABCEAAAhCAAAQgAAEIDD6BhymhfJfkw7Rr3x0+Tru2HZrF0qHRBEUgAAEIQAACEIAABCAAgYcioAEC9BJ/s9G26narMyHXYjUm5NIkXHr5X6LBAJZu9k3Itdm0Rr1taTuzXKMQdHPTwAKaXMsSX+GSxzADnUEKcg1QkOYxaECW+TpfVv6575MkiZWHSjY0XLLhkSEbHXMZH7KxiRHrTMg1apPTIzY1M2pTs2M27TJzbNxm51yOj9uxExM2d2LSjp+STMWkXCc08IJLZ0CGGTv1vIsGaihCxc/NmgZuOO3h6RdmrZAY7MGXz7w42xkI4sXuIBBa9vhZxGBw7EEM2MY1gg1gA9gANoANYAPYADaADWAD2AA2gA0Mvg1wjjnH2AA2gA1gA9gANoANYAPYADaADWAD2MDg2wDnmHOMDWAD2AA2gA08gQ3IBzP8MZVG1yczlj1e+GuePj9rklPnZ+yUx09F6PHC19PD8AM9O2PhF3pmOnxEj5+aCp9R+Y7Kh3T2+Hj4lM4cGw8f06nZMdOEXJPTozY+NRK+qJ0JuYbvTMg1VLJSuWRJkphZbuHTmuUmH1f51krk+6r1voP2MNOuLknJox5a90++tPKplW9tZbNpG6t1W12o2OKNLbt9dcOuX1yLSbnmr26Gj+76UtW21htW225aSxNyeb5Ko5scAQQgAAEIQAACT5cAuUEAAhCAAAQGmcAH+gv3oQ99qH+ROAQgAAEIQAACEHiWCFBWCEAAAhCAAAQgAAEIQAACEIAABAafACWEAAQgAAEIQAACEIAABI4AgXv4MO3wcTqsRSgdVsXQCwLPHgFKDAEIQAACEIAABN6eQDFAQJZl1qynVt1u2uZ63daWqrZ8a8vmr23Gy/8aBOD21U1bvLltq/MV21ipmwYLaNTalqaZZ6QZuVw0IIFLkiTmH1/f+WiAAEnmX1mWm6QYoMBXxU5JKbFSObFhTcg1Wo7BDsbGh02DH2hCLg2GoEERJqfHbGpmzKaPjdnMnMvxcTv23ETI3MlJmzs5FQMtPHfawzNTMfjCyZiUa9pOPj9tpyTnpu30uZk7cn42BnM4fd7XefxMV06/cMzOvDBrZ168E54t1mk90uEDBzhgA9gANnCANuD3KfjDHxvABrABbAAbwAawAWwAG8AGsAFsABsYcBvg+T/66rFz7BwbwAawAWwAG8AGsAFsABvABrABbGCgbYDnf57/B9MGwueyzwdT5/m0/DALP00PT7/Q8d08rXifb+epc9Ph8ynfz0JOnJ22585M9fxE5TMq39HCj3Tm+Hj4lk4fGwtf08npUZuQ9E/INTZkI2NlGx4ZsqHhkpXLiSWlxPQnn1b51srHVb6uIb7SPybRPpLEd0+S+LKOw2xumtBLPrWNWit8bDdWarYyX7XFm1t2+8pG+OPeuLRu89c2bPnWtq0t1WxrrW7VSsuajbZp8i9PZEc+WkYgAAEIQAACEIAABCAAgUEiQFkg8NQJTHmOX+7S+3zgA0di7JqevkQgAAEIQAACEIAABCAAAQgcPQJoDAEIQAACEIAABCAAAQhAAAIQgMDgE6CEEIAABCAAAQg8CYF7+DDJx0m+Tk+S7L4fW9r3HMgAAhCAAAQgAIHDRQBtIACBI0lAAwWk7czarcya9bbVKi3b3qibXv7XhFvLt7dteb5iKy6rCxVbX6raxmrd92nEvjqm1UwtbeeWZRYv/8dAA/oqRGQ01oAlVvInBU22NTRUsqGRsg2PajCDIRsdHzZNtjUxNWpT06M2PTtm08fGbfa4y3MTduzEhB0/OWnHT012B0+YthNnp6wzwdaMnXp+xk4Xgy9oMi3Fz0/bKQ3C4PGYfOv56ZiI6+Su8MRZX98nJzzdE2c66yLu206cmTIEBtgANoANYAPYADaADWAD2MCUnaBtzLMBNoANYAPYADaADWAD2AA2gA1gA9gANjD4NsA55hxjA9gANoANYAPYADaADWAD2AA2gA08LRuQj+bZqfAHPXFm2uS3Gb6hvl7hCYX9fp9adgm/0MJH1MPT56c7fqSFD2n4js6E36jSkDx3eip8UOWLqsm75k5Mmibwmj0+Hj6rU7NjNjk9avJlHZ8YDt/WkbEhGx4t29Cwy1DJSqXExSzxf31Mf4W/rIf+CV9a+dTKt1Y+ts2a/HObVtlo2OZa3daWqiafXPnmrsxvm3x1VxYqtrFc2+Gf227JPzcz+foqmz0XEoQABCAAAQhAAAIQgAAEIACBZ4nAl/UX9gu+4AvszJkz/auIDyoBygUBCEAAAhCAAAQgAAEIQAACEIDA4BOghBCAAAQgAAEIQAACEIAABCAAAQgMPgFKCIEBJSAfJvky7SreDl+nXdsOxWLpUGiBEhCAAAQgAAEIQAACEIDAvQnkmjwrtyzNrdloW227aVvrDVtfrsVL/ks3t2z+2qYtXN+M5c21mu/T8n1TS9uZ5XluiQYVKCemwQWSxExi+vNtmSTLLXPxqPnm2K88VLaR0SEbmxiOQQumj43FpFsa1EADHGgwBU2YdercjJ15YTbk7Iuz9vw75uz5d87ZuXfNmeT8u+fshfc8Zy98nuS4vfj5z3XluK+fs/PvmYt9n3/nMTv74oynM2Onzk/byeen7GQM3DBlJzRYxOlJO+FyPGTCjp/qyskJmzsxHhOBHfMw4s9N2LHnfF1XZj1ENGEagh1gA9gANoANYAPYADaADWAD2AA2gA3svQ3AFKbYADaADWAD2AA2gA1gA9gANoANYAPYwODbAOeYc4wNYAPYADaADWAD2MCzZQP9PpiaCCt8M0+Mh6+m4sdPdn045ct52uOnJ8PHU36e8vk8eWaq4wf6/JSdOjcdvqFnX5wx+YqGb+l75sKH9MXP7/Mr/bzn7MXPO+7rXd593M69SzJn5945Z2fDx/SYnXlx1tOatdPnZjz96fAvPX56yuZOTIaP6/TsePi8yvdVPrDyhQ3fWZMvroWvrPxl5Ttrcpr19fKplWi/UjmxpJSYtrdbmTXrqVW3m7a5WreVhWr46spnd+nWlq3OV8OXd3uj0fPbVdqRbO4J84EABCBwBAmgMgQgAAEIQAACEIDAoSDwl/u1+JIv+ZL+ReIQgAAEIACBJyZAAhCAAAQgAAEIQAACEIAABCAAAQgMPgFKCAEIQAACEIAABCAAAQhAAAIQ2A8C9/Bl2uHrtB95PmmapSdN4BAfj2oQgAAEIAABCEAAAhA42gRys9z/9UmzzJqNNF7a316v2/py1VYXKrZ0c7s7IdeWrfiyXvqvVVq+b9vSVmZ5ZpYkiWmggMRb/0kpseJPL/3nWR6TfXUGAfAMfXPi+5WHSjEh1/jESAxOMD07ZrPPTdjcyUnT4AUnNFnW8zOmCblOn5+1My8es7Pv6EhvwIR3H7fz7+nICx6+GIMlPGfvKAZQ+Lzjdv7dx+z8u47ZuXfO+vGzdvqFGTt9btpOPT/dGyzhxJnJGDThudOTJjl+atKOn5oIXeY8PHbS492BHo65jsc8Pts3CdcxjyPjOyYpgwc8BswGsG/qOWwAG8AGsAFsABvABrABbAAbwAawAWxg8G2Ac8w5xgawAWwAG8AGsAFsABvABrABbAAbwAYG3wY4x5xjbAAbwAYOiQ3s8ME8IX+7id5kXOGzeWoifDjly3n81KTJt1OiybjC51M+pmen7dS56fAJPX1+JnxE5Ssqn1H5jr74ecftxc9/ruNTqvjnPWcvvEdy3M6/x+Xdc6ZJuZ5/55w93/VPPfvCMTv9wqynO2Mnz87YiTPTdvzUVOg2e3zCpo+Nhc/r2MRI+MDKF1Y+sZaY5Xlu8pXN0tzkO+uLhTutJaXExSx8bZPEt5ul7cxajXb47W6u1W1lvmIL17fCZ1e+u/LZ3Vip2dZ6w+S322qklnra5gnnSjm+FEEgAAEIQAACEIAABHYRYBECEIAABB5M4C/1b/7CL/zC/kXiEIAABCAAAQhAAAIQOCoE0BMCEIAABCAAAQhAAAIQgAAEIACBwSdACSEAAQhAAAIQgAAEnjEC9/Bl2uHrdBhxlA6jUugEAQhA4GgRQFsIQAACEIDA/hDINRNXbv6dx6RZrXrbapWmbW00bGO5ZivzVVu8uWXzVzdt4fqmrc5XbGutbrXtpunF/nY7NQ0gUErMSuXEOgMFmCWJ+V8e2zSoQJZllscgAGbapP2GYkKuso1NDsfgBDPHxm32+LgdOzFhz52aikEMTj4/bafPzdrp87N29gWXF4/FoAfn3jln5941Z+cl7z5uL7i8+HnPWcjneyjx5Rd6Ayb4cZqQ68VZO3N+xk6dm47JuE7GgAxTnteUaaCGkO7ADRrA4XgM6DBhc5qQS6JBHyTPuZ6FuM7Se9aXET+HcDDsADvABrABbAAbeHwbgB3ssAFsABvABrABbAAbwAawAWwAG8AGsIHBtwHOMecYG8AGsAFsABvABrABbAAbwAawAWwAGxh8G+AcP/AcHx+3Y5LnPCzkxLjNSeSr2RX5cB7v+nQ+V4SnJ8Pn86T8P5+fCl/QU+en7cwLM3b2xVl7/p2zdu5dx+z8u+dMPqRgPKicAAAQAElEQVQ7/UqP24ufd9xeePdx3+7yruO+75yde+cxe/4dc378MTvjaZw5P2unzs1E2ic8n+Onp1y3SZs5Pm7Ts2M2MT1qYxPDNjxaNk3IJZ/YxPxP/rhpbuEzm+XhQysPXfnUSrRfSb62vrN8b9ut1JqN1GqVlm2u1m11oWLz1zfDZ3fp5lYsy5d3uzshl/aNyb48K0/cPDvFEAhAAAIQgAAEIAABCEAAAhA4MAJHNuN39Wv++Z//+f2LxCEAAQhAAAIQgAAEIAABCEAAAhDYQYAFCEAAAhCAAAQgAAEIQAACEIAABAafACWEAAQgAIHDQuAevkw7fJ0Oi579epT6F4hDAAIQgAAEIAABCBxiAqj2TBHQy/wxWVaaWdrOrFlvW3W7ZZtrdVtbrNrKQsVWFyu2vlS19eWq6WX/ylbT6rW2tVpZTOCV52ZKJ2bZ6nz1MUxigq5SuWRDQ+UYeGB0fMjGp0ZtcmbMpufGbPa5CZs7OWnPnZ6yE2en7OTZaTv1/IxpIAPJSY+f1IAJvu3EmSmTaNIsDbBw3I/TsYUcOzFhx56TjNux4xOmSbJm5sZNMnVszKY8z8mZ0Zj8a8J1mJgasYnJERu/S4ZjoAQNlhAy7ssuo/eVIRv1co2OeYgYHLADbAAbwAawAWwAG8AGsAFs4AjYAM8uPLtgA9gANoANYAPYADaADWAD2AA2gA1gA4NvA5xjzjE2gA1gA9gANoANYAPYADaADRxWG5DPZciwjd7DN3PM14VMDFv4cXo4Pjlsu/095QMavqBTo+EbKh/RqZkxk8+ofEcl8iWVT2nHv3TC5Gva8TudMIXyRT1+asrkm/pc1081/Fmfn7ZTknMzdvpcJy4f1xNnp8OXVccpzZljY+ETK9/YUS/T8Gg5fGblO6sJuOwevrVaJd9b+eBqgq12M7VGrWWVzUb46spnd22pGj688uVdW6rY1lrdattNazXa4fOr4+QDrDSMv2ebAKWHAAQgAAEIQAACEIAABCDw6ATO9R/yjne8o3+ROAQgcBgJoBMEIAABCEAAAhCAAAQgAAEIQAACg0+AEkIAAhCAAAQgAAEIQAACEIAABCAw+AQo4dsSuIcv0w5fp7dN4AB2KB1AnmQJAQhAAAIQgAAEIAABCLwNAb2En6Z5TK7VrKdWq7Tihf3Vhaot3tgKWVus2tZ63erVlrWaabzErxf4k8QsKSWWJB5aYkorvmKCLk3S5ev9SWBouGwaYGB8asSmj42ZBjLQoAWnzk3bmRdm7eyLx+zcO4/Z+XfPhZx715w9/65Ze/6d2qZBDKY6AxecmrDZ58ZtxtOYmh21yekR0+AKY+NDNqrBC4ZLVh4qWamcWJK4PtbRIXN9sswsS83SbqjlvC+u5d2i7T3xNHpxP4642V4wIA04YgPYADaADWAD2AA2gA1gA9gANoANYAODbwOcY84xNoANYAPYADaADWAD2AA2gA1gA9gANjD4NsA55hxjA9gANoANYAPYwL7YwC7fzd1+nr3ltMM/lj3e7ysqH1L5t3pS4VsqH1P5mg4Nl2x0dMjkgypf1InpEZNvqnxUjz03bsdPTdiJs5N26vy0nX1xxp5/x6w9/65jJh9X+bsqfP6dx+zsO46FL+yp56ftuVOTpgm6pmfHTD6zo2NDNjRc9nxdP1dAepiH5hH/WKL/xCzp+uLKNzdtZzHhVseft2Hy4V28sRn+vKsLxaRcLZPPb6uVWuqF1cRexh8EIAABCEDgKRAgCwhAAAIQgAAEBorAyf7SnDp1qn+ROAQgAAEIQAACzzABig4BCEAAAhCAAAQgAAEIQAACEIDA4BOghBCAAAQgAAEIQAACEIAABA4zgXv4Mu3wdTqMupcOo1Lo9MwTAAAEIAABCEAAAhCAQJ5blmbWbqbWrLettt2yzbW6rS5W4uX9xRtbHq/a1nrD9HJ/b0IuPy5JEit5Sz9JNBqAxV+ME9AXS5LEyhq0YGzYJqZGbGp2zGafm7DnTk/ZqednYhCC599xzJ5/x1wMUnDuXcc9PGaaoOv5d87amRdn7NS5aTtxZtLmTk6YBjmYmRu1qZlRm5getrHJ4Zjsa2S0bMMjJRsaSlynxMzz9S+NWWAa5EGTcRUDLUSYmZfbYpu290tvu/bpFy+cBmZAzGAAA2wAGzhiNkC9xT0MG8AGsAFsABvABrABbAAbwAawAWwAGxh8G+Acc46xAWwAG8AGsAFsABvABrABbAAbwAawgcG3Ac4x5xgbeNZsoN+Hsy/e7/NZxHt+otovNQtfUA9ju3OTT6l8S0ulkg0NlWx4pGzyPR0dHwpf1Mnp4fBNlY+qfFWPn5ywE2em7PS56fBl1eRb8m09/65jdj58Xefs+XfO2dkXj4Uv7MlzM3b89FT4yE4dGzP5zI6OD4cPbVJKzDozcXW/fVEfX50kiblKrlpiuevZmZArtXqlZVvr9e6EXFvh07u2WAkf31qlac1G29qtzLLUD/KP8QcBCEAAAhCAAAQgAIHBIUBJIACBp0Nguj+b2dnZ/kXiEIAABCAAAQhAAAIQgAAE9psA6UMAAhCAAAQgAAEIQAACEIAABCAw+AQoIQQgAAEIQAACEHgsAvfwZdrh6/RYie7zQaV9Tp/kIQABCEAAAoeYAKpBAAIQOLwEOi/v59ZqZdasp6aX9LfW6ra2UI2X9zUhl17g31prWL3atlYjNb3srwEKksSs5F/+6RTQE8t7YjEwQJIkNjRctpHxIRufGrHpY2N2rJiQ69yMnXnhmJ19cdaef+cxO/+uOTv/7jk756EGLXj+HbO+7c6EXBrcQIMczMyN2dTsaAxWMD7RNyGX51MeKlmpnPQGJogBFTS4giQ1iwEXilDr7iEqG2IGAxhgA9gANoANYAPYADbwqDbA/tgMNoANYAPYADaADWAD2AA2gA1gA9gANjD4NsA55hxjA9gANoANYAPYADaADWAD2AA2gA1gAwdtAzt8Q/v9QAv/0CLs25bnFr6l8jGVr+nwcLk3IZd8UTWBlnxT5aN67Llxk8/qyTOTdurctHX8XGft+Xcds/Bxffdc+Lw+/45jse30C8fs1PMz9tzpqfCRnZ4ds/HJERsZG7KhoXLkq/w7kpt8bf3L9JckFr64lsiu8vDRbTVTq1VbMSHX6mLFlm5uhU/v6mLVttbqVqu0rFlvW9v3S9PMk/LCKTEEAhCAAAQgAAEIQAACEIAABCDw8ARG+3cdGxvrX3xG4hQTAhCAAAQgAAEIQAACEIAABCAAgcEnQAkhAAEIQAACEIAABCAAAQhAAAIQGHwClBACEBg0AvfwZdrh63QYy1s6jEqhEwQgAAEIQAACEIAABAaKwCMUpnipP01z04v79WrLKltN21pv2OZa3TZWa7a+XLXN1bpVNpvWqLWs3Uotz3LTsWa5aRCAztedjJMksXK5ZMMjZRsdG7LxyWGbmhm12ePjdvzUpD13ZspOnJVM28nnJVOx7rnTkzZ3ctKOnZiIfadj0q0xm5we7Uy8NTliYxPDpsEJRkaHbMTTH3YZGi7ZkCbhknQn4kqSxHb85a4tEudN5w7BHrABbAAbwAawAWwAG8AGsAFsABs44jbAMy7PuNgANoANYAPYADaADWAD2AA2gA1gA9jA4NsA55hzjA1gA9gANoANYAPYADaADeyJDZhz7PcpTZLEkiSxUtllqBQ+qPJFlU+qfFNH5aM6NhQ+q5pUSxN1yZd1anbMZo6NhY+rfF3n5BN7etJOnJmyk89Lpu3k2WmTj6x8ZeUzO3t83DTJl3xpRz1N5VEulyJ/6/9zfRJf1kRdMdlYmpsm2wrf3s2GbazUXKouNdtcq9nWet2qW03T9lYjNfkCF78BezJ8IACBo0QAXSEAAQhAAAIQgAAEIHBwBPQo2ss9SXYs9tYTgQAEIACBPSBAEhCAAAQgAAEIQAACEIAABCAAAQgMPgFKCAEIQAACEIAABCAAAQhAAAIQgMCeEUiSu3yZ7lqxZ5k9SkIP2Lf0gG1sggAEIAABCEAAAhCAAASeIgG9sC/Jstw0yZZeyK9sNGICrvWlqmkSrm1frm23rFFrm17qz9LcEv2X/DuRskkMdND5Mt9iZv6gUi4npkmzJqZGbXpuPCbZOnF22k6fn7Vz7zwWcvbFWTt9btpOnp2y4ycnbHZuzCamR2x0fMg0qEEMNmCd9GNggcwsTc0yicdjXe7LHs8lHi9C8z8NKuBB56NtnRjfEIDAHhIgKQhAAAIQgAAEIAABCEAAAhCAAAQGnwAlhAAEIAABCEAAAhCAAAQgAAEIQGDwCVBCCEAAAhCAwKATyFXA+FLECrfXCAvfU4X9vqkRT7u+q5mZluWbmiSJlYZKNjxcMk2wNTk9YjPHx0y+sPKJPXVu2uQjK3/Z5995zE6fn7ETZ6Zt7sSkTR8bt4mpkfCxla+teVqJdf888VBR63xlEr66ieebW7uZhS9vdbtllc1G+PjK13d9uWrbvtyotSxtpZZnuck3WNJNlQACEIAABCAAAQj0CBCBAAQgAAEIQAACEIAABCAAAQhAYPAJUEIIQAACEIAABCAAAQhAAAIQgAAEBp8AJYQABCAAAQhAAAIQgAAEDieB0uFUC60gAIEjSgC1IQABCEAAAhB4TAJ5bhaiF+9d2q3M6tW2aQKujZWarS/XbHOtbpXNptUqLWvU26Z9NHmXJWalxCxJ/Mv8r5uWeehL8SmVSzFYgAYNmDk2HoMIaDCBM+dnTIMLnHvXXAw2cOr8tJ04O2nHT03EYAST0yM2Ol6OQQpK5STyiAEOUutNxJVqUAMtK3TR9iiL598fhiL+Fes85AMBCEAAAhCAwJElgOIQgAAEIAABCEAAAhCAAAQgAAEIDD4BSggBCEAAAhCAAAQgAAEIQAACEIDA4BOghBA4UAK55y6fUg/io/hdkplp4q2Q1Cx8VrXO45mLfFaTJLFyObGhkZKNjZdtYnrEZubGwhdWPrGnz0/bmRdnTb6ympTr9PlZO3FmyuZOTtq07zc+OWojo0NWKpes9+fKSZfCFzdJEitpc+L6pLm1mmn48la3m+HrKx/fteWayee3stEMH+B2O3Pdc+tMymUW6Rl/EIAABCAAAQhAAAIQgAAEnjoBMoQABCAAAQhAAAIQgAAEIAABCEBg8AlQQghAAAIQgAAEIAABCEAAAhCAAAQGnwAlhAAEIAABCEDgEQnoVaBHPITdIQABCEAAAhCAwEETIH8IDCKB3PK8I1maW7uVWr3asu3NZkzGtbZUtc3Very0r5f3G7V2vMyvfRPHkZQSSxS6eCrWEV/wlUmSmAYJ0GABMSHX3HgMInDyzJSd7k7IpUm5NNjA6XPTdvLslG+fiMEIJqdHbHRsyIaGy1bWQAOeVp4lncm4UrsTanADl1zSHYQg64ZeLC+b9cT4gwAEIAABCEAAAhCAAAQg8FAE2AkCEIAABCAAAQhAAAIQgAAEIACBwSdACSEAAQhAAAIQSpDnaQAAEABJREFUgAAEIAABCEDgWSew289Uyzt8UDOzmJBLYb/vqsfzLDFLkvBxHR4u2+j4kMn3dWZuzI6fnAif2FPnpu3si7MmX1mJfGdPnJ22uRMTNnNs3ORbOzI2FL62SZKY+Sc36/ri5lq0WN311c1cuVYrNfny1ooJuVbrtr5UDZ/f7c2G1atta7cyKybj8sQ8xWf5Q9khAAEIQAACEIAABCAAAQhAAAIQGHwClBACEIAABCAAAQhAAAIQgAAEIACBwSdACSEAAQhAAAIQgAAEIAABCEAAAhAYfAKUEAKDQ6A0OEWhJBCAAAQgAAEIQAACEDjCBHKLl+7Tdh4v4DfrqdUqTdter8fL+esrNdveqJsm6Wo1U0vTzPRCf6439BOzJNGXp2H+52kllli5nMREWiNjZRufHLap2TGbPT5hx09N2okzU/acy/HTk3b85GRnUIG5sdhnfGrExiaGbWR0KI4vD5Ws5GklSeKpJqY/DXbwdiLVtO+RFpSHAAQgAAEIQAACEIAABCAAAQhAYPAJUEIIQAACEIAABCAAAQhAAAIQgAAEBp8AJYQABCAAAQhAAAIQOFoEcrO381PVdhUqkXdrkoSvq3xeh0fKNjo2ZKMTwzHZlvxnZ+bGbO7kRPjQPnd60kLkR3tq0mafG7epmdHwtZXP7dBwOXxwzdOVL6yrEtEkSSLMPeMsza3dzqzZkL9vK3x85eu7vlyz7fVG+ADLF1iTcmVdn98okPEHAQhAAAL7SoDEIQABCEAAAhCAAAQgAAEIQAACEBh8ApQQAhCAAAQgAAEIQAACEIAABCAAgcEnQAkhAAEIQAACEIAABCAAAQhAAAJ7QKC0B2mQxD4SIGkIQAACEIAABCAAgWeDQJ6bdSbjSq3ZaFuj2rLKZtM21+q2vly1jZWaVbeappfztW+plFiSJA6nI1on0cv6EfpqDQgwNj5skzNjNquJuE5O2ImzU3b6/IydOjdtx09N2MyxMRufGrZiAIEkSSzPEstSsyy7I7nHlW4hxh8EIAABCOwpARKDAAQgAAEIQAACEIAABCAAAQhAYPAJUEIIQAACEIAABCAAAQhAAAIQgAAEBp8AJYQABCAAgadLoPBrjTC74/caPrCphU+sfG7lUytfWfnMzsyN2fFTk3b63Ez41J44M21zJydtZm7cJqdHbXR82LR/kvjxucVXpK+4+UqXJElM6Wp9s5FaZasZvr7ry7Xw/ZUPsHyBm422tZqZaVIu7Wv8QQACEIAABCAAAQgMBAEKAQEIQAACEIAABCAAAQhAAAIQgMDgE6CEEIAABCAAAQhAAAIQgAAEIAABCAw+AUoIAQhAAAIQgAAEIDDYBJiQa7DPL6WDAAQg8LAE2A8CEIAABA6YQJ7n8bJ9u5lZq5FavdqKCbi2+ibk0sv6ejFf+yZJYv4J6Vfdk7FiuwYDGJsYtqmZUZs9Pm5zpyY7E3K9MGOnz0+bBhOYmRuziakRGxkdsqGhkiWlkh9vlqYWE3LFRFyZxTqlbfxBAAIQgAAEIAABCBxlAugOAQhAAAIQgAAEIAABCEAAAhCAwOAToIQQgAAEIAABCEAAAhCAAAQgAAEIDD4BSriLgHxcQzIL/9es8IPNLXxjh4ZL4Ssrn1n5zsqH9tT5aTv9wkz41mp59vi4Tc2MmXxvh0bKliSJySfXk7D+P1/t28yls73VaIfP78ZKzdaXqybf3+pWI3yBW/XU2q3U0jSPtIw/CEAAAhCAAAQgAAEIQAACEIDAwxNgTwhAAAIQgAAEIAABCEAAAhCAAAQGnwAlhAAEIAABCEAAAhCAAAQgAAEIQGDwCVBCCEAAAhA4IAKlA8qXbCEAAQhAAAIQgAAEnkkCFPp+BDQIgF6210v3zXo7XsKvbDbipfz1pZrpJf3qVtOajdQ0SVZSSswkiacosdyURiF62X94pByDAmhCrpnj43b85KSdPDttmozr1LkZO35qwjSowMTksI2OlW1ouOxJJpZnicVABH2DERTpKjT+IAABCEAAAhCAAAQgAAEIQAACDyTARghAAAIQgAAEIAABCEAAAhCAAAQGnwAlhAAEIAABCEAAAhCAAAQgcDgIyLd1h/RNypXniZVKSfjIyld2YmrYpufG7PjpCTt1btpOn5+xk2enbO7khM0eH7fJmdHwvR0eLpl8cfPcLMT05wuJhxJPM3HRNvn2VraatrFcN/n8akKuymYzfIGbjba1W5ll7SzS8aP5QOCIEUBdCEAAAhCAAAQgAAEIQAACEIAABAafACWEAAQgAAEIQAACEIAABCAAAQhAYPAJUEIIQAACEIAABCAAAQhAAAIQgAAEBp8AJdxNoLR7BcsQgAAEIAABCEAAAhCAwNMnkOe5pe3MWs3UGjEhV9tqlZZVt5umibhqHmq99sm76ul9fvMFHetBvPivQQPK5cSGh4dsbHzYJqdHbWZuwuaem7Bjz43brOT4uE0fG7UJ3zbq+8REXKWSH68Uk3jh39W5KzT+IHCUCKArBCAAAQhAAAIQgAAEIAABCEAAAoNPgBJCAAIQgAAEIAABCEAAAhCAAAQgMPgEKCEEIAABCEAAAhB4SAL38n3VOrPEkiSxUrkUE3OFf+3UqM3Mjdmx4+PhW3ss/GwnbMaXJ+VfOzFsQyNlK5cTK5X8eDO57Jp8dhVJfDk+ucWEW81aarVKx+dXvr+1Ssvq1Xb4BLebqaVp1jk2DuILAhCAAAQgAIG7CLACAhCAAAQgAAEIQAACEIAABCAAgcEnQAkhAAEIQAACEIAABCAAAQhAAAIQGHwClBACEIAABCAAAQhAAAIQgMAhIlA6RLqgCgQGigCFgQAEIAABCEAAAg9NIDfLs9w02VazkVqj2rZ6pWWNWtu03Gql1m5nlqV57Od7W5L4t46TZJ6Th3rhf2i4ZCOjwzY2OWxTs6M2e3zcjp+csLmTkzZzbNwmp0ZsdHzIhofLVi4lZpZY5scX0hl4wPiDAAQgAAEIQOAhCbAbBCAAAQhAAAIQgAAEIAABCEAAAoNPgBJCAAIQgAAEIAABCEAAAhCAAAQgMPgEKCEEIDC4BOQbG36yqYXPrCWJlcpJTM4ln1r51s7MjZl8bY+fnAzf26npMRufGLGRsSEbGiqZfHQ1EVeemSk9ibxwtSAf4CzNLG1lJp9f+f42a22rV1vWcGk22uEHrP2MPwhAAAIQgAAEIAABCEDgQAmQOQQgAAEIQAACEIAABCAAAQhAAAKDT4ASQgACEIAABCAAAQhAAAIQgAAEIDD4BCghBCAAAQhAAAIQeBgCpYfZiX0gAAEIQAACEDi0BFAMAhA46gRys9z/M03IpRfxG2m8gK+X8PUyfsuXW80sXtLXy/q53uD3YzrFzk3LekFfq/Wy/9BwOV7+H58cscmZMZs5Ph4DBMydmLCZuTGb0IRcY2UbGi5ZqVyyJEk8jcTS1Kx/kADjDwIQgAAEIAABCEAAAhA4TATQBQIQgAAEIAABCEAAAhCAAAQgAIHBJ0AJIQABCEAAAhCAAAQgAAEIQAACENhjAvKvDf/YzLq+sonpv1wu2fBwyUbHyjYxPWLTc+OmCbkkMx6fnBm1sclhGx4dsvJw2ZJSYp20Or67Zj1nXl+fW5bmMelWu5mafH8b9XbHH7jWtmYjDT/g8PnNc+MPAhCAAAQgAAEIQAACEIAABCAAgYEnQAEhAAEIQAACEIAABCAAAQhAAAIQGHwClBACEIAABCAAAQhAAAIQgAAEIACBwSdACSEAgSNOoHTE9Ud9CEAAAhCAAAQgAAEIHF0CuV7Hjy/TpFrtdhYv3ddrbatV26aX8Zv1tunlfG1L09w0cdeOAue+zkUpJaWSDQ2XbWSsbOOTwzY1M2qzcxN2/OSkaYCAaU3INT1io2NDNjRSslI5MbPE0zTLUpfMLJKye/2xDgIQgAAEIAABCEAAAhCAAAQgAIHBJ0AJIQABCEAAAhCAAAQgAAEIQAACEBh8ApQQAhCAAAQgAAEIQAACzxYB+cZmmfV8Zc2S8KEd0oRc40M2OT1qM8fGwtdW/rYzx8fDB3d8YsRGRodM+5VKiZl1fXaVYO6L/lGgCb+yNLO0nVm7KV/gtjVq7c6EXNVWTNAlP+DCB1gTc/mhfCAAAQjsMwGShwAEIAABCEAAAhCAAAQgAAEIQGDwCVBCCEAAAhCAAAQgAAEIQAACEIAABAafACWEAAQgAAEIQAACEIAABCAAAQhA4HEJHJ0JuR63hBwHAQhAAAIQgAAEIACBQ0ogt1zv5sckWFmaW7uVmibgqldaJtGEXK1WZmmamV7WN73A318WHS7J/MvXl8tJTLQ1OjZsGgRgYnrEpmZHbWZuzKaPjdnE5IiNamCAoZKVksT0b/6nZAvxRT4QgAAEDpYAuUMAAhCAAAQgAAEIQAACEIAABCAw+AQoIQQgAAEIQAACEIAABCAAAQhAAAKDT4ASQgACEIAABA4RgcJPVqHUkg+tJtkqD5Vi0q2JqZHwtQ2f29kxm5getfHJYRsdG7Lh4bKVyqWOz2+W73DnTcz/PFH/WO7b5PPbbqYmH+Ca/IGrLWs22tZuZaYJubSfH2FMyiUKCAQgAAEIQAACA0GAQkAAAhCAAAQgAAEIQAACEIAABCAw+AQoIQQgAAEIQAACEIAABCAAAQhAAAKDT4ASQgACEIAABCAAAQhAYAAJlAawTBQJAhCAwBMR4GAIQAACEIDA0yCgF+olmX9lWRaTbrX0An6tbXoBv1ZtWrOeWtrOQp1ELfckXtuPZb3Vn5v/+/HFS/mlcmLDI2UbGx+28cmRmIBLAwRMTI/48nAMGKABAfI8sSz1FPKOdBO0HckXKwkhAAEIQAACEIDAgBKgWBCAAAQgAAEIQAACEIAABCAAAQgMPgFKCAEIQAACEIAABCAAAQhAAAIQgMDgE6CEEHgYAv0+snnXf1a+tJYnVi6XwsdWE3BNTo9Y+N5Oyfd2JHxy5ZtbLiemP/nsFmLmCWmlNoUkprTb7dw0CVet2gqf4EatbfIRTn19luW9ibm0rw5HIAABCEAAAhCAAAQgAAEIQODtCbAHBCAAAQhAAAIQgAAEIAABCEAAAoNPgBJCAAIQgAAEIAABCEAAAhCAAAQgMPgEKCEEIAABCEDgaRIoPc3MyAsCEIAABCAAAQhAoEeAyDNPIDe9dZ9nuUnSdhYv2zfqLatVmlavtOJlfK3X+/oaCKBfAp8noW3WfSNfAwLopf/RiSEbmxy2cQ0GMDUcAwNokIDh0XIMGpDniWWZhXSONybjMv4gAAEIQAACEIAABCAAAQjsCwEShQAEIAABCEAAAhCAAAQgAAEIQGDwCVBCCEAAAhCAAAQgAAEIQAACEDgCBOSHW/jNFn608qkt9U3I1ZmMa9jkdyuRT658c7VPFLHw3Y2F4isx08dFm+X722yk4Qtcq7SsUW+Hj3CaZiaf4Vw7GX9HkAAqQwACEIAABCAAAQhAAAIQgAAEIJLDX68AABAASURBVDD4BCghBCAAAQhAAAIQgAAEIAABCEAAAoNPgBJCAAIQgAAEIAABCEAAAhCAAAQgMPgEKCEEgkApvvmCAAQgAAEIQAACEIAABJ46Ab1QL8my3PSSfauZWqPWNr18X6u2rNVITS/l6737JEl26ucrdWzuX3o5XxvL5cRGRoZsbHy4NxBADAwwPWJjE8M2MjpkpXLJ/BDLUrM8c/F0jL8BJ0DxIAABCEAAAhCAAAQgAAEIQAACEBh8ApQQAhCAAAQgAAEIQAACEIAABCAAgcEnQAkhAAEIQAACEIAABPaCgPxo5UMbvrS5WblcspHRso1PDNvk9IiF7+3UiI1PjoRP7vBI2fdJTH/y2Q3fXT9Oy5qIS5LEVxKOue12Zs162vEH1oRctXZnQi5fL5/hIg3fOZLgCwIQgAAEILCTAEsQgAAEIAABCEAAAhCAAAQgAAEIDD4BSggBCEAAAhCAAAQgAAEIQAACEIDA4BOghBCAAAQgAAEIQAACEIAABCBw0ARKB60A+T8DBCgiBCAAAQhAAAIQgMDdBHKzzgv9uenl+jTNrd3MrNlIrV5rx8RczWZqaXpn1qzOnFxJL61Y1qJHSqXEykMl00v/I2NDMQHX6PiwjXp8ZKxsI6Ol2K79LE88z07+xh8EIAABCEBgrwiQDgQgAAEIQAACEIAABCAAAQhAAAKDT4ASQgACEIAABCAAAQhAAAIQgAAEIDD4BCghBCAAgWeAgHx4s8wLmidWKnV8bEdGyzYyOmTyvQ0ZV3zYhn390FDJ90tM825ZkuhjO/6SzpLSle9vq5mGL3C91grf4HYrszTNTT7D2kfSOYJvCEAAAhCAAAQgAAEIHBABsoUABCAAAQhAAAIQgAAEIAABCEBg8AlQQghAAAIQgAAEIAABCEAAAhCAAAQGnwAlhAAEIAABCEAAAhC4LwEm5LovGjZAAAIQgMBRI4C+EIAABI4egdzy3CXLLUtza7cz0wv4zXrbmvXU2s001vsuUbROmPsxsWiWWLzcXy4nMdnW0Eg5XvrXIAAjo0M2PFKyoeGSaXtSSixJzDpf1vvrpNlbJAIBCEAAAhCAAAQgAIFDTwAFIQABCEAAAhCAAAQgAAEIQAACEBh8ApQQAhCAAAQgAAEIQAACEIAABCAAgcEncFAlvMt3NjFLksRKJbPykKRkwyPlmJxrZKzs8SEbGi77NvnklmI/6/4Vad0Jc8vaubVbqTUbbZM/sHyD01Zm8hUOv2HtnHsCEg/4QAACEIAABCAAAQhAAAIQgAAEBpkAZYMABCAAAQhAAAIQgAAEIAABCEBg8AlQQghAAAIQgAAEIAABCEAAAhCAAAQGnwAlhAAEIHAUCZSOotLoDAEIQAACEIAABCAAgQMksCdZ6x36eJ/eI3lmlqWZ6WX7ViONl++b9ba1W5ml7cz08n2RqY4xy/3fui//J1Yql2xoyGW489L/yNiQSYZHylYeLvn2xDRIQFJKrP+vk1b/GuIQgAAEIAABCEAAAhCAAAQgAAEIdAkQQAACEIAABCAAAQhAAAIQgAAEIDD4BCghBCAAAQhAAAIQgAAEIPCMEuj3oZV3rfxsS6XEyuXEhoYTkw/uyOhQZ1KukbKvK5l8dUu+vZQk4cObm/7yrp+vlhQ3S9PM2s205w8s3+B2Owtf4TzLY3/5BusIpYBAAAL7ToAMIAABCEAAAhCAAAQgAAEIQAACEBh8ApQQAhCAAAQgAAEIQAACEIAABCAAgcEnQAkhAAEIQAACEIAABCAAAQhAAAIQGHwCe1rC0p6mRmIQgAAEIAABCEAAAhCAwMMTyHPTi/VZlluW5qYJuNrNzDQZV7ORmuKpr/fddqRZLCeJWVIqWalcsvJQ2YY1IddoufPy/+hQDAYwNJTE4AClUmJJYiF6gb9Iw/iDAAQOMQFUgwAEIAABCEAAAhCAAAQgAAEIQGDwCVBCCEAAAhCAAAQgAAEIQAACEIAABAafACWEAAQgAAEIQOAwEuj50nb9a0slC5/boeGSDY+UbHSsMyHXcEzIVbbyUMlK8seVJBZ/vTRiyUwTbWVpZq1W1vEHrqfWaqaWttLwFc4y38eluzsBBCAAAQhAAAIDRYDCQAACEIAABCAAAQhAAAIQgAAEIDD4BCghBCAAAQhAAAIQgAAEIAABCEAAAoNPgBJCAAIQgAAEIAABCEAAAoNCoDQoBaEcEIDAPhAgSQhAAAIQgAAE9o9AbqaX8DuSd16yTzNrt12aHUl9WRN2xY731CSJF/vL5cTKmpRLAwBoUq6RsnVe/i/F+qSUmHU+xh8EIAABCEAAAhC4iwArIAABCEAAAhCAAAQgAAEIQAACEBh8ApQQAhCAAAQgAAEIQAACEIAABCAAgcEnQAkhAIFHJpD3HyFf2ySxcqlkQ0NlG+r65CocGur45MpntxR+uYnd8y/Pwyc4lT9wK7O2JuPyeJrmlmWem2/XpF0e3PNwVkIAAhCAAAQgAAEIQAACEHhbAuwAAQhAAAIQgAAEIAABCEAAAhCAwOAToIQQgAAEIAABCEAAAhCAAAQgAAEIDD4BSggBCEAAAhCAwL4TYEKufUdMBhCAAAQgAAEIvB0BtkPg2Sagl+s7k3NlmVmWZpZ6JAvJYy6uu16690PELEnMJKVSyUrFpFxDpRgAQC/+a32S+E7a38U/Fn+9SCzxBQEIQAACEIAABCAAAQhA4KkQIBMIQAACEIAABCAAAQhAAAIQgAAEBp8AJYQABCAAAQhAAAIQgAAEIAABCBwpAn0+tYW/rlxv5ZcrX1xNxlUeKpmkVE4sfHNLSfjvmv76ji8WlU6e5R2f4DTzMDctm2/wj3Zz2XWgrzlKH3SFAAQgAAEIQAACEIAABCAAAQhAYPAJUEIIQAACEIAABCAAAQhAAAIQgAAEBp8AJYQABCAAAQhAAAIQgAAEIAABCEBg8AlQQgg8ywSYkOtZPvuUHQIQgAAEIAABCEDgwAnoxXq9Up97RJLFC/i5pWluiscL+P1a+s655Zb4uiRJLNFL/S7lcudlf73wrwEAFJbLvj1JfE//5H3i0Wf0Q7EhAAEIQAACEIAABCAAAQhAAAIQGHwClBACEIAABCAAAQhAAAIQgAAEIACBwSdACSEAAQhAAAIQgAAEILB3BHLTXFkd8VSTJLFSqeOXK59cSfjplkuWdH1zk8TCl1c+vebHW/Hn8fAHTru+wB4W/sC5b4t9+8PiOEIIQAACELgXAdZBAAIQgAAEIAABCEAAAhCAAAQgMPgEKCEEIAABCEAAAhCAAAQgAAEIQAACg0+AEkIAAhCAAAQgAAEIQAACEIAABA6EQOlAcn1mM6XgEIAABCAAAQhAAAIQuEMgXqzXokf8ExNw6aX7NM0sc9FkXHopX7uE5Gb9L+7Hy/z+VSonJimXS6aX/oeGO2GpVLKklJj+lb4frI/xBwEIQAAC+02A9CEAAQhAAAIQgAAEIAABCEAAAhAYfAKUEAIQgAAEIAABCEAAAhCAAAQgAIHBJ0AJIQABCEDgWSCQeyHlZysJR9tSYqVy0vHJHSpZuSslX1fybYnEEos/P7jft1fr5Psrf2D5Ahc+wVlmlks8Ez9EuyEQgAAEIAABCEAAAoeGAIpAAAIQgAAEIAABCEAAAhCAAAQgMPgEKCEEIAABCEAAAhCAAAQgAAEIQAACg0+AEkIAAhCAAAQgAAEIQGAngdLORZYgAAEIQGAgCFAICEAAAhA4UgQ6L9b7t16yz3LTRFx6EV+hrzLJ/QqUJIklSWJ6wf+OlGI5iRf+LcYGMP4gAAEIQAACEIAABAaPACWCAAQgAAEIQAACEIAABCAAAQhAYPAJUEIIQAACEIAABCAAAQhAAAIQgAAEBp8AJTxEBBKL/8I3t9znkyu/XF/vH/Od7F5/ua+U328xKVf4Ancn4up59Gon348PBCAAAQhAAAIQgAAEIAABCDxjBCguBCAAAQhAAAIQgAAEIAABCEAAAoNPgBJCAAIQgAAEIAABCEAAAhCAAAQgMPgEKCEEIAABCBwZAkzIdWROFYpCAAIQgAAEIACBw0cAjfaWwOO+X997sT9xfXqiiC/3fR43/b4kiEIAAhCAAAQgAAEIQAACEIDAM0iAIkMAAhCAAAQgAAEIQAACEIAABCAw+AQoIQQgAAEIQAACEIAABCAAAQh0CSRmHd9cRcy04DEPEhd7pL9+3937xR8pQXaGwBMS4HAIQAACEIAABCAAAQhAAAIQgAAEBp8AJYQABCAAAQhAAAIQgAAEIAABCEBg8AlQQghAAAIQgAAEIAABCEAAAhCAAAQGnwAlfHICTMj15AxJAQIQgAAEIAABCEAAAntLQG/cu/jn7dNNdu+SWNJd1RkMoLPwUGl1duUbAoeRADpBAAIQgAAEIAABCEAAAhCAAAQgMPgEKCEEIAABCEAAAhCAAAQgAAEIQAACg0+AEkIAAhCAAAQgAIHDTaBwwpWWHpcvrqTnnHsnoj3uFjnsdiUvQlPk7l1ZAwEIQAACEBhgAhQNAhCAAAQgAAEIQAACEIAABCAAgcEnQAkhAAEIQAACEIAABCAAAQhAAAIQGHwClBACEIAABCAAAQhAAAIQgMCRJsCEXEf69KH80yNAThCAAAQgAAEIQGCfCfS9a9+Lxpv4yre3Rgt3RC/6a8lDvd+vF/4lRVybTAvGHwQgAAEIQAACD0eAvSAAAQhAAAIQgAAEIAABCEAAAhAYfAKUEAIQgAAEIAABCEAAAhCAAAQgAIHBJ0AJIQABCDwhgSQx/3giiZl/TAsRalERu89fx+c3707C1VmyzpIv+Oc+x7EaAhCAAAQgAAEIQAACEHh0AhwBAQhAAAIQgAAEIAABCEAAAhCAwOAToIQQgAAEIAABCEAAAhCAAAQgAAEIDD4BSggBCEAAAhCAAAT2hwATcu0PV1KFAAQgAAEIPB4BjoIABJ5tAnrLvpDOq/fOQys8eJvPzlf7dy69zaFshgAEIAABCAwEgRjzxm+BTxqapzEQQCgEBCBwuAmgHQQgAIFnlMCTttWK459RfBQbAhCAAAQgAAEIQOCoEUDfQ0mgeK540vBQFg6lIACBZ57Ak9Rt+/Eb2ZPo03/sfuj2zBsLACAAgadHIDHrr9OeJG7P4N+T8Oo/9hlER5GfkIDsp5eEX8e9eBHpX1es2xEWvr8e+idcghXu2IcFCEAAAhCAAAQgAAEIQAACEIAABI4MARSFAAQgAAEIQAACEIAABCAAAQhAYPAJUEIIQAACEIAABCAAAQhAAAIQgAAEBp8AJYQABJ45AkzI9cydcgoMAQhAAAIQgAAEIAABMxhAAAIQgAAEBoWABsBJvIerFyrelZKHbydxrO8XYWJWSqw3GJbxBwEIQAACEIAABI44gcOgfrTT1MZSm0thIb78dm01bY92mu/bC3W8lhW6HIYyogMEIAABCEAAAhCAAAQgcLgJ3PVcomeKPtGzx9tJPJP4M8gRnyzMAAAQAElEQVRdafm6w116tHsWCFBGCPTqJq+TevFuPXev+i3qtO72iPtx/b+RKY3Hpapj75K+vO6lz+51oVNxzC7dHlcvjoMABCDwtAk8qC5UPbe77tu9rH164nXh7vSednmeZn69supeoLJ7uJvP2y3fxc7TKNJ9mmUhLwhAAAIQgMBeEiAtCEAAAhCAAAQgAAEIQAACEIDAQRKo1+v28ssv28c+9jH71m/9VnvPe95jp06dsiRJ7pJyuWznz5+PfbTvP//n/9x+6Zd+yS5cuGDb29sHWYxDnzcKvj2BPM9tZWXFfv/3f99+8id/0r7ne77HvuIrvsJefPFFO378+F32mCQdGy3sUvt94AMfsH/0j/6R/ezP/myko/SU7tvnzh4QgAAEIAABCEAAAhCAAAQgAIEnJ0AKEIAABCAAAQhAAAIQgAAEIAABCDw9AqWnl9WOnFiAAAQgAAEIQAACEIAABCAAAQhAYPAJUEII7D+BxCyReC+Xwv5Bl3oDLGnbfaS3f18aSsf8z1f5Nx8IQAACEIAABCAAgScloPZVT7xdVrTBHqm95sdFGkXYbaxp3ZPqx/EQgMATEyABCEAAAhCAAAQgcLgI5HfU6T46dPqRfSGeQzwsnksUxjo9azxAtJ8k9vXj9SwiuZMTMQhAAAIHS0B1UojXZaqvNMGWwqi3fF1/qPWF9NbvqtuU1qOWyJOIQ3RsTzzvQhfl2cvP198vrv1CPMHYR6GLEu8GiiJPnwA5QgACD0mgqKv660LFo27z+k9h1G8ev1+ofUI8sdhHYVekhkcVDIa8Tftd95Fg8ABeu7cHu2J/hyX+ksEARikgAAEIQAACEIAABCCwrwRIHAIQgAAEIAABCEAAAj0CrVbLfvVXf9Xe//732/j4uH3hF36hffSjH7Vf/MVftMuXL9vS0lJv3/5IlmV28+bN2Ef7/uiP/qh9y7d8i/2Fv/AXbHp62kZGRmIipP5jiEPgfgRkh6+88or94A/+oP3lv/yXbWhoyE6cOGFf8zVfY9/7vd9rP/3TP21/9Ed/ZNevX7e1tbX7JWOFXWq/T37yk/af/tN/su/+7u+OdJSe0lX6yudP//RPTfneNzE2QODoE6AEEIAABCAAAQhAAAIQgAAEIAABCAw+AUoIgQMlkOe5LS4u2m//9m/bD/3QD9m3f/u323vf+1578cUX43eCJEksSXaKfj/Qdu2n/T/2sY/Z7//+79v6+vqBloXMIQABCEAAAhA42gRKR1t9tIcABCDwdgTYDgEIQAACEIAABCAAAQhAAAKDSsB/S7PECxehRzSgUjHIUqlsFuK9X1r/QEnMEu2n0CUSNf/zuH88wufwE0BDCEAAAhCAAAQOLQE1qFwSibe5ivCB7TPfb/f2aK/5+jje0+ovr9b1LxOHAAQgAAEIQGBQCVAuCEAAAg9BIO/u42E8OsRXZ52eHSR63iieMRR/WNExOr4Ioy+5L/1OLnxDAAIQeLoEol7yuihC7zvpn7Tk7eo31Wexf3G8h9JeaSl8FIlD46tzlNKWSAeFEsX5/a7Dh28IQGBwCURVGF9eRg9Vp0pUByrs1Yeqs+8n8nfwbdpXEsd2lz3Vzkdpd2JH+9vb7VEAD71IFm1ss/gLXr5S5X8kKfj5seIX4vFIW2GkzhcEIAABCEAAAhCAAAQgAAEIQAACB0uA3A+CwPb2tn31V3+1JUnyyPK+973PlpeXD0LtQ5PnxsaGfcVXfMUjszt//ry99dZbh6YcKHJwBG7fvm3veMc7HsmGNNjkQWicpql9/OMft3Pnztnf/tt/2/7wD/9wT9XQREfPP//8nqZJYoNFQDaiQVo/9KEP2djYmH3BF3yB/ciP/Ii99NJLMbHWfpRWE3YpfeXzpV/6pZHv3/pbf8v+x//4H1apVPYjS9KEAAQgAAEIPAMEKOLbEVCbP0ke7TldzxV6vni7tNkOAQhA4CAIPE4fpPosddxB6EueEIDA0SPwZ3/2ZzY5OflI/axJ8mjtrSTZm/2LiYU0udAHPvAB+57v+R77yZ/8SdPkQpqkSP2wR+0MqB2q9miS7A2jJEnsm7/5m63dbh81FI+l78svv2xzc3N7Yr+/+qu/+lg67PdBCwsL9rM/+7P2N/7G37ChoSE7ffq0qZ/13/ybf2O/8Au/YG+88YZdv37d1Ad8L120Xtu1n/b/6Ec/al/zNV8T3Kampuzv/b2/Z7/5m79p9Xr9Xoez7sAI7G3Gj1vX/Lt/9+/2VhFSg4ATUH2bJA9/31M7Re0VP5QPBCBwiAiUDpEuqAIBCEAAAhCAAASOLoEjpHmem3UktyxzSXNLJe3M0keVNLPMjw3xtHKJEn+KPJRdR3JT/kWZQifXL5U8arnus3+k2S2j8jRn+RSLSlYQeCYIeF+T/1BgByaWmIUYfxCAwFEgoPtx7l9x//d7dNz3/d6fufTaNYpL7nN/j/18exzjaSgttSlUfk+a271AIBCAwEAT2Ov218C3pQbaGigcBPaJgPefqH2ldlbW7UeKdtuD2mf32JZ5m03HKR2lp3ZgaKz0XSLOFwQgAIE9IrDXbaSnmd5hbI891fLvkQ3sRTJPtdzq19wLpR82DeXn8jTL2J/Xw6r5VPc7QB79bPYqvq/s9oHVvupL4kePgNtYoXQ8KujLRc8Qep6QxLNF9xkj+oh3P4PcZ1nPJTo+07ON9yfr2cTUkVxkSAgBCEDgAAh4FRdVUX89F/WU6rn71Gc76j7fL5N4vaY6TumofnvU6q3QQwiKNDKvL9MQ+Rdllno+kbdCyYP08+2ZS1ro5aH5L3fSS3kpHwQCEIDAYSSgOkp1lXRTfaq6VRJ1oNdr2dvUfbGf9in29VDrMq9PlY7qWK8OO3W/Mjnqcq/2u5dJ5Qx+Xm6VP+4f4vIg6bKKfbvx4OZpBDvdS4qT43nwgQAE9peALreO5H3+6pnFNfqga/le2+Kazjs+634tq35Q2k9cAhKAwNsR8Bt7757ktte5r2SPZ8eybbflSMPTinQ9fd3X306Nu7b7cboGlIbucUrzka+tXbrclQcrIAABCEAAAhCAAAQGkoAGqdOgho9TuNdee83+9E//9HEOHZhjXn31Vfv0pz/9yOX54Ac/aO985zsf+TgO2CMCJPPIBG7cuBGDY37kIx+xpaWlRz7+YQ44fvw418XDgHoG99FAq//sn/0zm52dDTv8jd/4De9fzA6ERJZlpknBPvzhD9vMzIxpsgzdC9QncyAKkSkEIAABCEAAAhCAAAQgcH8CbIEABCAAAQgcQgLFxELq8/rkJz9pP/3TP23f+73fG5MLaZIiTVb0BV/wBfaDP/iD8RuM9j+Exdh3lT71qU/ZtWvX9j2fw5CBJmNbX18/DKrsqQ6VSsV+/ud/3t773vfamTNn7Lu/+7vt937v9/a8b1f5/Pf//t/t67/+6218fDzC//f//p8dlcntfuRHfsSSJBkI+eqv/mpjQtU9vYxIDAIQeFgC7AeBxyRQeszjOAwCEIAABCAAAQhA4AgSkINfSJbHS8l68bLdSq3V6EjTw2Y9tUa9vUOavny3pJ3jmqkpjbSVeWdUbp2XnPOnQifKknfyjBdJ09ykR1tlcr2KcimMsql8jbbdXZZ7r+vnoONbnqaYKa9e3p7/UyksmUCgS2DQAu8X9o5h64g/od617OtK/VI2Kz2s9B/XF088vkOSbv4ellxCB+1TxLuheWj8QQACh4xA7j+65XH/17266e2YZi21uqTatnqfNGptK6Tu8TuSerunIzq+1W3TZN5eMu7zh+x8ow4EILCXBHa0ebzt02tzPWxbq38/Pz7aV95einS74V7qS1oQgMDRJaB2Vep9Nu1mZk3vWynabXW12Xa0y9pWv+9y6ttS79NJoz+q7W029c8o7UxtNsnRRXRPzVkJAQg8fQK9dozaNt32zBO1kfrbS3sVd90KnaL95csRdvVVGaJ/S+u7654+yU6O0iWk0MXD0H2vWPSn42nv5nBgfXld7j19XLcot8J+nZ807ulFHgqLPLth5wzs7Xecy276ka/Hw9Y87G2TLn3SK7evi/ijlLk4xsPIT+HuvPqW97a0j5hanx6FrlFe1/mh+7Ifhc1+7St9uxLn1OMK9/Ra2sUqOD1JeaSjROkWoccf8Qyy+6ASkC1I/FlBzwx6dojnEn+WKH47rscziZ412v68cUeKfuQirHefUxq+f0N90P6bs3431nOJ0tSziX47fqzBkweVP+WCAAQemsAT7ej1XNyvPZGo59q59fe/qM5S3VXUY/cKG17Hab/or/H6Leo2DRLvv5NF3eZpP9on7/x2p74g1bmt1CJtrz8bXo/2/3aneEP5d6Vfv4bvK70kLT+25f1K/f46/Ib3aGeFvSEAgYMgkO+oD4u6UD4Jqtt21nntO74MfT4OqifrXgfqGEmvDer1ver9qKefjpvm/gP0e1o8f/a139XO1n1J5RazuDf4/aGfneKN7n1EYTArGPp6cRN7paG0drTf979U5ACBZ5qA6qgQb1fqelZbLny7vc2p6zKk7vXfLmn68t2Sxu+DupZb3r4srueOv/ozjZnC7ycBv8f6bckfPfLOOxf+jJP6M07bbVB9SxLZasNtthAtS4rlItS6sHm3fx2nNHRN6NqI68QzUviwxfHdQy8dozSUlq4P5VHk+aBQ+0mPEC+Pjlc6Su9hdWC/RyfAERCAAAQgAAEIQOAwEfjQhz5k586de2SV1Gb8tV/7tWiPPvLBA3LAxz/+cWs2m49UmiRJ7Fu/9VstSdQJ9kiHsjMEDoTAn/zJn9hf/+t/3TQ47H4qoAE5T548uZ9ZkPYRI6CJrr72a7/WXnzxRfsP/+E/WK1WO1QlyLLMfuEXfsHe97732Rd90RfZ7/7u79ruQV4PlcIoAwEI7DsB1VuaQJCBh/cdNRlAAAIQgAAEIAABCEDgUBFAGQjsNYFXXnnFNEnPl37pl9rY2Jjpd5yjNMHQXvCYn5+3P/iDP9iLpA51GupD+KVf+qVDreOjKreysmLf//3fb3Nzc/Yd3/Ed9sYbbzxqEk+0/2/+5m/aV37lV5omtvuVX/mVQ91n22637c///M+fqLwcDAEIQAACEIDA4xMoPf6hHPmMEqDYEIAABCAAAQgcUQKdly/N9AJyluXeYeTSzkwvJhcvYcYLn/W2NTWQQy3thB5v3EOamtiq+2Kojo+XQ9MsBpLo5JXvK6lOHnfKoxdBU5VH0spMOoW4jh1d214eSWoNX3evMu1eFxy87JrYo+lclF7qaYufOOolghhYbX+Luq8cSRwCB0mg/z0SxXviT6oxEGdipjApljUwZxF/mFD7S/r27aXVXRd5elzrQxKzWNcNzcMQswhim/EHgWeCwKEvpC5PtQfUBmj7/V/36WZxj6+17xpAte5tm0IaHu+J3+Prvr/aATq+3UxNbYq43zsF3e+Vj0f5QAACEBgsAl6RRtvG20K9Nle37VRWKOlu0/ZCkFbp0wAAEABJREFUyr5OUixH2N23vz0lWEpfIQIBCDybBLyaMbWl1K5S+yr6oLy9pjaX2l4NtcH622UPinubLfb3fhoNwKy0YuBM7+NSHtE1E1/PJmtKDQEI7B0BtV8KUTtH7RtNqHNX+8fbRNr+1MXbXYmkP3+vcKWHdA3x5aIMIhNxRe4t+7o28pY+0rcIPf6g9qbK8igS58aZ6JgiP3XkeXam0J7mn2fqH1O+oYuXVXrJhkK6y6FzNx7bHzbu5Qx22t/jOjbOuS9HfpF5ZG979acklXak5wuK7xDlXYhvl053iXSV+H53bbvfuu7+Kl8c001by/35h17+pXUeHNzH9ZMOEukrPYtz/tjn+35s9nC9dJNI59DXuUv3EC9T2LKoKq7wScTT8I9Fmh4RK9VnkXe3TNJF0r+uF3fdwv497F+neKGv0jT/K0KP8nmGCRR2oMcEPTPEc0max2/jzWZmd55J2t14ao3uM0ndw35pVH2bS13PMHom8ecaPZfod2M96yht9SHn+uFYGXa5u6l3YwQQgAAE9oGAVzL+Md1bvQPGP7mlaRb1XKuRWdPrKtV19ehTSXt1XFHX9YdNr9+0f8t/I2u3UmtrohevM+UX4wlHFnafv9Chu031bdSH3l9z5/e7LCZPUPoN10V1aSENz7feV+c2PF5IR+921NE6Vnql0svTLvKRbsq6XwctIxCAwD0JsHKfCfTXRUU9pXZir272Olb1WcPbk3Wv/4r6TmHd679CGr6t3ida1jE6tulpdPrGs50+mt02aL8O+1zcPU/+YdrvBZeG8+qXui8X0uhn5214sYvJRvwZIG1llrZ3sdvzkpAgBCAgAtEm9LpJ7clOXZjH9dfy61DXpPyxJbpGm14vNv06jtDjWrdbmn3+6uHX5emoflXaRZtQ+SIQ2DMCsl8l5sbsn7jv6h7S9uclPTdJZJcNf8Zp+r2nqdCl0bXhpof9ovcWmr5dx+jYuJ8X96TuM466lUKU74PEdZPdS6/eNeZpSbemPwc2+/PWtRXSttCzT1ftG7p4+0Jl0/WkNB+UNdsgAAEIQOBIEEBJCEAAAg9F4J3vfKd98IMffKh9d++kCblu3bq1e/UzsbywsGC/8zu/88hl/bIv+zJ7//vf/8jHcQAEDoLAH//xH5smRLp+/fq+Z6+6aGpqat/zIYPDT+DGjRv2Td/0TTHR1ePUswdRws985jP2N//m34z6XRPyHIQO5AkBCBwcgc3NTfu+7/u+qLf+7M/+7CAUIU8IQAACEIAABCAAAQhAAAIQGFACWZbZb/zGb8QEQ2fPnrWf+7mfs1qtNqCl3VmsT3ziE9Zut3euHLAlTVb1J3/yJw9bqkO9n+zyYx/7mMlOf+zHfsxardaB6vv666/b3/k7f+dQ99mur6/ba6+9dqCcyBwCEIAABCDwLBMoPcuFp+wQgAAEIHCYCaAbBCCwLwRy0zuYFi9gphpgIO8OxpNas/vCckNhvW0NSf+Ll77c3CUt37fzMmYWL0tn7SxeOtWgEtK/CBXfF+kvT5aHDmkrs45OaYQaiKLZ8LheMHV9e2Xoj+8qV28fX69BGsRCabRbqXfWZpY5uyzPzT/x7qursS/FI1EIDDKBYiAVlVHxnvhTaikxiwE0Fe/KjoE5NeDm20n3OA3GGQOJ+rLSjOVuPPF8tKz1iodom69XXCOLKfRFV8ju/PkK/9xZJgYBCDx1AnEN6stvwmmad9szuwZR9XZMvdq2hotCie7rda3vE61reDuh4fd93e81+IvSVHtJbRnd770F9dTLSIYQeHYIUNKDIFC0cRSq7RXi7SC1jWKAc4/HIOi72lyxrbuuPx7tKT9G6UmKdtRBlI08IQCBw0FATTXVBdIm8/Za2s6t5f0qrWbmfVBpp9/J21+722b3W442mwYL83Zbs5lG/0zq/TPRZsu8tebtQv8oOwQCEIDA4xNQ5eWi9kzRvlH7KMTbQP3tn+hv8nVPNVR7y6XQJ0Jf7unar7vHVQ+rLAHEl/0T0af2pQxdpEOI69rj5fF7tTd72x+Sbe+ceHpq04qFyh1lVN4ReUpfu/IryiydJMX5KnQuwkcpczBTWcVHoUT5dmWvy+7J2l1p+soom0LPv4gX5VNZJVqOsF9X3/+hyqv9XPr7hJWWpDjPRb4KrfvXH++u2v9AHApxnVXukG6545x5/HHO90Ox8rQfd79+nULPfv09Lp5etGAYYXzF4qN/+bGJdQ6LdH05OHk+hf479LlHuQodI9R2PzZsohsq3U4One/dy521fD8TBNy++s+/+ndzf2bIur8lt/33bP2W3PRni4akr6+4/3kknkGKvuXuPlqn46IfWc8l/ru0nnX0zNP74Th+PbZO9SldjD8IQAAC+0PAqxjrVDYWf516Tv0vmanvJOqrB9RzO+o830/7t7zfpjcwvPfnxO9kSt0z849iOyTWxZdWd3pmdIz8adRv06tzG+oLSq3ufTuqS+M3u6KO9TDWdevaejfUOtXTTe8/6tS7WfgEqZyq13Ovbzs5et6ug388wgcCEIDAwRCIOii+lH+ndlJ9qP5rtRdVt7YamfeLpy5ta3h9WNR3RdhQ/ed1Yn8dqXWSXl3oaSgtpdmpD3OvDb1/PL49b9fBPx45Qh9XuNd+97g077Thc+vdS7r3kcY9uD2In7Y1eveRNPxKUr+/iV203z2zDkGPKG+JR/k8KQGOh0CXgFeHxfWc+W96qT+PazKteCb36zrqNr9GG17/6VpVWKy7V1j4q0ebtZ1a5r896nr2bLoZEkBg7wiEXbkBK9T9PNf9QzYs8eemO3acdu/tbdttt2HXsnGX2BbvLaTWcvvX7+apXxe6NvT85FnF3Vz5vV0ptE+IH+Qfy1w3XV+6NpqeRy/f4try/HvrPN7TxfeVLp22RRbvf4QSb6cA2yEAAQhAAAIQgAAEBoJAkiT2rd/6rZYkj94hcvXqVfu///f/DgSHRy3EH/3RH5kG83vU477t277NZmdnH/Uw9ofAUyegQSC/8Ru/0TQg5NPI/D3veY+NjY09jazI45ASSNM0BhR+97vfbRps95Cq+UC1NHju+973vpiYRxP0PHBnNkIAAkeegOqtj3/84/bCCy/Yj//4jx/58lAACEAAAm9PgD0gAAEIQAACEIAABA6SwNLSkn3Xd32XveMd7zA9j+q59CD12e+8P/WpT9m1a9f2O5sDTf///J//Y9Vq9UB12IvM1S/6hV/4hfbRj37UDnoirt3lkW7qs/3+7//+QzeZna7p+fn53SqzDIFDQAAVIAABCDwbBErPRjEpJQQgAAEIHCUCejFML6PrJcl4QSzNTC+J6WWvmAynlZpeyJToZTaF95LetlZmnWOzSEdpKm3lcxi5qOx6cU966kW7XtmbqalMknuVt1in7YXEOi+/0lBaSlNpK4/DWHZ02l8COu+yA11HzUZqGryhstmwjZWarS1WbPm2y61tW7qxbQvXt2zx+qYt3tj0eCdcvLHly3dk6ea2rfgxOnbd09hab1h1u2XNehovdxbXmPLdi5IpPV27sudOGdpehpZVt5q2tdGwzdV6pyzLVVv18qzMV3plWvZyLd7cMumssFcWX7e4q1y9bX1lX3AWSmNtqWbbnpcGa4jrq51FWYsBGvainKQBgUEmoPd0CinKqWXFdY3rHqXrPMTv/5mLrvlCNGBXiN/bint7J0z9Xt8vWQzOvmNfv16LdBRmWlb6Llmax8vkkW+W+yUtkVZ3JF4xiq/uuv54dxUBBCDwdAhEvdG9BrMss2ajHe2BjdVapw2wsG1Lt7ct7vk3N21B9/tbW7Z0a7O3btHXd0Trt73NsGXL89u2tlyxrfW61SpN08AXqh/UllEd9XRKRy4QgAAEng4B1Wuq31TPxXOit4nURlL7SfVfIXr26hetL5b74zpWknk6mdpTEs/EP0+nQOQCgYchwD5PjUB/e03Pea1W22rVZvSprK9UbW2pYuq3WfQ2WqdNtunttPuJ2muSTptNfT6b3u6reH+QBuZTP2hR/2jY0adWSDKCAAQGkoDaLqq31J7JvL9I7STVMUX/U0u/Tz11ybzfqyvqz7qHZGqDuaTeBgvdPVRbzzu5Ouep+wxtHqqOLqSzcf++xVKSOctM+kmiXy+NZ+694Hknjcx0vjLPq1N2L5dGpPTgaX6UpUR5xrlwfTKV28+b2tohXRu6o3vq5/jhRMdIok3eTbNT7iz6N8VbeYctK/IYUtiHQtmMRHE3n15qkb5/RRnd3hSmXta0W9YIFXeJMnd1jXjXBqIMXRZ34pmzcOnur+uvEHHMPA/lpXLqPLsKoZP0k55aUFxSLGvdvoqfcOkhfaSfyq5yplFOlaVzbnvn7a4yd7a3D2D9Dp3a0sP1db17zHVuvXBexM44rIo8Lkw/1j+Rjs6fzqNYpZ5fu1v2fn364/3btV4S69xOpKt4q79faeo8qO5ztRU8rrYcd8QJRH3lX5qwzZLcbSHz34xS07NDvday+H3cnyn0bLF82581vC95Sc8mkm6/8ZL6lCVaF/3KneeVJf/NecX7n9f99+jNtbpt+2/t9WorJr5J27nn5U8lMnZZu+sQKIswFvh6KgTIBALPCAFVN7r3SVK/L2qA9cp20zbXara+VLWVxUr89qW66179L6r7lrweXJ7fMtVt+p1te7Puv5F5vea/vel+m3r7S1VaIPX6LNpZsWAWcV9n/qe47r+6H6tNpGco9dvIn0f1pepN1bsrntei6lf54yj0enYp6tkt69S9RX3ry14/67e7lYWK/35Xjd/vqv77XbORmsqrfFT2xOt65W+uS4SuD59ng4DO9z2lZHbP9bIRbZMofg8x/iDwGARkb+b2pEMVV30Yzz1eh7b8mUftxW1vN6pvPOpCr9dU9y55Hbi4q/25pDrR14ePQ2zbsmWvD6Mu9Hp9Y7VqFfkuehtU7VvV0536ULl3xXWRHt2lQx+4uiZ+ar8nftPRvUT1vJ79dC8Ruw1vv694O3zR71tLzkeyqPtIVzr3EL939PPze432W3Hea35f1P1IadUrrXg2EDvPzhvw5n+6q3qgTyikCAIBCDwJAbXTUvUNej2o9pv81eV73bmeK7Yc1/K2/z64ZeGzfd3bgX7dyle747veXd/175bv93LXX33Df2vckr+6tw1b3m5VPfgkunLsESawX6rrtuA3dP+Y7unqf9TzVtWft7bXGhb39AV/5vJ79GLPbrdsQe9e+PKi2+2Cy6LiYdtb8bzTseMtW/V7U/zevdk03ese/X2EPPTSPVP9omoT1LZb8cy0tli1FddL7zzE/dH1WHAdFly3jmyadFvy9dpn2fdd9TaG7pN6fmvW29FHr+tX6YvBfmEmXQhAAAIQgAAEIACBgyfw/ve/377sy77ssRT5lV/5Ff8Ntv1Yxx7Vg9rtdgx2+aj6Hzt2zL76q7/6UQ9jfwg8dQIbGxsxodDTHAhSA2K+bUHZYWAJrK6u2jLKOEwAABAASURBVIc//OEYUPiwDdj6ONA1Mc8XfdEXmQZ7fZzjOQYCEDj8BF599VVTG/ojH/mIMQHf4T9faAgBCEAAAhCAwBEjgLoQgAAEIPBAAprER8+j3/RN32Q3btx44L5HeaP6p//gD/7gKBfhgbqrH/4Tn/jEA/c57BvVl/tv/+2/jd8YL126dKjV/bEf+zH7qq/6Krty5cqh0VO6qG/80CiEIhCAAAQgAIGnTeCA8ysdcP5kDwEIQAACENhBQC9t6cU1vRyZtjPT4B6tRhovm+nF9FqlFQN/PGqoYxu1lullOL10prSVj174VJ47lDjABelzr7I3qt1yb3fDt+Og/SS+X5S93jZxFM87L8jpbcEDLCxZP3UCsvkY9MbtQS+FahAevUh5++qGXX1j1S6/vGQXX1q0C59dtDc/vWCvu7zhovgbn/Z1n1kwLRdy4XOLdvnVZbv25prdurweL0VrEJ3qViMGLVB+kjsDFzx+kXWdKi3pr5c9VQdUNhoxAZcGTdAL2LeurNsN1+Pam6t25fXV0O3yK8t2ycslXS+6viqb5E2V8TOdMr3p5bqXqMxR1j9fsDdcdPyNi2umF1C31uqmF8R1XUV9wuX0+CeXI58JAhropSf+FBqDqCRmWhfXt19Denk7befWbmamQRgkjXpqmgBPUqu077QB/B5XfRvRC+Yhfi+s+X1U12xPam1vE6TW9PSVj65ltQ9Ux6Te/khdD92PpVOedcZecRXNVTbpbN2//nh31QMDNkIAAk9IwC/C3nXXjad+zartsbpUsdtX1+36xRW78sayXX5t0S6+vGAXXlqIUPGLryzaxVe07GGxzZcvvbpgb722FMfduLxmGpRJg16oHa0BNbI0M7XTc2/URP6e9xOWhMMhAAEIHDgB1Wupt3nUTxBtrmo72lrRxtpqWaUrVQ93yz23edtMba2G9+FEu8rr5zT1mjMaewdeXBSAAASeIoFoL3l+Ckv+/JdlmaldpfbV0u3NTpvtkvfdvOltNm+f3WmveRvNl6PN9rLHvb3WacMt2KVXF6N9d/n1Jbvm7b356xu2urjdGfze+3ybzbal3Tab8pUYbTY/C3wOigD5Hk0CarZk3n6JNlK3f6pRS63WbSepDbS7XbSvy96+irZZX6h+8Y60ve3WNvWZSaSn2nTq44qBG1uZqRxZlsfzrKpE1Y33k/04Y2pvKn89V6vNqT64hvfJqZ8uynWPdubj8tS5ERexUFu0v+zSo7/c+1HWIn3vNuh2JOYWtuTnQeWWXtIvxM+n9JU8bnmL49T3GW1w56p8dO5Tt2Fx7yjyaKUtytEL/T6uftxSGFAnLfFU+lG+eJ7Ioj9X3GV/0kO22PBrR7qFqH9W4mWXznH+PX6/UPsEKz+m7n3C4qf0lK7Sb/n1qX7czPOXPuq3lXahd1fnQu9YJ/21wz6J8tfvV2krj9/GpKvK3V937MX5Ls77XofSrZCqMw/2Xu+Jt2xK51rlkxR2Ja4PjbOPf5wvr5dkp7IZsVKe/WXq6fKgOqLPfqSveBf66vrX5ITKyyvAjpp9OnRW8D3IBGSfEj2LSDRJS+p9FK2G7p3NGJh4ZWHb5q+t27ULK/aWP2OoL/mSP4tcimcQPYu4eL/xxUL8+eSCb9Ozi/qSr765YjfeWrOFGxu24s8l+s29tt00TRiQ+fNPx/46lKWLYkWoOAIBCEDgiQj4fS3qFA91f87V/vN2UdPrue2Nuq1GHbdh1y+v9uo59atc7KvLVJ8VfS6Xvc9Fv5FFf4vXjTp+a73mzxtNa3iaaTv1Zm5ukWdXccUlWlQoUTtB9V/m/TNtr3cb3kYNfRYrpkHob3q9qTzeen05fqsLHV6at44effWu6yldVQeHbl5PX/E+pBteHvUraQKHmiZeUF+Q5yMGO/XQ0tMTcjo4ArK7EH8G0D2/VDYrS4b6wiJerL/Pso7VM0Sklxxcmcj5aBMI+3F7VH2oZ5FMzz5eTzXrrU4bdH670zd+cdWuer2mdmhRP0efeNH29HZp1I3d9qfil+XL4Mdc937121c3bHlhKyZfVL97W/Vhmlru7VC1fUOPI2THhb5xHYuf666ytFtp+IxrAq1Vv5fc9nuUuOneENzEqcdswXTf6IjfU15asAt+j3nTQ627+say3Xxr1fS7worfJ6P97s+/qe5x6hDMO7bnWcf9TqHFV2c93xCAwOMRyL0eVB9eo96OtqUm+1mer9jtKxt29fUVu/Tysl343FL4q8tP+/VPL5jCNz+9aG/It9uX5bse8hm/rj+3aG+Fv/qq3by84W3MLdtYrpn6GPXc/3hachQE7k0g96egzO8Rmd9fZV/NRmqVzaatLdW8P2grbPDqm6thx2+6vb7+5wu9dy7ecBuOdxLCht2ei+XPLtrFl5bimCtvrPq1sOnPbxXb3miY+jdbnofy8mzvrVTfWu2T+TWW+rNgy9sbahNsrNTiutB7Dm+9uuL5LPk1tmjSRddWR+a719mCb1sKfS6/smzX3liz+aub/vt7tff7+x19ujfKvvyJQuBZJECZIQABCEAAAoNKYHZ21v7u3/27j1W83//937dr16491rFH9aALFy7Yb//2bz+y+l/3dV9n733vex/5OA6AwNMm8DM/8zP2yU9+8qllmySJvec973lq+ZHR4SLw2muv2Vd+5VfaL//yLx8uxZ5QGw1Aq3L9wi/8gun38ydMjsOfMgGyg8D9CGjyre/7vu+z973vfUy6dz9IrIcABCAAAQhAAAIQgAAEIHBECBx1Nf/X//pf9tf+2l+z3/3d3z3qRbmv/pqwqt1u33f7Ud7w6quv2qc//ekjW4RKpWLf+Z3faf/yX/7LI1OGP/3TP7Uv/dIvtcMy0dvnPve5I8MORSEAAQhAAAKDSECvrg1iuSgTBCBwNwHWQOCIEMjDwShL8xgsUC9j6oUuvZCpl8XqlZbVHlHiuO5EHM1aahrgK21nphfR9EKaXoLvhIcAUe7adF+Q04QkKrsmC9Fgc51yN02DOXXiLbtnuK31TatuN2O7BjlRGiq3eKbt3PSiq3leh6DEqPAUCch5rxisoFZpmiaVWilecH5z1fRS5UW94Py5BXvjMy5/Pm+aiErxN7Wsl0M9VFxyIV5wXjG9VHrzrfV4kXN9uWaVrWZcZ8U1JlOTPG5RO9dnHtes9NeLraoLKpsN0wukK/Pb8YKrXtS+eWndrl1Yixe233ptxS69smyXXlqKl0YvqGyfXTRNxnXhMx5GWRR2RS+9qowuevH0TW3vxt/49HykcePSmi3d2rat9Yapbmk22tZWfdJR8nGLyHEQGGgCxRgliUckGsBVonhRcN2X4t6fZtZquTRTa9Ql7RhgRS+c65rTpFwxQGe3LVD1e16IBucs4h7WXO7s1/b7oaQVAyjrntrw9kCj1o48dI9sen667+o+2W7lpgFBpU9MxqUKrJCuwv26d1cRQAAC+01AdUiRRzeuazH1eqPqbY+1xW3TIEzXLq7alTeX7a1Xl0yDU114acEkil/sG5BJA6jGupcXOhM8aEC/N5btxqVViwH91mpe/7QsbaVeJ2Sd9rPy7+Z9yAdgkqYIBCAAgfsS0LOh2l+qQ1vNzNQeUhspBoz3dlRF4nWr6teKt7NiWeu6Eu0vj/eHNW+fqX2ltNSuSr1NpfZUPBfSAXHfc8EGCAwaAW8qRZHUTiskyzLvQ2naxlrVlm9v2e2r69HmuvrGUrTD1CaLtpnaat4267XZPB7rPbzk2zTIpgaIvnph2eavbZgG4dzeqEebTX2oqffPRHXTVUJB6BAa8QUBCEDgwQTUvas2Uua/z6i/V/1TTe8vatTbXoe1/PeWjuxuF+3Hcq+N5e2wXtzbXmpvVbfbvX6uTn9Z2+vB1Pu42tGmazZSa3n7ru39a6oXVR6Vy395sqgTS2YxyLhCrygTF9uDv93JdHhaZ1Iq/01KOqmdWPc+uejf87JVvL3ZkZZVvHxPIsEp2qOpNf28FWVX+YviFWUtwmL9k4a70xNvlV9t4bAlPycNL7fOV+cctjr2FAy87Aoftvzat8tNZa5VWmGfSj/O/Y7zbiZdivLtPkfF+t2hyhPStZHox+3GPUVP07/9Okl7v+Pmpuul1fDnCi+rznPD+3Xr3vcqiWeM6h27VZ9t9N16mVWGEC9XhL4uGPm5VFgcK3Z1vxabSt+l83tn7v01efxuFEp5Af1zx859IcrhocrYDRR9YulPS93Gyl+2Fufbr79g4OVXGVTeomxPYuP7eWyhn3SNc+P81Rcv3jq3xfUke5Jti6sgFqHi9xWH5R8z/8q9oRb97V370XNjw8+rOPWXr9Cnf92deDN+g6x0bUbHSmRroa/z13nQ9adn3jg/Zsq++2X8PSsE3OZkoxrUP3Hby9LU7w9eF1Wb/htvzVYWtr0vecOuXlwxTW5w2fuS9bwRzyL+/BGhP4NcLAb51zoXPZ9oPz2T3HxrzX+f3vS0Kv6sU/P7c8va3pes+iCuF89XEyLIAKXLs4KeckIAAvtMQPWbsvDQW2X+yaM9lPpvZWqDqJ9kVb+XXV/v9L14H8oV9b+oTvN6TH0wkgsvzVvUaV7PqQ5Uf8u1Cyt2+/qG12vbtrle93qt6c8YLa/bsshHdZlE2RcSy66LnjFU36n+Uz2o9kOz3oqB3NeWKrZwc9NuXlmz655HTEDz8qL/djcfOkiPTr27aJ1wwaTjJemmCWheXzZNwKJ6d/HWlq2vVK223fR6PbU0JlLJTPVt1PnddmvoVShJOJAEdI4L0bnXhFpFGJNyaQIul1g/ZFaSFMu7Q9+mY0pd+xGwRF8IBB6WgBtMzx678agPvW5W/dzw58Mtr1dXFrbslveNX7u0YlfeWDbVvZdUP0tURyv0uu+iQl++0PNzWPR9F+2qH3P94qrJJ0K+kppUql5pmp6RVe+q/pXKUScrcpSky61zHeZ+b8u8XG3v82pZ7952bd3UDld7PEScJM4qmCne5XdBcV9/we93l/yeI/+RG5fVft/o3OfW1H5vxj1O5yr3tnvgkh6KFKHiCAQg8NgE1I+kfuqm9/+o36njr75tt65seD24apdeXrKLLy2GP7d8td/o+WovmCbhkt96T3zbhfBXX7Zrb65Z+KvfVNuwcz2rHnxsRTkQAvci4B2L6stUP2PqfeHNRrv7fFO1Rbe9m5fX7dobq/HehSbkinct/rxju7JnrVNY2LVs+sJnF8PmL7vtX31jxX8z37CV+YptxYRcLVMebf+9WxOB3UulHetCv9xSb2+oP0r9uRurNVu8seXPXWv21qvLfo0te35LdkePeQt9XE+FepdC71dcfkXPXKv++/tmb4KwhvfpN70vXteW7pU78mYBAhCAAAQgAIH9JEDaEDgQAh/60Ifs2LFjj5z3/Py8/c7v/M4jH3eUD9BERaurq49UhCRJ7Nu//dttaMg7ox/pSHaGwNMlcP36dfupn/qpp5rp3NycnTt37qlR8SK9AAAQAElEQVTmSWaHg4AGQP2qr/oqe/311w+HQnusRavVirr/R3/0R73/Jt3j1EkOAhB4mgTSNLWPf/zj9sILL9iP//iPP82syWuwCVA6CEAAAhCAAAQgAAEIQAACT0RgeXnZPvjBD9rP//zP2yD69nzqU5+ya9euPRGjw3rwb/3Wb1mz2Tys6j1QL/1G9g3f8A323/7bf3vgfodxo66ZD3zgA/brv/7rT1O9u/LS9cqEXHdhYQUEIAABCEDgqRIoPdXcyAwCEIAABCDwNgT0AqZeDk/T3PQSlwbj0gtdzVrbNOCaBtV6VKnHwGFt08vtjXrbipfQ9VBqlntnkpTK9XXg0it/OzMNcqayS2e9KBfl7g5Gp8FFapWm1bxsO0XrXLSfxLfrWKWhtJSmuOoFQeW1PwUm1cNKIMssBhKQPVS3m7a5Vrfl+e14qfNq98VQvVyplz718qdeuCxEy29qgqquaP2Fzy7Z5VeX7dqFNbv51oYt3Nyy9aWqVTeb1m6mFoPdZbrGdH1JHp1Mx06VhpnqBr2gLf1l19ubDVtfqdnqfCVeIr11ZcNuXFqz6xdW7crrq6Hb5VeWOi+V9k/G9dlFe/OzCy4eFhNzfdqXo2yL9kZ3ncpYyOt/vhATe924uG7Lt7Zse73udVLLmvXU0lYWZX300nEEBAafQKIi6sslkfgTqAZ/CfFlk/g+utZ172+3c2u3Uv/RIDPdtxp+jdVraUyk1RmAtWU1DTzs97iqS82l2h18U6GWJcU27asBHTTQr45XWyLE2xUNT7fp7QLlo8Hb1T5QuyPuk34flj6qdzrtBVdy10fl2bWKRQhAYL8IeF3hn07qHvGPFdegrtnqdsNWlyox+NT1iysxGNXl1xbt4suLMaDfxZfnY1A/LV/UIEwvL/i2hd62S75OA15deWPJblxetSW/12+u1qxRbXUm3vRnkx11gSvgn44+fEMAAhA4YgSK+izaX972Uhuo4W0iDaijNpPaTtWtplW9jaVBziv+7FjtLld9nSTWR7zVmUzA22Rqd6md1fT2W6s7CHrq6eu50Ltejhgl1IUABB6HQLSP4suirab2mp79sjTzPpSmqX2ldpYGHb1+yftu3lg2tcMudttmCi+9smCX+pZjnS9rv8uvLpraeNe8vTd/fd1WFytW8b4h1T2tZttSzyf3CidUiC/r/HncP5043xCAAAQKAqoYJL5c9FyrfZT581/qov4p9Rep/0j1jPqa1AZSW2jfxdtWyq+Qmi/rd6Cq+sT8Nx/FpZP6yCOMfq62NRpta3m/vH4Hahd9W14Wlcu8rKqTo25WXKJ+OoVdcRSP9fHDLdKPiPX+lK/61lLXRe1D9cE1XFf9Zqey9Xjeo735qIyVVnDx9FuNzJ/l85gMTDpICtVU/p6CexC5O72ONakNrLLr94xmI7W666W+yTvt7ZZJZ3EIKdrWDwyb3vZ28X3iWA/VdpcNiKvyKfo2lX/R7je/N0ZRHYJ/InqvL5WlJ13biIGwu3Ft03FKV781xbXi57Y4v71z7M8D0kci3SQqt85PtdL2vt2Wl6MVoWw7zrXbuMJY9ngnbFvd99fx4tfwvtyGp618JD0b129QUkziBZSemkSs0F22WYhv1l5PJJGGf/mnk44MzGManDXqDr8GG/58FXq7/npO0jnunTOdt0MmoZtz1zmQrhLZq8oh1ipXx6a8oLs+4r1r1Z1Fh+SfO8u6PJyXnzLL3HZUXzV0bTinyLvLRfpI+tdV45m03/49Lp1dZF/i3XTuSlM2qetPInstroHQJb7uqETsUQgcrX1lm6oHJKoDUn9WaPl9sl5p2pb/xru6sG16prjWnRhGzxmXvY+4eBbphf58ctHXX/RQE8bEgP6+XEwMM39jw1Y8LU2GUPW0ZYM7rhe3OekiHUKOFka0hQAEDiEBr1asvz7xW2v40aht1vR6bnvDfy/z/pL5axvxe1dRz13yPhX1sUhUnymUXPL6LfpbXl+y6G+5th712tZ6zWperynNNCa90o3cs3YFol6zO39aDvFVuvdmXufqfqy2xPZG3daWqrZ4Y9NuvrUeeej3OOV9oTfRzEL8ZiddtL6/Dlb9/Jb/dnf1zRW78dZa/H6nQear/lykOrftbQrVu5H/rnarq8Nn0AnIHnXeXXTPj8m3upNtxQRbHlf4MBLHezphS56urjMFg46Q8u0NgZ6teKSwoagP/eFH9ZTqwy1vg8pHM/rGvX/76pvLdtnr3qJ+7tWBXi9flI+D94lflI/DS/Omtujl15ZMx6hf/fbVdVue3zK1QWvVlrVaqanezfVg6n0AhQ5FuDel3N9UpOud6zA33UvUN9eotUy/Aei3AN3brvr94NJrCxbc/N52ydvmF53ZJWd20eOXPH5R7Lr3mAufWwh+V/23iJtvrfozwIbf57rs/D6nfpsutiign0Lj+jf+nnkCewdAfTNxLXufTc37gDdVF96uxIRcV19f8d8Dl+2i/Lo/s3hnkqA/XzBNwhW+6j2f7gXT8sXPLdrlV1fs2oVVu3V53duYW7axXLWa9w/puX/vNCclCHR6FHN/4JIdy77U96h7Uuf5ZstuvbXh9+ZVu/TKctjn638273YsWfDljk3HexeyY4nb+YXPLobNX3p52fTOxvzVDVtdqNj2esP0e0/T+7/Th3wfIfd7fqGb7mfqH91YqdvSzS27fnHN3nptxS6/vOT5Lbo+Cz3dYuKwfn1eWrJLrs+1N/w+eXXT9anatj9Xqk++5b9tqC0T90qMAgIQgAAEIAABCEBgoAm8973vta/7uq97rDJ+4hOfsFqt9ljHHrWDtre37Zd+6ZceWe2/9Jf+kn3Jl3zJIx+3vweQOgTuJvArv/IrdvHixbs37OOaM2fO2MmTJ/cxB5I+jAQ0GdfXf/3XmwZAPYz67aVOH/3oR+1jH/uYaUKfvUyXtCAAgadD4NVXX7X3v//99pGPfMQ2NzefTqbkAgEIQAACENhTAiQGAQhAAAIQgMAgE8iyzL7ru77LfuInfsLk5zRIZZ2fn7c/+IM/GKQiRVnW1tYOfEKoUOQxvjY2NuzDH/6w/d7v/d5jHH04DqlWq1GGg5yUS783Dupkc4fjLKMFBJ5VApQbAhB4FAKlR9mZfSEAAQhAAAL7TiA3y9I8JuPQi1x6abyy0bANTbqzULGlW9u2dGMrXqScv7ZpCy4RXvf4veSGr/f99YKZRC+uafBXDdzVrLdNL4plaWYaoOOgOpRyL7Pyz4qX8Gttq2w1bWu1FpMbabKhZS/3opcvyqoyX9+yBUmUb9MWilDrXOa1r8uil11lFj+9CBgv7DU65T6o8u67DZHB/Qm4scne01Zqur40aIGuha21esfW/Bpbma/Y8u2KX2tbtnRz2zT5lOxv6bbi276+I8u+vDK/bWuLFVtfrtrmat10rdYqLWs2U0v9OvbszM3bOl/3V+t+W2Sj0rfdykyD6Uhf2bGu4RXXdfmW9Ny2xZtbtujXwKLb+6LrLL01wPOyXzchrqv0XfZyrbgs+3GKL/e2V2y5u0+UsxvX9qhzPH2lueJs4lry61ODBMbgll5/6Np93DLer+ysf0gC7HaoCWjAFA1UUigZ17Tf63RdazAYXddNv+fpXl/dbpqu7631mmkQLdUrenldg6qsLGzbitc3GpxG1+rSbb/mb7n4tbmo8NamRT2guNZJtM6XtW8hOlZprHj9oXuj0lYeEuWnfDfWaqbJCrc26ra9WQ+dVE9KP91DNVCO9Jb+qV//un8X5SOEAASeAoEYAcnz6YaqZ3L/gbjZbFut0rTt9bo/N1SjbbK6VLGVxW1bUR3iomt+1ZdXI35n/YrqBN9X+6su0MBVqo8atVY8K+Rq03jdpTpMjRrl6RrwgQAEIHDkCagto7aN2jlq/6geXPE6Us9SC/5spX6FhXjO2rQFta9ubnqbS/GOLPryQsiWr9+Kwf/WlqrRlqpsNToDBnn9HP0uejg88sQoAAQg8LYE+tposW93We0o9e2ofaX6Qc9bG6vdNpu3z1T3qI2mMNpvvk7tNsVjvZYl3mZbc1HfzJb3F6v91+nfTTv9UN5mi/4Zz9c/1v88uiNu/EEAAs88gagk7qaQez3S9r5z1VcaxFN1jeqrFe8DV/9Sp+2z6W2jjqg9tB+ifO6ku2WL6ufy9tiSh0vR37Vt0qfTz7VtqitXXUe1xfRcu7FSjd+XtvwZWfWu2nvRr+X9cE0NoOhlVP+c+rVVRz9xU+0BPFvNLNqF1e1GTIAi/Zb9OVzlW/DfsOa9vak254KXT+seRRaiLbrZOx/qy1/TbxVe7pr3Naqt2/bfKlTW3G8QO57n76Pz3Vbx9muUrkR9BuKp/NQG1j1K7NXPoPOz7H2acf68rD3dvfyLEi/L25V9Qcepne77i92CH6P+TqW9rnPu5VZ+Ue52FhMzSB+d345+XhYvdy/ui/0f7af9M49k3heSed+n7t/qC1VZ4rqotqL/Rf0m295/uuWiZwn9ZiMdxF92KJ1W/DxLNEh4lL1b/kW34UW35UUvT0jE/VlDYbHNQ9m4RMev+G8zK94WUNrKY8N/PxVX5a/fU9UmkH5N//0zBiJ33WXfEvPyeLE7RfXI/crf2eEhvj2N2CvC+AXMNCCp+oulQ2WzGf3bq/5sJJ2X5rf8Gt7q2anOm2TRz99hEOkS4na12OVe2JXOrWxKXGXTsgnZiGxdHCXB4j5fgUhfLolfgzpW50Ssml4X6dxtrNT89zln1OURuni8CAtGC24vC27/C65nIYu+TralunDN24jSV2nq9zvZrZ55lV+o5zqoPagglvkaeALFuZadduwvM9mebEN1WtX7krf8mWLD60/Zj+qtVa9nVvx+2gn9/urxFV+n++yK95f0wqVtU52nemjb04h7jt9jlXbm9adXOyZ7vyfkQrF7bmQlBCAQBPh6KAKq37yy8d+xUmt6G0jtIbXR9AygOmrN6yrVXR2p+G9lLl6nrXgbrVefeT2n9vmG99HouOqm9+l6faY2oFo5SZLo9mmdL7v3X9K/2o/ySlB1YOa/3anebdbTaD9ue9pb/jv8ut/71Z5T/bq8sOV6bfeeZ7Ru1XXqhFpfCX+kNb/Pry1XvN+55r/fN+L5Qs9tmbd59Qyn/KSFq2sSxZHBJ+CmZjr/avPJ1vQcILvQ/Vj+cLouWn5ttLzd2dwt/pzYlHTXa5843m0q834B2VSkP/gYKeFeEvD60D9m8WXxF7bk7UPVq416y/R8pfp2XW1Q77+Qz+WKtzNXuvVhJ74ddaPietZZmfdll9WoC6vhC6E0lJaeQWX3WTwDZya7jYz11aeHFg+7FOqqHldc7FQuPYs2/VpWebe8D2J9pRL3hlW/p0nEabXv3qF7yEp3Wdt0r1n1fXXchvclbHsanfZ7y6LPyO9XykvSAZj3n8LDjg39Bp1A7j0wfmFnXo/oXiebvXOfS70N+ACpt60p8esn7nN+39Oxqo+UAYBeIgAAEABJREFUltKU3Xvy+0vRM9C9Vdey8lefjfww5a++tlTz+q5iqufUF9Xx1d4yhfJZV19vsb6zbtuWb1eiDui0Yevh11mrtMMXXmXa38KQ+rNIwE3Ybw+5ddqduTW9/ajfWvR8E33iy7WwyWXvv453D/ROgtvp8u3trm1X3G63e7Li+63qmczvVbLjrfWGtw9aputV7yNkcU/Xxf/wtHXf1N66pnV965rvXWv+m8G667i6UHV9KhbvT7hu0q93XUlnia9fcd3WvV97w5/btvxY9Z8pPenl3bvKZm+F1CAAAQhAAAIQgAAEDg2BoaEh+8Zv/MbH0ueP/uiP7NKlS4917FE76KWXXnqswR+/5Vu+xU6cOHHUiou+zxgBDQD5S48x4dy9ME1OTtpf+St/xb7zO7/T/uE//Ic9+ft//+/bX/yLf9HOnj3bO0wT1h07dqy3TGQACewq0tWrV2Nim2dhMq6i6D/wAz9g//7f/3tT/02xjhACEDj8BH74h3/Y3ve+99mf/MmfHH5l0RACEIAABCAAAQhAAAIHTYD8IQCBAyOQZZn943/8j+2Xf/mXD0yH/cr4E5/4hLXb7f1K/kDSfeWVV+wzn/nMgeT9JJm2Wi37/u//fvvkJz/5JMnc81j9ZvDlX/7lvd8Sit8V9NvluXPnrFTa2ykzNCnXt33bt9kf//Ef31Of/V65tLRkFy9e3O9sSB8CEIAABCAAgQcQ2NvWxQMyGsRNlAkCEIAABPaegByK0nYWL0jqpTVN8LO6WI3Jp65fWLUrr67Y5VeW7eLnFu3CZxftzc8s2JufdfnMYixfKNb7tguxzh88fd3Fl5bs0stLdvWNFZu/umlrS1XToFzNemrxkmmam16c2/sSPThF5Vm8qJe2MtNLcFsbDVtdrJgGv75xaT10Vpnf9DK98ekFe8PLfEHiyxfuKQumsr/p+6jM1y+sOb9NW3OOmqSgVmkF3yzLH6wcWwebgBufBgmU/XmfagzOmPl1ILvI9FKn4h6mHkq0rhPmMWme4oUoDYkGavRkba9evJQuuj51XehFbE36pZdR569tma6N614n3Lq8bvPXNm3x5na8MLqxXI2BPbV/vdo2XeN6IVTXVxrlyVz/Qrwsfh0UZUu9rIpLFE99/8zXpS6Zx1MXlTOkuHwijK/BthdKB4FHJKBBUuKQxCziXjmkfi1pcIiG33t1L9KL6ZoAa32pYisL27Z0e9M0mObtq+t268qa3Xxr1a5fWrVrF1fs6oVlvx8u25XXl+ytPrn86qJdfnXJLr+m0OU1xXeK9tdxV95ctqtduXZhxa5dWon0lc9Nz++W5zt/bd112HDZtKVbLq7T8vyW35e3baMYjGy7YfVaK+6lqdcLakCojBLjb2AJULBDTkC3Yhf/RDNEzxRe7Vjcs/1e34t7JLbFutwirnW+7AsW+2s5UjnkZUY9CEAAAo9AoNdO8TpOh6n+07NW1ds1a/4MtXhzI9pf173ddeWNZbv06oJdfHnexcNXFr0fZtHXuXTjlz28JFE7TO0xb4td8f4WtakWvQ2lNGNQu6L/wduByrcQ6SMplgkhAIFngIDXP2qrqaSqgxSP0CM7wsz3uGud2m3e3eRtNk/GtH8017Sf7x5xhQgEIACBhyHgfVXarRso6hWMB17BqJ+nWW+b+pY31qoxMHz8TnN5Lfqj1Abql0veDtprKfq4lO7l6OfytlgRdvvErnh4xdtskqvq4/I23DXvQ7txedX709ZMfWu3r294n/mGLd3ein6tNf9NbGOtZhqkX/1y6p9TezD1dlrUq44gKVn04z1KO+2e+3r97JV1THyiwaGV57q3OaXLbe97U5tT/Xlqb156ZcHUrhRXlflR5LLzj+PULnV5642lKL/69NZWKl7WutWqTWs126bnfdNJd5HOHnhh7cn/lJBLwS5znhrIvdloWyXa2hU/D5v+e8aK6Xypn/Kyt50L3RU+bJk7ZV0IXhedm469+uZKlHnez7cmJlL/pQapVpmlS5Q7bpS5Rbld1/sXOo/fifRbSquZmmxEtqLzt7let/WVmmkyhJWFii17f+mi95uqL3f++rrd8vPa6c9dM9nhdbfH626bV6MvdsXUL3vl9WXTORKDtwqbFotefCn6eLVN+1zp2vlVL+NV7xu+7r8H3fB0b7615s8u63b72kawVblX/TdV6bfleur6rdfanb5b/71ZvzPlzqC//P3x+/O4e4uO09oi9GTDtjL/sa3V8nO+1bC15Ur0Ld/0vu1rF1ejT/uyyug2qnNYyMOe933dr18nf7brsffzJtZLNzdjsHfZgWwi9b5w2ZTKLz92hRIxuae4vWm79jWPq65RGu1WGhNzrK9UTZPyXXVbiXL269ONX/JQ28QtnlO17PavdWEnXhde8+OLZ9F1Xft+Hhr1ll/7afweaElu0kG6SI976srKwSeQd273Kqjf8jsLHpFdemC9MJ45vNbQ/rHBd/Wws13rc68rtU7iO3lFkLv4kpJGIAABCOwrgbiXeQ5+W/Vv8/oot2YjNbX/NEmg7q0K1S+rNlyt0vQ2Xcv0+3wW93Ez3cs7dZrFbbFULtnwSNlGx4ZsbHLEJiTTIzY1M2qTHo6OD9vwcNmSpJOrV4n2sH87akk/0D+ugNeaHvGP66JFLXdCVaeFbp1Q2ySeoyemdRYHdpb9m88zTEC2rGfaZj21uv8OUd1u+TNg07Y3Gra5vlO2fHmHrDVsa61hsc73l59mZbMZ6eiaStu5m1oY3R3CnUvgzjIxCDwigai+vK2ZZVnU353Q496PkLnoWSnTdq+vM+3j6zJf7qzXfi5a75KHyE69/ozKs6uMMulGBybovxS9fP74Hden7gm58/EF2xl6ybVfHNdlFPHOeutu8yWRU4BA4NARcDN1U5X95t6vkVvL+1Ea3mdd0/1uq2kV7/dQW0/vVui+J1G8EC0XEus2G9HfreP1TobudeqbUd0T15Jn6J/94+DXYFxwHup6VZ6q3zKvyzKv89L++s7jabGuG6axLjeF2j/zZUmk5fWA0ssjg/0rAilDoEPAjdhtLa4Xj/qne636/Vi26OKf7jq3yszX+87+ubPOF/zjy56iJ6C47+ULnY+v6kQe4jtJEtPzXHmo1HmmGx+y8alhm5wdtZnjYzYzN2YTUyM2Mlb2/TqNWdfK9Kd8M1c29f5z9fsWdcz2Rt1/B6iaJg5b898Bttfq3o/rz5S+X1xrfqB/lAQCAQhA4EgRQFkIQAACEHg4Al/zNV9j733vex9u57691tfX7dd//df71gxu9Nd+7des2Ww+UgE10dA3f/M3P9Ix7AyBgyBw/fp106Rzj5v3iy++aP/lv/wXU52gyb00oOjP/uzP2n/+z/+5J//1v/5Xe/311+3WrVv+bJzb2tqa/czP/IxpUsDHzZfjjhYB2YYGU71w4cKeK/6e97zHNOnbT/zET9hv/dZvmWx6fn4+6u07/Rp52J6W2+22LSwsxH7aX8d9+MMftlOnTu25bkrwX/yLfzGQgyKrbAgEDguBvdbjzTff3OskSQ8CEIAABCAAAQhAAAIQgAAEILAvBLIss+/+7u8+sAmG9qVQnuinPvUpu3btmsfufI567H//7/995CYZU3/qf/yP/9F++qd/ek/w/9W/+lftp37qp2JSKvXT6jeDP/zDP+z9llD8rvA//+f/tBs3bliapra8vGy/+Iu/aF/7tV9rJb0o/ISarPvvm5qU6+rVq0+Y0qMffvny5eibfvQjOQICEIAABCAAgb0iUNqrhEgHAhCAAAT2jcAzlXCW5RYDJjTappc/9XLX2mIlJty5fmHN3npt2S69vGyaYEsTTmmCqgsx8daidSanWuqGxfJi7HtJE3K9smxX31iNtNYWq/GSaavetmLwETuIt8Q8T5U5SzPvJMms6fpsrzdsbaFqC9e37OalNbv65qpddt1Vvjc/s2AXvLyanEvLFz+7ZP2iddr25mc7+116ecmuX1z1tDZtbalqSru23YqB6LL0UV7de6bMcGALqzPuJhem3onnHnfx6y53e0g9TN0WU8W7YeahROs6YeYdVJkpHuLHZL6/7Lh/0ANTBk9AUp1wemk6XvastbuDCNVtJa6NTdOEXNcurtvNt9Zjkr2lG1u2Ol+x9eVaDJwiO9dgn3pRtNlM4/pK21no3ilL3hngwsvXWe6USXFJ5uszL1caYebH5Z39vbwdhnmwe4IicigEBpZAUpTMI/4x8y9VCZn/eNNqZaaBHTTIgwY12lyr29py1a/tbVu6teX3q40YTPXmW2t24/Ka38NW7NqFFb8XLsfArW+94eHrS6bBNt96bbEXXn51yWJgUw3Eq/WvLXmbwSX2XbY4zo+9+uayaYDPaxdXPO1Vz2PV65E104Cxt6+u2e3r6zZ/Y8MWb0o2QycNFryysG0axGxrvRb1kdoozWbbVK/kXuElXkbzvyL0KB8IQOApE1A9E+0Hv1H7J+7TnWXri/sV6zvG9hj44h7bfL1f1nGMwqdcDLKDAAQgsOcEivZJEUbd5nVhu51Gu0YDli/c3DQNYH7t0oq3m5bs0iuLvcm4FNdg52pvKQzx7Qovq+0VshRtNbWplm5t2vpSxbY26larNKPtl/lzVFGwbrMpFns6xRJfEIDAIBPwakcNL29jeSm14A2yrBCvIxSPjb5O/UH/H3tvAmPblt71/dc+Q81Vdx7efe/1sw2mATk0cXCDI6QYO4kJCNpOW46CIyyQgpRAIieSIxEiEkXKQITELARmsLAAC0xjg2WMQW7ZmMYDuG167n7ze/fWrbq3bs2n6kyV/+/be586Ve8Odere++609tnfXsNew/f917jXOmutI4Sdifor+nfurx3YADm08iZM6yrFunxnBDICGYF7IxD9ET8O+yJljTL0WDDjyRyktLnWifGqmx4neu+NNb35pVui/3OEjvSJVvUG41MPSa/X/j229YbHuN6o1HIsbNV8mL7svlc9zuWxrhjncj8OPunTXX973fNgG3EoEIcVMa51x+NvsTn/5r77aL3oo/W7w3Jsy/UwB9aABwRyqIYI7Yko3NuD71ENzdj6/l5P246TcTXG2Dgs7B2Py71h2b76uZvuc67oayMcV0+A4coH08H90dc/f1Mc+PT+m2se13N/1PJub+7FPCOb1h548iKZM/hjrBIa6U8k4Qcdhcy2DjX+dXPgOYSh2NCWfLS7ta9180Eeevf1Nb3ldCMd33Cavg7PX7g5kuUNm9+o0/4eavgxVl+zrF/73Ir9rnqc81aMby6/u6Hby9si3+5u75dzgB6LjX64G8dDHs3wPW6a2qHnRPr9AzGGiwydnZ7Tr+s5lz1txIFcuyI/3Vre0ur7W7rpMVTivvHOHb3vsdX3Y0x3Te86P5LOo3Fd51cO43orxmpX9YZVcAhCdmMSY72ofgdO9XjuW+Rxjw8THuG+7zS+7riId8XfMbcs95rnkcljW55f3d3uaoZZR/gAABAASURBVH+3ry7zQh6LDgwsMxhEukfC28J32Fmd5A4/DiOlA+cok4Gj38JcFml+hwO5jAtlEX7h/w3n90g/y1qqq/7mMt0jrR+UFx7V+5KXFfNiMm9vGP+3XNe97fSiPuGw5Y3bu64zukK+gefYDpyv3KlTcp5PxgHsahV9TdjxOtTK7YGxIgzm5clbUT6cd9/+yu0o+0f4cV6vzcgbeuxMkf+tvgm/5A/XKded91Y9v0CYO1t72ve8Ys/j90PX6/AUfJgh30KPXaYXEAHXh7XUzo7154cOaAf9jjwaZDN2I4p3zvkjtSz7rgREOKhB5aOOIqsZgYzACRHIzk6GAG0YLut2DPPQfbfufj/++7Zxp6N1f8OgMi67475ox2Oz0Sb2BsJt1GuuuHy7UnNoDqTRSGrWB3LNtjQz39bcwpTmF6c1a3V6pqVmq6GicG/a9aB9lXUfGqiyQ3tPIkK7izp2pJZ1aWln/fG6F7P9+XZ8fo/G40HEYVOucQHiBSbyDWOJffdPu/sDddz/393qxbfL9oa/X/xdsHlnX9CW1S2ba9q0vqbabmu9G34Jh/D4liUOZ1ej7GeSfFcP5SsjcHIEnH18j+ox8i11MXUy36olDV1HQwel6vov3vtbZhh0oIHr+3Bbq3YTeZS60RH4PjlPz5BLxBuxa4PvCks3Y7QJFvzQ7sDvbG8LMB4nsAuzA7OXeJZqaP3Id0bgaUPgMD9TDzCOQp+u43G6nTiQqysO5Nr2mOvOxr6gbauYUcPsd+gh/OzaX8djZvF/x72+xy+HrnMOXG4g5B+VCgyPniibjsKKPEwbNKROq2gwqu9KvoY2D+Id5jFy/Tf02NQw1ANFvRqBPnqWc4gZgbshQHZza6O6HcZ8XB/5kjzql+iDbK7zfrRJmF0mHBDBHX7fYHe3iO9iR/+U77Rms1C7+qabmWtrvjqQa4EDuRbaak8143suInH4ZquM0zwwVtvzOHrX9ULH34/UGRu3Orq9vKO1mzvRn6bewF0pp3w5ED9Pc2c/GYGMQEYgI5ARyAhkBDICTzcCly9f1vd+7/eeislPfepT2tjYOJXfZ8UTh7b8o3/0jyZm99u//dtPddDZxBFlDxmBh0Tgrbfe0tra2qlC+YEf+IE4aOv7v//7tbS0dOIwOLAOOrGH7PCZQOBeTDK28Ff+yl/Rz/zMz9zLyUT2Fy9e1A/+4A/qc5/7nLrdbmze+sM//MP67/67/y42ZX355ZdF29Zqte4abqPREIdv4Y5NXPH3oz/6o7ER6tbWln7qp35KHND1KDZ3hYGhxzX/xJ/4E8En5kwZgYxARiAjkBHICGQEMgIZgYxARiAjkBF4lhHIvGcEMgJPHwLr6+v6I3/kj2hlZeXpY+6UHC0vL+szn/nMKX0/fd5u3bolDpl6+ji7P0f/6l/9K/1v/9v/dn9HD3jLOCtjsByw9qu/+qv6Y3/sj+kbvuEbxDjtA7zG6/Pnz+t7vud79NM//dPa3NzUn/tzf06Li4vx7rSPr371q/rf//f/Xb1e77RBnMrf66+/LsbLT+U5e8oIZAQyAhmBjEBG4JEgUDySUF6MQLKUGYGMQEYgI/AhIMBCLxZuscEBi7hY3MWirpvvburdr97RW1+4rTc+v6qv/fqq4uApDqeCfm1FX63oK7+2GvqvVOav/fqKOMDrjc+t6u0v346NCNeqA7m6ewN/DA816B/4A/VDEPBYFCxLY3Edi0cH/WFsELa9sSc2j0NmDh16+8trITPycQDZlz97U1+pZEbGccINVNrdVBzIZdwI645lZuMVFs2xEd1wSOzHGMrGFwMBkt5EeWORJ3khaDCMhdYsaB5WC5ojb47pS/sDYV/rw+9w6DJEOTI9JIr1YBHhxuaVnZ46W93Y9JFDt8jP733tjuuENV1/Y8NlelMr72/p9s0dsdne9vpebCy/v9tTd68vFowSDmVs6HI2rOQ8qNQwuzyUMg2NwTDkG1TvB5X8Q1S7g68jIhrLI+ZsyAi8wAgkZI+HDjclCvNBlCsO3YzNXHf7YiMINgK+c2tXt5e34/Crm+9tio15OcyBTT/ZrPadr90Wh2i9/eVbo41r2WyTDULfiI1CV/TGF021no1MMX9pJTYpZqNXNrwNYoPOr5bhsSEqcbz35prYIHW0WfG76+JQCjYcXb2xqVvLW9EuU7/QjrKB2Z7rpd7+wDINY4G6fNUboFmb72cfgSzBM4TAqBmOjo2LpC3oS5SE+UD0t8PsIiu7C71V2vTynd35Hfbl+2cIgMxqRiAjkBG4DwJ365+4VqSq06A39HfTfnxD0e95/01/Y7nf9daXVvX651fEAQmvf+5m6GPzc/pa7mfxLsx2Eyp27nu97X7W+2+t+9tsU2xCz9gG4w89NkH3d5Sr3ZLT6BuWWp534xH7TBmBjMDzh4C7aa5/XAu5QvBtvftg1vjWqE9mA30yK7wUalDUI/brPltpaXwiQKvVjbHSZiUjkBHICNwTgeiKxCOc+FHVHq5sGAfu7vW0u7UvNrK/fXNbHKbE+BHjSqN+kPtFZT9oxXM3K3EwUm1+WJWxrtfdt0Id0RdXY+zrzWqsi8PB4IeDft7xOBfEGBp80qdjbG3Z41sr72/GeNvtGDff0ebaXozHdXZ65bh5j7Gtg9i41EAo+mXGJtSwkGzUg66R+3A4juewnPPa3BOHJd3yGNuNd9b1rvuc4PQ19zW/9vmbR/qb2N+fjMUY/uGWMGzHgU/IT992/faOZd3T3m5XffqjTt8QJlX8Ba8Kq/Kh010GCPkLq4Qz9DxJ37h29/va2e5Gv5hxRtKHg47edF+7HscseXceMu+v06cOdcX56QH0uRWBHfkj+uDuxy8bV/DdWNt1/u3GnAjzGdGmstOm+YPPcToisN8D0dDtLfMove7QeWQg8srOZleb6/tOw47urO56nHRbHPS24nHTOJDrvXWRrtf9LfD+W2txQNi7X1vTO07n8THdtyx7Kf9q5OfAgbxe5e9xM+6gt77ieV1/ZyAn+abO4zGOW+VxeFlb2YkDwxi73d3qRb5DBmShjxGyWkbfIp3AQdU1rq+s7q0QgCn8WMVhjVu/OxDjxnfiQK5NkRdJd3hnLPv18e+nKq3fGNmtPDjdKz+vP0L1DfJdxcMbDhc+A3ePw7/3xh1/221FupMPepYPPNlAFvnHCRzuSsZo5M75kLQYet6NQ/I6O10x3r787obe+eqtkP+NMX5CTvMWdubtDdPrn18t6wvbv26C37fN6zuuB+Nb9Pqmy9xupMO+x+8pi0OXyeS4gw+YNE8omV5cBCizzhLxrVGqldb1X9SZbiZKNwflZ4cNpf1BtJe1vlYrRxFU+Xhxsc2SZwQyAo8PgWi+4lHGQbuGjra1F/3O/fh+oc/N3Dt9IvoltLf71f9lBm6Dy7qrqvdcvyV3jIpGoVarofZ0SzOzbc3OtasDuaZCnZppxfuUkrjsDSWqv9Dc7+E6ldcoB64kgxyAb8H7iJ+og+HLLsJxqYa7ePAOKu0dlA2EnOlFRIB8g9zkoYHnOLr7A3/39T3X0RXfLlsb++IgLojDuPiWqSi+a7b8bYN9qOjXu0K/s9mLcHoObzg4cB51NnP+8010QVEK4hHG/MgIPBABqrSRIxvIT0PXeUHOZwMT+W2Anetp9MNQh8IN7wf+pintDsIO+yAHdjCqEB34KKLnSxOS+WFxFeXfGsq/Db6NgM3WiP+/ynreWbGWd3U5Rj9OxigcWc13RuBpQ8D5vSza5FlFue8z1ug+HX07xq13PVa3A7nN24Y4fMu0U+utht4q7zm8a9fjlB2PCXOwV9f9R8KkfqHsULaiSBD348SD8B0R5XRI/UfdB0W9dxD/wcR+YPOA95WK/jgRRvBt/+DlYB8n5znsjMARBMhvVXau2puyvEae9EvyZ2RN9HaI2Voxrlq7KfNt7c/B487KJHdKSQ0OWG4ValUHcs3Ot8oDuc7OaOHslGZsbk81VNidxi74oD/BAbeM+/LdSB2x7f7x+q2OWKexdnNX2+t72nPdMXC/GxkssOA9aCy8rM0IZAQyAk8ZApmdjEBGICOQEXgIBP7z//w/V7vdnjgENs77whe+MLG/Z8kDMn75y1+emOVPfvKTajabE/vLHjICHzYCv/7rv36qKP/4H//j+v/+v/9PMzMzp/KfPb04CHz2s5/V//1//98PLfDv/J2/U7/wC7+gGzdu6P/9f/9f/dbf+ls9n333Q7dOG9n8/Ly+8zu/UxzQtbm5qR/6oR8SB4CdNrzaHzxzgF2n06mtspoRyAicHoHsMyOQEcgIZAQyAhmBjEBGICOQEcgIZAQyAqdG4P/5f/4f8f+Zx01bW1u6fv160Fe+8hV96lOf0o/8yI+Ig9u//du/XWfPnj21DHfz+PnPf17/1//1f4Vsd3v/DNoFZv1+/1lk/QM8M0b6xS9+8QP2T7PF7du39T//z/+zut3uqdn8ru/6Lr399tv6y3/5L+uVV145dTi1x7m5Of2P/+P/qHfffVfMUdT2p1H/9t/+2zEOfBq/p/Xzy7/8y6f1mv1lBDICGYGMQEYgI/CIECgeUTg5mIxARiAjkBF4ZAjkgECg3r+ABVxxeEenr852V9sbe2LTwPVbu+KgLg7wGNHN0g77cbq9vKOaWCC2casjFontbnVVH6jBojIWlxH3h0nIx2JRZOzuD4IfFstu3tnTnZXdkBFZbo/Ltnxoz7txun1zJ/ytr+5q3XISzo7l3Dd+/d5AB4MDD5ZZQiK2ku8XFIGqgCWrI3KvsCiSjlDj0Jx4V5lDb3OpSqnymyK8pKTTX+UgtcQi1EFvGBsnsiB8a30vNlRcd9kvy8Zumddvd8Q78jkLQsnrlCU2P6RcDwbDOGCL8k2YZH2o5jB4rmU5Jh+LUMcpVe6S5a39h/owAkcA+ZEReD4QoDyNVwCUu0F/qL7bn1i07Xac8rrhcru24rb55rZuxUFcm2ID19UbWzbXtK3bfr+2cqiurW5rbXVnRHdqvcNaM4XZ6hruUIPsx2HwvqbxcNHfNg813Vre0qrN8LJ6fUtsXMzGy2zki9s7roPKtnU/2mwWpFNvhex1MuY6oUYiqxmBDw2Bg7vFVFlWysjFeD9gZGnNcXd58wiDku8PAYEcRUbgw0HgSF8lojzQcDgU302Mi7AR15bHWzbWOmLj1jX3s+7Ql0J134p+1j3p1o4Yg9i4vetvs04cPLC321N8l7kfSH+Q/lJEWz3gB6qMWckIZAReFATGOlxH64XyxXG7yvZFQSfLmRHICHzICNytL8L4MWPKjPdwmEtnp6vtzX2xqT3j0tFHiv7RjkZ9I/eFRvrj705hjjiqfljoCcNjW9E3q+zvuH82Gufyu9vYexyNsSuI8S0OKYrxLY+3rV732JvHuTDz/o7DXPf43JbH3He397W/1xPjd2x4CgZH6uMTjnPdG8+B2NCc/iFzctHnvNMRhxaFfOb9juUJCXJZAAAQAElEQVS5Y55OTrvuf46lgf2CB/5JJ/q00PbGvnadhoxLDjzXMBweqBwTOFDwi2wm3w+d+w4cAuGXc3197Tne3a1994/3PK+xG/nlttOq5vOO5/CCJsw/a8haERhuOB3Jn/TnmUehb08ff+h5kUjHUmCNZBxpzHB9V3a4h3/w6ngcF/zAkTjJT4yPlrSlFfKT89Utq7y7dWPbY7lbijFW58U1E3ltzTLXcq85rUtivHanHOO1HekGrXlO9E7gUr7D7o7frzmMNauEQ5jEUebxbZGnIcZwyee3zcea3RMO2FB+Ozs9f5v0xXcJ80XkcUSPPIDmpFTh9EHnTn3fA8+/8g1EXt/Z3CvTPr6vOk7/Xa2t7lg9RhOmf2Di9H8U6poxXTNWaw5vLfQVbx7/Xr+9E/UeB3mQp6gTyVPk8aoQKfC7JyYlSvHaj0O3B/4ONRmrvr8V93a72nEdS330YJl2S/xGvNocvHZEPt1a74gyB7+kQ78/0IBy4HIPNzUPZgdjphceARdaMKgUtEEj80E1NFxZoFRUVaueyA4f8eBVaPIjI5ARyAg8LgTGGjD6bLTJEIdc7nkclvZ00/2OjbVdbXuMt+wX9tXtDqp+/lD0gaivCIp2kf8FNZqF2lNNTc+1Nb84pfmlKc0utDVj8/RMS1N+x8buRaNQ2fhr8otIP+BrzPIDFethHYysVMi1+oFgssULjQB9Pb5d6ANuOP+v+Xvi9vKOVt/fjoO1l9/Z0PK7m6YN3bR6873NUrV++b1DuxXbr7y/Jf63QjiUn+j/ev6EckOjzwGvSobb5NuafGcE7oLAWNV2l7ciD1H/piKpcLVahJqUKnXcjB1U26Gmyk+q3KdkvwQ6Ir2Yl3H3HbLXKuUWiwMaETQ1HTqobR6TmoPNCJweAbIp3SOGM6K/5/5cZ7vncZo9sfZh9fq2aLduuv2Kds7t3c133MaZlk3oUW+8vanltzeEeeW9Ld2yP9pJ5vS3PWZKH7LfHXqcZlj2E4n0eJk5vRh395ls7bqLaquo6rSiqtOOqMf/w127qexxS10YQcVDQlG+MgJPCAGKT5Rd4keDWhMvQ3/0RZjiES9P93CZSimJ8sA6B77dpmdbmltsa+n8tGlGfOdNz7XiwK5GMynKT0qqCw3fWgOP1Q76Q8/j9NXxvAYH+tEv3vDcw9advRhz7fi7s7vXV8/zLAPGXEdyKV8ZgYxARiAjkBHICGQEXmAEnk/RP/axj+nbvu3bJhaOTfj+6T/9pxP7e1Y89Pt9/fAP/7DoQ0/C80c/+tFT4TlJHNltRuBRIXCaQ/XI43/qT/0pNRqNR8VGDuc5RaDX68VhXOvr66eW8Bu+4Rv0L//lv9S//tf/Wt/6rd/6oeU7Nnf9o3/0j8aGsRwA1mo93OFftJc/9mM/dmocsseMQEYgI5ARyAhkBD5sBHJ8GYGMQEYgI5ARyAhkBDICGYHTIzA/P6+rV68G/cbf+Bv1iU98Qn/oD/0h/YW/8Bf0L/7Fv9Da2pq2trb0Uz/1U/rO7/xOPYrrr//1v65f+qVfehRBPRVh/MIv/ILeeeedp4KXh2XiJ37iJyaea3rYOB/W/w/90A/ptAdIMZb6N/7G39A/+Af/QC+//PLDsvIB/4uLi/qLf/EvxrjxhQsXPvD+pBb/x//xf8ThXid1/zDutre39bWvfW2iIP7kn/yTkW+Yp3xa6dOf/rSo7yYS7KlznBnKCGQEMgIZgRcJgeJFEjbLmhHICGQEMgJPPwJFkpqtQu3ppmbmWpqdNy20NbvQ0ozV6bm23zXUaBZKkj8SeSj09RoxVGxKtXTDRmFsJMemCft7A7E4jE0Udrd7YmNFNqhjI4VYI/awi9x08ouPWxanBV+dvvZ2emIBLRsTstEZmwWyiG3YHwohYzGcQUqQBfSt0WW+U0oqGikWz03NNMTiuhlwNG6z821Nm8C20WwoJRBUvl4gBEjxlFKkPXmpKAo1XJaarUbkmVbb6hTUVGu6EZvvtFGhqabNfocesru2qQXZH2EQVuH8V0T+lJQ00UX5O3BWH7LA08QGQR2Xia31fd1Z7ejOyq44kG9nsxtlpeuyPOgNNRwooioq2awopaTyp/Jy+QhNklKRBI+FZW+4vmlV8oc8rnvalayHasOyV/LbfaNRqDAlh5McnhyT8pURyAgEApQJ6EAH6vcH2t/ra3e7GxuQsqkmG6Ref3td7795R9ffKumGzcvvbmj1xqbWVnZczjvlZmFb+6IO6DoMNu6lrYwy7zZxOBiKjSfKttuxuQLBPKzV4YHrhoPYdHNg9/3eQGxK1tvvxwastP1sLgFvHOi3vbkvNq9lITl8srnryvVNsXkF/EIczMUGs2urJY/4Jbzh0BUXdYEJ2a0oVwvKV0bgQ0VgVO6s8S3KYEqhQ2sz+iSsIPlChbBMtdmqbPAtVOUrI5ARyAi8AAhQ51EfjlQbfEt++B6ppR4jLksVuzDxMCXxk69k4raKI9tjyvQEEchRZwSeBgTGqoSUknzLT6XkZ1Ko4qr0tpYtZWOo8lXaWVPf8bI0jGlLi/zMCGQEMgIPhYBrlfJ2PVRqog5ymKg1ibe8fgDZmeqLeaETEeNbQYpxsCF6j4nFWFc93rU/EGNnjHN1PAa3vbkXY1zrt3fFoUir17c8vrURY3HvvbEWKuNcN95Zj0OV7qzuatvj73u7fTH2xoFkxCOP7dX8ImutfygVjKoAUkqGJMkPpZRM1qZJKNlPsgfflX/GCcs5ha5l2gscmGdDtjigJ+YShp5XZLLgQKnAryQHowmuZPdQ+DswUh4aHHo+g3TpeuyRtKjHGzs7Xe157o80YmwSN4FvFUZKpaZSdH81KZnPcGNVmGyRkh8qr9DFozQ/8DnmFr7gn3y0ud7RmsdAV2+U+ec9j+WSf66/ta5l8s77GyJv3fZY7p1bnre5sxvjvxwGwZhpZ7frudd+jA33nEfrvBX5y1iBF+l1WA6Mo8d1w+x8zruh8zrumdvtdh2WcQRP8jgbga7f2lGM4b6/KfIz483ve7y5Vhlv5qAwygJ8kS7wQRoQT8BXyT8G4QMhu5+Dw3AcMPcxkiPFTU3iGnPj19gEGY7Iq/D6OMiBl6WcPOzIrNjKT/ShxIOEMT/W+2lDPB/mgewj/xiOyZ+SLSoHKVnPbQIbjLWK/jjJFuG0eqBUQWUlIzBCoMwXfjq/yAov0IbemrBCtSYlHlIoaGsSGglFvnhvRbVZT/rK8WcEMgLPFQKjOiakOojvAvpI9Gv23T+i77W9sSfmuNk0nX4P8+DR56Ff5WbczbuoowgrFUn834X/9rSmGvG/vIWlaS2dnw2at356pqlmqxBuE1WeSb4iHKsT3fbrO7ykYEJ+Jh7iSqnUp3SoopUfKR3ayVphxhOEGTXTC4HAYdI7QyOxMyN5nO8D+vur18tvgnf9zfv2V2/pjS+u6vUvrOj1L67oTevf/NKqauIddm/wDvsv+52J7x3C4T8j+3u9+J8J30iOSnJ+gwcryldG4H4IVDl05CTyjR8F1Cii/m02C9exDbXahamhdruk1lRT1MvtdlNt68Pe9TTmeGf7lt3yH0f+60hdXjSSjtTVKel5u0IiHqYQzw/folzKF/qEIYmnH2iSwj4eWCU/JFWK8pUReKoROIjxGcbFaOv2OwOPce7FgVrvvbGut7+0pje/cFtvfP6WXv/3q/oa9Oulemhe0dd+fUVf+bUVfdXv3/jCLb395TW997U7Htfb9Jjxjsfx9mNMmTiGHqvjP9vlQNFjAIey5/JIfcV/thtRDxaKOo16jTqP+o7/bcf/0qkHG2pjDnv0JutbFTVdhzZbDRFWo6oLKeN60a4s75NBgDztmK3IWduUlCqzbJFSQlHCrtaP1LCUjSMSDrE2TXzbbyKAJBUuC21/y80tTvnbbkZnLsxo4ey0ZhfamrI9/Ymmy1yjOphLZiKJn+Ki79vrDj2f0RPflVvre1FXbN3Zj/mW7c39WLeBG9yGp/zICGQEMgIZgYxARiAjkBF47hCYmZnR93//959Krn/8j/+xbt26dSq/T7und999Vz//8z8/MZvf/d3frcuXL0/sL3vICBxB4EMw9Pt97ezsTBzT937v9+Y8PjFqL6YHNuP8sYc4hIq26dd+7df0e37P71FK6YmASBv5gz/4g/rc5z6nj33sYw/Fw4e5wetDMZo9ZwQyAhmBjEBGICOQEcgIZAQyAh8eAjmmjEBGICOQEXhhEeAQGw7j4lAu5ln++B//4w+Fxe7urv7sn/2z6vV6DxXO0+J5eXlZn/nMZ54Wdk7Nx82bN/UzP/Mzp/b/JDy++eabceDVaeI+c+aMGBf+I3/kj6jRaJwmiBP7YdyYPMKhdyf2NOaQA7L+2l/7a/Hf3THrx6JdX1+f+ECub/7mb34svORAMwIZgYxARuAJIZCjfSoQKJ4KLjITGYGMQEYgI5ARqBBIRRKLxttTDU3PtcQhXCwG4zApiMOl2lNNsZAypSR/wY7WgdokrA4JGzsZHpSHcvSGYuO3/U4/FoVx6BWbk2BmQzcWlo7CO75CXo/nYlO5Qb/ia7cXB4+wYQR8wV9nu6cuhw4NhpYtqWgUKtx61zLKF3orvg/sRh58KMSiuanppqZnTeAYB5tNCfymbN9sFRGO8vXCIUB+SeQhl7WikURZIj+02g1R7g6pqTiMy+WNMoe+5bwTeuzQTzdiYTT5jTDYNKLhPJoctpK4Ndl1oPowndhEaH8QZWJ7fV/rt3Z1Z3VXm2sd7Wzsh313ry8O2aEcyYIRb+G4UW3EytGbET/rOynJToQ7eA3520XI3kIu1z1tyxULukdqiUXL75qthpAT/4UjSSnJt5SUr4xARqBCILmOoT2lfSs3ce1pa31Pay7Hq9e3yg1S31rT+2+tiw2AoZtxINeW1la3tXGnIxZw72x3xUapHOrV7Q5c3ocizMHgQCzqHrptDNXtPPVAbExa6Ye44X3/QNQnA/cB+g6DzcngiTAJO9rcrX2xUdmmeWTDpjuua9jMFV45hIsDw6Cb722KA7nurOyIjZh2t/dFWPBAFQBFXWCNb4Ve+coIZAQeNwJR3iKSVBa7JKvxEG10SqlSpVqTUpKUlBIkKfk2yWbr4la+MgIZgYzAi4AAdV8tJ3rqQVTblUpSCn0q1SSFk3hYr6RKqyRf8RhTrc13RiAjkBGoETisIpLKuiNJvsVlC99KKYkfVqp1ybogHtbbnjtI1eVX6CoFbaYnhECONiPwrCNwt3rEVZNSSiOSDvW2FhdqSuP2pd5OeV0r1h+YPG9lhY2970lDycNcijEvaxh/YryLcbEYH+sPPFY2UJeDivZ62uv0tOv5JMbON+/siTGutZVtrV7fFAcTXeegojfuCJWxuOV3NrTy/qbH4na05TExxsm6HjsjbOKBrzGmQ5uC88ke4YcHhNfACI3JdinxkMNPSukkZLepIknJP8WVNDRmvf2+5w66PR+naAAAEABJREFU2trYE3LtbnbV8dxb13MN/d6BwI8NZh1VzBOgJvzHA839Cfe4QK29MCZJ3IRPPJ3dvnY93shhYLv1+Kb56neHjn+owNaBpCIpwkmq1GT1foS75IcklIrENdJbg/l+VDmJuO0OI0Qeg//dHePnPHRndSfGQsk/HHL1XpV/bjjv1OOkHPq2bnfM22w7HzGmy5gp+YmDIJjD6TqPchhZvzcQ+WvgMVvyNZiRFjUx2Yuds7vT8kADj+/invHcntOP8HbJ45v7MTZLHr+9vO18vCHGbg8P41qPg+duvLOuW8tbURZ2nA/gCfkGxO9EQOYaR8OAFuWR0Di2EbAjSynJd4SPmhJmk5JkvVBUX64gAASjtWY38s0jVR02ebckOfyDiJE4bLCFb8dtZ4/8DnErea0ozI4lVFuklGwHyapJKtX0QVW2C/LD3uxAcWEdmvzICBxHYCxzkGcgnKSU5Fs8krjqp1VemFJKfp0kbvSlRkJVvjICGYGMwONFwNWOG2eV/33jP2buuzPfHX23jX1trO2KPhl90NF/4Nyxoq2vOUspKf7nwv+EWg21p5qamWuLQ7jOXJjVmfOzml+c0vRsS834T1lScp/1eDUX/QVJetCVDh2kZEPc8VBKKUhJSskPSck/xVXpkpQSD1STZHNJytcLgwBZAGFrFT3dVL4VyP8bax2t3tjyN8EdvceBXF+5JQ7cev3zK3rjC6ZjB3K9+aVxO7v90i29ZT8c5rXicPgfCGWI8PlGqstQxO/sqJpgJFNG4AQIRJZxXdqA4hCaRvzXstWu1Cmrro/bqBy6FWpp16rMbbuF4v+Z7ULNZkMNh8X/iFNKSilJSv7pubpCrEqiFGoqZfQLdCklKQil1FdGScm/+lmqKSVrklDikZSvjMBThwD9LNofxmcH/QPR32Osd/X6tt5/fV1vf+m227lbevPztxSHcf37Vasr5eFcn1stVdt99ddX9dVfX/G7VXGA19tfvh0Hct14e0Nry7vadv+RsAfuVw48Bkd7R/v6OAChqFHuXA2qoB/q+qvhvmjL9VnLdV7Uf1U92Eat/7Ptd61pDiusyPpw6zqRwwnpr0JRFzrwpPQ42M9hZgQ+gMAop4UmifydEipk50lK/sl2SpJQJSX/6qe4Eg+VtpU+DJrwst9kj4XL1pTLydxiOw7j4huPA7nmFtriGy/6Ei57jUZRzo2MRUMdQL3D/6sZR2dehXpiO+ZZ9sWhXDsbXfGO8XrqqTHvWfsCIJBFzAhkBDICGYGMQEbgxULg4x//uK5duzax0F/84hf1K7/yKxP7exY8/ORP/qTef//9iVhtt9v6/b//90/kJzt+sRC4evWq3n77bfFNdlL64R/+4ccC0t7e3sQH6jWbTX3Hd3zHY+EnB/p8IcDGv3/9r/91Dflj4ClE+9N/+k+LzVDn5uZO4fvRe/nGb/zG2Ej2k5/85KkDZ4PXv/t3/+6p/T8ujzncjEBGICOQEcgIZAQyAhmBjEBGICOQEcgIZASefwSyhE83AufPn48DkH7pl35Jr7zyyqmZ/bEf+7EYwzp1AI/RY0pJrVZrohg+9alPqd/vT+TnaXP8q7/6q/ryl7/8tLF1X36Yk5h0fowAOYzrp3/6p/Wt3/qtGD8U+g2/4TfEgWenPZTrb/2tv6W33nrrsfN648YNra2tnTie2dlZfeQjHzmx++wwI5ARyAhkBDICGYGTIVCczFl2lRF4phHIzGcEMgLPEAIpJTWbhTgMZ2aupTiEa76tOJSLRWG2a083wo2SFLuDWYkbsy0dhMaJPySyaJQDOVgIxkJSNuDjoI8Om+Ht9YX9kM1ICOjg4EiwWD0uclQa9IeOvy82dOjs9LRrnjiMiw3iOtu9OOwD/uEhsXC0opGQvDCxIDalpEYzqdUu1J5pxiI6NlCZAUMTehalNluFCEv5erEQSBbXVKQkNtppVAucyQ8sUm6xiNlEHoFaowXOjdiMp807lz/KIPqW37faTQ9wFiKMhstu4TAJOyVHJCme8dADL8pDbMQ4OHC5OHC5GIoysbW+p/XVjmlXm2t7cVDPnstK12W33xuKsksUqZBSkZRSsgaSZKV6KC6bww18mprNhpos0rYsbeQLtWl5G6ZarfR213TZCjkjHomolK+MQEYgygLloSba3n5/EBtDsBHS1vq+2MSVTYBvvL0em6LGBsBv3dGNd+7ExsAcdrW2shMbhrFpLm1hZ7cb7WCv249NhglzMBjGZmOUfeoMqD7MD7uaBtQldjtwO9s3L2z62t3vi7qDDVw7u71oc9mYbHtjX2yuxIZNbCK7trwTGzctv7cpNimGlt/f1OrydmxUjDv4IzziV3ImgKzUdxjjUdtkNSOQEXjsCCS5OLrgxZ2UEiT5qZR4Wp8kmWwUV7IhpWRtEgpkg+9kyndGICOQEXgBEHB1R92XxE/xTCmhUSjxkDDY1qpva3xbw514ZbIqjVTlKyOQEcgIjCGQan1dp2C2ZRj9sFauQEySbEgpybf1qEmSKe54YAoSl61QMmUEMgIZgUeCQFWnUAclaprkUE2+FXbWoNr2mDkdMYebJNslk+5yHYjxs7sR41xh7zkr3zH+zfhTjHkx1uUxr3q+qzyoqB8bIXZ2ujF2vrXe0fqtXd2+uRPjWxyEHwcqvbnmMbl1MTbHYUUcyMV43ZbHxfZ2++rtDz3+NizjM8fJpHigKemYsbQ8wRN/UOk0KSXIpiQl/+JO1j+QklJKOLQaipJ/8nVgXMCj4zm2bc8pbBkHxv1iLmF/IDBjU0mwxQvB2JtCr5NfI3/2QlikEekz6B8Yw0GkBfHubu57fqPrub9ejEdyKNXA45SkY8TpgFIy9yaZfKPckxydlLiTcKskX374VmkYKZr0chgHw6G6HjtljnLT2K2t7kT+OTyQy/nnbY/jVgdyrV7fch7b1h3nNQ5/2NrYU8i91bXcPXFIHPOxpAkbeTKXE/I7nSIdUA0eGMbckCc5Q8XOhBvSrB7T3dvrOdzusTy+rZsesyVPk8cPD+Uq+Vy9se2y0Ak/ZR7ve+5pWKJjmX2Xep42+Eb3UJRSFQqKybewGicpadycxFU+0RkKFNcRngbHYGBKnA5s9+iIyXAH7bgcCbcNZTzEa4vyjZ/cpRndo6FKXiu+BSClGlqM1sTtRzo0J0ljVOMYdqovHKC36htdpowACIyygzW+sRJ5J6XKZNW37ZJQU0rW+0YxqaKU0EhhVnnVVqUpPzMCGYGMwKNFoK5jaI3pS9JH6naH7m/1Pdfd07b7YRtruzHHTn+MefCB58YP3Kcq23Z8midXX/xXptEo1GwW4v9B/IdsfmkqDuNaOj+judGBXA3V//tJyR718FeE4kdKKapQK0opRcApWeW26lt+4RuL0JYPGxVXUgo1P553BCIvHBfSfVb6sXwn8O23cXtXq9c34z8dcSDXV2+XB3FxGBf0xRW9waFcplrlwK6gL63qrS+XhF/C2bjTiW+4+HbxN5I74IKPVKhUJeX8pw/7eqbiq7Jo8JyScwu3iTq1Sf3bKhT/0Ww1ox5uTVVqu/yPYvwP03btdkPt6n+MLZups0t/DY3+o8l/F01kSqJC1fN2JZViWUDfYbBVqLzALqWwUalYb41vu0lhl1KyXne//OruL7JtRuDJIUA9Qp9v4HFg1hRs3tnXrepArre+tKa3vnhbr3/+ll7/3C197ddXVR/M9fq/r/S/vhKHcX3112z2+ze+cEtvf3lN737tjpbf2dSax4y3PXba7fRjnGzoeOg30r4+cqmj/CUl11VQ0UhqNFPUY82qnqN+a1PfTbs+5L/prvNqc6k2dPh/9UbUnfhtthoOq1DhMB28lJSvjMBjRyDV+cxqcqY7Yk5SSkn8/JC1pjCFqsR7qVZTrdHhlQ61k+nskfUgUzPN+Kbj2+7MxRktnJnS7MKUpmZaUXZa7oc0/C2YXGhK/g6jGXq8nrF8xtF3PMa/vb6vraC9UHc838E73ESdceg16zICGYGMQEYgI/CoEMjhZAQyAk8JAq+99po+8YlPTMwN8xH/9J/+Uw+pVnMSE4fwdHrodDpCrkm5+7Zv+zZ97GMfm9Rbdp8ReGYQePXVV3XajS2fGSEzo48EAQ5r/PEf//FThcVhXP/r//q/el6ldSr/j8vT0tKS/vbf/tv6vu/7vlNH8UM/9EN69913T+0/e8wIZAQyAs8wApn1jEBGICOQEcgIZAQyAhmBjEBGICOQEXgAAr/jd/wO/fzP//ypx2CHw6H+5t/8m+o/hYdYzczM6L/+r//rByBw9PUv/MIv6J133jlq+QyZnsU5tJs3b+pHf/RHJ0a5KAox9vkt3/ItE/t9WA8cXPUjP/IjOnPmzMRBcfAYB5BN7HFCD1/5ylfE3ONJvV25ckUvv/zySZ1ndxmBjEBGICOQEcgInBCB4oTusrOMQEYgI5ARyAh8KAiwwKtoFGq2CrWnmpqaaWp61jTX1uxCWxwsNTXTEgsqG3bHorAiSSn5IVmVr1Sqydr6PjiITQQH/QNxEEdnp6edjf1yEzbru/uDWFzKIjE7ZacxU+35pOrk7oiPTei6ewPt7fa0t9M19QR/HBTChnW97kDDwVCyPIWFhRA3SNXFf5UhGxvNhqamm5o1ZnOLxm2+JTZRmZ5racp4toxrgwV1BKB8vUgIJGci8k/h9KeMkRemZ1uac9maPzulxXMzWoIuzOjMxVmdvWj1wqzOQOP6MNv+/Iz9TGv+zHQs4izLZ1PNdiHicXSCkk54OQ9TJlhMPugPRbncd7ng0Jvt9b1Y1MlmkCwGZ3OV4eAgyjUDjhHPB/J0UkopeCnrlYY47G8k89KUFkLuaS2dn7acM4dk+VmQesbqWdMZy79keefZgMhlqT3VEOWIcJE1KV8ZgYwAZXE4PIj2lLZrz+1rbAB2ezcO47qzsqPb0M1tcfDWnVs7cQjWlsv3ztaeKN+0heVGrX316kO4ekOHeSDqBsJX2VC7fKukgjqnIvcNolyy2YLbzJRSuJEv+IOGnjQirH5/4DgGZV2z14uNlfbcDnOA2O72vlhEvrOx57rHZBUzPHbsJnh0+0w4hOngj97pqDGbMgIZgcePgIu7I3HhK2/JquKyxnetRQ2jH+HHathVKnromBGrTBmBjEBGYAyB50ebosJMqpVaTenQLrQ2yhoU+WEtSumv1Gn8spMw1moY8iMjkBF4sRFwxTGqE6wvwbCNb42Zk1L5aqRKY691eCWlQ0PWZQQyAhmBR4TA0Zol1TVNqoK3Sp0EhU2Yk0ZmLJMfJuys+F1S8jhVYapVxq8YX/4AeWyrYeJ9EH5SKgNk/Nw09Pgbh0+hDjyODjHP1PNYVW+/L8at2KyVcbYYW9/cj/EtDk1a9zgd43K3GZ8z3VndFXabdzra2dqPeSrCYezdUR3Ok8GCuXio22EgCiTrZQ2K/LB2oqDtRSnxtDcrvj1keCAOvWJebRuZPQfIxs0a6v4AABAASURBVJHMtYFHz/OA4ARuscGsPdVBOJSJ7tofw5Rg1ffcI7jtdfoxxrntuLc299TZ7kV69J1OxIt7IkpKihsF0oMv4rRToUrJPz+TSVLYxUMnu+zvuMMDT0My1tnzmCx4MQYKfjuWY2u9E3lo2+O42zbvGN8dj592tss5TfIafrp7ffWcD5m/IV8OPbcZB8w5MtgrKWlUDpL1SuIWlwFijgishh7DxT88BRlDwiV84iGd4XE8j7MZP2PO5O9by9segzat7nhselcba52YEyY/EAZhDylLjtNsKHiAFZMe8iK85ABT8hOyPoJMUkrJpPJKViqytcAFoq6AGh7jbjSTCtcJ1AtBnt/7QL1xGjuHWYS/KnzHE+HbHpU44cFVkGBR1VPjV1QS4xYT6h2wbxF0QuMHCmao1CfZWpJVU62WpiTVdpU2hVmP+MrBPTcIpFKSUOJRmiPb2Oy7skApTSleYlboksorpVIXSqn1i5HG+nxnBDICGYFHiwD1DXPSfc9v0++iH0b/Pfpl7sejYsc7+sTDwYH7x+ZhrL0mjEb0Lwo1Ww1NTTU1M9cS/4FZPDuthTMzmp1vx3/1Cruj4sOPxq+x8Mat76sfC2RUU4ZdaUrJatx+REC1KliQ/Dy0Ub5eQATIIkfFPoj/ivF9sL/XK7/B/I3C/0421nbjG5fvgvVbpZ7vBL57axX9OG3c7vh7pxPhdP1Nw/ebPxPie/gDWT5nxqNJkU1HEagzTKhlZimcgRv+9mpNNVT+X3FK80vUudNadL27dHZGS+dmxX8SFyt1if9unseuIpsX7W7hzHT4nV2Y0vRMK+rrpsMuikIpJfEbMRQ8jEzPtiaNs2+DbwvLPXph8a1PQk3WSck/+Uom7lot9eMmbDJlBEoEnoKnyy59PsbpGLcaeDyM/0rzf8Wyneto/ZZptRPjXYzt3pVWdj0uxpjYjt3vKtq6O3va2eiqs9NTd29Q/Q/TzV3E+Xhkp6wVRfLYVlIz1oTUdWFbC+5/Lp6f0RmI/6ubzsb/0m3H/7Vt5r/b8d917CtatL+FM1OaW2xHX3ZquumwGyqoAJSvjMCHg0AimnhIKSUlcVVPK7ayhTV+CoO1vjGpVtGEPh5+VavWnuZORVnOpmaa8V03tzjlcmJaaGvWxPqOdpSXQkWjUEopokFJSq4MFPUC8yiM91Pv8J25vb4v5pY4HBC7ruegBnf53ozA8iMjkBHICGQEMgIZgYxARuC5QCClpP/qv/qv1Gw2J5aHg6uuX78+sb8P18NksX32s5/Vz/7sz07mya6///u/X2wqaW2+MwJPPQJbW1t68803J+LzlVde0dzc3ER+suMXEwHahm63O7Hw3/M936On8TCuWhDy/1/6S39J3/7t315bTaR+7Wtf02kPKpsoouw4I5ARyAhkBDICGYGMwAuLQBY8I5ARyAhkBDICGYGMwLONAIcL/fN//s/19V//9acS5J/9s3+mL33pS6fy+7g9/Z7f83t07ty5E0ezvLysz3zmMyd2/7Q5ZO6McdKT8LWwsKBr167pSV/MjZ0m//zJP/kn9d3f/d1PjP1v+ZZv0V/9q39VKaWJeaDMbGxsTOxvEg+/+Iu/OIlzffSjH9XS0tJEfrLjjMCLh0CWOCOQEcgITI5AMbmX7CMjkBHICGQEMgKPEQF/wya3TmzuAZWLMJuanm3GYVyzC63QT8001GoXarConIVh9pOkckMRq1Iqf/FRnDDarNiQgcVine2ettb3tMUi061uHMIRG/ENDsINGysc6DFdDjjC94NFs2wQ0d3ri03gds0XKpukYMemcCyqxV2yBGCTknWm4C4p9g088DPc2NxqFcaopXkOGzozHQvqZuZbmp5pikOEwLRcTBch5McLhADZpuHy0mo11J5uatb5gsXJZy/N6uJLC7ryyqKufmRJL712Rte+bknXvv6MXoKsx+4l1DG6+tqSLr+yYL/zOnd5TkvnyW9tTTlsymZKSSklSTXpvledj4eDoSgX/W4/Fn9THlgIziJPyi+LOQkoFSkWUqeUIgaNrqqQuVwUhdRopqgvplyPzC+2zeeMzl2Z06VrC+Z/UVdfXbLMpq+zvNDXo4cwWzUGYHHlI4s6f3VOLOrmgLvD8pQk86AP88pxZQSeAgTI9kEFbdGBKJts8LW/N4jNGzbdzt5Z3dHq9S2tvL8pNkLduL2r7Y09dba7Lt999fuDkCSlFMUoOayUksIghxvF+cDtOxop+Se/T5R/12cN12ct9wcoj/eiVrsp6r1ms6GG/RSuGFKKkMTFRha0oUFum9n01YrjdPw4MCXID9+OPpkU5KfylRHICGQEMgIZgYxARuDZRSAdYz0p2SbFU34mlVepugsl+VGZrFdctgpV5QuFar1v5SsjkBF4SASy94xARiAjkBF4cgjQmTGl6NyYjaRaV2rC7Id8odRkY33TT2Icq+GxLMapmzGW1fBcTTPG0RlLP0JTtje1gxrlmJbnfBqNpMJhRHhizKoaL7OeO+yTddaklJRwW6hUk82m4VDq7ffV2enG/BgbkDN2xwFdt25uxyatzJsxRzXoD2NsTONXsgGy8rA3wUAyX74dnE2+NQnhy559C3mNiOC73KR2X7ubpurQKGTa9zxcPefGeKC9T3abtzRGSo7Rg4iDaj6D8MGWTSo54CywNNbE6akKHfWrMMvhnZhwiHtJhFU+pJGqh7g89Bq+rVokpz0abKwqKSVIoYor8XA+9GsO3ILKMVVblK/CLWOxzUYR+TjGaBmnbTec/xtqWm04bxfM8zp8exAXIbDpcBAGLJXi54fCqfN3WR5sb4uUknmW55WGcahcmQa7In/fWt7Szfc3dPP6ptY8Vl2mS09dDmjz2DR8WxLPNSnC1iO5kuRb9YXelMYtk8JkRWbflIRMlHXGseu6Atw+UEd4Du6I3SnMzBFyCEeo9h91DqqpNdVQ2+nTrNInGe+aR9XXKG1qi1OqAKB4iDh4YIJCHxqh9cM35jEKP6ovv/Bdm7KaEcgIZASeOQQywxmBYwjQzkGifTMduEPP/8h23cfl0CHm3bfWO9qN/7z1Rb9z4P7NcOB+qsMa92ujUkoq3DdrthpiXn1qpqXpubZm56c0tzCtufm2sON9cvsvX/QNrZS323/fpT4/MwJPGIFE/H6klER+LVKlFkn0q6FU6Uu1UK3yrigKFfG+tE/J/oMUZUX5yghMgAB1JfVjEA/7dXYq85jHc/i/0ozr24Uz0zp7YU4XrsyL/2lefnlJV145o6uvnqnUyvyKVdth/1Kl4vbSS4vhlzAWz04rDtbw+BH/0aR+d+aVlOL7GDaCeChfGYGMwLOIQIJpP6hPUkpK0W4lRfvluiXUsCtKu6JWKzfxrtLbfbI5FXI4kqsKcSUej5GIrxH/3W6IMaiZuVb895r/q/Pf7SuvLor/ZF99bUkvfd2Z+L/6NavoS8L+kK5+ZDH+733x6nz1f/UZzS22I+zCMipfGYFnBYHHwGdKSfQHmh5vb3lsd8rjvNMuc7MuI6wTYU0Ra4na9B1cXlJKSq4XlKwmSSb+P80cC+s3ym/PrrY29rR+uyO+QRl3Zz3HoDfUwfBAzLNAyldGICOQEcgIZAQyAhmBjMBzh8A3fdM36Zu/+Zsnluvtt9/Wz//8z0/s72n28NM//dOa9CAZNkr8+Mc//jSLlXnLCDw0AuRzDiR66ICe5wCybLpz547YNHhSKNhk+M/8mT+jVqs1qdcP1T0bof75P//ndeHChVPF+yM/8iN63Bu8noqx7CkjkBHICGQEMgIZgYxARiAjkBHICGQETo5AdpkRyAhkBB4jAq+99poYJ+N/75NGs76+rk9/+tOTevtQ3H/jN36jvu3bvm2iuD71qU+p3+9P5Odpcfxv/+2/1dueQzsJP3/wD/7BUx/CdpLwT+Jmb29Pf+fv/J2TOD3i5rf+1t+qP/En/oRSSkfsP2wDB4J98pOfnDjaX/qlX9Iv//IvT+zvpB7A9fXXXz+p83D3sY99TNPT06HPj4xARiAjkBHICGQEHh0CxWmCyn4yAhmBjEBGICPw+BBI8THNIi8WhjWaDbWnG5qebYnDuGbn22KBWHu6KTZra7IZWLUwTEm+xlaRYzbFtzkPE4vFut2BOtvdOIxrc21Pu1v7YoEYh4iwcR5uygViY2E55Ed1R6gHB/KtYWzUNxQb9e3t9NQxcejQfqenbrU5YJ+ND4eOPWRJshgjsi37xEVYhMcLcAGvuaVpsZB/bnEqFuBzGBEL6cCsUWMWAeTHi4IA5aoRiy0LTbkMsTHDwtlpnb04p4vX5nX51QWNL3BmUTMLnCEO40Id0WtnFAucX17UBRY4X5qNg67mFqbEJj2NZiI7SkkK0gkuFw7K36B/EBsnsmFQlI3dw7KBHeWUMFMh1eUhNOI6qMqDA7MxFUmlzA1xKB3lYen8jM5fmQuZL728oCuvLqpc1L0k5ERuqD6UjMO4oCsfWQp/i+emxeLw1lRDLF4tGsVh9MpXRuDFQmBUBi12tGndYbRfu1U7e2dlVyvXN4M4kGv99q621ve0u9NVd7+vWJzt4kpZDXKAvg/LlN/F4m0WcDsObt4XlG2XPdq0VrshymNrqqn2MYp3fk/b2KDP4DoQvyklB8VGNAflQZyEX5MbVOqiqExwFU55KPjCa0o2c5sE6fm9smQZgYxARiAjkBHICDyvCIx1Yqz1fditqQ1W6fbEC+tHSGAZ5iS02KPaFOaERaaMQEYgI5ARyAhkBJ4pBDKzhwjQrzk0WefOTUpJ/GQ1SJiSrJQkWWuzqstjWphSSmIsqvCcTIOxLI9NMV7V9tjy8XGsMHvcvm2a8rxYq91Us12oYT8xBu3xsJQcqm9xOY6YIEIflJRSTar0qIqLMTbG1zsel2N8bv12R3du7WhtZVu3l7fj8CI2V2SOqpyXOqiHx8K/UqVUaml60DPV3qwmO67IfNqC23a+bZ1smoTsXBGMH74Din5vEPNtjE1ue+6PwwkYh9zb7XoesFcdUjAUWHBIlmM+8Z1ql2ggm4fDYRwC1mNM1GOdHc/xbW/uqTyQq+M5v27EyZxjYSZTSuYZsmclP0pK1j+Qkp3bHXelk4ND+0joAEA8LnqoRAaTHG9KSSmlkV7VhR9kG3pcNQ7lshfM4bRQ5H3yb7PVEPk+yHk/VOdt5lcaLhuUkVSFKfNAGBB6+CE82UFKSakwpZLCH2YTGSDS3/OrO077jbWOOIArDuR6b1Mr72/qzspOjE13XAa6+4MYmx46DR2ckvlNSapJj+pymASVlFBKsjaFOUmOMKWkwvEXlgO8oBqzUV0x3RJ1Q9CxMfCoOya0Y46QsOpDuUZ6pw/6ltWG063heqsoCrMJr5I14nJSozwUOcTSPxqoNCniMCaqr/F3td2YWjpNSmN2WZsRyAhkBDICGYFnHYHxdg09NHSfq+s+J/9x21jb1brn3bc39rS7va8994F63X6vZPswAAAQAElEQVT8z2a8r4u/wMIa2kz6Xk3Pmbfdd5ieaWlmti3+h8f/aGYXpoQd3yApeR49PLqXVTX8lVLZZuVZRuC54N15NNEDRIXcly6sFoVtTahF9a0R+souHVMP37nP63dyGOP4pHFD1mcE7ocAlWRF/qy1y+TslMT3VLPdcH3bEv/jPXdxTheuLujiS4u6fG1RV+LwrSVdffWM9aZXl3TF+qtWgz5S2l1+edF+FnT+yoIIY+HMjGbn2mq5PucbsmgUSuRh+ar44HvapnxnBDICzyICqWQ6lJSiPknJqsv5YduVFG0d7d0YJdcHR+ztJ9VEGBVJSY/7SimpYX44mJCxqPi/+plpnbs0F3Xa6H/bry2p/K/2kl76+jOh53/c115Df0hXP7KkSy8v6MJL8zp/ufy/On1YxtILY6B8ZQReYASSZad+oF9A36PteSbWOcwtTGnB5W5haUoz7ju0Pe4b/YYkpZRMpSpfB0OJ9RnMd7CuqrPd0/b6vtZv7WrD80k7G/va3+2p3x946P4gKPob9D3sP98ZgYzA04dA5igjkBHICGQEMgKnRYADRr7v+77vVN5//Md/3H3GZ3NDxOMC37p1S//gH/yD49YPNH/iE5/Qa6+99kB32UFG4FlGoNls+psyPcsiZN4/BAQ+//nP67Of/ezEMf3AD/zAM1OPssns//l//p8Ty4iHX/3VX9UXvvAFtJkyAg+FQPacEcgIZAQyAhmBjEBGICOQEcgIZAQyAhmBjMDzi8Af+AN/QP/lf/lf6jQS/tRP/ZT29vZO4/Wx+mm1Wvqu7/quieL4hV/4Bb3zzjsT+XkaHLNGmsPETsJLSkmkd1EUJ3H+2Ny8+eab+jf/5t9MHP6f+lN/SpcuXZrY36P2QP76X/6X/0Wzs7MTBU1a/ezP/uxEfiZxvLGxoS996UuTeNE3f/M3T+Q+O84IZAQyAhmBjEBG4GQIPNne1sl4zK4yAhmBFxeBLPkLiIDHA+KPeEWR1GgkNVtFLByfnm3GJiCzC21Nz7Y0Nd1Uq91QIzYiTGLBqHyN1nQlKfnHEyXJlx9sPNLbH6iz04tN17bu7IkN+dichI3ahoMD4YYP41gkZm+P/nYcBHpwEIeAEG+34qmz3TVvfe11+rFpYK870KB/IDayw0tKFsKUUlJKCasg+IVvbJqthsBofmlK82emFRunzLU0NdNSa7ohFtoVxlYpvObHi4SA05y0Jw+0XYZigTMHcl2a1cWX5nX51UVd+ciirr62VC5s/vozViv911mPfU1ftxTuLr2yEH7PXZ7T0rmZyG9TM01RNimXKSX5DtIDLheJKH8s6Bz0hqKsdvf7ioWdLrN7uz11XVaGg2GERD2RCmuTqb6pBByQ77DBDZs6Ul9QLuaWprR0YUbnze/Fawu6bP6vWO6Q2TKxkHtEIb/ltj0Hcl39yKLOX5nX4uhALsvpOoq6KqVxJpSvjMCLgQDZ3hTZ34WOTcA43HJ/b6Dd7Z421/di09PV97e0+v6m1m5ua6PaGIz2bn+v7zaO8nzgOiIdJRBMiqbYQQsKg+1SSmLioHAfgLqGOo0NilksHuT6jTquNdVQTbSN1AWNRqHCbWByP0NJcdGGwvs4YTeK065wmpKfI5K926x8ZQQyAhmBjMAjQiAHkxHICDwBBOreTKn66Vvu74Si5B9MlWo8k+TXqq9SjyU2tYq+IluhqxS0mTICGYGMQEYgI5ARyAg8Mwh8oA8zZhH9oCNmG+L2Y0zClJL7T0lFUSjGsTx/w1g1Y1dTHsM6Tti3PY/TnmqKca6W3ZdjWoRBWFKSrwPTkTvJUZXkMfPksa+gyjKlFPNMjLmX82OdGKe7s7qrOJDr5laoWx7PYxye8XnGxmKMjHiS5Lt6aPLL8eMJJciGRIgJTUKneCTppGrCYbJzU2F5GUkc9IeeW+uJscedzX2PUXbV2TF5boGxyF63L+YfkE3jl8MguHGru+ord8hAfOBDeP3qIDDiIt7yQK69iJs4cRfp4bQpw00ijJqUbPsgwondJDvGnxVsKgVbGx/mdp7y7SHYA4/FQmVgCcV8B/9EjAWEvT2AJfOTQRiwN6WUVHgclnzf8jxKy3k58n67IVSoYfuiUSg5/VIVJkEQFmO1oVd5pZSUUkW4r4i0t7V5VhxAwXzvTnUo2p3VHd26sa2V9zbEgVxrzu/k8Y7nm7qee+LgOeIhLQkDUirjO93zmOdxI/qKUhUJ8UHElVISsjSMB2W+xYFl7aZa1AV3qSuO1x2Tmqlr8BOq46j1mKl/GG9vOn1IP/hKCa6Txi8n/7jxlPoUaMQzSY5G9RV67BQPjcwYTbW7D6j3e/cBx9kiI5ARyAhkBDICTx8C0ZTFw7yhVkS/hT4MB3JtrnWiP7/l/vvudlf7HMi1PxD94eGAVvrAbScepfJp1Y0pfS/6ZbT3UzMtsUH77PyU5henNLcwpSnbNd1vo/2XrwMTN/0y1EwZgacKgaTI3yklper7ALXwd0gykY/D7Hfoi6JQYX0qjqrYJ9sXyeEEleEqXxmBCRGgroTw5qykyFfOiy1/W3EABodhnOVArisLuvTSoi69vCgO5Lr6Snno1pVXl3S1OqDryqtndPUjFVl/6eUlXbSfC/Z79uKsCIv/fbanGmo2GyqKpJQSUcf3cc1HWDy5R445I5AROAUCZUmuPLpc+1YqJMo5VLdxtHe0YdgdqmnkrrQ/ak6uK1xZcAcpiVuP7XL48Nn0OBdj3rNzLS1U/1e/dG1eV/jf9keWxP+1+X/2ta87Iw7meinUM2H/Uv1/datXTZdfWXR9OK/4v/r5Gc0tttWeaYp4lK+MwIuMQEpRDhhzb7UbYpx3Zrbl77y2y91UrCfi+6/l+aeG+yeye99WkhJ1gzxK7g4E35T1fAffmnxzbtzu+Puzo53Nbqxvwg3fp3Ze9jvsN98ZgYxARiAjkBHICLzQCGThn1ME/ov/4r/QlStXJpbu05/+9DO5IeLdBP2VX/kVffGLX7zbq3vatdtt/aE/9Ieir31PR/lFRiAjkBF4QRDgQK5+f7JDGq9du6bf9/t+3zOF0Pd8z/fod/yO3zExz91uVz/90z89sb/sISOQEcgIZAQyAk8IgRxtRiAjkBHICGQEMgIZgYxARiAj8AQQ4HChH/iBHxDzD5NG/+/+3b/T9evXJ/X2obj/Xb/rd000D7W8vKzPfOYzHwpvjzKSt956Sz/zMz9zoiB/02/6Tfrtv/23n8jt43T0cz/3c1pbW5soio9//OP6vb/3907k53E6/m2/7bfF4WaTxsHBb9vb25N6O5H79957T+TjEzm2o4WFBX3DN3yDdR/6nSPMCGQEMgIZgYzAc49A8dxLmAXMCGQEMgIZgWcOgZQUfzplgVejWYiF41OzLXEYF4snZ+dbmp5raWqmqVa7IdyweJSNQGJxl9BJSr5NfsYtXxxs1esOxIaCLAzbZkO+ra72d/tx0A+LyAb9odighLDs5ZHehHkwVIQ/GBzE5nDdvUHww8I16PhGKWzUx4o1RCmxOWQJO0zJwvKuaCS1phri4CE2TIHAa2qmFTg2W4VYSAdeuMdvJhB4MSilpKJRiI0YyCdTLkNzC22xyPnMxdlYpMyBUxdemotFyxxYdfGlhdBfeGleH6Ar8zp3aU5nLsxq6dy0OASOBZuUWeJxdJr0ijLiB/meBZuURw74YWMhyi5mymeEm/x0JL4F2RSl395dZFwP+I4y4XpiikP9LOsiC7otK7JcetmyXYPm7ynjRcsdONgd2CzFIu4psYg7ypPrqMRiVHiBgUmp8peUJAvh26okG/U4LofrW8QzokJKpyUHlirSKa7a76njH+e74oMwT8FK9jIhAuBsyEd5SS59tKFsbLu7va/tjT1t3eloc21XGxXR5nZ23Oay2WlvoCHtLQVWSRFe0qHqckU90nQZa1GGp5ui7Z+db4u2bX5pWotnTGdnXP+4DnLZXDqPOqszVs+cK9Ulq0vncDOjRbvFz4L9UV8RztzClGbnpzQz19bMbFvTbi+npltuM5vRnkY5d71JXVK3nWYTcfU4riM4FNJDlQ0zmkx6wIWbD9Bp4nZc4+HI5gdE/dhfj/NzT/1pZD2pH2Nwr3gfu/D3iOAIPyeV417uxuS7R3RhfSTO2s+9wjxuX7u3+sA85XY/InwKH0cwOC7jac3GZDzcp1DszFJGICPwrCDg+iRYrdRKCasjj3gRj7CmDio1PG3vG93TT4+RQ2MALnel09b3x/3dI47HKNVjDfquWCHjcbkfxkx496DHKdw9ZRvn5WHkepDf8XjG9A/sUz1OUHLYGYGMQEbgGUKAehx2XYWiHKH6XW2Z0qGrA4+RxR3fqEnJY1yNenzL4/GzjG15XGvJ41QxhsU41n2IcS3GtBbOzIjxrDmPY017vqw91dT4uFVKFTdWkyv7lPw0yZR4xcM8DQZDMc6+7/G5zm5XbOa/tb6ndTZUXGNDxf2Yr2JMnvF5hu4YqycIEUZoJnzYn2/dy//93ul+lz0mAk2lI3hl7qDfG3q+ry/m2pCxs13KyfzbXqcvDiVjnoG5OvyUvqtnFVZluq+CX8IJPPf6gRtjn8Szs7Ufh4ExVoob3DopHF4SKmTDZHeqnIcaj9LCWt+hr9UwnObhPFLmX2vMtG+Mo7FQ+GaMtOHxUsZtmx63ZT5oymOq5MtZj7HOOo/OLU5pwfl8weOw5N/FanyW/BzkPL/EuK3LQT1eix82E2d8lvzdajXUcNkhvqQ0kgYdfNTEi5SwVRw6B94954H9vV6kwdZ6R3du72r91m6MU5PfSR/mibtON9w/dB6HiftRyd5dXfAK9pGzaZnBM7A0joxfgw/j3szDBRk76g7sHoYI44zH1ENljs/hRto4XUgz0o60ZKy82S5UeP45uT6D1xDEWYTMgRLmh30AxFg6HwbnF74PzYe6ES+2uocTvzn9TfgjKqT0MGQGU0W6z1W7OaKeJt4qrvFw7hPtE3s1zt9I/6jkNQZKFg3VyvN+j/CzvB/QnwbTcT93C9N2HxamR+QZ5+u0evNeh/koZajDDPW0vI37e0x8PkqZc1iPEQGn/yh0N7b1YaUxF+/+7I77t5vu42x6Lr7s13Sjj89ho/T3+V+cvUUQKTkwU0pJtOdN+m/VvDv/7aHfAdGfow/WjP+UkRntrw5ET/FlNoO7WsVgvcXVEUKkSeku4RD8o6SH5rGW6Rivj5LH+4U14r/m47TqMf5H4WJPmFYLq1CymtwvRV9SUmFzSkmJd8nq3Qg3vL+XmhR5phi5SUojt34X9hOoyW4r0mO+UhXPB9RJeb6b+3uFbfvHLNYzGzzf0RIAJaWUVDgfUfdOzzbFd+/S+WmduzSrc5dnxf8QL8T/Eufjf4sXrQ+zVfT1/xUvXpvXhStzOm8/Zy/OaNHf2HwvcsgG/6dqNMt4HJ2IH9LjuJIs0zEqbJ6U7hKObDciPf8XaXVPmhTP4+6NDQyuiAAAEABJREFU5d3CfpKojvg5zutpzGPy3U+mUZxj7tOk8dlvnS9H4TnSMWubJrwrz4QnP5KSuFVfNgp7q9QfNaWUFPynpMKUCptDlUIfstkO+3F9quxQTaPwwl0S5oQ+6bFcKSWV//9siPqKPudc/R9u14XnL8+5LpzThauu56j7ri24PjRR79lMnXiE4v/qs2KMbOmcx8s9BlnWhQ0hi/KVEXiBEXBxc/WRoizw7dfymO4Uc1Iuc4z1LpyZEuPvfPdRLlOhcI8/VRfj5MyblPMsA3X9/cmcx/bGvrbX98X3Z2en57mXcp6Fb9Sh55yiA1KFkZWMQEYgI5ARyAhkBDICGYHnB4FXX31V/8l/8p9MLBAbyZ10Y8GJA/8QPdA//tEf/VF3dyebLGEDyW/6pm/6EDl9kaLKsmYEMgLPGgK//Mu/PDHLn/jEJ/Taa69N7O9Jejh//rz+p//pfzoVCxxk+bg2eD0VQ9lTRiAjkBHICGQEMgIZgYxARuCJI5AZyAhkBDICGYGMQEbgOAIf+9jH9G3f9m3HrR9ovnnzpt54440HunsSDpiH+o//4/94oqg/9alPqd/vT+TnSTv+xV/8Rb3//vsnYuM//U//04kOKTtRoBM6Yn6MA7km9Kbv+q7v0tLS0qTeHpv7ZrOpP/yH/3D8P26SSL785S9rZWVlEi8ndvv2229rd3f3xO5feeUVXbt27cTus8OMQEYgI/DsIZA5zgg8OQSKJxd1jjkjkBHICGQEMgIPRiAVSeWi9FYsSp9fmtIsiyiPHcrF4rHY+Gt4IBaD3WthORuVsAkJm6x1tnvqbJl2erFR3n6nr+7+QCwQGwwOxMCAHvVlxtjEcNAfxoYo8MGmb7tbXXFQyY5VDgeDBzuNj/kUPJTP0NaP6v+8LIYrCokFcs16s7a5luoDzKbZnHG6odHGdcY0pSQJUr5eIARI8cLpXzRdrpoNtdsNTc20NOvyRNlaPDutxXPTYrHy0vkZQWculCr647R4floLZ6diI9DZhSlNO9+1p5siHxaNJDmPRVazqhNeuC/8SEUShDfKQpQbl0tUzNjbBcoYHUS5pewO7ZYXbAo5NdPUHItKLR/ynL8yp0vXFhQHcl2d17nLc+Ui7UrmpXMzIXutsikhsoPN3GJblKmWsWs0i4c+4C5JSikpFaiSDXqcV3LgxFU4vqIhNZqmWm1ZD2F3Qirsl7BSUrCOqhNeuIUIo+FwgpeTxAuP0Lhb/JvGeTkhGx++s+cpRtLd8pCOlLtet6/O9r7Y/GtjrSM2N6Vt293ulouwuwPRvib5V5Vx6xzCB+/k95Qz6pX5xWnXTbM6d2FOF6647F5b0pVXSrr66hldfXXJNK5a/5EzuhLvrL5ispsrNeH35SVdNl26tqhLHDx4dUHnL8/r7MU5sQnp4plp1xtTUd7bbHDs8l64XkspuZ5RRW6IfdP/+KAEk9skl0uoaEhRHmq1WZknUe23MEV4hJsks67xCzPva5Xyg59R3PYf+vvFi5uK8AtFmI7TSRhxEv54vI9TT1w1IU+thyfMQeYXPkf1js2hH1fvJ/P93o2HUemJK8iYwMeIpypNMD9OTOqwiWcUv3mBp5D7fvLc753lIwwwHQ+7jg913J64cYufyFf2f9/4q/e4DxrDy1qCL4kyWOqeyuc4BsgfMiPbOLYtqQGN2z1IX4VRWCXc8XieSiAyUxmBjEBG4HlGIGnU54n6GDNtLeR6Oup+6vVxPeaTUu1vTI363+ZoAxxPxFurjl9P+RX8mk/6B6E378hSy3Wkr2A5RxieFDPc1f5QK3OE77giXtRxHqx/FLCFPA4r4kCFHFfIh2p+gg+rIdfdVPg9LY2H5zDquIj/CE/wZXoUMucw7oNAfpURyAi8cAgwbg2xAT504EGjwuNJjHFNeZ5mzmPojDkzBsW41BWPX129GzGmZft6bKse/7r88qLYrJmxK8bzZ+baKsfjC6UYiCkhJ15HHeNXHsWSXOf7DjX0NvgW82U9j9cxR7Wzuec5qj3t7jCO11Pf9oP+wGN5w3AX4ehpvSyNb7hjjBJiHoF5OObgkGlrYy/GKhmnjEO5ukPLdiDmEXCP3+QwfAsV8zgdsfNYRKSz5yB6DqfelJKwO8YPAlPiBl/4ID2kpCPh6Om8kA1+UcGGfAKeqCklMS/S8vzIlOeW5ubbWjwzE+Op5y7NRf5krPWyx1zJr+NjuFc+sqTI7+Rvj9Mypksexw1uL720qAsen2VD3QWPzc4utDXl+SYO5kqFcyAMmTHDb4NGV6p0Zi3wLVwWoJSS03gY876kzbbzwPbGvsgL29bvbO6rs9vz+77dHShkjcAdoAO1d8mqHsNFXLIsEb7jgF9wbXsud9aYIj/zUmxKzPg1WL1k/F5yvRAYogaOZ1TWDw+hjoVFelx+ZUlXXNdc8Hg5dc2c58SmqvHxhuuzlMrxcU/HI0GI8RggeqJBWkTVVDjvNRryXKCpOUYt66Fxu3vp8e93hFWHe1zA2j5Ux4nbAn/HyeHE99K91DH3+CecCDNpJJOegusIT49T3qdA1sfJwhEcSeMxLEn/yLvklTpfoJ+Exv1ZT5iRpxxPxF2rjvtRyxnhO1zqf/TES/wjmU4iB2UUqt1aBvwTTh0uYT8K3gkHuiuf8ADVfJxENa9H+KywfhS85jAeEwKPMljn/fHg6Icxv96n37k/iP+2lX2bfUV/xv3P7t5A9Dnpr1VdpjIIwnLmLKr+Ef2NqamGOIiLg1zmFqc0M9tWy3YN2vnIa3gqvT8zT7Pse9TWWVxFObc8lCWo0VDZnqM2rb8f4QayG/wWDifCSyrDtaqHvJLDqMMk/BF/jnPU1lN3QON2d9OP8VqHSfhyHA/J5j29E37EZWzAKPi/G293s0MmqH5n/gkDHKAI17yHWoVf2G1Nzfi/m9SwWjjfQriNdE8SvOn4Zftxq9pYq7xLKSk5kMJMNBqFGk0oqSCesfgb1h8hZIHG7Ruyf6mwmixDUJIE6dFcyWEdp8JxEScUPDr+SBvUcf5OoscPZLeEF+Twa1nG4340Ej37oYzXv6EnjcDM+bTh/NSeaWp2oSX+Z7l4fkpnLkzr7EXTpRmdhS5bHaNzlT5Uvz9jWrKf8r+abc04rKmZhprtQoXjSM6/KSWpzmj+vg0+9PAXwUKOQqlQUNGQoFEes7nh/HJfwk1F+CXPpuTwatLzfR2RtZIZDIIqXAK/cf2DMB1/P+7P+hHGpBnx1ar1HybStdzIGfllnGfqz5rG7dHfzd5ygRFh1eEel6W2D9Uy4xYsIm7810Qc9yDcF36XILtPDifIgaLKqh4KR3vmHoUrpYSFVUmUtcZ4W+QyXtgypWR3dlDdNipV+gcqdphSUkpJhFWHXziewuEnh6+kR34RJPEVbk+bzUb0O6c9Ts741/zStBbPzYjx8sX6f9uoD/y/+nT1f/W26NfG+Ljr2ZTSI+c/B5gReNYQKItBEmpRFC5zTc2wPsTj7fNnpjRrPWPuDZfJlJLkW6jiCgOaIPoR/f5QfG8y37G73RNrnXY9rs63KHrWXfV6Q/HdGp5ehEeWMSOQEcgIZAQyAhmBjMALhMBpN6oDIjZE7HQ6aJ9Zeuutt3Sag8U++clPan5+/pmVOzOeEcgIZAQeFQIcMvW1r31t4uA42DAlxikm9vroPJwiJDZE/uhHPzqxz8e5wevEzGQPGYGMQEYgI5ARyAhkBDICGYGMQEYgI5AReJEQyLJmBJ4hBGZmZuLAo0lZZg3r66+/Pqm3D8U981DMqUwS2c/+7M/qq1/96iRenqjbfr+vH//xHz8RDykl/YE/8AdO5PZxOrp9+7Y++9nPThTF7OysvuM7vmMiPx+G42/6pm/Sq6++OlFUj/MQuy996UsT8fKbf/Nv1pkzZybykx1nBDICGYGMQEYgI3AyBIqTOcuunhcEshwZgYxARuBZQ6BwS9VqF5qebWpusa25pWmhsiAzFlPONNVsFSqKFBt/saiLQSCxEixsdLhWTArrQW+o/b2BOjs97W53tWeVxWL7nZ66+331/X44GIZbe3mkN2wR9qA/VGyYYj72djnApKedjX3tbna1Zz7gAfY9RiIEKFUdXiyax4FtUkpKlp+FsQ1jMTXd1MxsS3MLbbFh3bT17amGms1C4FSkRJBKytcLh4DTnjzQaBQir7CxzrTL1ozzyvzSlBbOTmsRYqHz+Rmduc/i5iW/Z0E0GwPO2S95LcrkdEN1mXR0hjipVK19wI27lOy+SJFXk8u/ksvt8CA2xqTslJsIuQDoHpdfxaF89oOLhvM9i66pM5Dt7MVZxYFcLy/osunCS/MaHchVyY1sS+N6ywoW+J9bnNK0y1Sr3RBhsyg9JTMJo0Q4CYW3JLynZNVyWynNk4RzErfGJdndKPxCKqCGLMcxatl8EmranSk5nDpcR6HEw0R9Z+Wud7jxA7/w0XA4H6B78VC75T16ZDAVUMULkTp4lEyPEYHA2A/Skba3FwdydbV1Z08bt3e1td6JjcB2t/ejbet1B1GWYamI/J6UkgkLpXjycHYV7ylnM7NtUcdQJs9enNOFK/NiE1I2ar0yOmjrbhuOLulqtbFrqLg9Qktio1c2h2Wz14tXF3Tu8ryIgzqAum12Yaos79GGNsxToZQSLLqPcGBy/QSzYfNwD4KFikKOx9SQokzUKvn9ftSs3KPix1SHRbgQHNYqeiUJcxqLs8CfqQHVYaHejWo3foc//ByPk/Dly1H5+XjvUVyODP2IKvlCTvMMj8ErehP6IMsRmKNijzoJjftBbyrwjwoPlQofI97MK6hUCtpHSkcCcyQRL7xA8GMKme+Xt+72znKN0txhgClhj8cX5rvECda134jbYd1Lrd1F+OY5wiQSh4vyNNJ421fzi0q6Iw8EBkHIDr6oEPqTEG5NhAURdlCFS6U8jfBknjICGYGMwPOHgCtd35IfUd+jus2i7aKOrtWo991mRptXq67Lw3w/ddwtetN4/4L6391qoSbiNukpv+ATFlGDwMt8B1bWg1VgZ1mP4HPcPAFudXgRh8NBreMO1fHXPKGelggLv6gjskzEF1TFDT8hp2Wo9R+Q1W6P2NntA83jfqyvwx6P+3hegU94zpQRyAhkBDICjxABjxXxbViOY0uFx+IZh5+aaXm+ZkpL52ZVHsi1qJcYu+IwHFN90E6t1ofucGjXlY8s6cpHlnT52lL4XTo/q4WlaTEePzXdVLPVUEGnQIeXR65sMDN+xu1KP1mT6LhY5ebQMMbrmB9jA0XmqDqeM9vf6wt7NluMMfkQCB8a862n7ErBDxKDPXOF8I8syLS9vicOYRrfJHLQP4iNIhHP8KimCGjsgX0YicIR4J6xUA5G6PUGnm/seb6x6/nG/VDBk3m+/b2e+n4/HBx4Ns8eI5Cn+1FyaX6tCTk9zwKWIYMtkvNZgzzt+ZHpKk8zjsohWucvzcfYLeOsjN9efsV51nTF+Ry6+u3bgUgAABAASURBVCpjuEsib0c+x8z7ivBD2eAQKMJkTmfKcTQ975mSwTdPBtIAoqkUtH7FaykpJVPFY5I0dBp3nZ8jD2zux6Fz5IMt8oPNe7tddT1mPfCcrcXzeC8B2iO3A/AtxUOP7hqLgkBTSvKtRjOJ8jxTH8h1YTbKOwecXX11US+9ZvzqusKYXnWd8FD06tJhWjjcSB/S4uVFj5sv6eKVBXEo2PzClNg4njnFoijMa5IOPCdvOQIzC4Fq5bm4SQsEQU2FZJFVNHT0AI+Wzc2K0N+N6vf4RW+VcJLDVJIi/DFVvmo7Z2FFvHaLn4b9NggDGtdjHqf6nVW+G0dhOJw6bEfzxG+LHTzUPD0WeSuZVUcWMT5fD/BDItSaIs1Jf8tPvhnlH9tFHqrV8XxzL33tFtVEWBG+wybNktU63poP1EdJdfgRl3lAppDjOM93K4PY1e7G9MhBOMhC+PD7sNmEcILAxEQcEPE0xuIOPeYHkfnGf5DDC/lhEoLhTM89AqOktsa9suiv0lfhP2RdDuTq9N3v7LpfQ99mP/7v1q3/5+a+G31h+qolUEmRP/0oXHj5z1h7qqnp2Zb438v84pSm51ri/2SNZqHC7nzbj/2putzmV7pnQgn+q7JTWIUoj5SpUR3SkEZ6l7kj+vqd1cJU+yWchymP4/0leARMVMIkHoi4guCJugIVQn834h08Wq3913wqEcMhkYzjPBy+OZlu3C984wuV+KDgu+JlhOfdeMbO/IYb9PYD7zUFHk63Wg17myP88JcUft13bkCNJOIviqRkd37q+JXSUZvaWKvx1gbcJcIhzEbheKCkwvEUjhuiLg/VZvRB6CHkQa2pIRXmyUGKsJXEXT106guPDgpFhDsix5VMxAleheNHbYzxM9LXdvdS8cs7q3U4hIselXjqeIOR/BghMF7WSoySCmeCZitparrhcaGWFs62xcFaSxendebStM5y8NaVmVJFP0ZxGFf9zm7xs3R+SvMcqBEHcjXV8jdzg3zreJQUF2UWXsLwkI8qSJXyKNSikOVSfCeRL0Z5q2E78s7dqH5nlXJUh4GaHB7hK+m5vUI+S4daE7IHGRNXOwos0UNgWKvoH0S1W1QTYdVho6YKY+I2G6pV9B8GER88NczbKL8cl4l6dJzq99jVequEAyGTnGcIe5yQpzZTLJA/iLghhxE8jOtruzE1+f0hJRFfULI+EcvpCK8OQimlksxkSukwMGuT7QpTw/2zhjMHhDmc8R469CEbx0w6aualKaWkRD4wFdQZpgjfcZRh+70ew5WSCL+BHK6v6HdOzTRdH7ajLov/q5+b1lL9X+0J/68+6st6fDwZM+UrI5ARkIudUUgqXM7b7n/MzLW14L7DwplpMeaOHeU/uT5IKSlJQTp28V3Jt2iX79Cd8jt0d7unna2udja78V3KgVzMgeD2mPdszAhkBDICGYGHRCB7zwhkBDICTwsCH//4x/XN3/zNE7Pzi7/4i3paN3g8qTD/+l//a73//vsndR7url27pt/3+35f6PMjI5ARyAi86Ajs7Ozo3XffnQgGNhb+xm/8xon8PC2OL1++rO/+7u+emJ3l5WVxKNfEHrOHjEBG4LlAIAuREcgIZAQyAhmBjEBGICOQEcgIZAQyAhmBkyLwH/1H/5FmZ2dP6nzk7p133hnpnzYN81DMrZyUr7W1Nf3cz/3cSZ0/cXdg/+lPf1onYYT5OOgkbh+nG+bGJh3X/S2/5bfo67/+6x8nW6cKmzFbys0knvkfHIdyTeLnJG77/b7+3b/7dydxOnLzH/6H/6E4uG5kkTUZgYxARiAjkBHICDwyBIpHFlIOKCOQEcgIZAQyAocIPDJdkZJarYbY2C02BFma0tzClGYX2rExCIszm+2GUiNJBwcqNxextubA1rUWlfexUQkbsO301Nk2WeVQrG6nr97+YLRBnhwefh4lHehgtGEKGxqyEdzebi8WprFAbWdrX+UCtWFEn4qklI5xcIB88YgXvC8XrSaxMR2L5aZnm4HRHDhZ355qqtEqVBinFGEmybfy9UIhQF4h/RvOB+SV1lRDUzMtschydCBXvbj5/IyWHkR2y6Jo/JLXjm8AmlKSb010JYWf1EC1Qc7vLovD4VBs+jhkEyFnfxclv5FKF+UTOzsV5Rx38sWmQlPVIu6FM1PiYK3zV+Z06dqCLnEg19V5nbs8pzMXZx4o76LlpR6anm2pZewaLEg3lmA6sZwqr+DcnlNKSqkkKemRXuBVBegoBBWFVDQqYjOBltSA0J+Uav9Wk8MjXEipiswK6WHlyB2v/fAt/BX2D8VmB8QNHxD6e9Hd3jscwguKwDXOivL1GBAwzqmiA5fR3n5fuztdbd7paGNtV5vre2Iz3w4b+XZ6sZHvcDBUSslUmJLkWzYrrkQxLnVuq1rtpihvbAa25PJ39uKczl9Z0OVri2JDVw7luvrKGcVmoWwgyiaux+hKZS43fV0SKv7wf/nlRdcFppcWdeHqgs6PDuSa1cLZGfc32pqZbatdtaHUncEqZaomOEavh78IG2o0JOhIuWja7n7Uust7h2MYR/ASds0l+mRDqNZEuSmkBmR/UR5r9X7x8q5yB78jcjiEqUQkJaG17rHeyEMEqEHmI+o7Rx6qzSNs4dsEzyN5bQ79mFwjM3bgPE7YHac6DFQT4Qc57poHsIHgNcj8+Q7t43gEFg4YlTxR83FEtuNynMBcy4UshA05mtGNTNgF1fIbk0iDu4VfYzv2LuKwH3iOcAjUMVSKdb4fURl0SA91121erUZgZhS+4R9C9g/gjtxjMn/g/V3eFbYLbMD1OD7EGZHnR0bgQ0MgR5QReGERcJWr6O/Ilw3RJlI310QdXVHU79aH6np8pNIOjNP4u1pf+0M1RRtQqREncZuCF1Sz8zTetInjfGGGaCORY1wu8MF8pO20zNjfl8bdWF+HgRpUp41V4oaO8zRunlQf4TkNUEMmx0P/a6Q3T/S54SVks5l2PfR1eteq331A1vG8gr52O67aXx0m8UDEH1TxRl6Bx0nly+4zAhmBjEBG4EEIHHikyOQx7Hp8uvD4MXNY056nYWx50WPu56/M6/LLS+Jgoqse04rDiT5yRqEylmV9Od5Vj3uV6mWPZeE3DsnxXNnsXFvt6aYYA6eevzd3SVHvJ7uoydoD89nr9cUc1fbmvrY397S7vS8Ok+p1+xr0PSbvMT/cPSWf3ub62I08lRU88k1usUbzcMzBMV65tbGnLY9V7nqccs9zgf3uUByoZfE8AVEGcASj0qrErdZXqhyJ75iv6HcHqg/9Imzi6nh8FEyJu+f3A4+HOmOMwkppjOk6zKdFNYjIZsViHpgMjwEdGijsYb3heZE247aeW5qrDo86e35W5y7N6YLHVy++tOD8vagrzq+Mw159ZUllfj6unhmN1V5xebjkMdoYn70wKzYHnZuf0rTndpqeIyZecxL8gOXd4MJNSkmFO1+UOwAHe9KHg9gYp+YwLoj8sOP83vH8LGPaAw5NQ0BxHeAVjZTi1iO7DggJXE3WOniZZSXzHLi6PDNfh/wcTAYeFz2XVdcTUUfEQVxnKkwfQh2vZ9A73NHYudPugufOOGiNemvKfDWbDTUayfyWY/gHQwuAPJC1z8OdSJBKEPROFhUNWW7TeH8bfesudtjXdOw94RSFjJ9Jd7mSyne4MYV7xx0qYVr/gW8D7I9T7Q7VlBzWiOo4rOoJXRE1DxMY17yFnOY3VGSy/qHkdfgy+X5Ckn440YIhMaEGlhYYNXAEQxP6wNL6UMH3pFT5IYwROU+N8rLjI/6a4KPWP7RK2CbCDJmIt+JnJAflDLqfPGPvkYFvb/iHImzH8SjySh0WcYyo5muMhxHv9bv7qPAYZB4jfIOKaiXfLwICpDtyup0dui9GX6XXGyg2Qnf/hX4nfZod9+E7HDC6V/fdD9xfMoXfJPJMSkmRl9ywRX/D895syD63MBWHcs3Mtsq5cPfxkt2kVPrTs3ClkslKGRksgiyKRuWxrj9q9T5lL8pp7c5qiZ0UalKJqRSqTnjV3cxaDW9VWBFuodP1Nyo5kPNu9VsionhY47zkp/MHz8mo5rtWw7fDBWeI+IuKl8AP/YPqvuo9/sL/GNYRpjGp1XhPmJDdNZpJJSlwK/zNjduUUqRLSlZ19ysdt8bC5Fvyo3DGgRouD8RROK7C8Y5Tw+YP/Leqkife8d5UmFcoVbKIy3H4RndqCv/xKIOI8B1HMU6OO/JEpY74wmzeRua76Y+7sRk5gsbiiHjNh+EWVHKTnyBwWFaSUp2nWoXaMw3NLLQ0f3ZKS+dNF6bjv4pnL80oaOwgrrNj+jiUy+Yz/K/Rfhbtl0O9Zh3WlMNsOuzC5aBwXElJXIc8YDo9RWg8Kkp1HmhIRUWRn6wP9W55atyudodqSg4vKJlHk29rnt87VQKihtyV/IVV8ByVWzAzPifCFLc1VX4Ia0SEbYr4qvhrhOGj1t9FfXRWjpf4x+UM2eq6s1ZrOcbVu72znIQH/w76g3zaMt5Vco+wsD/qc3CO+MfjOabHHZTsJyjCSkopSdwVoddprsp/KQcGiaAVV1JyeS5crhtuhxpuk9AXtkvJ75Qkq7KiseuYceyN7DSZrCYT4ZgKT1YSNnGU4UvhSI/2ClYdX8PyUF+1phqadv+T9R8LHt9ePDst/pO95DHzE9G5GS3YT/l/9Snxf/U241auC1OygI+W/RxaRuCZRYDiQNlu8/0339LCmSnTtGasp8xQ/st6xSIm011uxn/7/YP4Du34O7Sz3RPj7BDfoqix3slzLZ4+uEsI2SojkBHICGQEMgIZgYxARuAZQOCBLJ49e/ZUB0ytr6/rJ3/yJx8Y/tPqoNPp6O/8nb8zMXuf+MQn9Nprr03sL3vICGQEMgLPIwJDDxj0+/2JRONArvn5+Yn8PE2Of+/v/b1qNj3gPCFTX/ziFyf0kZ1nBDICGYGMQEYgI5ARmAiB7DgjkBHICGQEMgIZgYxARuA5QODll1/WlStXJpbkvffem9jPh+XhlVde0e/+3b97ouh+4id+Qnt7exP5eVKOP/OZz2h5eflE0f9n/9l/JublTuT4MTp6/fXXtbW1NVEMv+23/bangvfjTDNW+5t+0286bv1A8+MoM8ydTjoO/E3f9E0P5DU7yAgcQyAbMwIZgYxARuCECBQndJedZQQyAhmBjEBG4IkgwOJSDpJiARgbgczOt2JBGAspITZja0011GgUUio3AWNTNnEdSEmHl1+L06c5DGTQG8bhWywG4zCuvZ2edrd7YqM8Nmfr9waxYd+h70ejY4HaoH+gXneo7t4gDt8i7s52Nw4t2d3q2b6vQZ+dzKSU0ohsEtcBu81ZtnrxfFEvVp1uamqmGQtW2UCFTdvACLtmuxDuUiI8SUmnuohzyIYv5g+MevuD4LfEsWf8Stq1PLtbXe3UtGn95r5YhFcSZpPf4w73YNBxOrBRIeG+3p24AAAQAElEQVR19/rGaSAOUBsMhopNHy034p+K+VN4Ir+QFsgJT/AHryGX5dne2NeDqJYXOTvOY4RTb8JYynQgcIU91MDX8iI37sABP2U+6TmfdmNRY80D4dc8oO8YezDEH/7hnzAJO7CzxrcibqflcDjU0OmJu4HLBfH2nf9LdRj431s/0MB+wq95HgwOotyAW8SFUGNEvEPHiXt4g0d47RiXHeeRbWO6YxXZwAuZkR23+MFvGTYZwQFHPrZ65D44GnWV51ORVC4gTaPsP87PSEaXTTbjhErZDiqZXLOYd7Bik83eB8pvdyx/72vnHnmDNKpl7JBWHFLkvN435tRNQ2OIjKWESeVVq6Vp4ifeIXsEQ7AEU/DfZ6HsjnnfMs/gj2ravQ+VMtg9/Ns/4cD/wHmA8OHfUcnQB6EfJ2Srsccfde7ebrfM29v7zt8meDHdjQ8OLgwe4NE8UCY7lqHcKHYQ9WfJh9NsPOKsf3wIOFHBnHxFntqt0rHj9CFd9l1eaPfIe6P84WZbzpe+D/mygXJKe8VhnLT7C0vTOnthTucvz+vC1XldvLogNiG9fG1Bl0wXX5q33Xy84/2FK9ZfsftQ0Ztqf/Z76aWF8If/yxzs9fJibBCLnncX/f6C3Z2/sqDzl+Z19uKc2Hh06dyM5s3L7PxUtLUcFkb/pCgKicxuDI5WPproApehy9Bhmehpz/ma/L1rPMn3dysP2FEedsfLi3GnTOy7biFNAnfXX9T7MAW7qBGn7Sm71IG43d/vu2/iuF22YyG9eeg4vJKPqpxS9mi/eQe5/O7ZPfF17Z9w+rQrloc4Rrg4fYkbIv5HTk4D6pYgy0WeBFPkhx+whTd4pN6C333XwVDIahk6lgXsRmTZj8gfsruOqlW/BxvcjPwYkz33ZzoOu8z/fREnccMD/Ayp680jtRR4QHqM+IAJeBA3PMAL8nfMJ/yTjyYiy90xXmCHbIQ5rNIbWSDSl/SPeP0ON93uIDapBhfyTMdYBXYOb9f5/AgPtuuYv4hjLC8THvJAxBFk7EJ9wg/kron0rNmBZ/JgjXste409Zfh+ZRxcwo3Lea3ST+oYv3viU0ee1YxARiAjkBF45AjUdT3qeODR7rmNp72NDXLd7tFO0uZSX9N2duq+Bu2cqW4LqOtHVNl3rFLXQ3v2t+e2lzaUsOjL9Nzv4tuU+IaOl74ePMATvI0Tdk+KjvNBs40d/MDzkH6C+47RV7BMNV4hr2UeYeZ2r7Pd9fdiTe6T0X8YUVfjmJW49aJvW2NGetAfIX1om+kHD8FurGMxpoXFicjdUZEGIZf7eoRP+hAX8tEXgIdSxn4cdkKaImsHWZHxODkfRD6p1bofWqu2D7lRa7/j+cX9KOIkbniAJ/omwWfVUSc9ahrvw0wkfHacEcgIZAQyAiMEaEtKOoiatvC4NAfZtNn4cLat+cUpLZ6dEYcXna/Gr857LKsc05rXhWP6i4xrefzrEuNg18r3+OWwnoUzM5pbYKyqJeIgrpTc2vrWkYtWCouxF9bC55D5Ko9N079gLL7rOR/6GdFe2n7g97QdbuQI4JDs/9Dw5HTIcNfYLTLtXtf9i47HF5hD4RAm+ly0vV2PVzIeNnQ/JORzatXQhWjxOAyZd5hoQ93Miz4EbXzXbW3HbfD25p7nBPaiP0JbH21vFTZ+HDzeSzJvpebpeyJnSkkF1CjERrnk3emZlph3nF+Y1uKZaS15rJQx03MeP71wecHjswviQK1LHm8lr5bqou38zuOt5OMLHnO94Pw8TozFlu7tnzzu95QLxoLPXJzVguOanW+LOeJmq6FGs1Aqyrlg0j6gjIfiSklKKVXkkTcn1sDpQH4mXcjjHeeHun8VecF5nrQcuF9IXiBc+XIwfj76e8QumuTwTSklFUWhVrshsJ71GDSyL52f0VnjEHWE64ELV+cU+FF3GKvQ303l/YOI8Xa7Ae+of2wGd+oXiDpmfnHa6d4KvtigOZlHg2tgfZv/Gis9JxfyUF6hKOOuA6lD6LN3XM7LfLMvxvFijK7uk99Trb5R3Fcv81o/5q8I/whkqTRhP/T30cDx9pwviZt8i9+O+/jwANV87I6+hfZjfo134c7fFvDMWD95v8zfw2qu0wnn6JzlIimt/XBuy0icskqEKCN5KaP+fu65vr6/vN2QE/k7xrSUtyfwiW8++49vHocHjnyXRUtMZDUR+ThhP25+mvXmFQxrGmd1HEvGCUZYuo0Cn47rvcgbzseBnfEDx13yUJ1/0du+UxNuyXdVfup2+uo5vGjfnEdrjOEDnlAh9DVhPi0dDA+iraUORybaW2QJvmuePV5+ZG6stq/UuqzS9uNvz/JE2ajkGLi8gV3wCL6hmeyBrPig/YDXHmXXWBFPxxgS90nqi3BjeUKFf/vd9xwT9QDlmLCJY8QvkWZ6/hFwvjxwJ5L0Jy/sOW+RrzqU6Yr2XEa7znfU9eQR+uy0Z/bme7zOT+5rJPHN0J5uRPvOd8mcvyU4EIE+SNFIIk9Dqq4Iq9I/FUoyF+NUGWW74Nsq5YTyDSbUWV23D4ftS08dly+IemG3qvtKfTfaGd5FnWlsR+XQ7VS0MdQb7l8Sh6MWcULo70e4qcm9KA0NLOlF2sLjiD/zVvJy2N+gHrkbUV+EvevtPfsjLxAO4SE74TsaogvWIn7rUK1MdOOnJjwiPxQ4u02IOjryZIlh4EpddheKutn28A8hb/AO3q6fSS9kgMAcM+nQcfi4hXZIN4fRQXaXC9wgM/yALbzJeWGcZxuFWaGRRnodXvQd6jj33GYQV9BW1/0/yOlCXe24kSPwtx41ZEFv3uAL2rNMYEOY8Eb4QWXRPIz4BDr4rUmWYaSnpDtP0i6Tn4gL7IgX3CD4II90nE+CjFvIZV7h/ZC6gu9wU7u1DLRpfEcRJmPrxEFcQ38/gTWECDVPqJhfZDqOwYHTKW6n/dD1CESegMi7/f4gvhMG/P9ynNyvLd8P4z36ge2CqnBGed5hHxBJBbyzSaU7peIAQg6rdQikdc1z5LMj9avzT5Vv+B9D0Civ+Z31kbfIUybyZpRd1yEhl+WJ8oEMxFlTHfmzqFoGMKwpRHA6oYLl0GWItKSv2zOWlDFwocx2XOdFWwSmYGf6QLmlDNs+yi0qbl134ZdyS3iES1r1jTPjX2BM/GYNJajmDzUsHsODePvO26R5KV832ty6/hnVodSjY0RdyzvU3TF5CQPZwA8s78YyZWPofIUbMCBu2kn8jrA1ZiNcI3y+raGSv47f4550wT/9cvLr0Gk33s6O8Bxp7sbRoR3ZAEwIZ2Bcgj+PUxJXx2kZuFT/n96xih31MO6GlgmZIYoLoUbaEbcJvRVbJ5qLIBvcRTyI/sfAvEec7j8iF2FTXoln23GFeo//PDO2Cu1EW1hj5G/y+G4ZxH/Mhw4f2eAv+iERuR82+Fa8G0rgR9qAZ5Bx6Dufkk8eTIPq/+oHGhiPgeMkPMJWDYqj/LBuZEXukMd9xp6xpfyRZpGmlOftXpXnuzHPzX/jwbqkfZVqt1Td7yBNgpwfOvbbcRiEBREu4RMPmBHvwDgEBgbZ90OLThghV/QxDkQcZboMYj1H95iM8AWPQfBrvqNsjclyKDPyHifMXeHmUO6uCG+vkv2o3MPg6YjMFKyHlvz5C6DwOHqzVWhqpqlZj7FzEF69pqjFuiu/a3i8HXeiAjEECfIjJT+sHzp/0VZ1XU913IaTtuTZuj4g/amfyjJoD/nOCGQEMgIZgYxARiAjkBF4LhH45Cc/qTNnzkws26c+9SltbGxM7O9p8MBmg7/4i784ESspJf3+3//73b0u+9MTec6OMwLPPQJZwBcRAQ437Ha7E4nOYVynaXMmiuQxOv7oRz+qb/zGb5w4hi984QsT+8keMgIZgYxARiAjkBHICGQEMgIZgYzA04dA5igjkBHICGQEHicCc3Nz4gCrxxnHhx02Byb9wT/4ByeK9t/8m3+jN998cyI/T8Jxv98Xc2Unibvdbscc00ncPm43X/3qVyeO4rf8lt8ysZ8Py8Orr746cVSnweBBkayurp74cDbCWlhY0Gl4x2+mjEBGICOQEcgIPH4Env0YimdfhCxBRiAjkBHICDzPCKSUxIKvVrtQe7oZh02xIcj0XEszc+0wt6caYtEYi8KSDi/W2LE48NCm1NX2LAAb9Ifq7vXV2elqe2PPtC8W8bFocDg4EAsLIww8ld4f6kl4LIBkAdr+Xk8sUOvs9LS7bdrqOu6u+RnEgkEWiFp8QaoFgw8TPBEW9o1mEdjMGpO5hbZm5qGWpudbmpppVRulFUopPRTveCZOFld2WVxnvlkEub2xr821Pa3f6ujO6q7Wbu7o9vKObt3Y1ur1La2+v6UV6D2rNWE28W71+na4xc/ayk6Es7nW0ZbDZYFlLNjbH2hAegwPDtMEhh4zkQdYjI2cG7c7gr/bN3ZCppvvbunmu5tjhBmq7N6pVLtDfuS8bWw27+w5vbtiUexgMIzNpMC1TlPyJO9YHI/84LthPEbYOv7A1vitGM+bDv+m+Vh2fJjBEV7xR96CfxbflnEcBI6YyePk9R3jjHt4g0fS5GYV5k2HedNh34uID15Ic9J/q5KN/DEgvSyUb7JypBQ8EDc8wRs8juJGHse78t6mVizX6vvbzkfbkbdYWMwBWbGIljwQoUmRo+Oh0ZVsS1ZPKYXdwBhHeev0Y9EuWK7d3BVpclS+LadlTZvWQ1vOw/CxozsruyINjpDzK7iBQeBmvm9ahpI2qzDGVYdvN8SNe9IqcHMa7Lo8sXAYXgfGzhk9+JflUVylPKGd5GFvQAHV+JO3Ik87vdZcZkn35Xe2dP2tDd14a1PLb2/qhgm7G29vhf6GzTXV70mn28Zyc33PdWhP5CnSl3Qi0YlznGpR4AOiLiFtqT9Wna9L3LYU8TrvLZvqOG8EH2O8VHziB/5vuc65s9qJeoM6g3JEHIc4TgJadvtABJyvcEP5Jr2hQf8gNlfodvsiL0PUZZEnXA6Hw6GT48CET0V2qIJxdnHDJsVGYI1GIQ7jov3iAKyzF+fEZq5XXlnSZQ7PurZg87zYfPTc5dnYkPTMhRmxOenSOTaDndZipWI+c35GQXZz9tKMztvPhauzuvjSvC5dm3eYC7r66qJe+siSXnrtjNUzuvaRkl567ayumV42vfSRs7p0bdH+5x3erOaXpjQz21az3VBKKeQKKeIhyxS3NQ+4k+zfbl237bttjbLpOv+265xV52vqi2WXz7rc3Rgri7V+mbJiWq7rH9czlCnql233Lfbdz2EDi6HjoFyYXUd6EBtckD77jjfq5M2uNu/sa81l6ZbL9i2XS8rXTYdHWRsRZtPKe9taiTZ8x23/rtbdTm6t78fmEZRD0n/gfpalCxmJd0SFWbDseoQXsiEj1Hc92usORXtUblDXcxvQi37epnncoN9ifpEVrG+7faZORmYIuVfcDkE3LetIdmO88ip1aAAAEABJREFUTHqYxu1wg1vaLrAn7WhrqJdIh03Xt9ubxsb9vSgb3YHABl5rfIoKk8Co1j8ifIiHOrfrvEB7Qx+rbn+py2uZ7pfPbrgert3hB7zuuO8Xab7dNdZ9DQYDp/WByzKM13ls6HcDUd9vg71xp00Fc7ACN/ADT8K/4TxOXsaeup00Ir0oG6QlctCHJ72j4DkfBWZWBRH146a6nI/FQ9TBB2kH+R08wis87+/2I/+RH0L26zsCxxsuu7S9yF3SVrSDYFFTab8Z7fT7b27o+tsbAjPy6prrisDH5Ze8RVzESdzkLTCBL1SzlO+MQEYgI5AReAgEqE8TdbwrfdptCDuCpN5l/IDvOepjxnj43qUPQN1PfU3bSd1d9zOoy4PoX0D36l+4v7XqdoN2kX4L7e+6+zL0aWgfO25jym+xYYwv0D7CW9GQan6Tea5JH9IV8R3Hy+Zok9yW1v0T+qL0T7bdltGvoF1Dxrti5nGDwMz9s2UT/YeaaFd5Rx9i1ZiBdY0Z/QnSYdN9XdKF9NkDN/eD2UCPb3D4gaL9BCNjhjIJ0QYTFv28emMq4qGvTVrRB9syD8hI35m+YshJ39t9f3imf7Tq9EYOCJlqGVHr/gH9Jczx3ljgdtVy459w6G8QPvFs0hdl3OFIX/RA8Iu85BPyTKiWO9LO6iSyZ7cZgecOgSxQRuAhEXAtK8bN2AM0paRGI6nZaoi5rOnZlpjHWTgzpaWzHsca0ZQWz0LTI/t6TOvcpVmduzIrDuWJw3PiYKMFcRjS4tmZ2EyR+bOG54oKx5VSNVYVY0G692Um6cfQJtAODjx+F+1Ybxiba/KNiZl3dnoYjtsJ33I0h3Yfsg5+oPFogydbhMrDfQ5k2Nvtamdzz9/le6JNZl5k3/Nzvf2+GDM7sNyklb1K+JNqRVzICaEnzgOPOw0YC/X4Dm39jsd8mHfYvNOJuZ+uwz0w9ulIKPgu6YDIzBtKafO0PM1xkar8Wmhqqhl5a+HMtBijvXBlXhc9Nnv55SVd9fgpY6cvMZ5quurx06tWr7y6pHIcdyHGXi9cnXM+ndVZxmbrcdpatd05Dpu6POex3vlwf8njv/i/6nCI5/zlBXEw1MLidIzFUoYaHj8GOzAOikTRPS/SLvHW7khv0mdvtxfzs/Tdu55/ZP6JNKVPT5mIPpI9+cbnI6MDGB+FRibQKJcUxp5DMlrGnXpixnO9c4ttzbuuWDg3rcXzU6Zpj4ObLpjO34fG39vvUk2j+mZajKFDo3rIbqiDFuxm3nES94znndvmB76KolBhHlNy/TLi2kiVYuhZvixSsE/ak6fIB12Xb75TNt1/p89OP5s+N/3wGEP1HNUNj2OW5PE8j53eCNqMObVl66Ov7m8Y+umEwfcOdQZ5LSL0g7ghGg3y5+H30b421/bFdwzzcPTxV+vvBH8/xrfAmMr3EPzBJ9+efAts+rtxx99Z1Hldf/v0+4OYE3CqiTiPk9l55PfxOMJcmIO6PJovvpe2zSdYIy/j6rW8Nz1Gf1zWMPsbaNXfP/HN5+8pviHxTx0/+kb23ATtl5IzqeNMJpngQY+6cD9y5A4DhF/IxU/IUFgGKFkG8iwyDtwmUZeNsIxx+D2te66HvHfL8x/kDfLITc/rRN4cyz+BaW02tjerfEs6kJ8II74tHe622zzKxn5n4L7CMPKUk1PwE2T+4DP05vFQkpPrkGvg9EMm5gRIV76j+c6F9xt12WNsHarNLnc3RrQ5mu++4fGWFcsFBuQv2mz+g0H44Ddi0xrfJ2K0lg8VfhkPom0Bn3XP8RHPqsss3/CM/y+PeNzUjSM82+x3h+83Yn4A7MnX1Bu7nn/Z7/SNt8uw+yBHmpITcZsdPYsIkBcjf7lPGXO57rvsRH923/3N/TiMsOs+Z4xrubyQl127KgqjuFz3oUAOLLkSKfyd0GwV/iZpif/azS1Naz76WC3bNVTYDc5romzfTV/bPTk1KTly8EnJukJKyapvMKD+iDLZ6RmrrihHzIlSl9FuUDZX3L5QL0T9V9d/VrHjHWUw6j/Xo9Q/jCdSx+57npWwwTu5fUkRt+Ov1eBBH7iCvXh3EPUmh6IwdkjZHtVxnu9j3n3FdfCov+H64caIttzHqMl1nOsS3MFvzEvbP/Ub9RBzknwHwSd1FP2MYCp4CN1EjxH/9k94hDt029NzP3pnqycwoq25SRtjHKPui/p40zxDdV/JfCOP+1HXPd9Jfbji+hm86bsQDum147aGeeWdra5o36kPSTtkpR0g3fCLnv+qbXrss+O6smt+armlpFQlUEoJo+rLJmuTkp9xO7P7jm9D0pn/K95a3vZc7Obhf77A2zIhW5D1N4KQ75DgDb5W3U+h3UKmHWNEX4y8CXZgSLywhXo/ws0Rcl4rTIhGH4fw6EMiO23mrsd/GYMmXnCLfF/1A+BpHMOaV/glL6GWtC3crbodi3LgvBX9AONMWSAO4iJO4kYeykPN1xF+RyDfT8rn8F0l94Eb7fr7grqjQ/rwfXGzo9X3d7Ty7rbzWFU+XC7oM9x4y2YT6g3s3tzUDcj6m9Gn2RZps+YwNh3WLvmLvE9b4H4C6RGIVjyEfoLH8fQLs/Mc9Qh5mHSnz7Pj8kl5Pdp/tzzUAy7XkZdcH9ysyfbwTXmnbESZJ0/5OyC+VyxDtGlu98jbo3672yZ4kEvsKUXSh33BL2TWRVmlbEDJAhw4T1BuB65DqReoc8CS+b7xcgtGYLXquoTyCJ4rNZbH1cCbfLEt/OCXsk/akEfqckub0+sOYx6RXgL8HOcPu4fFizAs6igY6teB8yf5Bn7gL2SyHNSnN2gXjtCW2w5o06rJeZ++MvUUbcbKjW0hH/mPMAfGkjgiQkdM/HV+3b/L9+Ztfz+C06rruJvuD4zyqPkZ6Y3pqrG/ZTdry7vxXcXc3q7zK4dYUZ4HlomxgzJeR2xNcj618oE7eLJtMnFTL+C/674cYwS0e7Q9d1Z3Iw0Dn/fcBtH2mFbcN+AdbTz5Br/EPSrvjrcOm/BtVMTpTJggG8BowHivyxrrFbbW98T/tsB02XHc5P/hqNA4FiO9+and2C7+93xjx2mxI/pZ/P+c9AhsXBfV/BEvfDJ32u8N1HX8uCNf4o92hrCQ8abDvTmKo4oP8zGC51vkA7dv5PMt1yXUr/RLiDcweNwPF6JaNuJEtn33E8syvR/9T9IU/sB5jf+Yxzzwtutwk9M05HZeQx7kh7ALIv9ZRtYpUGbu2D95AMw2LS/47boeJr4o28Z14PSlfgHvkk4HQsjluhi5yGv9Kt2Ih/iIl/Te8vgAMsJTyOn8S78MfklXeKc/RVpRnkIuy42cIXMtO6rt6/e4vY3sxovwjstNnUkeIr3hDz4pU8jsKvZ0Qj/HvlJKYs6o1W6oPdOK9VZTnp9i7Hl6tqmpmWb89xk3ifYeEJNchySVZn9hOT+ANeW767EJ8sHOlvN5lRcx8478p3xlBJ52BDJ/GYGMQEYgI5ARyAicGoHf8Bt+g771W791Yv+/+qu/qmf1gJF/+A//odbX1yeS+Vu+5Vv0u37X75rIT3acEcgIZASeZwTu3Lmjzc3NiUTEz8rKykR+nibH58+f18c+9rGJWbpx44b29vYm9pc93AWBbJURyAhkBDICGYGMQEYgI5ARyAhkBDICGYGMwPOPwAsqIQdyXbt27bmT/uMf/7gmkWttbU0/93M/99TjwKFOP/uzP3siPn/7b//teloOtTrN3N5v/I2/8URyPglHL7300sTR9nq9if08yMNbb70l8u6D3NXvOXxvknJR+8tqRiAjkBHICGQEMgInQyD+On8yp9lVRiAj8CQRyHFnBF5UBFKSGo0iFn21pxuxAGx6tqUZaK4VC8TabAbWKhQLwJJ8xcPq4Z0qq1BjQeRBbHTBQrHufr88JGBjXyxWZIFYl0WKgyHrc8XDXg4DewgdCxaJkwVoLFJkUTnxdba7cYAF+u5eX7ghmqJaFFuxz3K3khwQCwlxw2I4NlucmW9pdrGt2YVWeSiX8ZmabYrN23ATsuvhLuIc9IbqGjN4j4V1LK6809HGrU4s1GUhJIsqWRx56/1txWJJFk6aYoG41VhUGQspt8Wiy9s3dsRizDts5HBrV/XCURZQglO9gJKFkxY90iSAeDhxHuibBZvdvYGQk8WjayzKXrZM17dj843RguR6QXAsAN4S9lC5GcJWiYHlBRsWonaqDREG/YPIh+BqoZzVDiLtu85/+7u92CCGPLl5e08sLgWj21X84AqON1mATfwsiDa2t5d3YoM2/JGvus5PbDpCHGA3dL7G3HMassAad6VsO7p1fUv1old4RwYoFjsTx3FyfKQfcq073bacFzrbvcgfxEN8FmqUVPBA3LEw03l+PG7iJR5kWnW4qMgSeNktGy+w0WUZppMumY7f2JkS5aYoXw4HB2JDgfoQKjagW1vZEeEjG3Qz5NrUzUg/VNJwy2m8FWlH/sQPaVDT+uqu7ji/wuMt5wf4J8yVSI9Nh2X/Ea7Vd7acJ7Zstyk2SFixfKsuG7ec79ddbrbW91wHdcXCbOQc9ofAFgI8VLkFC5NMyXgcOCUInzJF2Sqx2NXq9Z3RJgb1RgfL5hn9svPVsvXQjWpDmeu2u/H2ptjsYM1Ybt7ZV9RdzlNsuDJ0HoN54oR/KHjA0jzEPTxQvzcQm7axqQRY3DQuhMnmOYRfE3EvO07oBjy8tanYeMR63LMRAZuosaHMNnlwtx+b5RypLxy3YfAz3w+NgIH0HcHUGLNxAtRz+9Cj/trrRX7udvtR/gbO00OXxYNheBP5IUjlRRtLPqHNo71qthqammlpfmlaZy/M6dK1RbER6+WXF3Xp5QVdvDYvNnM9f2VWbEh85sKMzsQGpDNatMpGootnp7V0fsY0Ld6fvTgTbjnE68KVOV18ac7hLjhch/3qoq5+ZCnoJTaT/chZvfTa2TiM69rXWf26c353RpfNx/nL8w5zVmxQRn+k1WoqpVSWWQvim+qcbK64wiJ0H3wkyXc8WJTedRmibG64zl9z/UK5IH+PyoTLQehdJm8EbeqGy+KI/J4yQVnCLxsjsXHHvtsx6t4BZdOVaCoOZJbd/gxdDoeinaAM72x0Rb1wZ7XjNnlXt9yerLh+gAfChAh/mY2BXF6p96g/KH+3XRfQD9hyfbDjNo5NQ7rOC6Q9+YT4jpMsPHbyZbb8PP2Nf1crop0hrxFv9LXMA3Ue8rEpxPZmV/BIvUP9i6xgfXu5lPeWZQ6ZLPeq63ZkrqmUfSvqvnF9/R48Vuxn9cZ2YEebfcdtBekArtvGFz7gB96oL+EXDEb1ZSGFucbGqrgOeJyMai+1a/AnHupc8gI8bLvPC1+0YTff21ZZv26KfLXsvAWhH6dl5y/y2rLf4we/YLjpepeNt/adf4fOY+WGWzB8IMzkPeLFDRuArZO/yWNg7nYQzMAwMB2LA3viIH1Irx2nHdgRHuUFuQcettUAABAASURBVJDxuLzYPREyI6SduyCCoiIwI/A6cN3IxmTkv8Dd/UnyCXLfcFt2Y1SOnb8qDG6gjmgryvp1t3/X2aDO7vF7y3mtxKfjvmpXxEHeJ07woVyYLckP36EqXxmBjEBGICNwKgSiHrVP6vpot2mzIV5Q4bqfO3B/lzae+njX37C0e3wrUfevrXRG/atV2j+PD9yE/M1I34r2NdrCMG/Ftyh1/fH+xZr7iHfcjvINv+U2uOx39US/i77FkMMk3BOlv1c0pAIeoSTBu3zVqrWP7XZ0ETZxJeI3wQttJHa8LPsnw/huoH9CW49MtPvIyOFjt27uqMRrRzf9DU0fBFzA6maFVejdN+WArhW7oQ+x6r7cLeNMf4xxnDvGjXTYYmMo9yl2o7/ac9wDlYcvDN03PlDdfsoC+BaqTniFX3dIh84HfY/19LrDSJfIDzs9t9U9jzl2Rd8JGelHIeda5I0d0e+hL3rLvK/SpzStuJ9Wy1zLW6tlntn2OMOWblr+m85PK5b/lv0RTsjtvijfFptr+xE34zXRnzJvQ/fbhuaXPkvh74PILxaa9IEQu1bRZ8oIZAQyAhmBEyJQfg5TvUa7gq/kBjDGu5qFYh7Hc1tzC20tLE2Jw29Kmra+oupQHOyXrI9xrUuzYhyM8bCgKx4bu7Kgc5fn7G/Gc0JTsYl+w/NkRSMppSQuuinuGgQ/oWJ5jIJlO6QtG7od47uy77E8NoiHMGNvJ8d8PjljyUtwbibGVMSuKKVyvI7xcDbp3N7c15bH4Xe299XZ7bof0Fe3O/A48sDjF2UYeHWAR28sR2R3jpw2FFwYB+14HoewOYwLoh/YZYyEdhZ/46HZe208cIJAVmqrJ6paLOcbqajzq/MSc7Kz8+3IY+cuzumC89yllxZ1mQO5Xj2j8XHUl14rzVdfXdLlV3DjMdyXyKdzOn95VmcvzsYYLfl5aXzM9tJM5O2LHqtlzPeyx37xf8XhX3E8F5zXl87Pat7lpT4cquE5Y/kammnyLbBCtvrgnSorq7iJdHO6kyeY46Rv1PXYKePavCNtR2PYeLU/1YT5URCMHAknydl1hH17qqFpj41zINes64r5M1NaODcV495LF6atTnl82nThLnTedncj+18yLZpCjcP/ppy2pjG7hTMOn/iM99xiW4H5dFOjusX5I+nwchIcGp5RHdiXrDthLBB5YOC+Mt92fKdQb6y5X73qcbgVz6HSHz8cy9v0mN1WObbqcbxl0w2Pnd5gvM963NJH5xtlzd8kW/6GI+8RPmU/4jagodqCPNj1nC7xMo646e8Xvhvo2/N9w3fCivv90f/39xDhj8jfBMSDO76j4HnD/qmf6gOqGKM88Dcj8aVCke9Cbx7kC72VR3bX4aFCcjyoEA1TyOv6knp0x99ptby3PXaKHMhTy8t3c8htOVFLXHeEO9zzbYV/wgHjrucFRuPIxGt5GbSNuDFX9MiEfUwBBb8OGxVyEVTRkBLyJOdZGUm3N7TbyExag8Gm52n47mTelG/r29VY/Kq/N2tMwRFc+aauCTtoxd+i4L/q7+pb/i4HX8b1NyNPdWNOeN95NTB238FsxA1fhXmDUoUxary8x8POFG5CY0dWXRTdPh94fnEgDpXZ3eqKQ2ZuO2/cdB644fIV5HHyKG9R5rY8v7E5Ko83XBav895j6pRN8gz5hbIINjsOk/J2YPzkOH078vIe15c2d3/CN0Rb1PecN3mZeSC+w4mH/wIsm48b5iN4sQpfy+YX+5riPTK9vSHmAJbf3RTf9ndc92y577LLGEanL+KA3wPXF9w1Vyflt3af1accARK0JrMa+cvz7dRtO+7Pbm/sif7mnvuzXdeh5AvaFfKGnZc3/ktdZJWUkpIrkMJ9KL5Lpty2cyDX/OK05hanND3bVqvdUGE3lTd/y9Q61zNldXNo8QR1yXFDlFulxH1IBbweCDy6bgeYq95x+dly+0sdRrnkfz+rtOkeQ6M+GY27uW6pzaseW1t1/ce4ImOK1Bnbbqd2t3va7wyiLA7dnirJmEnJ8aZk1SRf6K2M7jD7HSpEmg5cd1KH7rtsR729tifm2omX+or2/Qb1gusw6ogbrkuWba7phusRaNn21Ot1/YachMd/owiffBFkboh7RDaf9MYPsqL6C8veXAu57hy4vwTOux4HByPGNuElcHQ/Zdn8wmPN+w2bl83vDepC5DJRHyLvLc/PU+fVY94l3l2Pp3ZF23PH4+HIiFvCX67CR087x5gv/aeuy8TAc7L05+GXPJ0S4Jvt47etw6rK35Eu9tvZIc6Ox2q3tPL+psddTa6X4X3ZvNdUyrPptmfL/UGrlqe027KfbdGO0ofbdNqCUdd5cuAx4/i2Nn7OrRE97IXmPg/cBDmvFSbyXKiWIfj29zt9V8ahd5we2xv7bjf3RD+APuHtI/2Abd2s8n/gCJYmsMRMmVhxfxP+wfyW2941j18TFulMO7cbZaEf7fTAccND8NSQar6C31QKhb7UPf9PZB0nKuGh05t0Z/wA7DY9Vk/eWOVALve5+G/mDcp0dQjXMnnJFOqbW4r/xnEgl/W4XbGfW+7TEcYm+cv1XNfftKTF0OWS9CB/jfiYAHb84BwVGpX9SMsDEQdy0OehrqF8Mu9C/UV+WTFf5J+brlMjP1V5CzP2K65fb7m806cjT20aix23bYTXpW/p/DR0/UqxTM7rMgUfZiRU+KgJRp9CCj7NFypE03qk/27hqJepo6kXaKu23S/dcltFGQOXNX87ghOYro5jalxvvrstsC1pW2ALlfjuxHwafmm/SBvSaNttWMwNOZ/03WcdOk+SR8ym4BGsR2R8sePdaWjk1+Ec+ifvHHgsrhd1Oul/0/UMfCNHmf83dcN17A23E8vRXmDeKu2wNy373U3XX2BC3cYcLPUe7dFIHiJ1vjlw4SO/dt0u8L9UMKCtiO/rCl/y48oYH/BSE7ytOi76Dbddh667HdqK8taN/+T03DcjDUlLokTckexYmLBTPGzgHtf7gwf/XacJY1O7TqPgz/XtLfdT6v9N36T9sewrTvs7/jag3PG/rAHtidPRwRCyjsSj6nJ88FTwsBXpPnAZ6zEm5jnLLX9nkE/4/3m0bcad+G5Sbh3vzQ/QlpbtBuId+Nxa3o7/TtN+b7ssIwvhkybEV+Lj1HC+p35C5qhDHD9tFXmU/5yvum5ARnAv02Az4rrp+G4GP1vlXGilJ93ACb/rxgXsdt3+dd3WEq/Ffey3RXK2q2RzWjCuGP+Ht2w7Ts9t99kp0+u3do3RjuCVvtIt9zGRF0KOINfryB9650nShP/w33JeuG2M8Uu9sO58yP8y+S/9ttt62nww59sc3BkXGLqPSTtQ5o3gciIs8Id/cBw4rIHzWs9zyqTbfqcXYwG7rrO2nd7kIeoY0n/d6QDBJ/zepq4377RXyLrq8TTyTMjo/FyrpDmyrxqDkNvyl7Lv6LbHImjryPvEsXWnE2P7u1v72vN4fNfle+C+G/kMnoP3iaR9MRxTBfAN2Go3NTXT9LdfK4h1RfzvGbvWVKGimYRbJZWX1ZSSfMd/KCIvuIzx/dKp8vmW2y7yImbyCPmv9JyfGYGMQEYgI5ARyAhkBDICzyMC09PT+m/+m/9mYtG63a7+3t/7exP7e9IeOAzmJ3/yJydm4/u+7/u0tLQ0sb/H4YGNAtno8e///b+v/+F/+B/0O3/n79Srr76q+fl59/Xp7x+lc+fOxfvv+I7v0A/+4A/qU5/6lN577z0NBoPHwd4zEebNmzf1N/7G3xCYgE9Kh5iBIwfu/Pf//X+vf/JP/ok2NjaeCZkykxmBDxuBl156SRcuXJgo2k7H40BbWxP5eZocp5T0H/wH/8HELO3s7Kjf70/s70l72Nvb0y/90i/pz/yZP6NPfOIT0ZZQR6Z0WGemlNRoNPTyyy/rYx/7mKg7aZ9ef/31F6qdYRzz9u3b+vSnP62/8lf+iv7b//a/HbXPlJWUjmKW0qEZTGnHP/rRj+oP/+E/HG31P/yH/1C09bT5eoGu3D6/QIn9DIiaWcwIZAReDARoa2lz6b/wfc03Iu3y8e/ElMq2u91uR5+Ifs8f+2N/LL4rP/e5z4l+04uB2AelXF9fjz7Qn/7Tf1rf+73fq2/4hm/QpUuX7jo+MY7fH/2jfzT6TfQ3n1f8kIv8Rd+O8ZgaH/IYfcCUynyV0gdV+pC4I0/St6SPSV8TvD+YCtkmI5ARyAhkBJ4XBFJKajabz4s4Izk4eOh3/+7fPTKfRPMTP/ETT30fi0PDTnoA03d+53c+FXNMjFO+//77J0mCkZuZmRlduXJlZH7eNI9Kni9+8YsTBfWbf/Nv1pkzZybykx0/vwgwtvxTP/VTMTbMNwDfAnf7ZnhRx+Lvhg/flykd/ZYCM7BjPoN5jV/5lV8R3/3Pb86ZTDL+G8B/BPivAN+odV671xhIjSf/RWDMhLETvnEzppPhnl0/OQSKJxd1jjkjkBHICGQEMgIPRiClpEYjqcXhHNPN2ISMhWDTcy2xERj6tu2bzUJFkZR078tBVS8PFAvxhgca9Ifq7g0Ui2+PLBDrl5vwHdht+Jp8gWJ4O/bgTzPEySJIFqexOHBvpysWhUIsgI7FgubLUSslS+RbJrQRnFnhndm3Malh2dkYb2a+LTZyZIM8DucCn6mZllpTjXCTjI8efN3XBfz3+wNj1i8XWMYC0n1tru3FIVAs1GUh5O0b22JRKAsqV97fVr2IkgWUNcXi4fe3hBvcshBzbWUnwmFB6vb6XhxSBkbgxSLP4VCCB+Q3DPfl9VG8ZHFpd68vFj6z0dMd8wefLABdiUW+m1pmwffYIuRlFgPbDnUZexaRmpCTBadgRVqzCHEwGEY+QyZZIDYGYXFsb78vFt3HAlbnSxbSrq92DhfnXt/WaJHqiI9NgS2LUVmEWi92JJ+xoBlZiGcwOIhNYrr7A8fRE+5wv7a8E2kRsplfeEcGFjeHiizHiPhCrpXdSLfRAmdjRjxOLMRyUlg4P+EBXlgITF4fxX3TcTsv3KzCj3BtBmsWtLNok02y8R9lN0J1mC4XDlajshEGhTnyu98PjDH5BxzAE/zJo+TJkKtKqzLuLaGGvXkhjW8Za/hYs4x3nAakw/rqru5AtgM38m/gZj83q/S4iT7ygvMI+pqMLW5ZaHx7edu47WrbaQwe4BKbnDqNyOMy/zrtNeYXfFLhsmPcwJ8NCXY298VmfGsrnUh3ZL7+1qauv7Ux2tBgucLmhuVg44PlWn17M9yQTmDJ4mrqUPJUv968IR2ojlfmBT3qgeU5MB/UX/CC3JT3Wzd2dPO97ShPy473BhTxbEVcy1Xc8AFdf7vk86bxpo65tbyrNadPbLiw24+6nfJ04LiI09GK+M2K8vUQCBhA32UAaAwu5ZK6eeB2i3JKPqC8sRC/53qGPEE5xB11EITXdCRBHJBDpR1vNApxINf0TFPzi1OxWeuEw47DAAAQAElEQVTFlxbEBqyXOZDr2rwumS68NKfzl+d09tJMbOa6dG5GS+emSzpbqTafOe/3prMXZsThXfi5wIFcV+d1+dqC2OT16pHDuM4oNpBlE1nTNQ7m+rqzeunVM453UecvzevM+VnNL02LDcqa7YZSSlR3Qc5y3DrJlXAUD8Xi9Whvtrpad5tK2aJckL+Xnc9vVGWg3giDMoH+RpSTzdjsadnlBreUJTbsYvOKHbfTpMfAbXekgbkzu+b5IOJkU+J994OoZ7ereoFNXtgEhfip4wmPTRAibPOCCsEb73EHv8S35fqMupY2jPQnXzhKx6cRyTIHDzp6Rb131GoiE/4jL7oO7bMpRG8o8iO8dHb6YjMK2p1N9y/+f/bOBMjW7arra3/n9HTn+4bkPR6BoIQECEKQBIQSkgomAQ2TRIkTMUFIiSRQDFGrqCCFhRCNBZGUYkhF1FJBCUEokRCMSQkBQxnAxAxvukP3Gbr7zPPo/7f2950+3a/vvX363dt3eOfrs769v/3tYa2111577b177w+9A77ocmgFdtQPQsu2bBjogj4gox994zyGzykQBm88DvbOVls6tR0/yEUfIb1EOehJ+NtpDbWgN7KMN7QH+JEkZuhpTDXcIB7ZwSs2k4Oh+549mW576WMi6h6d21f/7HVd71t9p2fQXVa/FOlqSAc3XOciV8gXkPmRwSxeWfoaftV2uvHACz/cZGRMqmYfADFVfCx3bMj2rNzdrlXEG+yVHfF6xuNMtuCt+kzCKYM6gn9ttQ1keSRdQ77Ut1OX0gvN8sLOfTy5ZQ8UDqgAL1c3xyGtS/zUL30ROCOHrfpA/X7PdtVnbUtWSuIjPPa+V30wvJ7x+VJT9ZFBWi/qozcF9Ncl1du2+k54iW1Dv+78kdy7rZTiJvTiD/yib3lfcmDJgSUHlhxYkANSoUYHg24H6LeTnBmuadxjutD5E+yP/kTj7JF1mkNzu6PaM2yBisaPse9ry1ZoGf1cWf1ASfrc7Qn6QfpAgT8rvKz3xKPPQOfvyFZB72OrYctgd9E/cuD2QPYcfT0HHU3VBwf1R+CXAc9C08Af91ZCIHPdKAtwHMSvACic1wB2mx9QJtzdTlBfD03MvWBjQCu2yo76u22NyzN+0H/CI+xRoCRe4TJ+Z5wPz8qyMSLPOm53VOdtMtlBHdkukW8jLZBPZMNM7bD+09H1GxhfB9I4fBSCOsAGpj6oF/pn6OuIPuzBZmqLVmUTgZfTKduAMe12oWPbwj0eBNiyEval5KCUHrJYknxAKzYZPHAQ/WXFAbZlX2yLX7vKB95VoFv2GmP/pmx9xu098ZsxwFjyCs1QRT0hIw7QAvBCwDs5y9+SA0sOLDlw13LgpBFnKDZVX+xjVl/LMPW/wZJ0vss/tJN9kOvCmp27uO5wfv7jOO5fj3Ncmtu6+OCG5rQ27H7NZ93/8Gl7QHNa9wseePisws8o/YaxJrS3TpaoTGNYbo4H+MRH3Q/5KZLbMpqwnaiDZh6P+Tw/bFNzvePZOBzqnpr+pPsKoSskxGWhE/16PPALpj8hBl3Mt/uYXH1hq96TndbX2tbAfO5yMLKxxtHQ7XkFU0qbXcrCnxVsmZ88vb/X/BPrDqxfMSZnDSd+kKvv8z4T8ZOMSGsW78YlvFUlXj+4oiT6eXebwGlPyw6anHJ5Zd1xLS/ZWrOzF9bton+Q64w9qHna+MGs8z6H+rDmTx/+3Av2yOdeNNyHNYf6EB/k0rzrs9IPct33rNPG3Gw2T4t7/r4Nw73vwVPm87WS7WeR9yPnNA98zh5+znnN2563B559VvFO+VzsxulVWxVOOeEG07BlHHd4ate5ghn1R90hzwNffxtatyM56A2NZ+RkLPuIuiWe6SKNkloGCrppv6yMvQyDwXvmxVdE45r0xCnRe/rcmp2Rrogf5FqLH+N6YN3OA/fLPQgHw6VDzqdwLnPRO/Kfw30KrKm+IzA3v661eNaf8yuJJZKNEIIZYKqBG/Fdce70X0rKDE3kibYbx3ZjY/2qUe1rTNHVmnfbx3HY4MzfHTafx9wec31FzeUXU9ud8Ynb6JoPbWrunPU5ZC0rFByAqRTCSHP4HK7N+IF5xIbGk4z/sO3JY5txkcYIJY0BwGMfaEzAuvG2xhO7Gl8w1mj4AfcDjVGHUc5d31FxU9WneVVSts1dB5/nXh3L6/mlYoM/JOblwuux+peB1pCc3mbfGuKPj5/Fq22Na/bRK5oZCznN8jMu5P2Oxsl8iAM+NVRXHGaPziffkfg5ZnJWvJ0d5u+46GbxwgfEpzvrDr9mGAlJnp1/4mEi4BldQnczlv5i/NlrDw0eIGvMG8CXitaB4dM+nmqM6bxkLiKF7Bm3rDX6bY0vd1QPu5KniuqEuqGOWlpz6midg7WGkewE2ozjeQBHcDWF+btr3Py132xfVOjCHmEdhY/KMPfR8HWztiH/tLV9QJvTWhntr0Db0zPvi5pjd1dhyIzTI1r4YBZj9IH6g334296VorUXMOeD9zNQXWBwMc5G9lqac+CDOKyZbavNogsKmvv3j2qAI7jNQxpWlMu8P0Aa6svbseS6ozkM7BbWYB1fmjFyLZwcT93009Pydy9wgLqcgTy0B5ev7tDabs/23Z7FBh1ozY92OJY+nbi+M3PZNPXTAMo2lRV145boll/JGeOGjVOrRl8PrMvu4IB23qtIm12SNc9iFnCHeEBShOpnEByCAtQWcUyX6w8+NtFhjnagdcy++f9DpfpwR/qNuTf0AjpvH6iPKeu96wv0n+bW0D+0bfordB/zmVONm4J4m1AuIBRU9OyX4eIBesdzUDyep1Lc1Bltut8dGzqOubtMb4AXfR76q5D+Tww6oijdUZQ+i+ENX8/lGVvD8XX91rWW9DT6iLlJdMZ8HToeICGccI4EiuvphD+uyPb/MRir70FPo0/h7476ZHCZ4S9ci+As/QbORT3johO3RBf6rqB3Zdkwu0qLzqPv4n/O2pL1jvoa8m5KD/Iuy5/4Ra0jF5R3SfXF/xg2ZDN12wMbat6TNVnodtmQzAfARISD6S5//PFgfknWoYu0vfbAGNftFFvqcxrp/481jTrwuVnRAS0RGh4OHbO6Ur9aFl7bkiNsOOoWOgayech/frzhZevmfJV78Ef4DMR/lzfh7q6eaekTyeJINg/59ztDg2/8zxS8hG8VyT3rEvQrZfVL1BH4wTtkvyh8M/Aw4U6cPbuyLVu4Y8zXQwttgTKwaRkPj6V/kGnHUzjNu9DDM+4zCaAZiGtHU4M/E/+/xUk6vuhZbO9tK0v+S5dbhp2QAW2kiA0j+wF/4YmGbT1RN/zIHWm2NztWLXWtIXu/KzthIJtmjK2veQrKk5gYOOCa345eA6QjDa5DWq/oEvQrZaFj0F1N7HetPzg9shu3UxlDtgBki7WNEnQKeO/6qiT80a9quy10lmzYAW0ksy1Zd6NcQYbLHgULErSX8Jb74NesEKHJcxANgLdbvZxK2ajZ+poUNLNO1W4MY18le5e2VpE+Ry/O2q14R72X1T6LQNpu4XGElpU1TqTdRv62Z+22IR3K2JJ22++OjLm+ifoh6hMZBUdf78yZ4QfsmNehab0gs5HaAHLT0PoYOgl6StAinRp1aMMKkvui+oWi9Ds6viA/cr/1ZF3vGtLHTSuLF8gRPEL+yBM9FFGWMk/5TrHoXOex5KutfgVesC6Hboa32xo7w7eS8Ih8bHoZ7qeczbbmATrG/wXXpEtJj9xjl9P/US68pOxIuwrn4QDEd2b+Vjf9DPxID37YdI6f6r/KWrLjFXGhDRUu10V30/hf5ZboGKivoy1OaO9kZDaXN7mbrqAwgQoP9INy0Q3wBNx74klLslHZbnveJfHcwWWrsccHPTs/1O9SLyXVl7sKj//33Jastd3Oon/oqh+ib2BOBd44eqoW7Nmx8MU2GUhfOc0aN2E/uKxr/MkYtHxVZQuXWEbDiiq3pOcS7hyUVWc74lOl1Fb/1FH76Um/Dnzeg3LFgBP4TdWaVYyIpC6YV8ROxB6hPpvSj8wV16TrqtSrcIVW8EaGaa/IH7Qgg7jzeymIsyO9uiMbiXRV6YWa8vFxuWSF/zXHvoDn3rbRobIHoF8oScaEn/NeOB7xRzqP6ummvqcBOR1JN1NvlNOV7PC/l3s09rz+0V3gWE3pBGfw35U9taO62lH/gMz4/8xT36rDWOdNc5cwAXwhLntPdkV7pdy2qniIrDSgW3ID3cjQQDSDn9Psek2Ix1pxMpa3yIEQguW0NrWymrO19RVj7JcB889r63njnc+3S1+YLiWxCIEnY6jp+kNjLOS8J9sjykBP7a9vyMVA6ywTOjilWP6WHFhyYMmBk+DAsowlB5YcWHJgyYHbw4GXvexlxkcgFi39/e9/v/HhhEXT3c74v//7v29/+Id/uBAKHEL18pe/fKE0NzMy4+8nn3zSP4jywhe+0FZXV+0LvuAL7LWvfa294x3vMGi6cuWKcZDiYeXyETLef+ADH7C3ve1t9m3f9m3GAZjk88pXvtJ++Zd/+Y786BT1dPr0aY1jwpGAj2cdRv982Cc+8Ql7xSte4YdHftd3fZfBE/gzHwc+/tEf/ZEfDP5N3/RNfiDii170Ivt3/+7fXZPH8+kzf6FQsM/93M89Eu4hRBr5EEuW/kbuIvzhIO/Lly/fKMt973/xF39xIdxDiDRQZ+BGZugHDpUMIb4L4Wju3/t7f8+Qe/K4UwH8wDOEo9EUQvAPFj3xxBPHIumnfuqnjlUfyCCyeKxCb0Gi0WhkH//4x29BzieX5Rd90RctXBh65WYeUEidUrchHE3+kJ+jIg2u6Dv0HoftfuVXfqW95S1vsfe9731GX8L7g3kxd8RBvpnupH/6/M//fO+v6GdI2+v1Dia7q5/H47FxyC6HesIjDsvmA3XYVHyU7F//638965+pr+sRC0/h7ac+9SlD99JXv+Y1r/G+nr76uc99rr35zW+2j3zkI3Yz5eh6OF3vHToeXR/C0eTvWv3zfBk3u3+G50dpI/B7Ho8b+f/n//yfdvbs2YX08SJ9+43KX75fcmDJgSUHlhy4ORyg3/1n/+yf2Ytf/GK3V+bH14wReX9wnJiVTF/Me+yen//5nzfGlV/yJV9i2E302dhN2AjYClmae83FrvvN3/xN+47v+A47c+aMXbx40bCBfvzHf9x+6Zd+yR5//HHb3t4+lOx5/r373e/2j7liS8G/Rx55xO3Ou5l/9XrdsH1e97rX2bOf/WyXC+QL2w4bL+MPMoQNeCiT0kDsGeIhk9iW2JjwGX5jI3Jw+i/8wi/cdfNyKXlLZ8mBJQeWHFhy4CZzYGVl5SbnePOyIyfmTZgvwn9UYB7kuHOpRy3j6cTDJuKjYUfJ49SpU/bqV7/6KFFveZxcLufz1KwRHVVuQgiW8I/StryuxQHWC5gzu9b7w8K//Mu/3Ggbh71bht1+DmCPH2V+MYQ4bTxMOAAAEABJREFUR8o4YBGskRnmRN/4xjf6mIq55W/8xm/0dVzGAIwFDhszPFPm4hlT/8mf/Ildjz+MLw/yHJ7BO9YkGJ9n4/4/9+f+nI/VDktzMI977Zm1WsaOjL0ZS6L/+V8BxqiZrF1rDiTjJ/+LwP8k0JczxiUfeEu+5H+7eEZ9/u2//bcXmq8PIbbZEIKxfv7oo4/eLvRn5ULHd3/3dx+bDua4ZpktPfs4kOx7Wj4sObDkwJIDSw7cag4s81+UA8EsJMGSXLBcPrH8amJr6zlbP7ViHDJ46syK8dGO1bW85fM5xUssUfxgwfyacvcbngh61M/YRMhmz0F/ZGxQZ2Noq9Z3/6A3NjaRsUeMDanEBWIGi99JywDHN2AOJzbojfwArG5raGxI63dGxqZFcGHz6WQChipHZASBZfTYVHhHkMdD8yuJrW3k7dTZVeNwNtyN0ysexkFpK3qfE/9iPnbdCzwzHNmAC07gl22gq+/2zDdQbneMTa1sfDy4abLE5tirTd+c6xtkLzcM1+HSnF/hsw2zHr9hvrl0q2lsrNwptI382UTtGyt3OsZGVeqp0xqIX0Mb9Mfm/BpPYcd1aTvOy/F4YmwihH7oBh82h7IRtHi5bhyqUbyUuQ3zjeHpc/auBJ2ijzSkZ4MoG6Q5QIq82SCKHLBpG9r4ABVlVcttYxP6TqFlbLIlPfzJeFZU+ZRHOQXffF4Xn+tG/Jrqp1nrWVd8QtbYGIv8xfqd2HAwMcJ9g3W973XKBl429pauND2fjC7ypxyeY5mRXsJLVxqO206xZdVyxxrVnrHpta/2M+bgDcR4DmhLvgG5OzLqsCkcoZX0JfEIGSmp/JJkCFzY1E6eXbUT6jmjQc3gGtUZLIQUpAeIhDyz2ZtN+NQjh3vDV3hJeU6T6shpFE/Z0I8f+nhXEl7bhaaBS1V8re12jA2+TeHOQQE1ySX5UUfELYknJeVH+gzgXfRLRvSOckuXm/5RNWSCfKGzzUET0gXgC68CBKQgslLfDRwSCfQTL2JctQ4jP+qEw/zgveMuenZLLUO22MS+hewKPw42AMci/NBz5ufZaRRPSLNTbFttt2vwddAdqi2ObaI2Qz1l5YM3EDHRXfKAHIIPddrlQJtK1z9eU1a9lwDxkLI4VAA3QsPAEX/kZd3wEx/e70gGqQvaEIcfoL/Bw2VFZark+AOx6Fvenw4H4KP4GuvSjMMURqOp95vUKzrHXemBifQzfSl1QfxZseSRPSgvvMhKov6KPiu/qr5+Y8VOnVmzsxfW7exFwfl1O3N+zejnTp1ZtVPq6zZkD2AH0A+urecNWJWbAc8Oymtd4PFPr9oG6QWnz64ZwAe2zir/cxc37Px9G3bx/lN2/7NO+2HHD37WGQM4PPbCgxt2TricPrdq2CJsSg+pvoEMwLJr30MW+FQXuun36dPoC9BTFfUByDVtDb2C3NMWY/uM8o/fQW3X24PaTsnbZ0NtqmW1na61Gn3vL9HLtA36Hg5kQA+0Gz3XZzXpsYp0+G6p7X0IbcrL3Wwa+ZXSdgke3g6v1NXHN/QuQnmz4XqEdOC8K71S3W4bdKAr282+ddTW+7J90G+TVE+gmzJuwAMge17IFZ8nEjL6F+jrtPrWqos29Un0uVXoEz5ut4hG9C59JQesOMjuKG9FGkqiuSwelhwifTO6xYdIf8MOuiW9Ix7uHj+a6iObztMd6ctdlU29ovNr9CXVrjWFZ0d1hC50/gzHhu2Bjsz4E2AGNwD/9eAacdCHI7VH+v5ue+hyUZPuhSdl0Yz8OE3ofNUvz+hgwP0e1pjRXVadw8eqZCyr465sDvpayuj3hoaMeT2oHGiGdtLMeK5y4Tc8K12te96UByDrHMSxK91OWg4No21wuNdYdvRUegUemSuV6ay/s2vQfz2WHesd5aSAMyvXH8ymyKPqciCZ70r2W7K1aA8VySE2BXSXU5mZ8V19bjHjM34B7T4D4pGOdoYs1Z33feuqPvuyq2hb9PPU9XSmcKfmBynZ3XWhC/ZBYhbuXnh6uEumwhzYLbrmy3D/M5XfGd0pz28Ru5fZ3mUcoE1kep5uZ6I+CDvX50vU36GHsXXo0+vq2+njqztt2y23ZuN5tzuwN2Z9X9PtKNftst9m+t/9e/1tkb4iA/W9ZaUvKx/yc5B9QV9eld1Ylb1DX+P9MrYF/bLGaAPNd4EveHsfoa6BKoAuAP/NBM9TbYg89/GLA5rUX3U7A9kIfbeBONi0LpsI3LEToGVHdiS00V9iC0BzSbQ7iBd7PIt8KqU8czd7L9f7WaUjPTwjP/IFdsU3+tLMXm1pbI/dgh05HIyM/tRAHjoE+kHOoQBPJ5q/w37jcGTsOezelmw8p6/SsYy+XdUT5WIX7sjGARfwAj8Hx7ch2Wha2W3RVE5Ej9OX0goPHFK7LXsXbapGTOt5NaMtqrJ2BcxpwOea7JGa7AjkFblty3budoY+RzRUPUHLVDQdSvAy8PZyQMJIG3PI+qxnsjvHj1tVMc7ruXKesTYpcjbPB/lvFc/vmXzT/jajB1lKdGPdKpdLtI4l4CD81bytal3rIKzNh2mOa03AHBRzWj4fprksDs5nLuvMuXWf41rTnBdzVDmtoSWaWwshaGQ4VZcmZPSza1y8ctCNfo3DFenb6AtwsSEm6hd5d40sTjxYpFlIgh8k6fQmiSV6BkLmpnIq1L1vH6qPp6/vyhbpapyeAWszM3tJ/R/xxQp7yjWXHzwZjcY2lJ3FeLyn/LAlWppnwy4kz6H61BnPQpqYTOUNIViGJ3WVJMJfdZZkuMsNgci3GFJCoTkrKYTgfF3VvCwydVprjszLXnzglN3/bOZHz9mDD5+1Bx86Gz8MpzDmS3l/TvOp5y5s+Nzt6XNrmr9dc9nc0Dws8kt+a1rHRJ5nwLNkl/fEY86XuV/yuqAyLz6wYefvF2gu9qzmbZF/8mBN1IRrJpuR1ylBdvAKxp/prkZhE5+zmWiNbGQDrS8OBdjLY82bUbfIvhoOsc2v4Pej3G5KHJFliW4AchLBLIQwAztwBT3vQbBMlpAv2khOa8TMtaMjVtZyxry514HzP2/wFCDcQTqIj4KRBl7ncsmsbKFhRmF2b11Ol0hClpABbGLaMbY9YyzGDtuyqRlfFGWrF7TW7aD5O+ZOmct0F5tddrrPb2qeDxudNKwrY4uzDoi+QO6y8QM6g7CW5g+b6Xx2JV27Y9xA2jheaPpYocQaKuUcgJKevTzhl5VJesYglF3XWh60ZHqKecuR5i8nmqt3mb/Z9ZrmR8uErxMfS4+1VjHSfObA2s2eNWtdqzFm0hjFx4PiMXOf4O8gWkozeuu+JlFMx0fztJY1/mHOGXrJp6r8aqK3obFeW+uu3YPjnXnFp3q/E2U6ZR/YmcuncEYuqTPqrqf+jPX4lsb/Tc1F1OGjxtcVyQ48gBc+5tQcQpm5BAB+Cnw8KT66KzmNbsPn592vd6VUnhiLu/wpn4zHLlMqh7FuXXP/8LmlPtDXBzQPQduJOnVitCeImKeH5xlc44XI9bTQTF7o605raJRVVdmMcTNZKUKD1shod6yXeVtUO8SNYXXDj8xAD20KGmrCnXbXk3w4zlp3mMgWMOHkPMedIRo9hAM8uVynfcpANgH0I9PwJcOv5PyuW8RDPE7xAh8H4Y3reIvn1FWGH7xtq36xXzL8xsIP3mQ4gAf47nP9YXm7JzggGYQO2pGvf0pW21pvbUt/dlkX0voTsoEdM5Eux45H55IGSJNLREK0DdSfYxesMA5RX5/ZX+unVt024F1IlEo/S6/5/NKgO8dRY9BPtt3U/0cF3Yi+Zy2xWev7GrXP0WptljaPDts31+i6TvoBHaL25/pPbonwDKQ7aZPYAORBf1rTHCxzfugP7ARvo7In0VXohYMMor3CUmDfOyE/QYdoXMGYgvbOWmhF6/XocPQB9kW2RrinR4QzukS4EoYOLMlPfHAFT/6nrqO5YXgCXpQDbiFMDXzsKcjsw2z/g+Lq50k8rd6SH/kOGWNJLpuyYdB96GX4WIKn4Cg7yXHELxzRd06Tnt2OQgcqnP6qKrqxk9rKi488IOPwFrepedaa+jg+zACd6HJoLiotzxXNudI/EBd97G1C+tLxlkw73jwI94O/LFjVYfBoLNsIOaKOdzVPXZaNUUYeUpqoj0gH9YB+b6Q6Xn7Zh9AHbuVUdpgP5n/LOurDhmqz8I2+jfYKLo4bngNAOEDwVIMYcJu4LcU4ZmzwpqM6bksnNGXvUOfwqCL5hB+7knvkCLn3flz4gJPT4vSoTxL/4CH44oK7uwqP7aDptifpkC3msXfSeXXKoD+etQfZAR3hQp8a62DsbRO84S10ZPTgv6cBoRJArxyXK/hAHz7UPEFX8wdNPoJT6hj/F8uHR6gX+B/lS3WjNsL/GBKGS3jhScLrbg+TZkd2M3ZfU+OHjuRr0Bv7/2pNJPuUR6MFB9wj8xuEFXkKqOKizI3n7Pe+7Pde1K+yt/fJmctYQ2sTDclNBOQJWXI3lauybKMy7Urxo0y1DNsVWpBh9EBL9k8n6+euoV8jqtwzENIn+7tuac578ZD2vme/D7U2NvD/08FmrEuv0Yaq4mVF64k7h7VbtdeygDEQfARK0kezdit/UbzlPWGuH1P+0vbRAcjKrvRZReWgq+saN6DjnM/SI+iToWxZ8JyoX2KeBeKcBtjLw4JA2ixplCfzuTl0BDK7K1rRK2XJQwka6C/UJ9BnRGjIfgfqcuvSsw0H5Am66DfoL5GXjmgYqG0xvkb/UEYcJ/UMOpEreEyZ8IK0XrZk0Mt3HFQWfJwD56d472UqLrysqr+pa5yZ2QCsB1LuhHY3zyMRDw9sXwNUoD/L1UvaKX0CvAdn7Bf6C8qgPy2n4+AS+kBQ3mxZdbtr2AvQSdqJ6ivrT+ywKxZlbt/pPTYl6eAXfR39a1X9L+UVoV3loHNc96hOivNAH0cdpUA8cNzROJG1x5rWHFvqr3tqu+g6ZB8dAp2ZDPAMvwZq113Fo/yaaIK3XhdzOMz0Xlou5c1AeJWEK3bdrvqlqsaH8M5lQXlTjsi9qT/ogCZs8oH6c+h0OZPdQtnIRU19MPxE1sALWXM9Lx5BH+ByJTrBHz5nblE08QyURJu7xBOUAcki6cvIomSBfJFnyqmqP6Fs2kO7PjDGpdiWWT2A+42YIXXl/Ta8y2QEGpE3tzFUv/C5InmpqP1S7k6hbTvpngZkCNxmQLvKAFm+3FRbblhGG/+XD43RpZ039L4e34te5LGkdE6z8qGu6fuQFcqkfPCoCZ+acGM/S1P2P3UC3t42pReg5Sj034g/d/v7IF2QaO0hlw+WX01shblhzQn7ePDMiq2fXtF4MGd51pWCxQtXCfXzZ/g40ZgTntIO+rI7Mt1F2+OjsEOF8X4imxV9QxpPvLwtObDkwJIDSw4sObDkwJIDdzcHltgf4ACHBP+Fv/AXDoTe+JEPR/yf/8zL28AAABAASURBVPN/bhzxDomBPfvrv/7rPre3CEp8wOl5z3veIkluSlwOuXrPe95jlP15n/d5fjD1zfyQDXMQv/Vbv2V/5a/8Ff/o1Dd8wzfY7/7u7xqHnN0UAu6gTODlm970JvviL/5i40Nyi6L2sY99zP7m3/yb9uCDD9pP/MRPWKPRWDSLZ2T8Zz3rWXacj9nRTre2tu5onpXLZf+g2yJIomef+9znLpLkjo67vr5u1PGiSH7wgx/Uusdo0WR3THwO6OODPOgDDi780i/9Unv9619vf+fv/B3jw1d85PC9732vffrTnzbkeGdnx/7gD/7AD9W8Y4g4BBH02g//8A87nug79N4h0RYKyvqZb/mWbzE+4PSGN7zB7uSDlG9EHP0jB09ywCMfjeDjbBzqSf1C643SH/f9pUuX7Gd/9meNQ0PhI+Vjgx03vzsp3bJ/vpNqY4nLkgP3LAeWhC054Bygz2F8/fmf//n2OZ/zOfZDP/RD9tGPftTf3awbffZP//RPGzYCh6n/4A/+oHEQ+M3K/3bmw3wKdtBf/at/1e065g/+03/6TwZfbxZe2M4Z/x5++GHDj416s/K/Vfns7u7av/pX/8pe8IIX+NzKN33TN9m/+Tf/xhgz3qoyOaybg9P5INxDDz1klM2HRrvd7q0qcpnvkgNLDiw5sOTACXGAvnVzc3Ph0lhDWDjRCSf4s3/2zxoftzlqsZVKxT70oQ8dNfqJx+MDHqynHKVgPlry/Oc//yhRb3kc5nSxiy9fvmyDwcDXy/gQC3brf//v/93+w3/4D8YcIfOdzHs+8sgjxgfFbjliT6MA7MinkfymJG21WgZPF8nsRS960SLRl3FvzIG7IgY2O7Y7a0WsWTKWqNVqTxt35qdZ873b5+LpB/nIE2PCP/Nn/oyPtW4Gf/jII2O18+fPPyPWeRkz8pG4l7zkJfaQxoyMHW/2OgZzKuRL/pRDeZT7tIV5gQz4sOSP/diP+f9SLJBsFpUP7/3Df/gP7aTxniGQen7lV37F3vWud6VPizmve93rjP+BWCzVMyd28swhdUnpkgNLDiw5sOTAvcABDhLLr+RsbWPFOJyNg934qMbaKTaG5W1lNWc5NoclZjbVbzrVoD76dX/Kj0HCsD823+hZ61uz2rd2c2gc+D8aTIzNlBM2zgqU21PSHyWAxSOAfNh0RnlsQmMTIBvSso8XjDnoJ9uQNok5x01twaIbw/wObYpDeMYPDsfL+MGGOQ5Oc36sJJbkyCN40uvd2AzH5lc+2tFuDozNmmxgZIPj1hN1u/pYNcKjNblA1TYfq9nm43tAvAg123qyHkFpCSs8GcMyl7AIMRz/5uN1z++q8vXyHq3aFYea8Z4Nl+DEZko2frK5j02k4H492o7zjg2CbFJlI3ptuxM3km62fANoAdqga97N/E9EXMGXTcJsKIWHbAplg2qTQxHEX2SgWesZYbwrX234BtMt5eP0i254sJnxV/luUuYMYjmbhCsOB5ewCbUiXJvVnm/mB39kmU3YyCEyOBqOjQ3CyF8zK3+rZfCWDa/kA+57UNurR+GW0U688pWmsdG3km48bzcG/hGzMbKMnIrxcmiORjMaSs5pXy5flZ6xWZf0bJye51VZ+FDP8Io6HitdpCFriVGeQ4iuijF8DgpLBIRRh7Q58gA3NkHvFlsG3pQHLRlAb8F5K3rlEr6v7lIaW42+6ww2MTelNzLZKF9tqv4aBl/Ia0v1sqV8MiA/8nf3Ut0PDCANG5N3i23j4xrIdL83ku6ZOs+gwQmTB9rwB256vtYP0kMIeh1c/8G38dhsKJ3GxmPf1L7Tsd1SyzjkorTZEN51QW0PrsjPwQfA5ZoVcK/Wray4O3ygrNyy+m7HWo2ewVv0BrxGz3mhlA4KqQs6wkZPkgbXy1Mbjcbi48A4CHy31DTw4DCDImX5ZnPhhD8DhXH4QhF8LgknPYPPdqFhu8WmVXfaEZ/u0MajiaOholTm8nezOOBV6jdynIrHU6Pex77peiq+C/CrsXNQBzpnKkn2JLohB6ScB0lEfNR7UwT9LCTB6O/pu3JsCM/nzDd+p31ZMF1KSP0CE/WHyDnuRLI+8yvcw3AVTjsYj0x4pqCw7D1pQghGmfSr9KEbZ1bs7Pk1u3D/hl14QCD3PAfAXlj3D2Cub+Qtrz42hCBeWFROwkskR7+CrvVTErPgP+OaCpGol/vGgQaV7bZ/VKu81ZBurhvtoiDZx90HCiuoLRSBtI1ygAjtm8NFWvWe2tlQ7XRg6BfyrkqXeZ+z2fS8C2pPW09WbUtuwfOrWVHufog4FKUbSpSldlnAFeAWFB/YuiS7wPv6mvFMm6ad7pak4ypd67QH0kVj1cHUppITGBVksznM8QOeHArEEcA73lP/yBl9RLczMA5V2ZVuo8yS+AEOW8Jn8wnRJxcawZFw6HbXcRd9ogWaC6IxhqdhorUIKJ67el900HtcT4c/QsGfa6Jfz0pTSMF5LD6DC/12Qf1A6YrqV/XgfYD4Q9846I2lHyfetqANWhN4BN0QfQyA1yP6/v7I4FOr3ncdnvGqCH0ZCP9C5s9chREHnnqdbjWNtMgYtiL5NZVnUzZFU/0iNhp2AfILzzehO+V/weWs7vwpkK8AFyji13vKIu2O6rKqtkC9cqgY9il00NfAG5pb1pbg0zFYc+wklOswqxthI4GE19g6XT+Erud9E3Rs05ZTmSyonWylclFEhuCz3hVxUyjwXrxAbuAL6StZ30u7lrwPByODF067kNHP9gHUCS2cuwEc95Sf6IQkZ5Y7DPLXCD8s7t0WdpA2PcOHTAc4j4KZfnYzrll+ypAyKCunMvfx/eDz3cbTRfBNaYUPyKCDeHMzeL3M4y7kgOqeNuKYp376HsY9Ucf3rbbbtYr6qrL68oL6dXR2hJrbVdgc9IMF6XPX69LtxRSe0td6fyAbzPsBueoTi4KCADeCwlWO50ee9CeC2M9WDJd86as5lKpa7lhD/XKnPXT7iz4DGtz+SmmCRsDpfDq3ND/PIvVTFv0240VshbpsnYrsUOeX6HJeiY6ZK1oKshdm9IlXBQG0FxS/mPKo4G5d9qoAfuldIXWLqevxFV5U+kIK1AWALXb1cfFL4/WS4m9rLMlHqpqyYxjj07+Cu4YkUd+m9EAbvMoAPsLTsca1I80rMs/XUh9d07iUPIv07cIBeqCRcnEBbAHCgT0co31UFH0ZzrwDnD7hyrui8nRX8YqE+bN4gSsozMIlL6IdmiNUjbKREwAcSpqDYj6GeqlLnrFFmUMaj2RAyK7xcY0Iz2jG1ePydzs4kMohfRP91L6+mr4u7cOeEs67exTgA/YLcglf3BWfbkb1eF6pXUoZlLWPt/cyv6ENOERu4MOM1yl/bga/78k85mQx805TperqFTWrORH6EeaxNCWkOQDT+C4C81ezMOauAM1nTQTTcVD/FDRWyhkfTVpdy2tNTKA1s5zmz3K5xBJ1YiEEM8U0XSrO0uL1dMjPI+yFk9KUFjeEIJ/tuw5EN2jaF+EWPNA3A2SdaH4wL1pXODxS64G4ebl5eJDRLx6AOGngs89d+rzI2DhsmHWRlub4W5rb7mquyufjNZ9MXMb1lCPSDbDAk0CE836keBwei43TUdqObC3y67SGmnMZGu/GikM+IU0clNyUWQjBwD8nPMEXWFlNLK/5RWjgw0k50ReCp7jlvD1Yd0F8WxEvWV88c27Nzl3csIsPnLb7Hzprz3rknMMDD52xi886ZRfu2/CPb234oZ15y2ldNiSmS/OkmotFjrN5WOTcnyXLB93sncv3JFgi3iDb66fzWgNe0Rzsqp3RXOxZzcmeOb9u4JZXXTuLVCeWXfP+LMyC/tKHEF1onqiBUUcOmsueAN4mJ+L5VBDjehnRe2vvKW4UMtG6GjLGuGOgeTxszF5rZJ3G0Nq1ga9hNyp9zesBPbkAfoHCG1rjbgpaittWmo7S9jtjG/QmGhNMfU6WMuCD6wXxDT/AM65YYcyVz0BxwA1wr994ukdgjv+ZzoBHw8HY59UZJ7D2tKt1xW3NiZax82WHY7NH21y2uJ4z29ztcdnlPJe1nuZznErrNne143P03e7A9QXjh6rW6ra15oZtXlA+5IvdHm34muZQo11fUJ4F2fcF2fsFxSP//UDcOKbweIy1NMbyvDQ3S36lzbpBB2U2NP5Bfw00lplQ6XPVOceSudAjepU4azvwE10IPwfiZ6c1iOuB4gdro0XNjcNDcANPHw9Co0M90i56nU7RX8TvLjwXvXp2WhXG2CrLh7GXj3eUP+sglVLH6mofjHcG3bHawcSQ9T1RDq4rwhFJvJXR4B3gCGUFCdGxdAPrBtDQqPasst3R+lHTkBvohuYtjXHjPERV69Q15x/8iXzTM/wSFJEf8cxd/B4mOcv8eucyJpf6IY8ZaMxOXUWoaYxZs4Lki7w4EJxxZUv9K/MmyNZY+hVmB/UP0JWB0yeGi7SMSncVZLM4CsFvRr8ylQ4bG31vS323zy9o3WC+7YBrEVpSvP059RdSlzD8tAXw9bZQ7RprD73eUOsy6qikDDN8VbRlF7gAidMyle02Mf//A61Jt0QzOO1qHYx2X8x4iZuVDW7Zc+rC54LkvaTnba0f7GqOqSq6WA/hwybYJ7SfTF7FCQMHc0aZO7a87nkOoKNZc+pL1pBVoKf1oUFv5B+iop0RB53rooGQOJi5o8BE9mVethp2HrbzquzozMXPu5ziEN/u0AvcANCDVuwU2gcHwndkh2MDVTQXyv/dlDVXW7zcMO8bpKPQWfhpbxHqe/OKan/FrH3in7XZ+kyPkpY8NtGB6l+LileWTbBTbGsNsGstrY/y/09j5tNAMIUM3/TRVBVGWOYmsr0ZqI01txjrt+fr3OiBbeVPOej4iHOmp4W7yi9KdxSFawHQc0HPQFm2B/9j0FQ/z7gHe2acjk3AI9NvjgeIEHgdmEVJPfAemRtqfZI5RO+XNOeL/mINOcOpOM9T/CmeReFa5FlQEJSxTVj7zGwkra2SL/pvKNsBF5mv73aMtdaydCV9H1BUXjzDL+hlXIe9AT+xP2B2IkJDCHgdnNRgFvTHD5+lF7p2JF6RD3oYmsj/sP9hKogeynfALyioDooC+EA6+qiKaGvUutZp9c37ReWftVd1N7HkEJ3sLnQNSNL+BlqoQ/iBnLEeX93pGvP/Rdk64ICcIJ/RHqiqfxZIVsEpQj2V5yg/BfGuKJxJ65D5U7cgtyBaiqqjAiA/7QD7ym2NtF1RLvmUrjYt+/++RrXnNjT4ZrROU2Ln5S+j955yVZf6mYPfRJ2MHfiAvoInXc0fIK+ML3a0LoGslDRHj9wUVS+R77GeeHbI6kNuWXG31Q74/7h9axqy6ZGTiWwv2im6xRERCjf6IW8OikjaDF/aU9SvXdt1GyfangXhwf/foBdxkYsCMqLwggCZcJDszFzRBi2FWbya62jSZjLFWABe+Hq9hvVLAAAQAElEQVSF7PfGTs/ajYENuiPZ72KkfqkoCdP4g82RTvfFwJO+q2jnn1wvOnUn2O+ql7b3Ub3Ufm8ZdUjbYY0m8lDtVf1L5EXkSxE+iWcFAJ7KhX8O/lyzIvzNwhU2i4t/BuQX86euYnk11xGk39G4rKbxKHoF2Rz0xuK1JnTEaGhKRAsu4LQtciOt8smSTKT/etLxTfVP6May+rmn6lfRJdyLGV1yCzxLnxFGH7ejdLvYzFqHQ1fTR/i8CW1L/TFtC/1bSvVjQWuqM9qVTwEQf4vKt+CuylQ5xYPg7+uS07ptKY+CnsuyL7xst9d75mXLPhv5/zNL09GRiODgQhkMR3c77MKOoc+hb4Av/C9fHE90JCNNw44pyZbJ3G2VTV15m5Bc0RfTP9BmPX8VFOYKpM4iBMvqkbaNnvAxjNdF32p8EEt5Z2UVLjWskP5f+Ly7pbAt///nmm0+Xjeewa18tWWMuWsanzIX1dU8KboO/CgPHBED8CQMXiFnXepLc1dVpYM28iqmZZP3FmUwvqXMrGxcQGEF1UlJfQ9lx/F+V/UxsIHsY8q1m3yRJ3xzvF3OOqK7bfBt8/GaXflMRVD1/Q3+//6PVffvp4AWp6nuex+21OYdCIce6CJM/sjnNJ6eN5+o26a7NaOsGTymZ5Vz9XG1cb0vSebhR1V1SjvrSvcM1aa9Dm7ED8kubZQ1fXjYbQ4039gVjS2D15sqh/0h7GGAPvyOBziIfvxb0OL+umisHQKEpwC9whke8H/0ntaf0/fu38tjU3k7UJ4gw+OK8LryqHitcvfRjy0C/Wor6OIbkX/Pvw+iUBCkDBJBLh98XWn9VN5OnVl1WFtfMdYmkiSxEIIn4C6P/yQiblogT/A0ysrY+p2Rz9Ngvw80j0074R3tnXZD2/cMlrclB5YcWHJgyYElB5YcWHJgyYF7igOvfe1rZVOuLkQTtiEHMOMulPA2RX7yySftV3/1VxcqPYRg3/md32n5fH6hdE8ncqPR8AMPL168aHx047HHHns62R057W/+5m/a13zN19gLX/hC/2gVHx45cuI7OOLVq1ftpS99qb3jHe942lhyUN6P/uiPGoerczg4z9fP9Jn9NoRgf/2v//WFdculS5fswx/+8B3NPA6j/+QnP3lkHEMIxuH1IcyPzI+c/I6MyAeJjvNBLnTNIry704jn8GD0NAfsc8jqxz72MeOAyJ//+Z+3H/mRH7Fv//ZvNw695CBkDo28//7703mZO42SiA+6no89odf+6T/9p3arDh6cTCb27ne/2/7Un/pT/iFIdHPE4M6/cwjoz/zMzxj1+VVf9VX2nve855bx6UbcoH4on48u8IEudNHdYocdpA0ZuFX9c6/XO1jc8nnJgSUHlhxYcuAZygEOV/7e7/1eO3fu3ImOr2u1mr397W83Pv7Fx6s+8YlP3JU1gK34S7/0S364NXYQfuy6W03M9va2f5QcG5UPQmB/3+oyF8kf++uP//iPjboFxze+8Y32qU99apEsbmrcT33qUz53xdjjJ37iJ+xO49dNJXaZ2ZIDSw4sOXCPc4APJNXr9YWp5KMlCyc64QSf9VmfZS972csWKvXXfu3X7E4d43/wgx80bL6jEMR84ZkzZ44S9bbEuXDhgn32Z3+2veIVr7Dv+I7v8A+jMt/5sY99zJi/wTZjTvS2IHeEQpmjPUK0fVGgd1/A03yAR3yk7ajZ3HfffcYHmY4afxnv7ucAYys+eMfHi1h3Po7cHpULjNnutrl41lvf9ra32YMPPmh85Ik2dVR6F4lHOazzPuc5z/EPEFIvi6S/0+NCH+vhjFP5ANn//t//+0RQphzK4yOO//7f//sTXT/hY58/+ZM/afyP9HGI/eVf/mXj/10WS3vzYtN3/MAP/IAxz7BorqxD/tiP/ZjxYbJF0z5T4ifPFEKXdC45sOTAkgNLDtwbHAhJsPxqYnwEgw9ynTq36pvC1k+t2Np63jhEJJdPjHhQ7AbE1PeD8Rhh9j9pU2OD2KA/NjYhNms9A/hIUr878gNMJiPFmUxliCip8tF9oR+b0RzIQ+AbWwcj46CETmtglMXGWnBg0yn4AOAd0QwWwlyR4CDwPLnpZX4lifw4t2anz6+l/Mjb6nrOeJcTPzAEw1w21/JOhCOHlvCRMHDjwx2VdGM9mx99Q6N/jKtq7n+sFt3Ha7YFPDHnsjmSZ0HhSYUDHla3rcz1DZZ658+12cbRuHmTMmrKX/Bo1TetsoGTDbW7xbaxEZmNxvCPzbzgfi26jhs+GU+s3x36ISrVnY5Rrm8EvtKwrUt10QHuNSvM6KjZlvvrxkbQLdHMxlQ2fZZ9I3DbP77VrPa87p3H8te2lXehFTdVs8FYPINW+HBVfAW2FLYf6mlZNceD8iiLQ2aq5bY1JM/kj6yx0RH+IDLj8dTgF4eX+EZhlV9V+dt8aEx0lS7XIz3CfVae06Ry3K2rvLrHKYoHpasN2ym0rVLuxDpp9sWzkW/Sp7zYeGINsCkT+WIzPLhxGEdVuIJz8XIj5ikXXsFnNk03qn0DTzaik9/Ud2rH/EI4INU8KiwkZol0RQjBxqpDNnv220Nr1/u+Ybgi+aFOwB+eFaBVtBUE1NkWrvjOM/HAZUf1UxGuyF2r3nOcaMPojOpO1zgUAryJT57ksfl43eXA68ZlvK46qwlw60b5JT5oprzZtM/m+VZj4PybTDjkQHQGs6A/Ey0Odv2LuIAF42c2DdJzZmPpsmF/4ni3an2rIs+llnEQQXmzYcUr9fQQlppxUAPPDhxAoHdFuSW5xOVgkF3xorbb8bYR2+BE5UxU3dTQ1EIAhIPwMF2gL8d/Xo+6ofOoWw5J2C22jLz9oBE/0FB4qMwCoHILfphETXgSDq519xN/Oz1wgYPPqRvwGY8mEReVIyZYsKmXzW0eF56XsDgHMh7SV03Ub4wlX/Cc9jaRjnFQOO8991QO3K/aiO7h9xCCJSnkcokB3pepr8MfApkJVKVULwdVADSZzHX/2CSTZvOHvGYHvGaHwWbvCJ+qrZjyTlQm5dGHcqDsmQtrdv7+dbv4wIa75+5bt7MX1+z02VVbP5V3uyMkwseOfmWx3dVNxRp8HPRH3jegZ9A3u8WmId9F2oTagrdJ2gJ6WkC7zMIKaicl6ePyZl1pGoZO4XCqJvqqM4gHfKaHAlakrzmkiTZXVN5b2cGcuOkBJAWVU1CeMX/am2CGg/x6h04oKp6D8NlS2i30KR+/Ul4FhRXBKW2jtHV0/0B210S6mT7B1DbRF7AQPpj44ZxU/bo7f9M7/Yw47hqXdI7i0kegT5q1rtMObeBXEM4ZfZvCyQ+ZAU8B7wpyi+CpeP7s/khfUTQW5+gr+vP8uz1/gXietua6KT6n+kplOG/kcrAOh2HhetnKs7zZtB3ZWnzEKuPPWG0KmXD+JFODNxk41VPu+4H38yHzz3wgDx5lfX/bZaFju+WWlbcahhxE+sC/LhpSSPnCu5JkJXPL6jeQMfRuQ/ZGU/0r/SEuz8jwrmgqizZoh+bI+6rxDO3wu6j8ixnv5BIGgM+28KJvoL+KstP3/pG+A95M4YHfItV7MhGfT+IeErMMTAig88ANHOmL6JPo22nL8BkeFiQnGQ+Kqn+AcOQVKMIHQLxx2ZXcFuQn/a767dj39rw/x56jPGFhQeWbADcDni274Ffmv4PcrArBGXxx4Wki3jrkTP2AID8HhM0/30v+edrkTwQ5AbyAL84f6i9wi5DxMD4d/U5exMb1vMVzL0vl4eYyvvKc+e91F1oF8BuANxmPcIHj8pu0S7iLOKA2pl9EWB5kAUDPo3ujju9bTePAXY2L0NHoavp3t4WyAyllFxWkx2d6X31AEUD/40q/F/FfE9QvKx55FxW3kPoL8vNhR/LNysv62qLi0P9i61U0zm9q7IeNNBxMZBdPLdpfZtDjbV/0WXYdt69QHvrFXOTxvOVm/OIg7lZ94GPxXewD2YZF9XXwC8hocFf2ErRBY0G0FEUrcd3153pqp4g34ltBUEyhoDw9jVzi+7P8bndo7gKX8hw4oEz1VJStygenq9tta1a76l8Hmi8Z2VQDi4wOkeK08ewe3dwvfk018Bhr7LknFz0fa5Mn/To40J97mSoP1+tNdBZEm4P8jq+eo5vRWJ8bmz+V3j26iZ+9lys+eb7iSyGlu6AyvFzJJDbZ5hMVt8lKop85AeZe6pWeMceGvci4Dn0niRG1ZvDAaTazzLXldaIcyOqA/gn7AJj11fTP6r/2PRN2q+BOyBd6Ba7HZMMgl8DNqBR4TT7kl+UPv4GZjaSy71l+QxswX896hn6XP/gNZIwSs9AXcpa/a3EAXqnP0PSH+hdpVjFsqjkz/TQXZBGYw9JUMPNTDpkfF+B9CuqipIsTY81nZVVrQBymv5qz/IqAdSDNayVUVogIqTjzsuPjke+0AVMe0Q0W3SMnv6kRp06EyICPyjnRJFJOtK6I7hX/IFnOVkQ/YUDiHxMIFhQX2hk307cxLzLU2hxrf8zrM2Zvaz4DW4m5KsbyU81rxuJiYdCd5UMIeRFvoDk8DrjvtgduP2RuT2sQQ70jTszHIh7KSD8LIViGf05zneDtdSf883rmYwhJLrEgGi0tOMvHbuYFMQfyoxxwg6/rWm89rfXGc3yQ68FT9sBDZyx+kOus3S//fQ+e1jzphp319cgVW5Ucgn8IjrRkPcR52ZHJBo3gsp3K8byf+VmecWc4KL91zbuyBnxGa8BnVM65C+v+AbD1U6uz+VhkgzSQ48DNDrmEln7+wtuf6hkbbjwaC7+J2uFU+E6FdwRJm+JeKzO9uhU/IQg9yBi4sY426I2Mg01Zv+5o3ahVG8hmFVT6sq17Vt/BBeTf7VlD4U2tpzUVryX7u90YGml73bH1NR870phgNJw6vSLWqciodD7qAR0DyMxVPHFCOoh3tCW9VoAnu6duYr3F9ibyRKTXgeauh4Ox0bab9a6v62Ljb2ssgw0d7faaud2d2vHRPo/2eFHjEMYDHDBOGtbUKhpzMGfa0hoqY8qe9EdTc/eMRbDJPV+34ZUv9rvGD9jxhdSmp8yi3hdl77uLfx48nPKVXjg5bp5PTeuUVa2/Vv3jTTtaH61pfbDpY8WBDUQnNNv8JaboNx9yNL8S6WfwE1fslBxNHeAnupf/O9jRHCe8KWm+uSC8CymejJ0YtxSEfxGAPt7jzkA04ld40UHPSk8ejL83NebJxl3wlPXnarlrDbWRjtpEHO9M1QSEnX6WXSCMDnM3CzxZl+IpEXcGCgDNifQWfQ/rBw2N3bI1HngIz5xmyQzjPZ7hh7viI/wszPMMv2R0JkfOR40rcf1d9JOuSDzlAa+zPMk3jt+rGlcCqgOlQ86Zu26rb0XGB9I76DO1LJvRA39FU+rIp7ciUD/3z99I48+KjIzyoULy9bUNjd+r2y2jXcKDIjg6rsJdbkFQFE5Fd8FP7cL98T2yAb5ViuWmXgAAEABJREFUtUtkkjz5fxD6hSCFl+TMQiJQ2ZZeQf5EYf5Oa+ATKUrk2nHiwPJK1yqst2jtpOhlx7KKXq5wSPlb4J380RVe8hcVVpZ+8fUQcBJ97Zbap2wKbJipcErRMBMe+hn4GB5bXvcSBw6rUmwX7AJsT/QoeqArm7PPR+SGE7dhJhpceH9NBgKXDxeQ+JBIeHOyN7HzVrGfBbgAYXm9cxs0Jtxj6Z3iy/CK5EhxmLHuOZn110NrVHvG/Fa50FJ/1zTaWNRVNemqFKQrXLfJjXqDdpqB2qnaIu2ROABxou6r2qb6GnQsfU3pSsOYf+X/h+hTW1pzdR0ifLDn9jVZ4fwUNirMdYx0Cu/4Xy7So4salY7rkp1CQ3OgNQMPoIiuAG/HMcMVV+DhuHWjf61ovhobA/2EnkIXT6SzTLrLWanyKffIkMaPztTIj3x7ksF2q2/1asdxRrdGXIX3HJ7URdF1Yd0KqRvpqYuPDV/Xx0biwybdzsCQ9YHs4KH6EVz4wntfa5WO5X8hXPcrr7KesbGaWqvudoY2lN4caa4W+QDfoHFVCEGtIewnV49BoVkg9UYbgjbyQZ52Za9sK3/oKkKP6qCQgj8TJhyKgoLqIILqQPYNeGHfeV1Ip3el04cai6LTkVvwMwQl2BwW8vOcgeRDqCvadI/norGlfha52yk0DdwKwmlL9uLWE5JTAHtA8orsFuUW9Q4cMygI1+IM97p5Xfiz/KKlOHuvZ+VdFBQcVK/KbysF/geONlZQewAPbN7dcsfbYoePYGjsMZH9MpF+clIzuuTaPXrNSMMDiM6piEePT6QfhrK7u4wBal1DbneKLYNvyMu+OqEeqBPVRWEeFDbjtdLy4SH+N4Y8B5J95HcinlOeinbZQoYAfyDwAPg7hbkrnLHJSD9WPuDbkezWpV9303WdkuobmUAfOmj9C1krSEaKwrWY4l4QrsWDQBzCiCcoCFye5u135e/2e7Fj/r8zGgf3e2P1dRM4KUyzXxBJIXu4fa5Q0M+EzAz82cyQ/YH0GP12Q+P0itbrqHPqEJ7Bv2jD19RPRZuacPhSgFfiT+Rp2hbhLeHwEMAP4M/e6bmgdDOgvYq/Ps5KdYP7FU79oEew39ErXdkWg1SOTNwOqQ5y2RA9GV3yXveXxd8XSYI1VhvoScc3pa/5P/TtrYaVpS/BAzrBuSj8/dnpqVkMS12Fwbtt9Y/wsZrazB0fXw+MvFvKm/+/5qNdxPX/QxatmZwVUh5kfPbyZmWKz87L6BZUHuV7XPGQuPSxseyOdF3XKLuv/srbnus6EQrhYhZ8kGMuG/FmXB4mD/3OWHbcUOn9f/Ql641d6Qba2tWmdHNjH9AualqTpk8kzZj/J1M7JR9lpxKUs374MwiEBrNAX2iqVXV0pKNt9+hPNCdQlVySd1FtL/KrrrmDuv9f+Fb2f87u1jxsc85P/PJmU2OyllWl/5viP3I0lNyP6YtV5/R3U8kTP/QTNi1yRjziV2Sz8P/qXr76K/5PO5Zb8/K2/H/l644TH25yeFLPlxpWvtI0XwtXHq4vNCbDbpioXJF7U3/MF0MXeLucqS6wA+EB/9t/Jd3X4Hsp5CfM/Y+LDoe66JHf6cGtG7RsiZYtydeW+Bqf9U5hBY9X359G+cD/TbnsIwDw83GsLaUpSW4y+WxKb6O/B6qLieTkRsyQaNhY8ZANZJq02F78Lzx1ktFDWXycC9rcL1zAYYv/jwdEx9YMd/A/CKIve5/SDe5bSkc5uFsKn/kV7mFpOZTlwH4V+JwCYdQFdYJMNyXbHfW3Tj9t80YMeAa8lyqwoFuQbmf9ZEVz72sbeTt9ZsVOCfCvaG0iaF3FdAWB/9yDblNLlhNlZWIj6S/4i92OPmG9ZaD+Ghni3Vg6CnuCtu/5LG93BweWWC45sOTAkgNLDiw5sOTAkgNH5MCXfdmXLXwYIlm///3vtyeffBLvHQ98tGJzc3MhPDlk8Cu/8isXSnPcyBySxUeeOCTrVn4U5Ub48aEcDl7kQx9366HhGY2XLl2yV73qVfbRj340C7opLh9E+ft//+/b//pf/+um5HcvZ/JFX/RF9qIXvWhhEt/3vvfZaDRaON1JJAAvDk5cpKwv/MIvtK/4iq9YJMkdH3d9fd3oOxZFtFar2bve9a74vz2LJl7GvzYHjvGGA3Vf+cpX2pvf/GZDrx0ji2Ml4YBDPsxFn0ffd6xMTiARuGWHgH7/93+/3apDQI9Lykc+8hH7qq/6KvvLf/kv++HIx83ndqS71f0zB4DeDrru9TJ/6qd+SvPRYQmalA8hGPx4OnX+h3/4h3b69OklP8XLEILxgb5Wq/V0WLpMu+TAPg40Gg3jQ04czPzOd77TJvx/3b4YJ/fAB2m/+Iu/+K76KCn/r/A7v/M79vznP98/LPzYY4/Z7biwUZkfuZMOS2ee5Ku/+qvtS7/0S426vR18uVaZ2K/38uHy16L7Tg7no4DooRCWNlQIweAFPHk6dcYHLEJ4hvNzjv7/+l//69Nh5zLtHciBarW68Bj/bvmwTwjBvvVbv3UhrjP38cQTTyyU5iQi0+f++q//+pGKunDhgo93jhR5GWlhDjBXz8dJF03Ih0wXTXO9+I8//riVSqXrRdn3jrlRPsy0L3D5cM9ygHX0P//n/7z9tb/2107847l3+lx8Nvb8ki/5EvuRH/kRQ7+ehCAwZ0B9UC/Uz0mUeSvL4MNirFuiV970pjeduJxltLGG8jf+xt8w1kSZU6B+s3e30v3mb/5m++7v/u5jF/HWt77VboccMBf6d//u37XjjJHYS/xzP/dzPsY6NuHPgITJM4DGJYn3OAeW5C05sOTAM4sDiSZOVlZyxiYwDmPjULiNMyv+UYzV9bzlV3PGprGQBGMDWISpxSv4onP0m+/3mkymxuawbntgbMYD2AzNIWfDwcQ3G7KpEqMtyyVLfzR3KjwisMFxPJp4eWxE67SG1mkNjI8TDXoj36jGe1+rSwsTuU8pJr7SXT/ec0DK2saK8XGQM+fW7NTZFfFjxeDHSsqPhM1yRLbrX2yEg242yXHgRaPaMw514kNDbHC8ykbGxzQx91gtfihLLpsaZ5BthMR9sm6kyaCQhhWerNmW3rn7RPRv4fIeSDdR+mZOPv6VlSl3U/HKVziUo21sRGajMRuT2cxHXV6fusXfstkUXrD5vLbd9U3E8KJ0uWGFJxtz9GV0QHPNwHNLdGyJnuKlhm+SJh0bP8kHviJnAJtg2QzKu5JoY4Mo6SL9VYsbWOUqv83H617mpvLdEg9xZ6D3hUt148Am8iNfl6/u0IbDiVG3pgYxGU8ka2ND5jj4o1nrG/F9Q/qVpjm+ysfrS3mCSwYepnIpmzAvjw29hZaxYb6+2507wHmq4gDxXbKquxaip0Zd9bojazcHBo6x7JbzqCCeQn9JeLDhmjyJ02sPhbNoEP7ecMnsGoCYhxAMHUCUCRuG+2NDTlqNgdV3urZbbBsbkQuiZR62JF9b8DZz9R585jeQc9AZ8gDvumrD8K+23XHZAO/i5WYqGzXVlWDGQ/mV36w88bgoOSpzAPZWyyp+oAT863vdIHsWoEC3+ONBQXpw3yG3oHf6KZKFII8AltE2yG/gB3wMjQN4ajsd2y21jHovbzaseKVmhct1h+Llmp7rgugWeNa74pW65KthO8WmVZTWD2Zo9MTbgepnbGPp0yhnETcVLzzMwbiEEs5UlYhOHQ3HfqBho9K1nVLTwKMkfpRUTkFAeQ6Unz6Dyx7UjQMP4oELTYOmeODRyNClKobiMmcPDw9d3o7LgbQaPbkfzqk2hnyNR1NzV8/IHLKA/HlE3UJQSn4CAxSW/VIVYUQxvcNN1I/Td9GnA/l8zngmnHTkDdBnOh4Tk44xcz+Hu+rZ/XI51BXwD3HpHQe88jwDxSGvEILl1F/mVxJbW88Zm845WPb8/Rt24QGBXD7Ide7Cmp05t2prp1YsL5skhD2bw25wBd77DY9BrnHBs0F/ZBxcxceHOECEwxLKWw3zNkEbpC3gqr0WBbST2B7qRrslHu2ozMF9alPeRut9b2fYObQPDtqvbLfN896Uzlfb4gASDnspPFm1wqWa9EDN8yNP8i9SJmUrbgm/XC+fMJ4FxCNtdnDMpvr6gsIjTk3pm7ZRNv0SB1UgK374hipfVW0hMQvii4Oll96lPnf02sxvZtGVNlEc9MlY9lWvMzD6110OPRTfihzgIhy2hAv0gRu0gucMREMhBWgqpn7Cor9uxZTe/S7h4hPvlKaocqgPjyO/PyucfAp6pryIR002QlV2kEDhRfX71Bn9Egda0DfSP4/VVyMT0OY8EX+c5ox+k6yLdjlP+RH/YCDtcSydi4z1OFxFupvyKhzo4n0A9MyDaAN/6HPQs1wOOCtJT2+7jLX8gxN8vKJV6/kHGukTgZofCtp2vV5QPvAfgAc8R6hL1iLAt4L4kQHPUY5VhuSVNtFOD7QbpzYNNGV0Os3wJoPsxS10szIz2aUo9Ah4jcRr+Ex/y2FY9JvwrCjeFcQPl0O5+KF1Hkric5QfeFOTrNTEp5rzkvqq73aspfrrSt6xqTIZoXxwyoDnOx3g1zyOXn26QUMimU9yJp0syAvm/TxnkIXf7W5GT+aKnox+eIGcZa7rgoxxqR44yMvs9bVceJy9ww+QP5CbKzuX4ZO5esf7ew4y+uQmgOiEJ8A8vzM+Z27Gw6V7j3Eg2F614wdMl1x0Lrq3q/EpY8Labs9tHPosdDq2RvwAaM3199Yl9fepbcV7B2w49QEz3T/vpw/Qe3+n8AJ9o4fRJ9Rlk9S8T8CuyMDLlA23+YTKks1DmlI2Ri93fczNuJWDqxkbu/2lEdL8B1GRdZEnIvVL9Yp8R/spoX4xrjyzvOR3fnmfOFLf1TfsAw7l3JadVhB99IeOv/iE7ei8g18OoldxCvBAAE8KM97oXcoX+kzezVyFexq5hOGPbs1ieTW3xa7yQSrxrSR7cXd2eGXP7WbqmP4c3ev0iJZIYLwTFn1Tg6cc8jocjIxDp1wudtq27QeiCk/hXhAd0LmVllkQvVn98S4CcWtev0XFj2Gyvzy93jk9esbN+IBf74t6LsgtKF3xgEtYVpbjIJrhdfTXDPpnB9bJfmMekDkwbGvqT6IiUiUUKQ/2aFfw8nfiHID/yKX3w2l/lfn39dnqxzz8HnexWwDnCzKawdOoGbKgE8jyJH9sspkLT8X7e5LfB+nKnjOa5Tov5CKH8AheZexe2kcZJw64LlTSo2kwPnilKdQ4f6X5KJ+bmnfn/Afnr5jXmk6CJWJ+Tg2dtZ9VDtPXGtDKamIcsp/LJ5ZooiUEL9woj3LNrz2fPx68Za/TtCHEPObvsySKq5/nPwu7yZ757KBDMyEm0i2Ivrzm7lZENx+Cws1rfg6I9ItDiflFf0a/Pta8JWP1oebH6bM5lLOleQagq7VBn4tRHJ9nVGH6WYiEez7cCGOuZpfXMHEAABAASURBVDQaG/MrXc2vOCh9V/Yhc17MBQy0FjHWPBXlks4s6M/8Avckl2ismxhznaxngjcu6574c5qbJJ7pokzojq4CbtEvy59y4ScfvTp9bt3O33fKLj5w2u5/9pn0g1zn7IGHz9rFB0/p3bqd0RzpxukVYx41lxedqhsTtdNUjpFhh5Fp3vhwoA0g28SbIt/iDzhs+Ae5Vuy05mDPnF+zsxc37Mz5daM83ocQUlNFkqifpVdGS/poQoefu6YLmaAemXujnsaqd/wTVf5EjZP0gKL6L/j95G4T4TGWjGG/I0uspXWbQ+vUh9bmQ1vVvjUqfavvAj2r7wg0LuGZDw7xrqk4reyDXO2R9TpjG/QmWpubGvTC8xmN4l3ml9fb9JT6E+DyLnMjw0+OFydf0lT0T7XGID5pbhZ9QRtvat4zm6tnLFPS/F7RbfGaYX+7n2fZ5dFfk10vG15jjfJmXWODhubim1prb1m92rW25vXQFZ635u6rWqvz9WHydXu+HscuGje43c74KA0vyPUyMtfLVVmZq3AfN+EqHXOx5OHjRT0zD83HsKpaJ4WujtY4B1qTmEj24fc+edeDfgQfGTy+30giiZIAkTdtDH52WgNjTnpXa7TgUtTceFHjGPA8OB6EVgdoEz376FYangtyZ+D8qtmMXo2PqSt4Wyl1VG7PmHvvd8dqB5N94ix1Ij0xQxzkbxuAy77CU7QYe/Z7Y+uozvgoQrXcMWiDRsaY1PFs/l20bzlvqpLR2h64jPKcycy8n7D0WWnhL1CA94JsXElZ8NjnOygHEO9Lqidkq7bb1fh/YD3pnqHGydS9JMGgCzDoAURk6sinH5Hk8J5wj+vPgSBvm+TX1Zw4fXedD9Zo3YB5d8a1yJHjKjyKwjdCRo9oS8M8jvzwDf5Vtb4PPzvNvvV7QxtJ//LBmiQxA7xw8BCAU1C4uinDP3E9MZKOHVlbNkVda9276XpLKeO18MnKhJ/FOd7ij+9qvga4rXUa1u2q0gmsh/A/JP3eSPIq5ugnFMyCfinY8rrnOKCqNerYsiutd/QodkG/O/IPPzB301NbGEg+hrJtx7I7iTN1zaZcENDUIasQgiWyL/MaJ2BvYkdhQ68yjljP24rcvGxr4iiq3WmXSHG2gFtwnzAUb7C1J+Op7JuJ5vOGmgPt267mQvmoBG2cNsdcoOtG6amC2p/rMumAAm0TkJ94e1CzzF/QOwB9Sj+F7kPXkidxmA/2Nrstvaf+HJttLHyEnWpCCOJJAdxTrzs8hxDM9Yxij6R7GKNQt+gS7A7mFimH8sCjIPx5Lrp+qQvPPVyLKS3EKcv2IH1T9ktP4xVkZCR9hQ1sulSsARb0cKMfcQDFc0c3de02Vn7ky0fE0J/8r0/Uf3XZQDWDv0XxD7z2QUpDYfauprnJRrSRpNdb0sWMq+BFX/bJQP1IX7rZ+aK1Ufi9LV3J/wcVZWeRd1nzzJVy25q1ruRgYAPGYuk6MjRCK4BfZOz/iZ594SJupLT8b1pD+e2WWlbWenhms4A34LRBQwqEOcjW8ney6UjDh26oC9fpsoEct6y9yvbaLyV7qIFvUH+DfOCn7uA5H9fl/1iZf67KlkPWi7KlsrKRdZdR+mbBTN7Fd48jfHHhm+MpuZm5+OdBaYqStYLceUAeHTTHTJvATx4laOZ/3tQPNjQWoR7RW66bxFfGtPSv0OM8h/d7JLvvnrlBm0A/g17IZ01mLP3AnAS8oX0iG8jIdqFhJbXbkvhfUB3Bd3jqrsKKAOGqi6KgrLik4QN15EFeHcmX//+N5Gus8SRlOj9Bwj1mc147eIFnjCCpVGLqbUI7V3si74bWDXZVt2X+t0htryA8qHuXAcka/j15kx6Q7BQd6nu6SmmKooW0Bb1zV22GdG5XPiHdcalu/P/kjsuS7HeNc9uNoQ3U/42Fj9RlRF1ouseJ8ps/3o6bl+43cxamXuOaqM4H6qs7mf0uu5O1GHQYdMf2WjXaLjwECper5rwRvwqq90LGMz0X9VwU74oKi374K5h/l/kVlzLI04E2q75wr86qbn+iV/k/y6b6MWRzIN07ZnJGzGZ6Z082RJGI00+e4/ymNtbcC/0S+pr/59pO9Wu05SMdBce/ZvP0ZTwgrKw+gHS70s/Y8fyfEn0E/UZXfV6z3vP/X3I+Sz+SpgAvoB9IZY5wB3gJKI7zFX8GCvO0cuEh/rLaADyj7aHb282BYZ+N1I+jq9V8nDnwKQTdAZcMD953I+5YbXagdgZf4niiZ/w/0LbKKV1uiA8Ny1zCqKt2I/Z1E7UJ2ir5eMYqzt35m8JCCBZCMN2MuZ2RyqQPZ7zm/EIu1eZKl5vp/4s3bPZ/zfP/4yy/20OP12xTsKXnonAs+3p02//vvCnbo4s+wj6V/Dt+mluSOBn8gV7+f32gcS3xmtWeVTWupU5LyqsAPNmI/2ud/e+2ytlCz/Ds/rreS16kL0qULdzhGfYTvGH8NFHZdpMvaBmIrq7mgJtqL9TFbqFlJckZ/Ljymaqxp+LKo3Ifqxn/8094BlvScZsC3C1ocX/daZn9L77C3c+7OVpj/Lpt6j17EbI8cfkoF7ClNL6fotD2/52Gt13pnoHaNLjfiB2z+hGNA/SWZLuusT1j5oJ4vfl4RpfcR2u+lyH7KFeGE66D8NwUPuD0VKg7zYQ7rdCp+MjcltysrjfxH8gDegF4C83uChd4TjjyuL3VtqpkelH6b8Sfu/99kAoQSLEnAtYeVrSWtL6xYhtnV+3UmVVb38gb6xO8DyGY6edg8ULXICfZGAybGVnBNsV27neHssNHGpuNjXe0d9oi6WIOy/uSA0sOLDmw5MCSA3scWPqWHFhy4O7nwMbGxsKHIUI1H7jiQ1f472To9Xr2b//tv10Yxb/4F/+iXbx4ceF0iyb44z/+Y/vyL/9ye8tb3mIcOL1o+lsRn49ZcGj4j//4j5/YAWg3k456vW5veMMb7OMf//jNzHaW10te8hJ78YtfPHteeg7nwPnz543D1w5/e+3QD37wg3b58uVrR7iNb8AL/BZB4TWveY3xsb1F0twNcY/7wcJ3vOMd9tu//dt3A4n3LI6/93u/5x/L+8AHPnBbaKSvo8/7uq/7Ovv0pz99W3C4VqHMl3FY5EkfAnotfG4U/t73vtc/lvEf/+N/9Dn7G8W/3e9Pon/mAxm3m857ufwlbUsOLDmw5MCdzAH68fe///32p//0nzY+5ITNcafgmx2E/rM/+7MW/3/jTsFsPx58tJUPfr785S+32/Uhrv0YmR8mzmHpfEy2WCwefH0izxzY/n3f933GPAkfBzmRQo9ZCLjCr2/7tm+z28WvY6K+TLbkwJIDSw484znwf//v/11YdzN/wccr7wbmMZf4ghe84MioVioV+9CHPnTk+CcVkQ90fvjDHz5ScdCMbXqkyHdYpLsBHT6C9dGPfnRhVJ/3vOctnOZ6CbCbGYtcL878uy/4gi8wPtY2H7b033scQCaYs2UMwXz87aKQcTFz8a9+9asX7mNuJc6MW173utfZ7Rx7Ui/Uz6/92q/dFXPrh9UHY3jGyowB4elhcU46DJ1IvVK/J4FTPp+3f/SP/pGP149DKx9VJD1t5Tjpj5MG/fDOd77TmMM6Tvqf/MmftK//+q8/TtJnVJrkGUXtktglB5YcWHJgyYG7ngMhCb75a/3Uip0+u2Zn+ADVmVXbOL1qaxt5W13LGYeJsDmMTf1sAvONXdmGbNt/semQTe993+w5NA636baHxmbXfm9kw/7IN4lNxlOy25/4KE8qFxzG46llm1r73ZFRBptp2Zzb64xsOJj4Qb7XzVJ58Z49b9DHoSj5lZzTDD/4QBmAf3U9b/mVxHL5YMQlDWAHLgwuNsANsg2+zYE1az3fnMkBVTtbLWNTLxto2URa8g8lNY3NsLuFtm8EZnMsHyRiIyYfyWLTcaPaMzY3tmp9/0ADh0I8BXgnoLymXNJwWAf5sHGVfNk0y+bO7c2WsZGW8sEFnLaFG4d2EbcpnKk7eDsULdAEbQfIXfiRPMiLzchsHGQDIXVHWZ1G3w9Y8npsDOQXiH9s8HXADyge8T1M/lY98oZDC/g4FHTuFlvGxm0A2qB5t9CySlE8Lrettt01+DLjrehtClpAvR95rLzBpdsaSH5HRp1yKMd4NLX4UTmJsGQImWfD43g8cdkeSsbhm9OltMjkDNc0T/LNwqK/L3qBgXWUptce+CbzgdoR7Wk8mhhynzFcxUavGiPl836UbuJF/sljln+zH9uh8mXD/ED40XbIT8kNiJld+x5CsBCCRyDdOGt/kg3atdOqcmKZA9EysFZGq/jZzkD1Sj1Tf13RyCZ+6IOeXF7tS22MYqCJzaTgygf2iNtW2pbnOVD+Ka/03PLwgddZU3IPuCzsdo02AC8G0j0T1c9BWkMQTfpZBk7h/pu/UrwQ8FHnUxtLBob9iQ2646h7JJcuh5LFVqMX8VMYB+ZQPsBHgdqqAw4vQCZa4hfh/e4w6qsJXDALIViQXkbPAPhDMDPADruUTj/fcK884OdAdYzO7bT61hV0VC48p+wZTuCXvZPr7+QSF36Tvt8TbsprzGEHytv5l5Z1GCbLsONzIKvejL20M/QlDRTXgUoWeD3coCiXGcUhLodA0KbGagNR99JnDqRrJB/qn7sC9AZ6ayCdQ/9J+0POJ2rrpPV8hByuUFDOcz+FE8a7echihBAMOU5yieXVx66s5mxNferaxorRt66tYWvkjY3obm/kFD/Y0a9D4nqQkIFmdCN6Cn2DXHdpDw598SDygbZJG9lrH3vvvE0QX22GdkIbb6qto19qux2rqE+hj6Ef3y40/dBG+qBKuWWVbfU3ikNfTPxm1segJ6QD2tJh5OmAX9ASeP6KyyEXXobyqZRatlts2jb9G+XI9fwrXSM+uKMvh4ORjVVvyI401h4fYQqwFzLzhQPhVOlY/Q58Azfw5xCU6rZoEl27paZVhE9FtFeFG3YDeIJv7FeFk/BvCMANQEc6iL4WfYJcpx834wV+AfoxvutJt0cgD/hH/vVKxyiPDzNVhM+O8OEQGD9kiYNmBNRFRfiBG7yHrz0O1FO/BW0c1DTPH3gAzJhywHPYO9oGvEbvDtUHwy/kjEOokZuOdCqyhf5HvvB7uOjlmff+rHgzP3IGDyRjddUt+O+W2qr7lnEYjYPXv+pA9MED7BnickAOPGopLdBGzpRXW4B8dCXH8IB+Z6B+kYO7xtIL0IGOgR/U/TzpB0Rj/tVN8ZO/g9/SLIXEZDKRTTU2eAqPWpIZ5DDyo2W7yJ/ksbbTtrrkoVnrSlb63v/OeAsvxWuXJ/G4i93RGRq0U2forUT6hrEO+mhdOgmbH3dtbgwUFCeEYCEEIRhB6kX+O+8HigCYUafUL/oc+UQ2kQHaAnISoavxxQEQL+HnXQ/VSBc6A4DeFm2D9kBbkP2VycJE7YB+lzZgqmJ4CMDHowL8Jo/mQQ+ZAAAQAElEQVSJ7CV4ntli6FAvV2WDA+3U8Unxu+v5fC15SemD1pb6Atpxvzfydg2/4dNUjRA+Z3BUXi/j3cUcUPuirdAPz7cR2gb9+q76NQ5+pg/HruJwTlz6d/S+2xzbHY3jBeojG5It0gIt9RNttTP6PPQcLu3PXbV7XO8P3N9TnxGBtMyzcIg7/Sn9DPZVRX3vDBf1u+Wths8vgBt4Vt2+Ux7Krytb2vWJbCeXbToJQFWFfKNX5F38l/LroE4BX/jlOGqOA/6UZfsw91Hm8Dzhm9miVfGLuNBGe+TgU2huiVeA8wV7odnzPrSd+lup2xZ9+B2UhrSux9T2ya+uenCeyR6jzKye6t43K0/1v9gdsd+dRlaILpjhvJHnoJvJCHRndgB2oJcju7Oi/r8iO2BXdeR1obDqTsftgbrwwV7A9gO/xpyMkEdLcgItbdHXgjbZCW25M1nhGSAshRZxlY708J5866IPvmY4QTuy4aC6QG6ZX8NuAzfwacsu6WGH+Ph6IlM95Yd4wC9lC94lnBAHaK/YSMgoMtCSjNNnNVP5pq6RdweFEX5Pg+inv8ZmZF6Tdou+xr55OlVCf08e0S4du31PW8Audb6rjcHje5LfqT0EffvA5alnLekb+AA/vB8ZjrWWMZGFJP0gpZDpx6fD/3s/7fSpJM4FZd7DXMLS7tqHAfjpg/a7yt4DPIoe9COhnOv9VH1G/SW6MbcL5JJguZzmvgHNgSeMMxMz4tr8dYT856M/Pb9aaFpeTjitar5u49SqsS64rrXCtXRczEcGeA8dlBf5RFqBxj/oCmQYeXZbYaZPRprzHmuOauIf41Hnp+RTE1vMRPjUxFfdJprDGmiuhraQ6QXXR2m/ydwFdsGEcZviK5mRB3ONOfGTuUTmG5ljXD+Vt3Xhzbwj9OS11pA4r4OnsdtwhRAM/jH3sK55Bz5+xZrjaa3Dnjm/NluPXfePcK3Yiuohr/lT5lFDCJZdiKKmSox5XgfxgrCnwMTE7whZvBCCJeJDfjXR2qfA52XzM15RJjgqmnEpa5zFQIjoZ4DflIl+JqWmR/ftzy/sf7wpT/N5UqRgIvlChrArkdG2+h3sRWw55g13tF64o3XZ6LZ8XnfHbex26m/bruJgexKngg0qIG1Vtja2Xk3rUIwnkP+W7Ebkl8NTB9k8u8YJY7UVeJPBTaH3zs7EZtWheoh6wySbE58XoM1jg/U0V9vVfF233be27OUI+Puat5er+ZuOxhTw1EFxfN5v5vZ9bIfdj41OfVTSsQk2eVnjuB3Noe8yflC4jyk1liOu2x7SV60U0D/tdAyQuS09O6heqV/s+rrSMx+7q/zI1/PXnD1uRWMT8gVHPiKCrTly3SUmqL68jYkx7ur5yL+YXPybul7FXoNX2Bc+JtFYOhuLMI51XIQf9IIvMu92bEar2oHTK1vEXdGJ21I4/Ii0djXG6hpzr9CV0RrbR8vbB22D8sEDfHqp3h5J5rH/oE/k4kTgYR5i6K27U5Zyp93JMXDCxkX2kKem6IU38GlXcuI81Hg6yk7TeGY9BpmizuFFnfbOuJP/2UjHm/DMeQcfgYyvuDwLWkDK/1aajvE5slhzmepYRfUIn7clTxkOOxpfUp+EI9/IIPIFDcgXfTB6Dl2bNbqUbEjeD3pBX5CjP1D/mFd/g/5f9fW5nNH3IJvY7QOtHfD/BLRP2qCva6jd4fpah9ombks8hH7wghYAegD0Im3JccXOVSfGGMyELOUAjqAqCB0BLQONlzuaY2H8Xa/0XAZneaZ8pzxwog5xwQmeIIOEdYUbLu0E+4HyEtkL2DPQC9An4+bFhyRJzHEJZvrZvitte/vClg93FwfmKhU5QwbHsg3QU7Qh7AN0F4CfDxpMpLeJJ9FEfJxeZCQgIcEMfyLbft4GddtTbQk5IzyXS4w4IcQEt12UhIbNg6WXIzaN/YvaKe2V9tPUmLUmfYdeYt7R57jcPmoZ+ojwquygmvQX/R7xW9JttM/2bI6xb+gAINMVvG8qHmnqatPoVfJCB6Pr0LtelnQy+aNb2tIzXemFgcYLo9FYdeJIpwTsPYYQLJF+y+WDOcifAAo3XWP1TdQ5uqEr2wM6gTa6Gv0ml+cOdof8Gc7gCs48+zqr0vbT/59Bjuhb9mOkwq71ow7m3pEOOZsgk4OJ5kuGluHmeHnfscdHwtB34AHw7LpP+JKuK7sK+gbSpeg/xgKQDx9CCC4CUsEan01t9r8TSuN0iwfkHfMbWMxnbOPhxOcpZm1C+IegvATyXvcHbRGmNpJ8DbxvGUQbTzjD60hD3w51RX8WDr2Op/jflb3Rx85WnhPVq9eBbO0MGUctmOGGxPzy9q+2HeVgJD4Pra38kUP6V2x8ZL2sfre82TT6YeQRu8plXvPRyGtNc8KkiXLR9f/PQDaQbVzybKsNtARtyW4E0aeyWoBsSuIiU9hP5AWQt7cFbFbJP2U7DsKH/38AB/DEbiGfbtomxqOp2zfQR91CsxN8D95UpWZ+s3ipASFf3n4kC4PByP+/En0Of7qyB7BVXHaQb7VttxlwJX9th4HkMYKncdkaWWxDY7WVietHypG2ieVyn8eD53lI3wk9D6XtoHvQr23h0ZAOrLl+bcmeRtYacluGHqyo/isaT9SkW5ELlxO3H/surxFn+cFd8sRzS3KWyRRyWZeMYp9n8oQMZ/a7y5LGti5LsmXbjYH1pAOgd0xbypB2zG/zLcWF/+dBf/SlPzpq/03RzYdfsc13NS6HJtou7aWssR9th/8bqqRjIdpWTfyuq8+hT3Geqg5aaott5dWaB/gKKGz2TvGIg22apcXGramO4GMltd/hc8ShaY6D2jF1ShzKRb/OxofwWnp/xmHJzFHa7mFxaPv0RQP1kfyfGHLfFZ/Ql8g/Mhf9g1TW+3IFopPwCHpWe+mobdBenF7ZAeibOnRCo+iBPgB+M0aC/y6vcW3OkD/nETKLXKoM+LgPFNbSe+LBF4DntviMPHeFB21lqPY8ls6m/UAjYKkCELvssMvD1Vjp+9ALY/Vfw8HY6Ht60pnUAWXAk4gTPBkaczfE21/eYSXshVEXACHgRj80Eb4j2SlD6qI7Ep8HFstTm5VMwdengOhuzQF8oA7gA/XYk04aqL+jTyd/yhGJUkexgXD38iVP4E88lwWV320N/f/EZ3SrvVN+Wy7luCu8Ii8ijvCmqzqgn0VeB2p3I+nXMX0NhUHwoqB04AyeE+EJr/m/VGQP2tkTUS13jP/n53/76YNLVxr+Ua7SlabW5VvGPgvaU0Vtnrg12aD13Z7Gij1jzbZZ7RsyRX601ZZkrDXHV/en/0velO4jLi4yTvk16YjaTtfIl/wpZ1e6Erea7i1oqgz4A+7wGdm8ESugm3hjZFFyQX3C+7rK29U8JPs2oG1H/l21sV3KFC+qoq+qcsGJuD4uVhr+Dx5oapxM22miy6BrjtbmnN/pnn9W/Ibik5Z8nIfQrTZcVZnQuyt7n3bOPpLy1YaVrzZ9jwt40uZrittUHsgV9CBvY3QaxN6IIffieykedEEIwXzOQXMsrKec0hw/8/+rmn/PM8evsaP5pQTuPvUW28hENvPE9Rbtj74PmQN4HtEe1Y6I+9QcliFLDiw5sOTAkgNLDiw5sOTAkgP3Agde8YpX2COPPLIwKf/5P/9nG41GC6c7RoJjJ3n00Uftd3/3dxdKz2F43/7t375QmkUjj8dj+5mf+Rn/KMonP/nJRZOfSPy3vvWt9rVf+7X25JNPnkh5N6MQDsz64R/+YbuVH5p51ateZXxs6mbge6/nwaFr991330Jkcmj4cQ8hW6igY0QGL/A7atLV1VXjMLyjxr+b4r3whS+0hx56aGGUJ5OJvfGNb7T/9//+38JplwmePgd+4zd+ww/q29nZefqZPc0c+Pjji170IrtTDrzsdrv2gz/4g7f1ENDjsLTT6dhrX/taP3SSPvA4eZxEGnA7if753LlzJ0HOsowlB5YcWHJgyYFby4GFc2+32/b617/emNu4E+ycwwigL3zzm99sd+KHklj/47D45z//+fbe9773MPRvexhjfD46wqHpJ4kMNitjn3/xL/7FSRb7tMvCxv6ar/ma5bjraXNymcGSA0sOLDlwMhygL/6t3/qthQt76UtfamfOnFk43e1I8KxnPcvnXBYpm/6s1+stkuSWx/3t3/5tYy7mKAV967d+q21sbBwl6jLOMTjA/PLly5cXSnn27Fn7nM/5nIXS3Cgy9uKN4sy/5wNAIVz7//jm4y79dycHGPvxgR/mbI+qL241pYyn7pTxAW2XDxb+4i/+ImTfVqB+vvmbv9ne/va3G33xbUVmgcLBlT6SMTx1u0DSE4tK/TKWXlRHHgdBbIxf+IVfsFOnTh0nuYEr/DxW4mMk+oM/+ANfzzlGUrelvud7vsdCWPYjN+JfcqMIy/dLDiw5sOTAkgNLDtxJHOAwEA6dWTuVt9PnVo1D4HA3zqzY+um8+eaw1cSIZ7owCGXB6jflSTD/C8ZGfzZRcojDsD8yNoX5xt/O0HzjZntofYUfdYPifO742cNH/mM2LA7GxuazbPMsB32weZEDIkbDsaJPLSRBBoy8IQU55AEdgB4N2nIridPKxrj1UyvGxrhT/mGyFQ/P632S0M2HmJ8Fkj4FwA2awaO23fVNo2xQLF5u2NYTNdt8om6FSw3/GBYHirChsbbTNTYsshmXDYvQxCZUNk6T34QDJIQ0JQbdHKCLQ0TkJikEuQ7gNhVqAtLC62F/7Bv24BUba9lgWWNDZbFlbGgFp83HawYUhR8bP8GNzZ1sKh30RgYuyvVp/YJwCyGY45yTXOUT41AU+Esd5Fdylhevoz8xDq3heUUyCODPKQ3pg6oDnPiQTKvWN/DNNobysbHylaZBR9wUGj/UwKZe31AtfozZFCoxyeQghGBskEzE11wKeeGYc9C7jL8qV2RYBiEE008QDLySRDSRXniCKzgDuZWc5QU50ZfR5f6553zqp8xEeQBB5SYqQD/LrpB55OIPIXj5HjcJRjpocFf44IIXEEKMa8H80qO717tlPIpxgpHGQbxI0vKSXOLlelnCPSdICMsHheudu6lfaUIIBh/WNlb8Y4Dn79+wiw+cMtxzF9ejLjq7Kj20Ymvr+XgYpXjqPIJPkgnnn/LNUZbyk2IydA86J24cHxgyPxiMbeybUqWi1Jb0syNfyjeEYNAZLHg+Qw7FYRO79BryR7sFaCfIlUkR5oTrymrOVsAVyOcMenMKB9+ceJOXPKBvzpxbswui/4LoP3th3fmxfnrV6SZOorimssEbsH1X2HuSN4i34Or5q8ycyqBMys77c2L+LJxyes6DT+riB3KEqcwkSSwRb4PyNPFAPzOV4WDL61ZwwNmrGzwPIVgIGRxWmpS8guNdnvSnJPIFxNA4lAGZpB+gb2zVe8YBJRxIUrraMHQmOpIN9o1q31qNgXXpp6XzaUuk+F/TkAAAEABJREFUpR8hs5CYSSQi5OQH0rAgl3LnQUiYBYuXkER2J9mhsNK9EyB7lsvhGMRR84lpdCc/Ocf7qewQggXJb05ynMslRn/j8i0Zz0vuoz9neZ7VJmhv+Tk3p/BEackDPTiQ/UJfXdvt2G6pZRw4sr3VUD/amPGytttWn971AzaiXhgaNslkPPH6cF6GYORJ3kCGH2FOLPxS30869Ar5UC4HvHBAJOWW+eCCyuZQRg52qZTb1qj2rNsa2lB4ovOoO/CmHkIwc7AbXFSCyuegWGwR5KbNoSmSnRYHNsgPLkC3PTBwc7tFZRIfWRuLVqdXejfiIKqVJyULjYiH6iWZB/GZZ3iQCFFcM2IrrQnEj7HyQyYpg7rgQJZua2DtRt95XtvpGIehbm81vU7gEbIOcBBObTfWSz+1ASbKD/6oOMvAYpEq8ca/EILpZ+AK7rEeg7k8SXbykrF86ubcTcyfpZddzrL3ekYO4BV1B1+b4jf0UNfFKw0rXK5bWXTtqp6ho6X3nVbfqJ/BYGTwJaPHdIUAbsHAi7wTyf+em5j7kxjHgqVX6kmdNPDWOCpDKBplh1R/qJb1m/rhVtRxV7qoWetZRfaqH8YnmzU7WAmbr4m8Kw5xqUfygq6MxznxnGd4kBP9jGlOnVmzs7IxLj542h54+Iw99Jzz9sjn3Wef/XkX3f+gwu578JSdU198SuMA0pA2hGDkr7vNXzSX+efb6XcUhSD8FCNtrHZIm6SNttR2qxqXlLdatnWpblceq9qVR6t2WXDpM1U7CJcVdjfDjJ5PV+ySAFqgeVNjscKTdSttNg2d2ZR8ZXbiaDR22YN3GS+p8xvVKXFJQ/uF5+ht2mWTsYnaa+lq0zZV5lWNs+D5pc9U7LJwAq9L4jMAfvcSQFOESCu0o5fRXR21WeRyzDhMet3C1JDZgOwKbsTv5fu7kAOqV/0sa0/0VbSRlvruqvrtnULL++wSfd2lmvq7mpVlo9L/Vcotoy9E37dlf3TV52NzDNSP09Y4cJO2N7MdJUghBEPvB/o4QXKofWF+TXV3W1n6cjw/v6QxHnZOS31tvdKxqvCgHyoKr6L64+KVupWAq3W3BTnUryU9i77N5JuDAkMytZCYBTEAsCNeij6LCb+wd5rKv7rdNuw+7BvKL1yuWVFQEh7Yghw0WN1pG4eItYQ7cx89DlTUuBW86C/JD5q9/1JB4AW/EnlCEsz9qRtCEO4Cixdp6G/hOW2Y+Sry7feG1oNnskvaqteOXMruyk4Ed+IQn/QWjJ895VI4YVPdyH+iOpnPn7xinfQ1XhE0+zY7mE5lMweXyQXpxuOJ6/RI69S8bDLPhEW0icx99M7LStDLEIQUIJzQ8/tol7wMZPtCX1dy2ZZ8Yocjr7ulto8LkBPqZ16e65XUFlWdTLBDydvxkofi5Cx/t4AD8FYwL3zU50jzxshqVbam99ear73yeNXto8v3aH8d++eqzbuXZY8Am6IfG6la7hg6p6s+e+D6dqI2lAnqjeuHZpMBfKZNZ2PLrsaqTdlfFdlIjG2YK6fcy7JJL2MfCZcMN3C62yGjZd7NaMI+gv6y+sGKeN4QXzriDzpTDLeMh4bs3pjtz8AYYox+JgbhZPxyl75XIFVuiVzC8Af5/Tl18Sc5M1xs0okmrJgHw07h4FH6N9rAUHPA9C2ut7FfzYw8g2XXni8LMQUFFZrIDmFc6uN/5oiBtZzPcROeqPAQwizZSXnoFx00FzcRTUEIr2heYk1rYqc1R53NTTMmZt6aeXloSEQT2sDTukcYC3/629lcBof2VrveX/ewQ1I94vxTP6zoFlQH3reqbMKxUejL27Ij/ABfpe/InqAOxhz6KjzRJ7FcCjblEfwDZ+C1Ip6ua22T9czTZ9fivLpoWVnLW+RzsCSISoGlF3mBQ/p4S5ysOFx4By4rWs9YkRyAdy6XGOEhhFj+NMh+EVbQC4hUxzNzY6yF7p5eKZSFqZpnEBIzyo5zRRkeeh0EZpahZDe6PGNFIl0SYp5yQwZkJAhBEezWXZ67bsGC8QMtAPmm/SJfHBaLfNHv72p+qSTbfktj9a0nq5onqVnhSUE6HinI5i/M/DV/v6X3W5eqGt8LnqjaVdkMVx6ryK3Ypp5Z+91SfuSLPVhzu2+g9fGhf0BpIvvW9bt4Dzvmwe71K1YLVWMhBHPZk4wgf7SLCDnz+TzN5dE+8OfSeVN3paMIz2nennRB6U0X9duVPV7XXL3bFldqRh0wZipr3py6rmocRd13pGPQ7wPWPWQHUifoL2Wzh5f0djIDtQ35hbIapn5qUMz7DDQPSz4uU+q/GQMwXvQyJVeUSVhL7zoaE1HeWHNOIZv/kAxYUKmAnGv+eC9All0HSmeiL8mTMR+HoJe0PuDlpi7jQujF3mJdn7XwgcYtI5VPexAVBj0hBKMecqIvozeIpyGoQFMslQWts4/ZiY5MR5M/43XGOyW1FcY7zNdWNG6mHojnNGu8o6z8F3MNxp8H3OpbMIMUORavqVHXbv+LFtZYdktNn3tgPF3UmBp6cMvMv2vdBzqhp6mxNWPRnsad0IWtNtKcFvLDuN8kF5RBeWKhOR/lgb/A/HMIESOSUB/MaVCnA/WVjC076vsYyzeYh5DcUsfgA26broNqvj5QkS3N+JM6xm6BLmTEc/ebOf2W+k0XchQUkFPfQ7+5tpFXf7lq5+/bsPuffcae/dnn7SHBA88+q7BTerdm6+pL17Q2v7qaN29/Wounbea9PeYsrzYKjfB2LJ5AR0ftkfZWFY7gyRi4pfkMn38VnWPJouOq+ZIkZ7qm6vumWj+b+P/7QNMs/XbLP8hO+q7qDf5TjhJFG0D9aQ5c8olwCZaXfsjreUXhq7IB1k+tGjYN6wDPfuSc0/jAQ2fs4gOnjfWBU2dXDT6sqG+GDtM1FY/kxN9UbSH6lve7lQNhHvEoa67bBmOtoU4MmR1IR7JeiG6nPdIuaZ+006x9z3JRfkEyEkIwZCanPmtVdujaxopkaUU2ft5yksMgHaBoZvF2xwkSNIDaVLY5AL3QTjuj/e1KBzKXv62+hX6mpL6NvobwuvSTt0m1dfTW0Nv1RO1YZIppYo2FEAz+JLM+JvHnEIJxoQMmsvGH6k/52AP9Grq2pr68IhutvFlXXy5Q+dvqy+ljq5rvbGnuDZuO+QWLWZHdDCiT/wFYkQ5Ad22cXjH+/+bcxQ3ptQ07c2HDTml9cEO6gTqj7oibVz3SH7orP3qEug0hSASm/v9xQ8kMc9LoXPQcAC5Ov/o79KDIj7gINyW1p+BIuJn5O4NfAvW3E6WH/8gi/3NE3vCE8kboTMUljdMnnoJbTrrOXeEL7vihZW19xTZOr7oOZ1zH/32eFd1nzq3bKYX7eqdklDSJ+gPyDJJXAD91llMZuDxTrgWzELjZvot63BdwyAPJsuAQgpFnkiRyE9fjicqmPMDLzMrO8T4oDpBYfIcrUBrSASGAl8B04ZeT/XgMsrkSATZY1va7mutChpE37Bf6WMYDhXSOHVnHzqEPI46vS2gemnRZnVMvY9UbdadmpIoMzqMQUncOxyT1B7l6bRYU3QSq+7HGB9T9UHooawstlUU7ZL2BNgc+Rdkpbq/IzgXfstoF71uybaOcqA0Kn6xOKAdQMff8z+nULfJZ8oEMyV7JIUNqH7TrrE3nZLfwnLl5tQWegZziZmlyqqskp7zkhhAsBMEROamoFtK41Meefh0a9VqRvYxeA6hHdGy031v+ft7mHMu2Ij3Zeb66JUni7cLxE60zuVIk9NBYcsCHJZELZJb8KNfX4aRfS9LnLkPo10LTdotN412UpaH03cTxV1HucsNveOzkLplgsWlJsY61DsPYCzoYZ9EmyrQJrc+x9lJUu4CX/B+Q2+/qp+JYqG+kw35Eh4/gp9pctN+hRaWosqAPPiaq7wx4BhLXH2lcRSftWHmMNJZEZ9MPorNbGi/UNf6nfMYY1G9R+G0xpyAA512tGREHXjOuYJyFjHj5woNS8OMuCokSJkkw5MJlWfKMXOeReck5YXmF4eYIA9RX0m/QDpArqpj/1QMvxiS13a4hm9CBnMJj6HI+q0+mPtrNnv8vbl/rg8ynwhtoovJCED6OU3CZzUleaWPgGQIETw2ZnaT8pNyBbAoAvejyL3kmjsTAZhdJZw+HeMibOCmEECwIj6Dyk1xiQC71u8s7ICiespPDXXD93z6c0qghKI8MlGcOyMUyE5VJeU8B6kVxcqlLvETP8ClJlFZ5yDFTvroZV+C2DxTCT5AQX2WRj+eZ1j9+6jqP/aAwXGQij19lu4tfQNxcLrFcmk9QnkFtYV+RR31Qu0EmqMeJ6pO22JUNSVvYLbZl7zW1xt0w5tI2H6tpbq1uxXS/Au/Z09BQ22ppPNlpDn0dGv020lx9JiPoSUmTmeiHTYluMz4kwRLREeQ6KA7xkFHwIu1YeI2lZ5Bh5I/+GP3ZaQ6s3RhoHXpg4NzVeBQ7YKA+m/iktxtcxIHuscv5ROOPsXVlhzBngn3RqPT8g2LQ52WJN4ybKQfbAJxm7UF2A3wkT5c/8daLF00i2Zw+0em04+6jO1gIwXSTAaKf0kbaJz4OH6rtUWbEbaD+qO//m7Fb6hj/w1G62rTCpboVmPNkHwZzJqq/uvQEtJAWOu3ErjujIHHUIgSDvchaXm1s1eciVmxd8yn4aWshhP1Iqw4IINhBbSwEjT1Uz5NUXga9seaUR65nu1o3pH4Ii/JH6iUsObDkwJIDSw4sObDkwJIDSw7cixx47nOfa9/yLd+yMGn/43/8D/vMZz6zcLqTTMDHR2q12kJF8sGlF7zgBQulWSQyh4V/13d9l33/93+/1jgmiyQ98bgf/ehH7cUvfrH9zu/8zomXfZwCf+VXfsXe9a53HSfpkdJcuHDBbvXH2o6EyF0S6XnPe54fir8ouhwCz8dxFk13c+Ifngv4gNfhbw8PfdnLXmZf9mVfdvjLuzyUg0s59Pc4ZDz++OP+obKTOIjvOPjdq2nQjxwEzCGTdwqN4AJOP/dzP2fMP94uvPjQ3qtf/Wr75//8n98uFJ52uRzyCv63k4/XIwL5W/bP1+PQ8t2SA0sOLDmw5MBxOcBh3l/xFV9h73nPe46bxYmm45Dnl7zkJXan2MKMc/go6Z10WPy1KoSPrX3d132dYVdcK87NCsem4lBuDq2/cuXKzcr2RPNh3MXh8pcuXTrRcu+uwpbYLjmw5MCSA3cGB5588kn71V/91YWQuXCXzVOHEOwv/aW/ZCEc+D+m61D9kY98xJ544onrxDjZV61Wy/7bf/tvRyr0vvvus6/92q89UtxlpMU5gK1Gm8FdJPVznvMce+SRRxZJct24rPXRfq8b6cDLF73oRQdCDn8cj8f22GOPGR/O/d7v/V5jneGzPuuzvA2FEPa5yBvz9azz/vRP/7R98IMfNOT18JyXobeSA3yM601vetOxP7ZzK3G7E8YHfAqP12kAABAASURBVNTwq7/6q+2Tn/zkrSR14bx/6Id+yN72trfd1jWKoyKNjP3jf/yPjbEe6ytHTXc74jGWZkzN2HpRfb0ovsyzvPWtb100mcefTCb2D/7BP7CTGDuXy2V7wxvecOSPezqC6e3hhx+2f/kv/6WdP38+DVk61+NA8pSXy4AlB5YcWHJgyYElB+5gDrApb2U1sfWNlfSDXKvGITQcYOebw9Zzll9JjI1jvilxYuab++zwi3ccosEGsIFv2hsah1P02gPrsnnQDy0a22g4Vj7pDrPDszo0dCokJpOpjUZjP8hs0Bv5Rup2s29sUmw1+sYGZjZUk3tIgjmEoPwAOcoDPAGeoC2fz9mKH5qSt3UO8Du9YqfOrBiHdayt58WDnLFx0bOxYNG1p1zj8dQ3xIEHh25xSMj2ZjNuIn2i5h/lKl6qW/lKw3a2Wv4RqdpO1zdZsqGz1x56ejY8jocTP0yfTZVC2SzoJwCPGaSbKGfPep/hhiE8ET7j0cR5xcZUNp2zIbJZ6RnlsomVj1YVLzWMj3EBxcsNA+cKm8J3u8ZBx/3e2MjL8bCncYGf6iRJEt/AyybeXF5+8Z86yM/8ieFH9vIrOcuAwyFzikOdhRCE00T8Glqz1vOD9aEF3MtXm755F39GR6vWlwwOFX/kh+wgI8iSSaZNV3C8guXk5nKJUX5OZYFjojAHlRlCMP0s2NylgBCCkUdQnSRKT9pZHsoHf15tKS9ac7gOOeM5Lxpzgrzi5TIgj7TcEFRWBvLu/RSol/pZhGCOZ5JYkuKx343vPa6Zp7EjXsiTR1WRlkIIwUKKYyI3J5yhPYOccCCMA3CiP1iiMOIC0Er7On1uzc7fv2EXHjxlHADGYVhnzq/bqbNr3gZX1QbRU3nnWWJ5eJX6c+IXeQWVT5tmQzKbpNtskK5HfYAuGo8nrnOIIy1mR7mCIjnoFgR6lMxNY3vqjqzXHrn+QecAfQ4bUHsjHnUZ8cxZdBPLCddcxiPhS/ia69410X3KLtx/ys5d2JAuXrcNNueurxhxkiQxE9Mddyk2d23vctyCWQjBDxhNxOMcZaUALtlzXvKXPxCen+Olx8tluAYLKjsEuba8ToIDYrXXYwjiuWREjp5VsjwKkYefhABlnDoS7GuKNDoO2edwAw5g5FArDgPh4A8O79lms7x0Pf1BXf0CH5PMNnJz8AVpvQ9SsULBgkQxyZlJLCLIHwhLAX8I5ji7axE1ZNZB+lbzIDaDsc38HPJBHCXxH+nd8zRu5JGIjw5qF4lkG/kHkHVcAD+AP682EvVNzggjTVAe8LIvm4M+tLbTsd1Sy+jjy+JhdhAJB+nU9K6hPgkd1JXtQxr4T19MHlRdCMEcpyQx8o8Qw/TKuOhz0WccBodtQLkcbkL9cRjU9lbDtlU2h6FwEAIfauI9B3UNBmPLykN3c9gU+QKm+iH/DLJH3D2RmkrXTaTrRrKpBuY2VqMnO0sgOwtcnL7UruPAGfQsdI5k341HUxvL/oBe5AccKI/8KT+EYCEIxNdkH4gfeg4A7wOp/OZi7jyRjuXwCewkP5xMPAYfeF7bbcuuatl2oWHIeAbUz26xZRzuAd4D1eMIHGVPkrHzJzHhJLDFrhCCJYKQgLtAMobcHIQ8/Vaqe+O7nOWke3MK5zlR+qn6qcFgZMhNSzLEgVrIGB/dKMpu3FadI2N1DhOq92SfDawvuxpejMSXsRoW/DYLFkKwJBFI7nO5xPYghvEu6L2iKa5ZvMmxE7yCWUjMhIYXH8xUHVODBg6MwmblcNFKuW3IeISm6rfpH15r1LrOK2QO/UH6JBGt4mteAF+hO1EB+LElTp1ZtbPqZy88cNoeeOisPds/yHXRHvm8i/bwc87Zgw+ftYuyRc5dXJcNsmrYKKQFyRCCmX6WXvP6Kg26vY5wc36KpxwoP5ZMDPqSJ8kIYyT01rZ0Bofa8AGAy49V0w9OVI2PQ13mwxOfiWGXHlXYXQyXRccl0XMJ99MVuyz/FdHLBx+2GIdpnFD1Dx/03Y6jDcGvqdqQV7N46O4NapQ4HkXKbSp9QjtED2KHNtWGd1VG8WpD47+6zXie4gRu4HWZ57uY1zNZgQ7x+ZLgcgqXPl21SwqH9vJmy+oaV3ZbQxvQR0nfwTOJLc3LZrx0hi5v9woHqF9gnp6J6p7DmVwvbbdlSzVtW/1b6WrdP8bFXEkpPRCwIlurttsx9D3zK/SP2BxD6TZsJGwNbAxgVoaEKYRg6P6DENQf6JXkbQ8rNV3ZPFPNL00M+wIboas5GeZAmmrHDcltBTwLTc0v1K14pSaozz7IBe5+aKH6ZewSdMBYNDpOKiagTwQmv93gIgr4zUcjL3RKS/lXtjvGQaHYnkXpFg4KBUrybws/bNOqcOVwcWx+aMjGqEPZF+i5iewz2p7jB1IqMIRgQbxxfslucDd9DkHvBNivAGmx78bKh/6XfLF1u7LHmM/CZsTlIEL6ca+vrM2TQUZcyDzR9Ue/TQ3cvIx0zg956apOsPdaskdx242B26eUg53c1zicPm+ossAr0jrROGNq4EyesSQzyHGARnkyenM8Z6BweCLHzILR5wMT9RPkTRlDzXdSN9jeLdnHzWpXc2wdHyOUJdPISuFK3W3S7WLTbVTkGfzhGflYejnph/jToKXzdDgg5upnqkZ+xoU8UJ/028hrVXOytKlNzdnSZ115rCbbQX2YbAj6scver+n5HuivL6tfvuz0VESjIKXpstyrop+51Ip0TSubS/Nx08RoR7SHfQAzDwDvCYquDCS1e9JOpBdpn7SXaN93jA/FMsaB75QPry+J55cdv6rNbAzhdkf7r4Pf5YP81jO0QC+yVmD+nbUB8bxZ7fnYBj4ho0F9B3x0+YWpSzicAzAoBeeX/Il4BzgP5/welr7nXZIzIwyXOQF0/HA4Mvou7z817zugDahvGWuNBjmmbjRqNco6HKEsNChvgfpVxqZ5jfvzGqOurOZsVYDL3FNO77O8gp3kNTX0YAamwvPCkfVBDq0/qzl53FOn1zQ/vWqMpXmfwDA1bdp15IUpaVB/a27j0y8zN8PcFP0d/Tf9M/o28s9MCcxpJh8hQF7YdfCd+RrSAuhn+E9/SVmKKpwj3qYrhGBJPhh4wdM1za+fOr3qc+qnz63Zutb2VtfyltMcH3gH9fEi0/xS2e6ewE1oOr2J6pr1kRWtwwJ5nx8KloCXEAsWRJ+ki3nTdK6UeY5It/mF3z0L3g6SG4JKU7mU7XgJt6BnB707avbz+SpHC0H3JLEkJ5Abgp4dlGMwvbdbd1EOuascM92EXJSbqSFDyFK71fdxRVX28rbmCLGhty7XjH6IQ/i3LtWs4FCPrt7F5xjO+60na0ZcPsB19YmKxvkVu8JHuZ6o2ibvNN9Q1HzDruba65Wu26s+RpDdCB6qYROqM7D0Iiz13sOO6oWfQ5CchL25Sm8PieWlJ3OAnvPSSbGdxHD8MSyndEE8DMaFfkb3YGczNivK/i4BjCm1Ls+8KvNh2B/omDh2GPnYbyz7BDmhXkzZBbUDl19kWJBT20hSWaYs9BX16OMAzbUx9qH/rmrMuquxazYPjR98GJN1NXc+6A+NsihH2c3mQFQk2R4OeqlffKfGL5GWjpjaSPPu5ImehDYvU3N9jKHxM3dalV3B+2w8ONDaPnp2wuCXHJUxtGb0QWOEYCEE0JRen8Zx8mDiH0miTMY8HIbtbajQ0vi44WPjsvO56eMg6IYvjHfQ+xSXgXLOvLfWVUH6mfkNcqbinRkH6NMfdTUvBR2sFZQlJ/AOufGxtWQHOeKg+Yrmo2nHTc0L0Cd1NeYdyC4YMrZWPVCnyISqx7hCCAZfQwjm9Yw8OSQW5Iag9wITYsgd9THWuHqovMgX2wNZbmnsT7nweQe58rFlXbqn5rqpLH5XpMfqsh1dpmWvkAe4mK4gUBHcM8dkksdnvaQviv1m3k6fXTXW4/kgFx/jekjz5PgJO621+XWtUa+xNr+WM9pgTm2TNppXO82rP+M5BPovySbz0OIPvMIWAMeMh8gO8wMDZFHxphpXRx65ZEvWJsZaQF/vPb1om09PW2IcMVD+Y7VbiKFs8FgBF4E/Cz+eV7C1ZAPw/z1nL6zbfc86Y8/67HP2bM39P5DN/Sv8tNYJsH3y0jfUke1xzHkGdra87moOhAx7eWirtLuR1gU5xH+gvnkPRn5APjoWGZuiL5VAP5cFslEWLiESeQOwoZCdFckacoQtuqK2giyiU4lvfiO1QAKlnzx3wC/DSwhBIwDt6Dn6j930gzHMbZVdT9YN3VhROPP76Cn0Ff//N9QcLX0jPFN2Ii5Ygs7zPhS/7MLUD9/QR8SFz0PVAWOArvrKpuYg6lpbpw/1MtHHKpv5Tvo7+nLGF33N/9G/QALlgTtgYnZQufB/RfppbSNn6ADGBecubhhwVmMcdNuGxgzr6yu2qrpbUfvPabyQk/7Iyc2nkNMz+ZG345rp6s7AOrIpAaefsaL0mtSaQRfxjUsI6mdCy7Ire3aXQEUm3Vh9wWg49f9dy/oC+NuXzhtpHEqfEUIw+JrLJQZueeEH5PSciL/40e3rG3n/8Bb/X8V4jv+1Qg+ePb/m/ECn50VjkiRGOgfxLQGUT3T1LgFimSEE44p3fGoWwj36bnwn+R4ES7KyVF4up3IOAGEzG8XfBdl+iUCu0uaSxPMI8ocgrPQzuTg2dymIYFN0Y70UuRlIXuEx/RIyhWxhA2DnM4db0jp8OZ1nd3mXTGIHIHtdyWlP8hftgInbdugU6sfSy8sUXok8DqIxEYQkOC4hyCWuhJe01P1YdTzI2oJsjbbmvlkLqarsaAfUfR2iqDaBjYu7LduP923NRw+QE+m1ieQIGVTteFkUo+Jw7i0Q7yAozG7m9MLjRHzOSWYcNFeQk6xHSCwvWyGvdpMT4Oa97SeGXZOF4eaUPgGUF3k6DykMsOtfHjeN4nIhXKmTkfRH1K892ctt6dOm5kQbvmaAvkPPYfegf9220zhjIFml/SMnnqXKB5+c5ClJEkuEXwYh6KXKIu5EdhJrXOiPrvRVG3mSXeV2pdYnkO8Sco5+lRwhY8hSS/FIQx6m7GKZIfUGfzyJ26wk0WPoGbkj6diu1obgz6yPUDstqk1k9jt85B18rGk9j3aLTdkTD6Brr91OjTrx+hFBIQQL8DLgmmU8TRKzoPAQguGaLqX0tLRb6magdks/gI3aUlsEP3jJGIM2Cn4+f6A5hjL2ezq2aGtdi3TIhYnGEJS5fjNX/kV+JAfHRLLhMiwZn7mSe/zIvLt6zqdA/5dXOwBIG0Jq06tfow+qa4wLHcybAGXJTBmZ0VwKdPr4WnQjZ5HHY8MecBmisxcRiXiYy0leU8jkV0VBuhF3It1FOuSWenJQmyGMd4zhqC+xyqJAiuL4s+tdlBFCMHgTghm4JOLRoSA8g+rciGjhetnue+c4pSGeVH7cRHk5ON0h9l/u3+OyRijOAAAQAElEQVRFMnsOBk454RaBODEscbwSCyEIzCz4z/xSGK6CDG+EYEFpSEd9A9S9g+oafRf9iblfspDz8Jzl0Jf4Z/ITLMlwVJ4hKO9gC19qwrGuxSzqe+jyNTQ+RLVbbFtZ82fsTyg8WTf2Kmw9XrPC5bqV1WZ2kTXNbdR3e9aq9f3/4nroR40ZyQfdQJ7Kmq7PAn/gKXzhAZDLmeECQeEhBMXy6I4X+mCC3pSeYUxNn8r/3nU1Z0BbBdAlHT0zl0T52K/IJ3O2N2SIGACOxKfND6TbyYN8aUOM+9FXLdnB6H/K5T328UA6BpxIR3rwJC9wpk1kZQd5QgiaZxKIRmidgeQq80f6zS/Sk9dE7S/TZwPNK6BrW2rXzHPVtGZa0dwm+1rY30Id8f8b+Hc2W1rvbms9vGtt6TR0ALrRM38m3SLzDaEKIRi8zqtdra7nzOdSNJ+yovEhYbyz7JJcZF6LiS0EZaYfdUN9U/fIAP8fwbxyFztUfSG8Ho3GhhzY8lpyYMmBW8+BZQlLDiw5sOTAkgNLDtwGDoQQjIPaQpCBuED5lUrFPvCBDyyQ4mSj1ut1W/QDOmDIIVb5fB7vTQc++vEN3/ANd81h4TCAQ69f9apXncih15R3XHj00UftB37gB4wxznHzuFE6Dor7/M///BtFW75POUA74mD39PHIzu///u/7YZNHTnACET/xiU/Yhz/84YVK4kNDGxsbC6W5WyJTt9/5nd8Z5xaOgXR2EB8HhPIRgGNksUyyAAc46JJD/jiscYFkJxJ1okXr7/u+77O3v/3tt1R/X4uYS5cu2dd//dffHnvmWkgdM5xDI0/iAxWLorfsnxfl2DL+kgNLDiw5sOTAUTmAjcMY7U47zPtG+GMLv/SlL7Xf+I3fuFHUW/qeOZO/9bf+1l31UVLs2de85jX2X/7Lf7llvGFOAduU8Q7l3bKCTiDjz3zmM37YN3V9AsUti1hyYMmBJQeWHLgWB64TTr/z7ne/2zY3N68T66mvmK9/wQte8NQXd3AIHyJ6/vOff2QMWX/60Ic+dOT4tzrin/zJn9jv/d7vHamYl73sZfa85z3vSHGXkRbnAB80Oc7a5Bd+4RfahQsXFi/wGimq1aotMhbhw1nPfe5zr5GbWa/Xs/e97332yle+0lZXV421KNZX3vnOd9of/dEfWaFQODQteDDGIO1b3vIWQ/7Onj3rHx/j+dOf/vRtmXe1Z9jF2IGPcfHBnDuV9Ns5PmDe+hu/8RutVqvdkeyhrdzpH+XiI4Cvf/3r7Ud/9EfvSB4ehhTtgrE1Y2xsnsPi3IywEIJ9z/d8j7385S8/Vna0jX/yT/6JjUajY6U/SiLy5qNhH//4x48SfV+cJEnsHe94h/cL+14sH67JgeSab5YvlhxYcmDJgVvMgWX2Sw4chwNJEmxllc1geTt9bs1OnxfI9cMoTq3Y3oF7wbPHsIqgx9kmsfhOIcamrzEbFodjG/ZHNuiNzDeHtYfGJkU28BE2Hk08LmkWATZTjtNNgWyyZLMZebIJslnrW7veNzaksWmQfKFP9ppZhiI4pwAdpguDhw1wq2s5W9vI+8Y4DunYOLNquGscOLSS+Oa5EILpZ9e6JqKd8sGjttOx3ULbsk2kW0/UbevxmrGhlLDtrZbtljrGASPN9FAnNlfCH2jzDaSiFZ6Ca1ChIQSVHxyXhM2TGSTmYSEECxYvNoBOJlPf+MwGZvLt+UEOA2NzZ227Y5XZJte6b3Blk2vxct3Ajc2VHEzFBko2X06Ei+cM/9xzvJtQdFyTXGK52YbexKiDnPiMm1/J+bO7q4lkFFCY/DmlIS35gJN/ZEZ1XxEvwZvNufC35IcJNI3w+m7XWvWeZHAgeRy6bI6HUyM9MhXMjPyC2kOS8jQHfvLjUp7Lkt6HEIw/0xUA3RRkEYIRLyGd8ARXpyGjS2F59+fMaU2f3a/wnOgmTaLwnPJIAGUcKNeC/szizWaXXhthxPGyFTe64i/pRYc/49c74oUQlEZgx7tIGUKwkJgAN1hCOSojNwfQ4TQobOafwyGnNGtqc2fOrZp/kOuBDXfPXVy3M+iis6vmG1XXc5aXnmKDeE58ch5KFnDJIyH/xHRN/VA6Nkm3G31rCdAPw/7Y+FAgbcmo8EVkOAQLQSC8LZghMxzW1JNu63aG1pNuwwVo++g2IWLU44pwBvL5nOWp0zlIRDv4r2+sGLr3/P2njA9y8TEyDgRaP71qq2t5y6/knbem6/qoBxOaFoQneeeUf07l5QW4Gd+iP2dZeF4yF/0Kg7dZfHiqPJCdEFQ4IIefe/3G0xJuLgeC12OSmKkq5Q8Cs2C6/CaXn2RYP3z7IIQYKTrScVkfoD6Zwz3Qgxy6su0H+TXMD3kpta260/V+odUYGG2GvhU5R5456AIEyNMB3HJmOYHjyXMwC5mLX2DZlSKK/Aodm0zMxuMI+Cfy01/xPnOzpE/HDUI6hGCJGJlIlrM2kUtlPJN7nvO0UdoCbcAhZ3nFA3K0BdEGfgPZNRwqWdvtqP9uWfZhrPLVusFTDnvhHX16W/on69NH4v9E9gF9uekKyi8kiSWedxAvgyXCM4RgJrwpi/6bdPTd3c7AKJc+2euv0LSyH3wS69Drsdz2Ouy0BjaQzsNWIg/jUrZBZSprc7BrXFld6TVp0Z2uT5t9a6oPbTV6srN6rls51JNDZnrCDXkZiDduuwwn5nIjm4E8oDkDZRt/ojOEYPpZEN3QDuzzB94HM/04twX9PZHAkHc8gGAke29oHD7QAr9a1+D9rviwvQV/6uJR3ThUsyx552CtuuoNPvZ7YxsLz4lwBDfKEBqmIh2MMu1GV7AQUlBi8Kc+c5KbHPLkkFg+dXOEu4zlzPUucpa+y8tP+okaCDynX4HfVdmRyFjxSt0Ar2e11zo2DXZjq2+06yEHgY7G6p8m3sUFM+EGBCPfxOVffrlJkkR5S2UvCHcik8ZO+KJMsdCCZBOgeJd93bBbnQ+isyp7lfrjMFT44XwotyTvXevKrh0ORLvSkD4RPTnxGr7jUichDVuTPY9tf/bCul184JRxACeHjfIxLoBDRx98+Izdl36Qi0M5SUM+ITi2Zhacx2lxdruvrHzQcwx1C/BTLybSOZk8tTQ+qkrPYydvXarblceqDpf5KED20YOZv2KE39XwaKThkmjjww6XRBsf1+Cg7YLoL202rVLuWFPy1ZUdh/7ycZfaoEnhSGTMeSp+GiB+HvzxPgtDddJ+0U+MQdGbTfG8In1UutL0g7mvPi6e88GGT1cs4iRXeF1Ocb2r+S0+Ox2iL6NjRqPo9Q98aNxbk+7q0mbVR42ks6bq9Pn4gcsscitez/M14+/SvTs5oOq0WfvxBz3Kpa30NY7Cpqh6P9dSf930fq5wqWaFyzXDrkLf06fXdtqu77GrumqvjLcGyFBmW6ndopOBEILpZ0GNOAnB6BOAkOA3c7/C9TOPqMaLfTGWvhwrP/oTcMO2aTcHPn/AgVhVtWX6npLsvaL3yTUrys8z4eBIm+9pbOgfnEvnuignyWTbzIu0a1yBcL/h2YOJbJV+dyhc+gYe8AUbkAM4C9Jn8MvxkK2DHQpP65WO4vcMG8lxEr/pD9BzY+Xntr2KAL8QggXhmDiPgmVuCAp3sNk1FZMBcBrDM9EZeTa0zFZtYyvKLuu2+9ZVe8dOGchGnCguHaiyNAt27Ut1goyQ/0i22ix/5dVu9pwuZKetMqgj7F5oRC6gERvR6VR54En9gnMGWcHgEUKwILoD9GMXZeBhehfMQtDN4uV5Sd5Gop1yBrK/+r2hzzG1ZPczx1bdbfsYAVvUZUVza9QX9YY8Y8OB90B1An7qcmLmuntJfjNLHVteT58Dzku/KS/cICGTl/4eGWtr7ES7KdFfP1Gzq4/V7Ir6M+/H1IddUh936R7sr6HJPwwl+rzvFs3MB2MjYXuj07rSubTfsfQjbcjZNn8TP/WbD3G/NxteCKQ21PSnGqdMjfZMnrQVbKRt2WOFyw3b1Fz5jOfCB9zcroDvdzXIHk3tPGgCZnSJ31e0PgD92OdV2aXwBZ02lG6B31JFBi8BEy+ducvboRyAR7DIXel0dxWQyO98xBW4vj/o5swSAWkmmm8YamxJv+t9i3T1UH0YYeO5fmWGREh9mVpJH93RuxCC8k6M8SRjfp8fZp6YuV65hCdCMARFtttxTb190r9ROjiun1rVHDVz8ut2+uy6MX5mXj7OTycGvuhPtyVSukGfPIayz7rqr5uam2Huir66i22kcPg3Vh+KbBMfoEx0xEThI/X5/pFL9e+k5SBjPp6EXTZRv6thQ8RVZZKHHAuqy1wuMfAGv3WtL4DvGa1rcgD9hmhhrS+n+YFEfXwI4jOgxKLcTvIKIRi8ywuXPPNCqv+85oFywovwEISbibPCTWLo86aR5hgGnwBFWehHGmBmb1BMChQZJH+UD39wPUzvcb0g+d19yk2I6rcXPDXSZPnhzkAvQgjGn+kewW7NRTmCLHNoh4/IH7Yi68fo2ormmDjYFxutoPGHf0jLP6ZV87EIYdjY0a3blsYnW5eqtqW4wOaTVfVdgscrdoWPccnd1Hh/S3mQpnS1IXuwbW73aZ4d2XY9IlkGN1AEYIe7BArm/Xq8937BINlMd+TNIR8sUbugndI+MjevdoI/rmflLK/505zCsvBEbT/j10hzC+ieuuZ8y5oPLmq8xviI+i0zRvJDnNvWrHZ9bh39ji2OPR/1y1QNzSyEYAltgnap/HMCyiEshGBcyBTjlIH6CsY52JF8MMH/D0DlUPclzdczLqsJH+acOtKLlDcWnnwMIpHuCkDMkmyfCnqn3/5wFY48oy+7stHqla4xT+p0qkx3RT9h1e12HENrTAue2HPwaSIFgw4lY5FqiW45pze4P4TEIFUcMcoaq++DT+hiyszGPBW1IcY3Ja2/FwWUzTN0Uw9tjY1ocxPpd5tdexRFX7zPXt9Ej+fsN2WKK4KgG5r46FNXdUI/s8PHrsQ75CXSUtc4v2Fl52PLquJjVo/0acgOvKC/ox4mGltP53gK70IIBl8TuSEJBvhz6g8hGJeqUzye+hoKc+DUEXUFbi2NqcGvqrkQdNW2cOR/NjI9VJZcVzRHQRzwgtes40Gjxeyjgx+gQEB8CCFoXSAxbJL1U3k7pfV31uXvf+i0Pfs55+3Zn33e4ge5TskOWLV1rV2vaj6d+Hn1W3m117zaI+CH+Os5hDhXjowj6x2tV4AbOPoYWLLKvHRXcgudyBW4hmRqSWK6xAfJCjwlvbcrtdeK+E8edeY3xJOuxm192WUjyaVIsZzKjnjl5AcSuYnlpSsIxwbArjl7YcPue9Zpe/Yj55y+Bx464+sCrMNDP/+fQPxEdWRzF2XMPS69dzMHgsU2YSYbS/ImGUIX0DcPZKcONP4aSLYG0u3IF3oeWzeTgejGOxlJ5C2EIPkNlpccImvIEYA/rzYSggo1wHTJReET3QAAEABJREFUTZPPbDKF3p5fMEfNC1fblUt7nHobHBt6jr6rgn4sSB9K/5Q365qnlV+6hzad6cWu2jr/nwXfaNeu86EzmMoIzp/E+9JgObWvRP1NLFuWuJQgfKYOsJM6yquldRrypi+hLy1q3hV95/1LsWnoxJbWqNHDXpY99aId51VOfjWxtfWc8b+OjA3OXVy3cxdP2dm5D3Ktod/ScVle9ZjLJZbDFeSl73J6ToSwUN3T1RofMr4B3y46SfO13idkH0OC/vlKDmb62fzlz7rpZ+QN7/kfCWRvIHmM/BgY/EUnwluyDEmwRLRhN4EvkOGbE674V/z/HFcMulnbZDx35pxoF924jJVW11cs0qf8yPMgKC/4mKisoHchBNPPwYLxs+Ndwcgvyzun/Of9PGdA2UmSmLuKl8ulfg+b8wezkIEduBRugpCYOZhZJnPUYUtrdzWtVWE3Fa7U/IOXRdn8RexIyT3z/RWtxddkzzUkm/S3XdkP9Lle55onY64bWcS+UPb+CyFYCAJ4J0jmIMivV6YIVKnrI/IYyUYcSg8xD0EZLdlR9KM1n2Pmfx0a5raK2gTtonS15v+Pgv1J3H76/w5j7BKEyuLlZUXvvXP3NiZyUjfI66BbCMESyQuQUzvOgLYC5PI5y6lt51M3pzh52Qx5dxPzZ41NcpI3ZJG6C9RZYqbsLV57vvi8d1fxew+pD/0qU9Gwcbqyg6hXdNy29Om25AwbuiwduyN9i91Zl/2DrKGL0Qcj5Ez6OVZrsESFgJfjB61JsBAAc5lCn4yljyivrzWLrmS2xRyL5mjQofyfxUy/qnzknDBkye136biJEA6my29y534qau7p5nu9SN1iOfQVokvEox+hhbE8/KNvKIlvtIei2m9R7Xbb7Xf1FbIfsR2b6i+YU+L/TAaia9ZuNSaHT8rWCaCsEIJR10mIrvuTYPA6yFWwcZHG61R5UDcD2Q7obPqDlspjLqum8nelO8qa8wYv7HfmCMCZPtQ/LKQ64f/nGQOQH/kDlOEQzPSzI1+KTHrwRTaQ5RxyjmwDknuXfVye9c5lX8/YwLQB5F7ZeL+EjcTcSU06EhmBz8hpOZWZ3VLkM/KMvFI3zmPZURPxBpoQyBCCgVMiWc15u0oswYWnUKh2TF2MlYY6hqfU01D54CcMeUTHwntLL2Ur3/9n7z2gLNmu+u69q27qezv35OmeeUFPgfTBAomwlgxYBBmEJDAgwAJrLaK9DCwvspdtgkkWIliAhSQyGISQQCAwySCMwEYEkcGg/PLMm87hdt/U3/+3q+r2nXkT+vZ0T3jvVte+p+rUCXvvs8/e+5zqOkfY6tTF1U+eCUgLBB6qlzAVPgl45GGi0OnnSqizX97gdT/yGhfuqkzPCNzd3N2oC0hVPnUAXD8ZEkvVLgk4KUyVPtV1EpCV48LdXeWaDoX6ffKpeJ2q26yoN0WnqcyS2jqguA4ZUL3owOIZYTxPjbSprgOKuv3JVe4vhr4skC6jPWlbZIb+wlj3oubP+H7i0XxDLt5PPf4B+Z3qQ5ce39SYfMtIuyG7vSXfi75TyFtXPn3InMoGl4x+F/1mLrwT8RJeOO3Lvbv445YdwkmC1VNeZLArfUufbMkXw9Y3pbPpB+jGTc2rUDd9Hd8XOUU+Q9azwq75KzG3TM53wxa0ZLMpm3LZ9GptaVtzVTvG9yXEUQ96a0d6qyUdE/1BdGa0CmfhS70FRMUiSaQZdEJvH3L6uXfR75FOP8ok0jO8VDZtAk3USd2bmsdE365catqS9Bnvri6wcRr/j6B2uqA5IHTuotpnVXoCvFvCl7ZQ0U/L090NHtNvS+pXFY0xavWyAYwP6UuOHPoee5ANsyzCFcRzw+7hs+4aczxtyQDyiF/Q3GgbsgOvO3qPwnhVyUfniAMjDow4MOLAiAMjDow4MOLAU5QDz33uc+15z3ve0NT92q/9mt2pm6n86Z/+qf3Jn/zJUDQ9+9nPjsXqhsq0z8QPP/ywfcZnfMbQm/rss/gjTcaCWUe96PXNEAB+/+E//IdrLkh4M2UP5v3CL/xCq9Vqg1Gj6xtw4KM/+qNt2MVhV1ZW7E1vetMNSr61j9/61rfa1tbWvis9e/asfcqnfMq+09+NCT/2Yz/2QHajoJV+yyKHyMcb3vAG4754NgoPjwPYQfQ3/epmSj1+/LgtLCwEcH0zZV0t79d+7dfe8k25VldXY4OCgyyAeDUabndcT+/a2NyMDbBuNy5F/fTrkX0uuDEKRxwYcWDEgREHDpMDh7OY92FiNFxZjC1e/OIX2y/8wi8Y72CHy33zqfGDvuRLvuSOG3fthzJ8HnDHz91P+mHTIFtf//VfP2y2OzY9m1W86lWvui1ydscyZYTYiAMjDow4cAdxAHvGJhXDoJQkibEhR6lUGibbbU974sSJoTfK+NVf/dXYpOi2Iy8Efuu3fstarZaubnx+5md+pt1t7XNjqu6cFL/8y7881EZYBeaf/MmffKjtwgZZbBxXlH+j8L777rNTp05dloyxwN///d8bG9Y0Gg176Utfar/9279t+LyXJTzAzaOPPmqvfOUrjY3w2CDup3/6p+/Y97kHIO+OykI7fv/3f7/dyZtxFQxjfMAmb+BcxB11+H/+z/+JeXjmio+6rmuXf+Mn3/RN32Q/93M/d+OEtyEFY/hXvOIV9rM/+7O3ofabr5L3P0e94dnU1JRRx/T09IEQft3rXmf/83/+zwPl3U8mNk2kjv2kvTLNl33Zl9lLXvKSK6NH99fhQHKdZ6NHIw6MODDiwIgDIw7ccRzgwy4+CuNj22qtZHwQVquXbKxRttq4oF62Si01PhrzxC07PP8sLPsYjA9qiXd+BHy81+vuGh8F8oFgq9mJD8P4EA/gY7H2TleDz10VoAzDnCq8x0e57Z7xoRllbW+2jI/P+CCSD9D4UJC6KRb63D3wdUWoxkCXQYmKims+xCyzSAV0i+axHOriwVhOPx8pJ336VVB+Ug51QSf1gsfG6rbxcSIfIF56bMMIlx7fiI8ViS8+GG1utIwF28kHPyiDD+coDxr5MDMYJPzBMS0lVq4IhCttUlV7VcdKRliplqyseJ6TDlyVLbJTTi9vD8qnnvZOxwbbZX1JOD/RNBZ5Xnp808CbDysvPbZpq5eatrG6Y/C2pXajDMqDf3aQA8TUGMgTeBZw5T2TkNAdz9PE+GA4rgtvS43Jh6586I5c8bEnm4yB796Hq60M7+2ugTe8cHdLVR4LsgTPJN8VeBmQio/iZbEwonie5B+quntfjuLCBg8343kEbuDpkhdX3gi5FkRZiuN5kiR2+X2WLyGdwIEoU4Xa1Q89VrVuaZoY7V4S3tCEXNCPa5LfmuS6JjmBRp6VyoklwoG8doCDfC7cKKNUSo2Ftyg7q7NsNepU36kBl12X4hnpAGSYfFn6Siz+1ZisWmOqauNTNZuYIaxafbxipC8Lb2hMoVX4J0liifDwxMQDwPUy0qR3dg0Z58NUIGS21TU+pO71do0PU/ctu65yLTt0mZff0yRtV323E4sToYOiHzfb1lK/6kg3sTAAuIFrAq4CTzJ8E+EcoLhSORVtZdFYzWierlljomrwrip5LKs9kXtXHtv1qB/cAbvi8OJeF1kbmXnwxhW6Ja5QEHUr9ERxAkKAeEKgf006N/HXzW10HCUHijYVy6OtkJuQ93yhhLiWzITck2ifDYKNQu6Rf/oFH/GzQAaL2bHQ0CXZqEuyTxFK37NIyNKFDWPhFxZnWb60ZauLOSw1jUUm11e2ZRMEazuxkCVlNrda0R/CnrU60QexZV3ZHuoP+qSzbQCICxBjI+SZrg/tFI9glelHp4Vsu1uEuewj65dDIn3qBv8Bdzfym46ufA/8DhZdgIfBF3iy3LRY2EX8QB+0ZSd7SqssyuoqLzH6Ovq5hB4DZFvo29QBuOf1KDDAZL7FD2xWr9cL/cUCmOgYeL21sRN14k/QTksXNwxYWdqK+OZG23akk2hz2iH4rjIpOiB+FJGf3KpG3VFpBoXsYGcppy391hZtLLDW5rrdjU2tumpj8FRmgwz4mUpWU9EIvSXpubKgIj8FQLcFyC5Va2UbBOwCeg8owSeVQ3nuwlAndKBfqa+neqEN/LIFMjqiuWP4hFvBnx1j8aIVyfDShc2MP4uFP9OyTFZFg8qhXKN8QITkga5ufJI2QD/unvVfhZ7LWBFCx+WQWHHvrsxmWTuLt9HG6zvRz4KGvA9mvlgrszWdnvVk05RN5STWt8eyG2X5g5Wc3+VKycryHUtqg5L0ScgbuKlO96xeftXqdqSHKonqFMLr/jUVC2hPZJx2aco/3lB/WlX/ov0WpZOA5Se2jLgN6SB8fmw8bY88ZG2owjlVOHSmkkHor8qeMq5h8T02vpw9MW7HTk0IFJ4WnBq3uRMNm5odM9KQljxl8TJRGe4qFObkAZd3JAg/UE1k+1nktyfdwSIq6C309Lr4hk6/9Ni6sXDKhYcUPrRmLHTz2IOrEbKQbga6f+guhgfXDJoKeFz0XXh4LRbVfUJ2j/EOfQt9jswxRuhKb6P34KEHD7NWFluzi2v8kh79iRwix/CcBWLZtBAdvSj9zMI0Fx9ZF9/Fb/EcvMApA+LuYl6HnECDQHx/PO6hJ7uHVmjHr6BfM26D370BfiOzwccbMfsabTCKvvM4ULRnhFLQtHf0Dc0LoY82mC+RTUa344fST5ARdD56Pvwq2cFt+Zf00cLv6HS61sX+IT+y3+ETyIa4u4Xel9+AvUN/l2ULq30/o2Rl2cWIl27HPiRhCy07VAZjRPRmhmtPcwfd8Gepv7nVti35Fshw4QPidwXu8qOXLm6Gv7wmPbsl+0V6fCfKQq9klVz7V+hb3zaKX+gj8uPLwS/4AW/6/JJdXHpiMxajHeQX8zXkQe+TH57DL8rryWdATwGqwooDPqRpYvAk408pNoWuynZWc/4xZq/k/IO/Kf6E+AfOlNNTW1APdYafKB+x3eoFD4mnbviLv0964GrdfTAOvgE9tTVlQAvlB8gfJSSug0woDXSpGc3dDZoSyQI0leRPluQDBW2SCeiAnir04YsGlK0iWgNEZ0XpypIT8qXiTaKy3DPsoCHqEj97Od3doLcb/hm+SVPzk5tr2xo3bctv2bIV+XHL8mGQE/z29ZWmxlCtzBdV3i4yrfJMB9UAllWnmNF5WBwIvg4URlvC+2317/XlbY0VNuUnbNgF2evMF1oLXyKz1bJrl9k43fft3d10vWbQ9lhBS4RZHPEXH10XH7aMBffQPcgzfa0rWYdfA+zbu7xSVrkX7PF7N8YsPfmlXc2VoaPwkdBd9Av0Gn4S9eMz4JcGz+Uv7fkUdxOPB3EVb8Xjx6BFvmhGm+K4F1x8eN2wI/BhVTK4udaK8WxHeoHJPx/CH91rkKfulcQqVCOyxXVQKsFEJyOjzAsgr9hA/E36NvYY4LqA4h5d3dS4k/HApmz3hvT2utBQ958AABAASURBVOw4OppxAtcsLMvmGJRL+T3sTWZszN3NhQSwK8OKzdJtfrrmgdywJczHM68dc72aI4/5bWyM5tOxU449tdtziH2ImmDX3N1S4YR9LPAlBMYaFWPuHhuaDo6PzQz6TQf04+OH3wRfBegR+Azv6fttzRWid0kL9GT74Cn5mOsiHQsm4/fgKzK305bN70kHqQqGXIEreHOPvQcf+AxfwbMxXrVx3itM1gJn5gNIR/rLYFd3g6Dboz5payCRXwFOXLu76dyrWjhB3yBIvPaeD3lF2T6QZ69cSS110QaAeExfoi7SDGS5ziUFUI5CVQQ9qfwm2gPAjypJXpgfLOi1AWSUK9r0OhUc+JHQyfKqEmQNHdHWuyH6M3JJf8enX9F4BB0cPpp8tZVLm4bPvSLfjTnffqh5ReIZrwCkZ/yCDmd+BTsGXHxkLfyIi/IluOf5ouYjyUN96Br6BHqK+S8W4Ae/DNmn/m80vxpHpyEL7m7ubsgH4NKHhEmSWNK/zp/n/aaIt/xAj7BILfoC3UEbMt+zorbFv0OPB8+lS9A/ZHPKThMrAeXUShovpMgqY5yBekhXgLnlh2S+Z7HRKOVhs1sqmzo2ZEto51XVjZ+DPxW2RPHYHmSwhx2ho+WlXSuI6vgB1Cmpi3oKGYbWVclpJovZuJC60Z3YNepDHyNnmf0CbzpEVqPYbqafgr7gq2hnnJfKFsCTAOwV/BGv3IWMighctjsaH7cM+sADelcLumVL6WetnXaM3dEtIsEMulWEAbo7zJMiCxgslzjqD5zVTtuaX6AfwivmRxc1luf92KLG84zTVsVTnm1qvoI2hd/015b0B21NObQhcke5Wf91g3/oP3Qe+g+oMN7UGLMqKOfjS96PpOJnIl675NB0wBvK60o2KJ96aGvaj8XGwaOQrUJfFe1OiG6iHUjX0jsFyqC8DDdVwAkjCHOgbnBIJfeMfeuy8xN6Hz8zV7fZ4w2bETB/PqX7Sb2vrsu2VkVPKtlIJAvQS/4kSYyynPIlG9DS1fgc3PH3eY+4qndVq5rfX5NcrK/sxDh4W+Mv6Cx4GH6AZAq53ZA/vK605IG2VeXfWN3R+552zM9AH/mokrrBJwvdEvE0FW/hd61esYZ8gQnhPzU3ZjPHGjZ7cjzom5wZ07OK4aPRVrQbeU3CCQ12o2P0/O7kgKOFdkN/h8ypvyCrbYVt6Qd0NHKJjPXkF6GyAoJaCXiEJikxHW7IPXKDrkSOqmNlA/A9U/UtlzySxpWac68E7u4gkNDTp3oar8OXpvTkhsZF9L2iD6IXGSPF+7ii/0KQCEQX0IdKsqfouJJ0HPfwIE0Tg0eAww8TN5SnT73K6OGHak6MulsaK6B3sSEb0sO8V1mRXsaPQt8Rgsum7CrpWqGbezHfIDKMoj0xc9VFnal0FrqLMUL8z5H0Af+DVJ+oGnE1tVlFc4DgSx4KcKFI3iRJLFE5xJkOykc20LP4HOAAn7Z4Dy/9Bf7IDfSQlnIClPeyU+WbgGe8v9PgJvDvyQZQBjYHfU75bE4IncglOt3dzd2z989pYi783IkzxZuBb0k0QxNjt7HxitUnKqHvMrorNhY0p1aSjCaCEu0mW08eeFWVzapK31eVjpD4kt4tp0rreX3mdqBDqMYYuSQZodyq6qINCog6qTeHGv/bpvEzz3mWhSWrCr+K2q0s21oS/uAG7ZaYUUcfTIcaI+Rb/MUngp/wFjnCD1jS3Dr/O4A/sKi5duJ4RtsyV9CUvBd6gvfQHckqctCVjui3taqBN4nsT0n8Bydsa0U4FrhyTRx9pMCXPOCqbmAZjrvhNyEHtHnImuoHD3CmD+Kn4OcyxgDAnzie4fNCH7oM3ITW0+cMmfS8/d2Qh0FwZFfQj1Nb9a8jPrHi3nXvyFKEKtM43Cw7I7TrHLQp+bE4XeRO9oW5EPRn5r83Ne+6YZnvuWUx9yR9R/s1N9uGDkDWkDP0Au9TCltE2YGHLlz4Bc6iJdUYJg3ZSwz5K6lP42+m6AmlJT/jzpZwaeqdBX5W6Ff5Z+hYADzAobXdDjuJXJLP4hDxER7RT148qEIftaDz4EFLNpp+SB/Ar8Rfp6/yP22LGmfH/wVrDFL02y3NQ+FnwseW6KU/RL9VW9AvAKkFqjD4B49K0m/YcaAi/VKVbgLK6sPElaWzUqVJCn4qN2VQVk+2Ezw78n+xSTvCl/lINmRGjzAeXNY8AzYsQHpm6eKGEUe/JR24giPtDd3wAYAXEaq+G59iohK7u3khG3l45T10J5KbDJLQy9BGfUGXeAXf4Dsyi15E76yIz8gObdFEVkVrVzoRWSnqgE8psih+hQxKNqMe4UIagPrNhacXVO2GDgw9iE8gnvb6OlbPVAF8AYoc1wuVPB67uyVJYolwABf6RbSvbEs1bIvsCSH3avcyNkV4J+Aq3JTdhj3c3Vz5U/G3JLlBfqr5u0dsWI36+P/pK0E48Iz/TSKs6XnkE17gHLhh71LRo/LdTSzUjw0cutVpeqDTDTzc3aAHcOUjTChD+BXtEnH9Z0rPM91HeuXXmZXnZq4/O8DBO3xkHFnfluxsyI9blTwtXdwyvkdg/ow+jT1eVhzP1jVu3NK4kPS8n2pJ3pDLrt6ZIHfo117Ii7Rt0ejCDXyhLVVbluW/wDt4WBUvq7XU4GtFbUJcRX28In1ZznkLzaYDWaR86qFOAL3MvFNH77aI5znp9vSkMl7rVMdCfkkPzuTtqhzK3ZEPCV+gryWdRR0866oPwDeKLNoImpCrAOFdkcwGHdAmmqCtkDNkvIo/pWekKSttSXSWJJfwhzKL9hR6uS+KH7Krd/o9QdfAB/zQqdiwDcboi9sxZ4oOW7qwZfhPtOO6nm3JJ4amrnQIdEIz+D8l4AZEIHdFEngLn+F5Ve1SE1Qka7RfIWNFWuQH8SV/Bm50M/jXEx87knfGqdEWzU72v9j8/69kBTlEpmx0jDgw4sCIAyMOjDgw4sCIAyMOPGU5MDU1ZS9/+cuHpu/tb3+7sVjc0BmPOANjhLe85S1GOExVL3vZy+zkyZPDZNlXWhbl+6Iv+iL7sz/7s32l32+icrlsLOL3uZ/7ufalX/qlfaAuFtljAb/9lnWjdD3NoVDPm9/85hslveXPWTD7TUe8gdPZs2eNzaXsNh+VSsXuv//+2BSn2BznWuHp06eHxhaZulZ514sHJ3C7skL6EwtdXhl/o/vf/M3ftNXV1RsluyXPwQN8hqns+c9/frTRdfPc5Q+xG//u3/27m6biwQcftM///M83yvuar/kae+ihh266zFEBGQeWl5eNzZBWVlayiCF+P+mTPsne+MY32oULFzSX17OLFy8abQVwjX29dOmSsTDyp33ap1mSJEOUfvWkbHyAPr/608ONZfHPr/u6rzMWID3Mkgsdir0YtMvFNYsmoksP0z4P4s9CwN/93d9tnU5nMPq2XdOet9I+p2lq586dC/0Ln68FtNMwTEG+8QOuVd7V4ufm5oapYpR2xIERB0YcGHFgCA78+q//urFZMvZ8iGw3TFroe+x1YbsJGQcz7h7WftyoQsbYX/AFX2DYyxulPczn8A0/6ChsNBu3/n//3/8Xm4TAuwLwjWZmZg6NDPxb5rA+8IEPHFqZFMSmKGz2Rdtwf1gAX5AhZKngSRGyoQo8O8j4fb/4sdHLO9/5zv0mH6U7Cg6MyhxxYMSBEQeuwgHsGD4NG3Ve5fE1o/7lv/yX9gmf8AnXfH6nPnB3e9GLXmTuvm8U//iP/9je97737Tv9USUcZn6Y+YOP+7iPOypUnvblLi4u2o//+I8PzYfZ2Vn7Z//snw2d73oZ/umf/mmoDa6e+cxnWrFRDHOr73jHOwxZ+eAP/mBjs6zD9kEHcX/Pe95jbPrFhmA/+IM/OBTeg+WMrq/OAcZ0bOZ09ad3Xuy3f/u3260aHzDG+vRP/3RjDHdYnGBszjtw3oVfOa66mXEnfZBNsw8Lz8Mqp9lsGu/ODnsMf605kGKMejO8vBrt3/AN3xAbZqH/rvb8MOI+4iM+wtBxBymL9ud9Gu+/DpL/enne//73G++/qON66a727AUveIHxzqdUurs2Yr0aLbcy7ubfWN4EtqOsIw6MODDiwIgDIw4MzQHNk7isV8LHlQI+OuaDsGq9ZPXxcgAfiZXjI73E+FAs/j/Hje/DjGO3f8UdkMXw8V63u2t8fMyCAXyIB3C9Ex+JKZ0S6TSAnDeCXs+MDx1bOx1jQaLtzY41twSbbd23s8UrW13rdntZmUwECVcrQLhSF9Dr8XmbGR/hsglEf2GKiYpxzcZc8CFoLyUGn67Eryf6+AiuudE2FvligZL4+PCxDWNxzSceWbfli5t7C5pudwJ/6vbELRHPkzSxhGuBA+7m7sbh7gbPy3xUWStZtV428AK/BgsMCoqFNGgvPtLlo8pSJck+oE7Mosw8LOpJqLfkRmg6utDR6sTmVXwcDg0XHl63Cw+txYewS9Cw1LRNFj/aahs036oP/NyFYJy60Fm0XVdtzEepfIQL/zeEGxAfgW9LBvgIXInd3YKH1Yx/fMRcn6zEAo0T01WbgIc51FmIRTzmo9z4+FbtTvuoCEPid5EfIBMdxR39uVcVtau+vQjJiUU7l8qJ8dEtH3WyyAoyMTFTs8nZmrHo1LjoHBeN9fGKkQZ5SiQD0AWo1Gufqo+BFEAil4wGP8tp1FkLXVHJ+Kk6qbcA6p9UXMDsmBE/LlzAD16DD/kDJ7UPsjsm/jfUPiz2NaG0dfXH6ljZSuoDtAUy7O7GoealWbhUfw9EI6R/dSXTXclIV3JQhD3d7yq+oCUyXuMnq6FfvMrVtfLzwXgb/dNsR39hgROABTVa6LV216ifYkHTzbkUCD/9wj/ogIel4GHJatCstsn4UbZq6FtX25oFvZYdg/RmMdf+LdLuSl7zMxITf1lcFqEkwk8nhBKlCKVXhE5djM4j5EDwO8p3c/Uv+ia2uFR2Q0aAsmSFMO3rJKX1yBQ/0Uz87BWmeCXI4/hon77AR/1bGy1jsRUWsFq8IFv16Lp0/ao99uCKPfr+ZXvkfcv20HuW7KF3Z/DguxbtA4IH370YcQ+/d1lpVuyxD6zahYfXZCPW7dLjm7b8xJatyk6sSxejh7dl74oP7/t9TihFl1DoBQjTiCO83SCcTMh4gPq8CeQr9KQ3uu2esfBAc7MVGyVtrG5LB7RiQQL8ElhN24Uea1SswQaDOaB/uS/6eEX6jjZNZf/dPe9uKkGnqjRFZYA8CEgXukAPnARKR3uie8AD3scCPrTBYtNYmGaDhSqw17lOinzkzSHu+QHyOONaoGrikmiuE/24u4V8eh4mbon8iExW01hsGrqqha/SKNuY+ADNDdnWhnQ5PGhM1mQvarK9tQjHpwirGb/Gq5GnJp1POWV0Yci86qLeADPLw8BHeKRKA4+4N1ebwR/pa/yDzbUdW4mF27ayzTLYQG1l21hcCL2NjBbuuJa8AAAQAElEQVQ6O2sIi0PFRHgUP0LfwNN0CFWp3V3rysFFjnawL2o3FuJhwRsWugCQvW6nqxwm2+DGIiHwCJuZ8bgSGzrC43HxuCHZwx/AvlRq5WifVHok+BQIRFHxM6g2wCcij+THjard3Uwn/KZukR6+MQur4EsvXdwyFl+59PiGPSHgOvzQlWb0ubb6Im22p1fc3N3iEAGFf1qSb1QdKwVfJmfGbOb4uB07PWGnFqbs5MKkHTs1YSwwSv+sSV4rkt20lKoY9UnKEYBjgGIJieLyTgRYUAD4wSP0BDKO/LAYKuOwFekIFq7CBiyx6NwTGwZ/ly4W4WZ+fxeH0KWxCwv4LBEKoJdx2urSVuhI+EHfgj8d+Yo96Yy+TImB8NJcF/s5JRjk7UmYKYfFedDPLITMuGoFHXRpy4Lfsrvo6z5uBa7CscD17g0HZYjrDJC3dendpvyPlnRct9vNFnZDAYi/8BpWA7odnU8FDqgxPTEDdqU828wzqP3xT+iHyPji4+v2xGPrtnhhXfa5aSzERb+h/3Q7dCrlVwGMm5IksUT2HnCFQPRP6nG3ROPa8EcqJUOXV+VHYAMb+B+TVc3tCOSTjAmqsgsVpSO9J4m5U4gNhBblUSZ1pyo7oU7zcDDQF8xDgS8Lvi+iOy9sig5gw5bU1/HN8BfbrV4m6/Il4YPpiOpUFKFuLULuE4trdAn82trcCb860xubdkm6A3uI786iZNQROozxp3QY3UloGrimac6vPHT3KFsEqBIzc50R55EeXlTkm8IbeFSXPwbvsI8Bk7WwpcTxPPw0pQ9fNvfBkiQxT8zcPYPBa1e86VCo332dbh7pVJy5++UgQlVdxFFvKhxK8nHwjYIO2XP8HxaxA9+6xtng3pgQHZKHcdGD/8mi48B4xFVtXPJSF5AnaFQ5Zc1BwJ9EcuCqF6TcPep2d0sUl6RJ+Gbgwb3pYMHMrtoFncfYCx24fGlT46VN+aVNW5dPgww1NY/ZUv9AL7IYbwLfAFcho/PQOXAlW7Hb/fGxxgj0aWBZvhF9e3HQNj8l7fWGoY+X0GOiFf2MbMY4SeORtubWGZ/g26CbbtggVzA4bqXOZQYs5iPka7WksxjjsJDfusbTzEtQ73Kfv8Kpf72Z43e3h6JJ/C34XIToBOiHD+GXao6xhZ8k3TFoMywYmXF/9OvBDvcs7Mm+YpfbkisWvQ3fe2XHkKmwn/Bd8kRfBpa4B3K7/UT+7qbYLI35LRYCZSOdJfULFvVFh4eeVrtQH/bW1RBCwSx+7LLD3cM2pBpXYouwN9PH6gZMTI8ZNqaseY5UtivBhii9UaDdrkPSRj9V9alsHXYv5hnkM4Erm3RgR7GpxPM8kd1LhLe7ENeprAZfehoLMW/Wku5obbcNv66p+TN0CgvK7+j9HXqlKz9PSa0rnnKP3DM3s73VMsYLRXralIXTe2pndBB1ZLBrVA0eZb3/wveD1+DZkE2Hz/gvxJX0HBSZI6CMQBSEbwfsqlJBRoO8soFrPTk61GCAIOrVlFJP/O+2d413atFW0ju0QUdzh7w/gU9CDZQuA3g+GEGaKJMLPUglF2X5TcjJZX6U4gp5dxciSks+bIMuj+Tc3S3mdDL5RobQFYwzsPstFjKVzt2WrUNGtyV727pG5nY0lw0/LgsVx/ziDnnkuzUF2DHmG/HJY4yjeYZlzckuhc++bhceWTM2mHxE8+yPvn/F2HgSX540axobo1t2pLu6mm8eZAIsAixj1eCjp/118CXnAnKKf1LoEdor9IfmgNEhtBUyjZyhKxgnoBMaGucUvj9+f1336Lqqxo+MJ0jr7qYzr0nB7q65gvjRA0/M0N/IPMA19YALsrPdbMVmVRtr2zH3xDiA9t6W/LQZH6oP9tTu6CXKVJFWQFTj/JoREA+tLY0XKAO7hP+AnVvWuJNwTbKH/YMH4CDtkuf1wBP8XDi7q0ROgcWR9Q8uSQMtjO94x0wfrmsMhS5lvIRuDdDcfk3zp6Rz99DjLckx/WdL49dN0bypNmiqT4EPfiTz3dAqNlJV4GbKGzeH8NMnpyhrIGJXcfAaXMBrRfOh2Pcl+QKMq4El+QnrGgfA3+iTsk3oDGW14Eturz1xoe2mH07jPnE30iA72HbkqJinr0u2Mp5VjeuxesV4Dn/hX6p3Kp54VpbKcc/Kcs9Cyk1kl0kADdhL5Br5XtX7N3QNfgu6ZqnwWdZb8f8xpO3K7zYJpqqgCDO3vQPG6I42cT1AR2NLsfW0+WTModdt7tR4bGLFO/2a/IKS5tmV3ISiufLvnbrjFFBmV/P26Nrok3pPSB9YZV5UvF651DTagjmVrvpCRxDtI9zXlrZtRemgD0DeN6QvkSdooi+4u+k0c8uPPWK4og9X9R4EOmbkf82dHLeZYw1jU65J0UX8GDIs2wSPKYR8ANcFQEdxPQrvfg4gLiE3auie+kZHOhW5o0+15AchX136vnQz/V/JMqLJmF3RnfIrN8pyd0OGov9ojrGq+SMAX4i4JLH8UPr86k6QK6EtbISTK5COCJ9cdKOv2/BFPhL6kDEqPk5Tvjw8ynSKGbRV1Mfq2AjNrTVyYMyDzkPX8bykPkbaRErI3alMtUWgH+69z0dXGvpukohpLlaLUT3hxDiA+tEh2L4l6W5sX6Ef0CW0YUc+rHKZK7sKj5P5BzM33oeie7H5BY4N2TLwD3umcRl1o18KW5W1v37dVYJl4KpBUW2Nc5ryA8GJ95gxjpcPyXgUfYb8ZE79ril7ntmyQ2XotAB+FLsrIA/87ahs5LIpnm+s74SuhD74IJZYVp4y6lQ2y4OoDtxhcCK7gQyGHZferkvfZeO5sqH7qpoT5zk0p2li2KRavWzwpzFV1fv6ary3n5jmnX3NxlRGVe1NnmhPlQ8e4B08AzG78UGeRHlLmrutyueC/8hLVqfqUn3U2Yf4n4FaH5fJ/Pm44hvCk7zQRVngBj2J5MhzSEIWduN/tZCPlnyVZt5uyFDMA8Q7iQ1DtpCpDfkv+DO0cSY/ZonKCxCv+nW4Be+hyXmuZ8wbY9v5X9Pgp/pHQ/PLdfkCwVtd856CZxXpCtKWlC9JEkuiIBVqZu4ekCRugLsbB/xGRzEeCT9A/syy+gO+QLxDFy1L8gXWNdeMv0la8iEThHkxXI7giDgAjwtIkD/1jbZ0Kv/ngT+D3GXzzZvxbgC/KNNhnfCnldxMze3u5rR/KtlQ6O55vPUP5IGbRM/pl8hT9GX1LeRsnDkR9ZVx6WeuG9J5NemCsvw4ikPftGT7kPetjZ3s/53kw9NHWuoryA86hT4eCiYXJPJS76GBSAuaVWBRNiGAXkQfIu8rGvMg64sxj7dhyPyS5u3hK89JB87YDRVlLl1Df03FH3jk7uYOWD8kPhU/ynq/hR5BP9bVb+vqsw3xr6E+yzXx/G92RenQNeG/qyzT4U6ZbpTleV1co+vcLNM/uV7flJ+LnllSv72oeQJgSfQQtyF9T1u0lbYnH8XEb5cMAUZBKuuozihedFA+MtiTUwAv28iHxq578rET83v8b86u8IO/wTvsh3g2Lllr5HxrSN6Qw8tsh/hDNdRHfmikzqBPD9zddOZQXCs0j2T8uO9dc39dUFLaIpUslMupbF3JaMu6cGMsMDkj+wJMV21c9gW7wnN0OH2KvJ7jbNc54FmA0oAe+dI0sbB10vVjsqGNyYrqqNqE6mJMRd2DQNzE7Fj2P93Cif+tjjilB6+GcAa3qsory2dJi7Gpm1GnKbQ79ZCygj+hc+Rfbq61bHVx25ZjI6dNu/TIul3kW4RHNozN9TY0bqQ/45PuShYhK3gKzeJrovZMkgHdqATuqkQhfIg20/M0TeJ/4rC3MTYXDxvIp/wH/k99QrwljDjF8+1FYZ9pO3hMGYlkAHB3cwfsstDcLMD2eSi9ijHA4trNHTADd+pKoFH4l9BPms+GBtoe/JAD+hZyHLhDjwB6wn+S/ITsEOY0Iu8NyWBGYyn6QugylU9d7nn9hKLXpXsCjyQx+k8qXFzXcLmLby49xTietlqRL7L4+KYtPq72Y4yv9gtdJjuC70X6sCP29DjEwiCUEL7BZ9qPDeDou7RpAo/d1O5mpjBAOtXiUIROLrN+s2v0hbbmENHJzK/gBxIGfzWPQjrSj2DEgREHnjocGFEy4sCIAyMOjDgw4sCVHGARx2IxuCufXeuexSLf+ta3XuvxbYt/9NFH7dd+7deGqr9er9tnfMZnDJVnP4lXV1eNRZff9ra37Sf5ddMkSWJsfMIGKGyE0mq1jIX0WCDsda97nRXwUz/1U/b//t//s42NDVtfX7ff+I3fCBzIf90KbvCQuRwWp2YBtRskvWWPH3/8cfsv/+W/aFqR0eTRVfvSl77U7rnnnqOrYJ8lf+iHfqj99V//dX9jHDbHuRb8+Z//ubExyT6LjmRsjHSt8q4XD07gFoVc8UOZlUrlitjr34L73/zN31w/0S16+qd/+qc2jMy7eyxuWXoaLI5Gv/j4j//4Q2kJFhVkoXhk9tnPfra99rWvjc2gDqXwp2khr3zlK4facAob8W//7b81bOjv/M7v2Od8zufYiRMnzD2fRLqCj2w4hN1kUww2/0IXj42NXZFq/7fYmK/4iq+wv/u7v9t/pgOm/LEf+zF7/etff8Dce9lY+PM7vuM7DH2FDGOX0ZUsGF3Y5MHwLW95S+hv7DNp//Zv/9bITzl7pd7c1c///M/bX/3VX11WyO24uR32GXl9+9vfHjymHa4F2KVhePL85z8//KprlXe1ePTZMHWM0o44MOLAiAMjDuyPA/jlL3/5y425iP3luH6qYhNSxtd8W/vwww8b9nrQfjPeZtyN7T7M8TWY4f/cyjE271K///u//1D8IPA/c+ZMLCqNTwN/WLj6L//yLw1fa5CH+EZLS0uGv8T8xAtf+EKy3xS8613vMjYIpsybKijPDO4sPL6yspLHHCxgcfiXvexlsXHt4Oa2yBCyNMgXruEVPMMHp32QReZ8KIOyDobF5bnoL695zWvumE1bL8dudDfiwIgDIw48PTnw7ne/29igBHs2DAd4f8OmL9eyEcOUdTvSftRHfZQ95znP2XfV+A9/8Ad/sO/0R5Xw7//+7+0v/uIv9lU8cwgLCwv7SjtKNDwHfvEXf9GYrx8258d8zMfYvffeO2y266ZnQ63rJrji4Ud+5EfGPCvyxEZc4ISffEWyI71dW1uzr/qqrzLe5fze7/3ekb9XO1Ji7pDC3/ve9xp6mbHdsCixGRsbAPH+mPEAYxvGBAUw/mQjnze+8Y122OODV73qVUc+PuD9OPTd7BgLvt5///32Iz/yI8acM2NP3oHzLpwxFVCMq7Ab8JFxJ+/meedB/rsV2u22ffVXf3WMsQ+DBvTOz/zMz9gjjzwS7X+1OZAreflHf/RH9uVf/uV2M+9+CtzpK2xgV9wfRUhfecUrXnGgonk39Z3f+Z2HqhuRx6/8yq80dMWwMOlBhgAAEABJREFUSOH3gc/U1NSwWZ/26ZOnPQdGDBhxYMSBpwMHRjQ+pTjgMVj0xC1JEyuVU+ODsNpYyVjMoD5eiU2g+AC1VHyYp7TubhwMIAgLiGj+h3J3V46NxUfkfBQWC3gsb9v68o5tbbSNuG63F2muLKMo62ohabMPgbu2s9U2Pg7f3mwbH/cBfKTJR2ksLkd+8MkwzX6Jo9JdFvPLP+Qsldyq0CtaG5NVq09WDLr5oLFWL8eHiWkpCT5F/oGfnsrh43Q+qF+PRR+bsWAoC6yxGdcTj27Y8hNbontbdLes1ewYH8hBB7jB80T87IPQ9EQV8FDgepambqVKarQB+PCxJR9ajk9VY3GMBvhOVKyPby21rK0SI78nFrirKN2bJSmQWKr2dkWCS8FTeEkbLV3YjA9gWZQyaLi4ZauLzWyhbPE7PgoX7XZLDhf+loE5zWdsqtTt7BoLkexst4O3fPgJIBOt7U7InsQwaOaj+ko1jXa+jH/TtfgIus9L+NhQm9dKwfNSKTXaxj2vV7JNmf0Pxe1WHKpU1cRv/OimOIVXonYsDfbb8bLkomLZx9xjNjFTDRobkpOxiXLwoFRJ+nQVRRFmtHG1B7t8BKp645nCRHUiO9TJR6TIZCGPE9NV1VezrO48nFXIh+R8/AvAc8luA14LV/JXJbMsjEcb1cT/hnAtPhim7Gq9JJlWW9APEzeJQdYEQkpnfq1A+NG3e91d63V6koHdPOzpuqfr3VgAAZkH7KpHXn7/2a5kLgP6e7fdtdZOx3aabemdlqCta91L5vgYtqN6e7lucb+yLDN3D95nPEzUr0uWfQxetfpENa7p6yXp21S6KUks8og04SEaLT+IyC+fFOTPItDP7mAbFtdkimd5mbrOoxTkN7oanUfLgZBfVVGEEg9LpPNpe2QAKEv/B5TVD9QHeO70A+Uz5ycD2pmWI8qd3zxekch7V7KJjWSBktXlZtgmFi554pG1WBj0sQ+s2KPvX7GH37dsbLrFplwPvnvRHnz3kj3IhlzvWrKH3pM9e+R9SvuBVeVbN2zE4uObUd7q0rahh7c2WtEv2jtd9b3dkF1wBStQ6wMoKlInj7m7/VAgA5JqmNApsnfYbmxLU7RBI9DcbBlx8JaulUofo8fGGpXYuGBcPsU4C98Ak7XMTo+VDd1ZUrumas+iLVWVaFdj6ZfT6ftq5yQHyubahBep8KFYXAk8li9tyvfYyBaPkq1mAxgW88Ev2pe9hmYqvQJUlapzc+EQ4Nl1ohBcwAn7WshppVqyquirAfWKhb2Vb1WXvq/DC0D6n40w4UsWVm1cvIFX4XvJBlTxvWSHy/BIupC6ov7ELEKzwIv4wIE+I0h47m4ctAl6emNtW/7LluRzMxZ1XFtq2vrKtm2ttUJ/F/zJ+E/OHLJi8pvDCzL03LwoUhXrNOxWyJj6DO3alK+1Lfna3hKesjfYHewLbY/cwJtsEY6KwbeG7EdD/AXgJff48bRFVe1C+pLkLRGf3D2rn8IG8SiujyB0ytSPu9teO2W+FSYT3x2aaZulJzZjAY9Lj6/bpcfW7QmFSywopnEEaVicDn5lC6O5uQMWB7qOTTC4KcmHg354MTVTt9njDTueb8h1an4qFhadnhszfEBktSI+wVsVKF9BtlH8oW0A+rduFUnJdy6IFaAv2JXe7Un/dq3d6kgft8NXZjHF1cUtWxGPl5/YiH6xdDHTH4TL4nOE8Xwzni9n13fV9VLQsRF6cfHChi3qPuiQrmSRK+QMW7jdlA6XT8c/a/ak55EfGhk+0srOz3WgSEeSwlZ05YO2W11jnEodLOzLomFRv3i9KFjKcSrwjGd3IZ/7eEOTeEzfXYrrTfEeoA2key9tGbLXlE6DN+jnnjp+8JsFk2B0ATBzBHc1B+gX0Zz6Qd9LGUkPdTVv04o5kcJnoW+yIRe+6Ir00sbaTvQbZKTHPJEUb5K4YbcCuM7B3aXn3Dh0aaRDf2PrMttYDtuI74FdxA7Ux6vhl2AXypoXwEaQj/zurvJMoFB1uPwJ6kxlMwndXQ+lHWQIuu2ebcsu43/Rt5c0b7Io+YeeRV2zeNi65oWamquCFnRCT/pF5BgHRRECxTVhgOqlX2DzWeQ//HX1qShfthB7uCj9Ab/2/LyOdH3PTHW4cE/ki0JXPyROIOLMRIbpIACydG6p5hIqsoGMy1mcqy7fDb6Nh39Ws/Ar5GPU5WsUvgXp4XdJvkWqOqnbXaVyBrj146jYjV+74aF0e2m4AcxcgbsbZSauEEjcoIH6+76o5hWq+KFA+KIVyULVwL0hGqAlAN88hwlCPeN5Qz4rPkHfF5WswB/46e6WIxJhkhB44JDoJpW8ACTDR0HXMRZC962vNMP2oiNpvzX5orQhz2jvrmTeJCQeZVoclBMXo5+b5oBaLiujf6HOrJiebDb839rYMRbypE9j2/bs2Ub4EEvq4wDP7mZYkj5ZEi3QsBTXm2Gvi/tl7LVkE36g51ryITua/+qKT+EPi2dXPft8NeMygB9DqndlBnYNPZj1iY5tSz+Gj6R+gV+2sig85ActCbelPl4bd5XvCQ+vhKAFf7ugCRoFpEPGsIfQv7G6bfCjqXEf8gifpA6s0AE5K8XNp/kpRgRP9KMzmCF3MmxgW/585nu31Je3NS+ypb67Jfm+HBbztiC8pDks5rIuPrKuea01e+zBNbvw0JpdfHjN8E8WJY/oBea22hqj96SnkWOk2gIXJ7Dsx+IAL89tE4u+YleZ95g+1jBgQvPhzBWVKyVjzi+R3SC9UYjUkk67ZQeVqWPrjD7qqjhNE8O24ysxTw2uvGvCLxiTTcXHyuax3MDb3XTEj9iym81pdLrh9zH3SF/HziHfWywyLP+p7xtJrzC/wXsd5H5H73aa0g3wO0vfMuZzGPszzlJFOkFaQX5ic0vyYcCrJvzAFRsPn8flw0AH7WBClLbLaM0z36agwOFqISgRT3gYQMuIdMg3rtEr8LLXNeu2d9VOPUO2W9tqM8k4iyuHvpdbabt2GQqUc1kEN0Vz5EgnufwUfhjtEv6i2gg/PZGvlBQFFXlVTp5dV4d1BrVRGGXjW9N/u+rDfXmTLLKQaSajbY1T2obdQ+aQx5be8RAixy3JZqRVnkgvOUWukWnGL4xz1zVXtarxDHp9UXoGn/0ic+0PrtijmmN/9P3LduHhVc1tbdiSbC1ztvj61NNTXwDHQJgf0BfotKzhbHQMcAAR2pUwZ7K8GzagI1+FNmpqHnVjdcfwsWnPjsZtyEAqXVuWT49s1uXrox8aGtc05P9zj+5AXtF/SeLm7lFjHsQ1P8QG6AHpAPQmIW3Ylf5DbpATfClwWZdfBSAv4AhOXbV5oZOy8ig9AxUdFxHqIWFPxo5ym4P+qua2YlF/hfgSUb7klrKhWUTodAM3wIMuizj92t6RdUae00/RqZX+uLCqcaDGgoyVNJef8atqNc3ZYwvADZ8F3OD3Fu9LNKbfXN9Wn2rF+5KOeIKMM08Lj6JeMnLh/BwSUFYOBFFqRpp11ffp2xt6P8A4DP+MMfWixu6LGlvjlxX2nj7Z1fsz5Isy0FvID5Dx0cRDwLNQfE0kX/CuItuOjNX0Tgj7WUfGAORM4+sa7zvGSvG/JiW9m0/TxKJMpzzLrz3CJOFZBm4WfjT2E9lCvteWtgzc2YwLXYPe4Z0cbQAN9An4rqwZnrqgHAVxwpqQEy7UHuDPu4Mx4U47T+l9/ozm0I+dmrDZE+M2OT0W7U46d5UEmNMTTT+6sgz0yHR01O47kkf+Zwa+w98Vva9afmLLGG9trGLjO9bp0Id3bUd2CNyZ/yAdsCoaAXTstvp25g+YieXm7uaqZ/CEFGhyJaiKzw35AWzEBf7QMj1Xt6kZybPaAxnGF3MfKEUFkJ8yi5DrEdzlHKCJCwhSJHPSCeEPyK7vSE5b8oHoM131/Z6eRf+XPJB8T0SQd4l7Hm9IoMpF3kp6/1TGxuhdZlVQ1vvMkubJeGYUoHR2xXG7ZQy0zDLE0M3QDf3woq/PNUbdkE7HthLPc9OBHoBObGdD/WkckI3g/VpDNnYMXQcf8P9S6TFB1AfvIJxQVRPn7paozwJ9PSu8SNbTHCd6j/rRA+jqJY3PlrF78rnwvTbz8QXtp9bJ9YOuVIeym6msVO1T1fxgQ/oYHMGX67pwRRfwLp+6TUdP9hZ+aHCku/wUripGN57r4k7YuPXVZmy6WeAArvCoJxtPGZFNPzoju0iNUAVZXOgBcaRF5siLXCKT0IyuL8rGdyCN6VC2yK7LOOEVZUCvyI7/+0MGoZm2QK9n87xl456243kqGQXQhYyZGO+NS2+OY/M1Zi3mSYmvSqfiH5CetjIQl/KnbpCgfsJByOLAyLLkZtHW1L1XX7XvZ1AfY7gA4RAheBQg/R1xela0ITIIbmX5LQVu4Jfk86quOnvq0/CPDTfh67r8ROa9GO+zCfeifAHusVPI+7bmZGgH+O3ugXsiGUVGgCTi3EwnP4nCJPcDSur7/N8HcgXfkbGG5Kyh9xF1yd/gfHoJP6Dkai83VyHuZu4eQH1Jor4jcHcehEh2ZTN3NC5BNhh3LGnMsSg/ZlHvC3iHji+Az7mtsQq+j3qCWsn6h0rqX48ujogDYrJL/tR04n1P423pi0H/XX4QOoy2W5Ee25DPjI+atVeGE02epLS/m0s2Elfo2bP+b975eJ4qbWlA9uqSt0belxvSzQ1kTzCm+RLSubt1Ze9amkPblrwzJl1H369uh25ryS6CT/RhdWGdUa2yRXhoP1fSpIKjDsW7eLgrfdzaace4Dl4tSv8vPr5hwCWF8JB+i/8IzvTzHopQ5SRqgFT9MgESN92qb5nABVlIGmx12G/ZiGI+ib4KzxqybXX1X/iGzqJvhx5ME3OV6U45gBv3ibslyR64e/wvM/qENmasBr7Qge8OcL261BSNrZiLaLW6Bu9N78uTxDJczSK0IziEuZnrBMxsV/zryYZ1JB/YtMBb47uQD/kD29It2FvED/729bn4BL8CJGt1QGOK0M8aH6UDPKM+dQ7OAFUdUWKXufsVIKRcoNM9v9D1ZWchoHlkcevm0R7YBtqN9qtpDFsXrmFLsCkFTFetMVkxbCT/n8tcrasto0q3OKI/xNXeD3zgLp5RsTIkkjl4UyonVpHtxP42JEvhfxT1KZycrdmkQv4XmnByphr3EZ8/Y6OwceWti5/YlKrKK2M7Cn4Gji5K3e7IQzzRKcHatR72q9kx+sGqxoTxPv2xDYs5+YfW7QnNyzNO3JSNZs6kq3kcZBG6EtFLm6QKuU7E4wTaAfGcNIDDCd3zjPTou2qtbDX5pXWNxetqY9oBngdIP45PVawhmeB5rV6yqvz5EjzGRyrqcTN3F+RhYsaNosxtnwcJBTqzDMrs7qbTXOW5aAHvRNeJrgN/yVAZ3S6ckCXwy2gpB87gjXyMi46QaclxhMhV4TsprgEgQ+NlowxkvCwa0VmlpkIAABAASURBVH+paHTVaW4ZHgqp3xUffBbPwYU4k8D3ct2ALthQW63Kji3q3QqwqnbN/KiOtWJs1bOefDBls6fT4eKhqw0T+XiZfZFcaVxUUlumkqvgZSS6ClfIyzM1SOhj9ZtCH8NTxggFtFsZf2mXq5Q0ihpxYMSBEQdGHBhxYMSBEQduxIHR87uIA2yAcpBFkX/zN3/TVldX7yhK2YzhAx/4wFA4sVDiB33QBw2V50aJO52OfeM3fuNQG6JcrczJyUn7gR/4AVtbWzM2PmEDFDZCuVraK+PGx8eNdmXhZ/L/6I/+qB0/fvzKZPu+X1lZic2GWKRr35mOMOEP/dAPHfnmLe5uL3rRi8xdg6kjpOWpWjSLO37sx37sUOTRd1hkcKhMR5CYuTgW5Cfcb/EsKsvisvtNfzenQ7/81//6X40NDQ+Tjn/8x380NmY6deqUnT171r7hG77B/uEf/kHz2d3DrOYpX9YwcvuCF7zAsJs//MM/bKdPnx6aN9ip//gf/2MsiPlFX/RFQ+cvMrABwb//9/8+NpQs4g47ZNHrb/u2bztwsUmSGBuXsQkTC3+yqOiHfMiHWK1WG6pMFs8uFl2lHGj/+q//ervZhS3ZcOEnfuInNJUXM+ZD4XSYiUf2+TC5OSprxIG7hgMjREccOFIO4KuwGRdj0pupCBv8rd/6rYbt/Z3f+R37nM/5HDvo+JpxOn7QzeADPdAFfTdTzn7yvvWtb43F4veT9nppPvmTP9n+6q/+ypgXYDyATwNfr5eHZ/hLzE+wODr8Z0Mt4g8Kv/Zrv2Y/9VM/ddDs/Xz4zT/4gz94U3MLz372s+2Xf/mXbXNz097whjcY8zZsFuo+3DwCskheymDh7t/93d+15z73uX1cD3rx5je/2fA5D5p/lG/EgREHRhwYceBwOIDNwf9grpRNH4YtlY0sPvzDP3zYbHdM+mPHjhlzUMMgxEaV29vbw2Q59LT4HGwAs5+CX/KSl1ipVNpP0lGaITnw0EMP2fd+7/cOmStL/oVf+IVDz91lOa/+i0yy4erVnz451t3t/PnzxqYs+M63eiOuKzECd/oim9bw3vDK5/u4HyXJOcBc9rve9a787sbBuXPnjLlbxoF/+7d/a9/xHd9hn/AJnxBz8oyXBkvg/Qtyw5iV8QFjDXTiYdgBNkU6yOZ2g/hd7xp7983f/M03/X6csRBjT3jMplAnT568XrXxDD6+8IUvNN6LLy8vG+P//YxXI/Md9vPqV7/aXv/6198UVtD+tV/7tTEH8n//7/815h/OnDmzr3fe8JINBNkMjf8FYczL2PegCPV6PfuSL/mSfW9yeZB6oPdbvuVb7IEHHjhIdnvNa15jf/iHf3igvFdmoh8w14AfceWz/dyT93nPe95+ko7SXMGB5Ir70e2IAyMOjDgw4sCIA3c0BzReDOcsSdz46C4tJ1applarl60+UTY+FK3VSxHHx6Px8Z3Smlt2DPxfCGVlkRYf0eKQ9Lq71truWnOjbesrO7EIc3OjpbiO9Tq7Rpo8cZapKOAaIR+fdTs946Oz7a2OsYDC9mbbArbaxkeafCQcHywLN3chChTlKY4P/6i319ONKk9LiVVqJdFbMT5crE9UjI2LoL0qPvCxHHzh4zm74qCM1k7HmtC3vG0rl5q2dGHL2JDr4sPrxoIOyxe3crrbxkdyfBQOHZQXPE/dHBBfiXPXvZspMO7Br1xJjQ9taYuxgY9G42P6+BhXODfKVo22KhkLDmZtZZa4W5KYeeL5tUKuS1koFhj8gm/wc31lWzRs2oWH1o0NuS49uhGLWK4tbRsLPbBAImmh3Y78KCpw8cPjJmu7XuDMQky0Ofznw08+9IQG2oQPFGlrdzc+Fi1LruEh7Uobj09XLYAFPKZ0nfORj1mrkgd4Du8TtY25xUHdcXGbf5BcUBBpBn70zUq1pPYvG/LREC3xMfFszQjHRR+ywgfF8KCQD8qwgjjLDniWXe39Rn35A5cswc+sztRq6iOUSx3xoS8f+c7UbJJNuFT/5MyYTca94hSOi+8N4VefrASu5K/Cb7UPNIypvMZE1cAboK2qY+VYFJT+kkh2Pcc5Q2lXeiTHVRHIJYBMoyu60kGEvW4vZIZn9L88x5MC78dwBfQjYsEd5KqtPs/CRHxwHMDiTc1O6KVOu2s91UlOdw9MXUUINf2aKcqgIU0TK5VTq6rdavWKwcOG+nYt+nCqPpxYItkjLXnop5eBXeNQY+nM9KkudMb1bp4ZPC6L40aReRBpSRqyTiTV6DnBCI6GA7AXoHR3j3Yv+lhZNjmgUrLsY+3UCplQUusfFFC0l3k/mrbMYDfkvyU5ZYEVFv9kESsW7Ln4qHT9Q6vGhlyPvH/ZHnnfsj38XjbfWrSH3rMUm3F9gA253p3dP/ze5di467EHV+3Cw2tG/ksXZCee2LK1pWZs3Lglu7yjftHKFxAJeQIroabTwB0w3ejkiV12bbf3cM+wCrbqhz5N329td6y52bINFqhZ27Zm7s+gY5TMUvwJ9WkW7mjIl0DX4VeMy85wzaJLVek4/KyS2jahj2dVhR6jjKBc9bt7tDXtHbpPaT0x2KR+qvaUL7QjP4jFUGjLJbXByqUtW11SO8gfiQW79Bx7fS2dl1dtcehGZ1zGj+p3d3PPICFMsmsnFCToMdGMvWTxLnwp9HlNNI4BjYr0fNUa0unjggYLAQHiBzwBWGwL+0Ea9P2Y8tTGSsZGjZTLohDwSdXnuFgeChdwAIQHuARebjp2pYd74XPBh1XxBR6tLoo3yKj8HOK31R/wI2hfZYquQjgIUdxgxE1cQ4OZWxaqGVUj3Zb+0dOkJQsg47/gZzW3WgaEjdF1a7ttyBmCkope+F2tlQ0+Yz/gHTI2LvvawOYrxB+gLWiXsuSyJJsTfHLrH1F/jgcYxQMi4+Jwf6Ja/bi7eOBZ4aoL/uMbNzc7Gits2/LFTWNRpcXHNhSuy6delx+6GYvc0f+Q6Z58ePhGISquXx59CHlXsZaqj1XlP8CXKfkksycadvzUhLEZF3Ds5LhNH6sb8kefLddSow+bOWzug+mgXLFJV3fo6WbwwQgTiwM+dOT79Bd92tixDck+/YD+sPTEZvAVfi+J50sXN+J+L8yeL8Wzu/N6Ubhj56ABmlm8C/rXVpq2Kf1N/0Ke6Fs98SpkCh7mEIzc5w8ywobBlIMviJ+InmGhLepFP2c837ACJ/ADt7seBjebgOd9WdqUTG1ofLwp2WvaluwnOi7j96762K4ht33YJ69Hye58DvTbNPTRbixASPvT94q+gO8YC0bKf6Ffbsq3wi63W13Zu90wSdj1VDYP2wV4kpgnFnJj6qfGoZBnqWxcmfGkxpXYPvwJbCJQlw+CrSQOu1CRTUxlIxL5EFGEyjB3i7JVPvFJorGYfBzKJp509HPkF92BL8iinYuS98ULm7aI7IsW4tala5vyhdEvYa9ym+UuulSQu37yk2tuCVWl+kUv45d09qp8ltAbKr/Pr8c3DH5RP3i0drriV0/5TCS4pfIXkzSxVLQlXCsEf8o3HRFGhab0ZokqLYkXFfGuJpsJj+AVfhn2cQKfQvzjnrEqz+FvRXwui+dpKbWEeSXV5dRFBQJ3V/lAVo9+bajDTfkHweNeVRj1JLoIUL2p2qkkXMqigbF1VbiBI7YdXwgoaGpM1mT3M4A2YFx+KfH4C/XxqgWN8kUrkpO+L6r6zC0OAtePu1vgoGcpeKSJ7hMzJaTdkZWW5g1YHHJNMoFs0J60H4sHb6zvyNdraw6hY13ZIITelV3FGmCj4+g4QFdUh8ZmM76LNtL4CXtdtNMSfVuwRN8WEN7tsCx7/WQaNmSrN21Jz1YubYa/zQKJjOXbuX7paZwSSmawRdQHDBiI69/2L/RQvMa/wi/N+kTX0F3MLaMrCz8p80fBpQDhdJfz/br8lmxhD1eXt4zxPDIIX9qtjsEneIYeAMTF0TnAAXji0rvIX8hVu2fMO+F7x1xX6NumIeuL+XhnqQj1vmZREM9kW1n884Le3Tz+4Hq8/7jAhlyPrMe7nCU9Rz5pG3Q5eroX9tzMXUKu0wCT9pY+URBnPBJ+JdlWbBE2hjHnzHHGnTXZmLKVZa/SsBlu7oLIqR/1F/3e2hPcRReVJrJl2Paq/IGa5mXqes/EHFZdc9Vjuq5q/gG7mAp3d+EdQM6MB+hUxvXIMboVmYZ/W+vbRkgbtaRXepozR6109V6w0+qFHUTnbGveA3+RMdSW/KBtzb8xlu2xy2VWjVTRrkA3bpYID/DBJ6kJv7psOLacOSZC+F+Sf6DURhHIC33rdo3rYXVAD34JilDtHvEKwfXQwM10mprJOKC9z/ec9+h52qolf4UxbFfzjKQbRIUyyH8lkCbS6oI0KfKTv7+MeU/5Y8h6SX2BeT2euzPXAoh+5YPuK8u9uXswyUqg7Ax2430OtIW8Sa52AM1Zb+td8iDwjjGeiR/BF9IFtPXOuR32i3fQTc0lINPYMnxydMXKYtOWpWsWNR7gvfAFzZczb848+6MfWIn5c8Y+pCE9+akL3QLGu1cKpkjRyaMRXMmBkJ1dzfvuhs1s693DjuZMaZdNzdVvycemLZFpZDQJXVEydEKhJ9ARMb7ROGdM+q4q3x/9F/ot/PGC+6rMdHArcHf1KYHSJJL5VJDomnqK9wbIFO0LLrT1ejH/pDnotnReN3SgykVA83ZXsapk4HRTPRlQNn2VMlflr+Kr4kMQLutdDGNG9GZLstqNMYXF4cLLZY/AM1HINfUAZqrAsn7IJc9jTKU+XNEYKHil9xoxHtS73nGNoRqaZ4ZnY3qPie51d6M+9Mc2+lv9YnNtJ/v/AY2Ficcm9KR4erIzolg16qRqgU7dcN4kXFnQ4L0qxeYgD+AG3/ABAtRX6a/wkLHaluwOPMxw3oUtFryT/CRJYg4P3c0dsH7Is5JsTVm2vSq9V9P7kLrsJmPn8Zxn3DN/X5OcxSLYSg+/PTFTQeZF2REypnRLdE397i5Z7xnvL7CVyDdtzvzDxYdXjU25lkQLsoaMkIY+0ZMsuOTLow7rH4XYEQLubiWN6bGl2HpwntT7/JljDZs7NW6zJxvGO3qeQSflKYuZ296ha+LcdaFC0bfwsimeFjpyNXTklqErN1Z3pE/l88qH68oeRfust4z3lSt6d7Oqd1urmguJ94yaJ+L9CDSZynZXHVGzD6CwGzEmeuFZVf4KdMwcFw16F0DIhlz8v8K4ZJm2QIbhsbKQLc+vy6Kofszo4m7mgAv5PugCfUrfiP4knUl/QVaRL/p+N9fPpLOQMGWyqxyKdnej/6eaj0Kequr/ANcpc2Tqw0pid+pR4IZ/3BPd2DD4sCPfKPpu6PNtzVm1DB7RV6Gl0Bf18LuzuTX6FdCQzqthU8WL7H8ZEvHIzd3J2ofsTr+Kd/GJfluAKRr+d6XDwIf+vx7ju80Y363kdg99gV6nDTsdFnzbNU/6VRjGB9SVAAAQAElEQVS+v6kw8K1KJzAvPK7+3xDUZd/q0tOZLihZojbcNQt/EX5I1eguO4WOSnFzNwOvlsYyTb3fAKc14YX93RbPiIeHPeGd1W2Rx5TPBg/uBTojljJ7spPQi9+ygz+j8jek+6CP/4NEXknnrlw6KZMgCkCJCXnw5j5JE0MGa/WS4d/E/8ONl+P/j8YaJauMpXqeWCr/JWQX24Xdkj/UUPuNA5oj5X+9GuIVZVQ1Niza01U+aFCtOCKe2JMOcCVykI8mpJMkMexIVbawPiA/zMtS38T0mDGOm5DfEWGOR9wrbhxgjlo41gG1YVW4leW7QE+CLEkGkhzAryf/g3Zpqb9vyTeh3fCfePfM/2+GH6B5MGzOpnxI2nKP32YeZSaWpBm47t3dOPjlPtWzVDIEHlXJPra+Ltwa4mk9oGL4BHXRXBO+FflZ8IF8idohycuk2ADdEwe4aKEuGM173rCX6pvY1CWNO/BnLskHuPT4uvrHhkEfNHRjTEdOCQcBIIR1cjWCI+JAtJ+YHO2mDoAO21J/Rl8x38pmXIwFgVX5O5tqS+ZIuvKFlDyw8qL9C9nQvburB3k8p+8VrZooHtlDnpAr+kNdsjeu/jGu/kvY0DWyOKb5EmRUWeRXdq2l8S6ysilfDblB56DbiO9Kfug70ZeLyrLaD/03p6pfLvgB6DT67abmkvDfFzU/tyhZD5C8M4ccvi/jPvXvrnxKcKYg+k702SQx+Onu5g5YP0wSN+xDpVKyqnRSTfxh7qsh+xB8o++KlzVsmvot75vK6Br19STKorwBSNwoM/q02k5JwqagT6LfapyEX0ufZTMuYFE0he4RDej6tuaDe7IHbmaeCHThAjuqQ2W7e/DEXBpTQtiVzqT92xpfI5tN4Y1sbKIfNX/C/Bxygd2EH8z7NMSrQs7q4h/3YznfSJPCM/HHBZCSiVT2S72W4+DuunTTj06/DOx6R17UZUncjPag7pLmo+K9p+xiQ/iNT1dtMqBmffuiflKTDFRCPyeWpKb6BbZ3QPfeXXY1GOfu5qIxlU2AbuzBmMpsTFb69fQ33tJYa4L/oRYwzmLsVdxPEgcIxwY2Tzhjy5FTyk0HfEx3u2OPaBbJFCE+DnNfm2stW2NMeHHL2MSJjbiYN3vikQ3Dv9vQGJH+gt3uSRYhLtpRPE3Vr4BEIXwWq6ONSBMgXjj9Rg8SyRy8wuehDQq5zOY2qmqPqoVPoXZvCNCbYZ9lw5kTKil/ojqp292jHneFKttdoSCPjKr38+NFIl0U2S2u3ZxyB4C6Q3alcxij0/Y1+WrQEu+5iz4n+UCGgxb5SJMzNQv5manmNFb1HryabzhXsar6AHMR4dOV3YKX7uaeQ44DdPMsFa9T+KDQdHQ1XgjdsNXRnE/LVi811Y4bAehp2o/50rbsC+OqntIP9hEV8bQ4xU6j/ZBB2g4oy9/m/1EcHruJ52am0IpD1+Rz14Xi1HVirg3bBs/bGn+0trsxL92SzSMOXU06JR+dIw6MODDiwIgDIw6MODDiwIgDT2EOlEql2GjJPfMV90vqn//5n9vf/M3f7Df5kafrdDr2pje9aeh6WHjuZjfBuLLSX/mVX7HXve51V0bv+z5JEvvO7/xOe/TRR+2rv/qrrdFo7Dvv1RKS/4u/+Itj0xUWzWZRqqulu1EcizizmUm73b5R0iN//td//dd5HTcOWLjtZ37mZ4J+FtBkHAmsr6/bP/3TPxkLin3iJ36iwffB0ljsikVSB+NG1/vnwPj4uH32Z3/2/jPkKVmc9sKFC/nd7QkuXrw49IKBLI7I4rK3B+NbXyv9g4UVj6pm9N8rX/lKY8PESqVi//yf/3N77Wtfaywa2u3yvvaoan56lIu+YyOJ3/qt37L5+fmbJnpyctJ+8id/0n7+53/eDrpRG32fNr5pZK5SAD7Cd3/3d9tjjz12lac3jsIWIHtsXLawsHDjDEOkYPMFbPPjjz9uh7E5BX1niOoPPenIPh86S0cFjjgw4sCIA09rDjD2ZEFlFuG+GUZgY9kI6j//5/9s2N6bKYvxNeN0bPd3fdd3PWkcOUzZ0MVYfXX16DY7Z/MsNrrt9XrDoHZZ2vvvvz/GR/iOH/ZhH2buw80fDRYG/1lcms1Ihl9Qfq8kNmVgc4a9mOGv3vnOd9r3fd/3DZ9ROZhX+W//7b8Zi+m/9KUvNe4VfShnmqYx/nnHO94RfIf/By14ZWXFfv3Xf/2g2Uf5RhwYcWDEgREHDoED//iP/2jYik/5lE+JTTGGLZI5RzZ+cT+4/R22zqNI/+IXv3goH4KNi973vvcdBSr7KpPNXH77t397X2nZOOf5z3/+vtKOEg3HAd7j4Pe9+93vHi6jUrN5DO99dHloJ34778n2WyD4v+xlL7Mf+qEf2m+WW5Lup3/6p+2jP/qj7R/+4R9uSX1PxUpo2/3QhS//lre8xd773vfaK17xCpuamtpPtsvSMNZg894/+7M/s5/7uZ8z5uIvSzDEDe9I/8f/+B+2X/yHKDqS/q//9b+M8V7cHOAH2qCRDaRuZuxJOYz/4ftnfuZnHgCT25flT/7kT+zbv/3bbwqBf/Nv/k28C/me7/mem54DQf7wYxj70jbw9iDIrWhs+nVf93WGHt1f/uFTYY8POk9D3/iar/kaW1xcHL7iK3Kw6R14XBG9r9sv/dIvNezGvhKPEj2JA8mTYkYRIw6MODDiwIgDIw7c4RxgrsfdzROPRRiKj1L5OHF8smJjjbJVx0pWrqbGR6tJyWNyhQ+8CuADcBs8+LpS0O32rL3TseZm2/gID9jaaMcmCZ1845peb1eDA3tSEUVxWR1Ko3R8uMcHZmxCsbXRsua6YCsrj/hOp2s91clgQzmKIoRv/1IXQky/nIloLpVTgz7orYve+OiyXjY+lK1UUouPLpPE3LJjEJ9uu2c7zY5tru3YKh+QPrFlfHDI9erStq0v79imcCwWlw7cRAcYuAqE5wD/PJWmiQUutZKNjVfiA0k+mpw6NmYzJ+o2e6phc6fH7ZjguODYmXE7fmbCCPug+NmTdZs+PmbTc2M2MV0z6OIjTT76S8uJJaonSd0S0Q4O4AJNtAMfR0JPLGK5vB00xSJIl6CraWuiiWd8hM1H5D0+pIQeCrCjO8CzX7oQpjo+xu+qftqAD8DbO10Df56lpSTaj7aEByy4NHuyEbybE48Kfh0XD7kuQq7hL8CCU/B9anYs2iI+xFbb0EbwsC8QfcSO8gKiKV9h9JQsdLVhSW1aVt+kjRsTFeNj2+nj9ZAV6IIOaJ9R3ORcLT66rY6l6uuJwdcC4Bs1DELERVW7/T6aJImV6DPiRa1RCd5MqVzq6PO2z2PJ59lxOyY4nsvqnOR4VvLMgqTg2pisGrgjn+VqEh8D0w/5AB1oqE/Gc9GYllKD9y66jSNw4yIDbrlCNlj0hrAnfdBDTlhAIr/u00Xiq4ArDr4oCLqL/B3pLBaj4KNxPihmsQqu29JxPOtSh/pDNJEy98vQdRbnBv7wjw+ea9Kr0AaMiZe1esUq1ZLBi5Q+KkSiDIWmA/oGQVHXPEl3zYd6EM/jJ9e9+bUeZajqgqhBUNRT+7wDqKO9gUQyjgwgC5Va2Wqyw2OSEWxVRX0PGUrTxEjn7oF5IdfqrXmjRrTaUzFqSPpDR32g3erIBrdjMa2t9R3Z5m1j4RJ0/Uos4rNhi4+vGwuIPvHoml0EHlkzFkW4+LDuuX5k3Vgw5OKj6/bEY4JHN4xFjDLYtEUWRrm4GYuRYhMpmzo2ZCtZgIaFsuhL0W+EEzY7sM1Iicvb9eN+ORLwFd71hCd9HDuD/ePa1U60EW3DIlGTM2M2zYKFJ8ft2CnpP8Gc4NipcZsDFD93omGzguljdSN9Y7JmY7nPQVm0e6CgNgse6IZ63N3iz4l1Q8d15PPw4X1zs2UbeVuyeM76cjMWX9ra2AkfJfgs3dQTMbuSCBVlACUFUNcuBe9BkpilsqXoJHRUfaJq49LXkzM1m5JdxK7OiIaZ4w0D5mRjoWsWGq8Gg3zoX0/YnNIe032fP7onjrJmxMupuYxP41Pik3yjqvpDSb4ZfErF/z5v3Mz1Z3G4QWufP/IT8RmR9034JDkk3BbfWvIduuhu2QnaWSyKEvgJHjlXRwdRn/jP/1AhY7RVAfg49A13N/o8NqNBG4j/M7Lp8Chsr2QreJjzbu5kxte5/v24zaqdpmbFy+kxa0zUDJmtyAaxuEiixnZ3cc+fRKhQe1LcfiP6pcVF/ERWaO6J3/hu+Me0zcbqtrH4EAuiLV7IdAjXLFLEM9KgN9qtruGvGoUIOYIoVMUjEyV8IslHbawsOqs2pT45e3w85Cz4pb4XvMh9ZPhQld0tyb9I08SQJ9NBuYAuoyrCuwFcfNApVHeFt4B+L153pb/QXe3Q/x2D7/j7+PMAvCUEBq+5v2tB/R4/rY//dif0Yd9vkyxF34dHAvpa0ebqDOKhzoyZurj2Cc8xurvSrZSBfPbEb8rGVqCjqRO+An2chB+LXPbxa7bVLncpbHUC94KeCEVf0EqosXJL/Ea39SSP8AheFVzdB5uLpKPwLuHAbtEf1N60O7KP3UWn4xMyV4JfuLaybfiGTc0VhT3W3ErYYuWHVPqXu5s7YArNEtmsksaiff9kvGrjU9XQ9/hW6PjZE5neDzsoGxlhbhOxBaTDl2GeoCE/DD+HObDCDrj8iwSgXoXubm7ZgezSvxn/IePMjWCngjbNmYTtEl2bay3bVt9obXdjjgK5p4QkMVNxfZApE7XimPRQoaspd0O+yuriVswtrSxtGeWvrzQNf6+pfhX8kv8S/KIQM5XpOQxcC/8kTawknw4/E75h+8ZF96RsJHNG+Fsz8hOCb+Ld5b6cfIon8XDc4OOM0s7IF8QnxN5m/KwaCxhWNV6hvlT2lfqh2ThyXPOAmD4UcaRN9JMkbqnwBmfsel1tTXtRz6R8GuoNvAP3hoE/uANFm7P5ZoB8TcLC38yuoQ3Abx/PfPXLaG0Y5VPPpHg1Ll+0ji8qHyP8J/HVPee5cEVuPDG1gcWhVrWu+gD6r2jTdcnGxuqObaxtG3OITXxR2aeu5hlIr+LM3CzARsdhcgC2XlneroSONgp7rTkddFUGHQv7rL5G2xEX93ezrQZ36aSgA7p036dL99hu/BV0W1u6GD3X0wClJ90UemaQeVdj5uDz4rpIJz6Hr9SzmK9H3rENbfkGLcl/3ycVHgV+fdyEZ8TdjSH8LmgS/vAYeYIe6AOgv63xKLzownfpDMaxwcKCf0UYkU/nHzf3PYATPcloR/oTPjblS7C5GbZzUfNRzGcBTzy2oTmrAtY1b7We3ffnstZjbusJ3S9qHIodX5Xdpaym3ju1ttvS5b0Yg+IDUC/gnuMi/Z/KHmBnmasLGyt7MSG7wfgbG4ItYV4DfwWfo6Qxqyufu1NUQH8cEndH/0O3pM4I8+qwuyxcCn68D6vK3kFPQ3NBDc1DhxIDDAAAEABJREFUjGleEvtekh+GfU40b12QQFk96Yue2gR/n3bZEe/g4Tp2T+P9Zv4+EB3Tkby3NDalPzRlCxnvE25vtYy+siOdjG7ualzF3FeOYi4DFu80ypXECp7jewDgC8DncqVkgaMyD7adbm//CeOPEAvaBbDcL2FT2F3pl+C7fNOdra5tSz811W+2NG8Y87TSx+h+2tIDNzcnjB8uMuC5nNd45u7BY+QBflc1XzemdxvMcdY031TR3ExJ8p4iK5L5yGSmuQr93OxZ8LAIo7zBG653s7p0iS0r5BM6WeQ3QskifIl7yRtxPcIrQX43z7qahyU981nIOfq7JXlFV4Q8i6+MezYk86tLzZgXZ7OcReklgHlzFuLmGeloh5bsAGWCn7hjYmtQM/q5NgeQQ+xlD71DW3V2Q1fTRsQhc+iwcY15pjSHii5mnHhMvv4gxJhB84TTmn+eVDrGGXWNOWr1UvZ+LknUHm7xR8O4WQT6cXdzybW7G0chY8hFSzJB26LbNmVLttXX8Hew+dHW6o9CnWx5eRahFQcyCygRNOEzbK63YkyI7LCwPzJG/6WeVi5D9E0KAiV31+UeFEW7u0WflS6vasw2pj6Lnp/UfHHwSfxgXBW8YQz9JJ41jDHkRPF/B7IVJZWlYg1c6RMd+on6DH2J9kAH02YiyY78UCXUR73YkJbaAl23sbITY2s2QWBOYo2xtcbctBH8BW/wJW/wUYhCU6KfRDosla0Pvkmv1UQz70kmxLNCvrD1jENjnJnzbU5j0DnxbxBmxd9pjaHJNyF/oaH3+TW9F2I+Al8iUV0hV0nWdkIj9FhBD3jS5psaT67q/c+q5iAImV9Zl95BTnhOOuhHLgt6KEvkEGQgXnGRqK5U9JVFW1W6O2jT+59p9YsZwZTG3sVYuCZ5KWseHV64O9kFWUHFXeAqGQCHHdmWpvoA8orsxntC6Uau2WAO3LleWWzaiuY/uF7XmHlTbdOUf4AvgT/Qk38RtaiSrNpdkRUxliSJlWRrmDcYE34N+SyT6s8z4jPtwlzFuOJ4xjv5kuQ1EZ/VQVQGWjeHrDgbHU9BDkhugiq1cU/6t9DT6AfkFL1Mf+EZOgB9ZcoTsqawyBuhfoooz/sOMkW/AEqSxSTNbIeSZmeRIbu7Y36hE+jJ1vTClvZCj3ekv+FRV7xKRCP+dl26alJ6f0rv1LCn2Ijj/B+QdBx2NfQcuo95Quk5+h96Dt3B/7tVpTd5pxv8SeCPweIc3NwBxbn1D/CiffCvNjXHim4IkO5Dh6Pz0BNt6Xnwjw6t3NAEmMqir6PbatJtjGXY1KLO2EaQ4SV7j04Qne7KoJN8EhWVlJ+K4xFjEmQFvYbtQE/hQzNHSxy4wruueIkckVtZjfJs4Ig43ZOmJx6Th7zII77CtsZD0LUtn5I4ngc9ytPPq+vsVAyn8IdW+FvY9qBX9qUq2tmUolJNDYAfQOjMRiU2wbrM/qsNaV/sFXOhdbU9ZZTEp1S6M1FdpgN+hIGCWYDiijbgchDgH3kppyHeIxvoZ+rAds7JXiJHxxRyPSe5msuvictg3EhLHuQL3NDttdxnS9Tv4IG7GCKmw7NoL72XasoPo72Qn1XZG3yBZdmcdfkCzOtja2gDeI3ckZdi3N10CtygGx7Aw5rkGfkZl585GfaybgU98G4O/NUfjikE5qBF97zLB3/6EPMDE+pTDfGX8mgP2uUyX8BUv3G4Yc/Br6V5NPrElsZw2FbeFzCHgX2FHsYXyFGfHsmjQVBWjErkYgRHwgH1A/p1v600D4iuoF3wd9aXtw29RRuhO1rykbrSt+Qp5Mxdbe5m7voxwOLwxPI5kNT4f4axwt+RLzotfweZCtmTnM0hd6Gfs/9ROqZr5I50zFPV1QeRuZLsleno5j5b6H3h08PnymnJPCQlOsrTs8LhAzoRnrQ0V0S/3cB/V1+lz65qng5/d0M+Inxl3gg57wln8qJ/KArW0V/RB6n0Qqp3S/StqvptQ7RPiGfYMvgxE/9nM2593gX/4Nu44dMDPAv+zdUtfEr57zFeVHnog6zPJubSje5u7m6mE5x6sq/YBHxZdDp6CFnA56XvMqZbF43IBM9bGtN1g/9qANs7KHLv7miuUBPIbrSB9Abt0BFvAehIpf+rmu9B78EH+FfI3THpuIDT2Xs2dB16emp2TDamagW/yrJDaf6dwWU0iV/wDIh47ochE3YNAGUkaveS7FaV8a7mMsfVbowPaEv+n3nudMOOnWrofWDDZk7UDR8Hu0meRLQiQ0ZBCFaBC3VwTRgMUw/Ruw6iSJpK3sgffpPeIU7M1Iz/2eZ//I+prmPqi8fz/5cmzECyFv9HPR7/93/87IRCyaTSzwqv6WNjNjlTs4ZsBTJM+UmOn7ub6bQ77AjWhOzvWlfzbS3NQTY1HkQHLj+xZUuae19RiD0mjn7BfEnIv2QOOQySRJsnZk7fAoJYN9om2ldjV3hdU/s2Jis2IZsKv+Db7Mm62hY+CsT3Y/k3AYTHuR6M0zXyEP/DLr4jD9PHxfc5ya94j6+B/4gswf9UMgwOLvxsH4cLb3c32i0NGUmM/8+rS0Z4T0D7TqmumdBHDZsL3BXmMorcFHBcuBY0BB2ihRC5IR6Ia8lRXOs54bEzDaMM7AO8of9OzkqupqqG3FflK5Y1x04/TxIzh98FuOTcBGpYdEFH72HwM0JHa74/dNhqK951o5ubeh/Wkn3DBwtfUXmfTqe7W6I+iu1BXorxT6q2TxTv8FVp3MVYGzyye34L+4H+BbB1bdlF+gjQVb+iLUg3WMLo+iocGEWNODDiwIgDIw6MODDiwIgDTwEOfMRHfIQ961nPGoqSTqdjb3zjG4fKc5SJWQTvd3/3d4eq4igW5Hv/+99vX//1X289zb0MhUyeGJz+4i/+wr7pm77ppjfiyovsB2w8Bm4s2kY9/QdDXPzoj/6o/dIv/dIQOW5fUhZZY7E1Fi97+ctfbufOnTMWDiswGh8ftwceeMC+/Mu/3H7v937P1tbW7Cd+4iciHWle+MIXHmhxPPKOIOPAp33ap9mpU6eym33+skgtfWCfyY8k2dve9jZDp+y38EqlYp/6qZ+63+RPiXTubiwGzOJwR00Q+pQ2+Yqv+Ap7xjOeYeiyj/mYjzE27GIhfzZqOGocovynyA8bZv3qr/6qsZFEmqaHRpW72+d93ucZi24edHO6gy6weyMi/uqv/io2C7tRuqs9Z5MM/It77rnnao8PLW5yctJe/epX26/8yq8YbXSQgj/wgQ/Yn//5nx8k6y3NM7LPt5Tdo8pGHBhxYMSBu5oDv/ALv2A/+ZM/eWAa8EnYSAEbi609cEFXyYhP+o3f+I3G2OWg42uKxc9gU9KjeB9Hma961auGGtuA0yDg8//N3/xNbBDlzhvGwacHv2bj3T/8wz80xuoHKYVNGV73utcZNB4kP3Nar3nNa2xra2vo7NPT0/b7v//79lVf9VV2mP70lYi4e/CdOY3P+qzPuvLxvu9/4zd+wzY2NvadfpRwxIERB8xsxIQRB26SA2w28Yu/+Iv2vOc9z/ATmIc5SJFs8oQfMzinfZBy7oQ8H/7hH27Pec5z9o3K0tKS/cEf/MG+0x92QuZXgP2Uy6ZPZ86c2U/SUZohOYC/iM82ZLZI/opXvMJOnjwZ14f18/jjj9sTTzwxVHHdbneo9LcqMe8/PuqjPmq0eesRMvxrv/ZrjbHUS17ykkMZNzD2+PzP/3xjrpu2OyjqjEEvXrx40OzXzMeY4zu+4zsO/H4cmqANGqH1mhUN8WB+ft6wxz/wAz9gCf+wPETe25EU/wG5WVlZOVD1xRzID//wD9vc3NyByrhWJtqEtuGd3Ate8IJrJbtuPLL33//7fz/wOP66hecPGTt/5Vd+ZX43XMBGWsjKQecZqO1m2hCfkY3kngp+H7y4HZDcjkpHdd79HBhRMOLAiAMjDtwpHEgSt1IltVq9bOOTVRufrlljomrxIV6tlC1EVUrk2ILxbuZU7fLVKfcCF+gkBuCj3XarF4u8ba214kM8Prjc4UO8VjcWJ+ZD5F5PqQfLURmcROEYUU6307O28mQf+FEWsBNlE0+awW9ic1QoxiJeVXDj7uaiE1r5EI6PpaGXjx7rE5WgvcKiQuXUktQDPDEzVzEqo49PN8MHevhYlA9Ily9uGhtxbYjW4kNw8IYOdzfqdNXtFGbZ4e4arAnE12otFc+r8aHlqfOTdvb+aVt4YNbOPXPW7nnWnN3znDk7/2zdP0uguHMPzOjZjJ3X9XnFAaQlz/wzpu30PVPxcSUfVNKGZbVtfBguHOBJhpcZt0maGPhBX7e7m/Fa7cRiFHwQvregw3ZshJZ9SNmNBVrgPfnsVhx5G0R9EKA6HdAPtNXqJePjVT5w5uPSgo/wDf7dIz4Fj54xawvPmNkDeClew0PS3fdBx+yeZ8/Z2fum7cT8pM2eaBgfTtfHy7FoCbxStbfkzMiEcMngQI3gQJvW1F/50HhybsxmTzaE74SdUduD+2mF8ODkwoQdOzVuk7NjNjZeUT9PzNXwLr5ZIY+qwnRk9elCJ9f8/3n0UQlNWnIrV1Pj4+bx6apNHx+zY6fH7fS5yeDV2fumIpwX3+Ylv/P3i8eCefGauDP3TNsppT05P2FzpxrGR8Z8xFyuJFYqpVYdKxl9cWKmGs8a0kM8J75cTZQmMeh20yF8deriaudu6Cc+9EU+eyzMJ+Aj7oCrZaHQAP1kjDHSdqOvd4wFQVmgjQV2mpstA6IfSDehwooiC5yKUGyzkFclSNXP+TicNqijW9UWY2o/Fr9gQbCy+miqvlg0ibJc3ugRcYAfkAHIWoRXXut+8JFuR+ct5sAg/139s6y+hvyzQN+E7PH4ZM3GGhVDXsqyUyXJE+nop8hYBoiMStLJVZAgkUamCEyyHaEe0K+xUSwk2trpGJu0NDfbxgfzm+vbxsIm6yvbhg1YXWrGwnjYuqWLG7Z4YdPYuIuFiy8+umYXHlq1xx5csUffv2wPv3fJHnoPsGgPvnvRHhI88r5le1xpWHx0ZbFpG6s7Rl8K+60OFOgKJ6EHin1Q1G07B/lKPzYxDv2TiO8V8b+hPjx9rG4nzkza6fNTdlb67ey9MzZ/36wt3D+rkOsZi7g8fl7xC/fP2fy9s3b63LQdPzNhM7l9QS+UKyWDBywsmrXnrvRHzgJXqIeeWKQBJ9JEO7Z7hn7aXN8xFiQrFqZpSlexIBgLvtDW6DTkQsVkZRh3e5BXYfgE1bGyNaSDp+fq8kvG7aRs4enz0zYvGs4/MGfnHzgm/+OY3fOs4xGef+YxO6f4hWfMybbOBg8WlBZ+wIM+iE9n7pmxswqJ43pe/FkQ387JNlM25VAPz6nzhOqePd4w+gE2D1+VdqA9wB5df7kMufFnOoJH0uMt+ZDI3ObaTuaPStbhGfHwBj6SVhkN/ijrkZ1RcCC8SzOKBIW6R+bAw8yN/l2plcxe8a8AABAASURBVDObqP4/e0JtcHZKfJsRb+cM/sDbhftmbD4H+HX23mk7m/OTtgh+qk2IO7UwZSfOThhlTU6PGfoEuwMf3d04hEbIHLgEckTwYFjIihMlutBJMcgf9KFzmuL/+krTlp7YjEXRL+UbARIuyZ9GjpuSX9L25IjQxqAAmu4qkBshSJnu4pf8dmQDfTktf2hO/eq4+hc0n5yfigWUpmbHJNMVIx10Z/bW+/QGzVFu9nPlfRZ7B/+KyTr3EIRNAnc3l00BEo1tUsFgmF0nMR5J5IOken53g2iRv5rRoOsBmqA1SZI+PzJmuQJAAedlTCRin6AiXGD6cXfL+K36VV+SJgaksh+prlPxOAkck+A793ctiI5ENKGTU+jiuh9m9CWSP8DdxB5+rH8clN39AkYXdwQHsrYFlV1j7IVdxcfDt8Sv3JA/ubK4pbkS+YBr29bcaFuMo9rdeJmL/fXEzCU77siIwIpjT0oSPa9oXqohH2xqrh7+yYmzk4avsCA/Aru3cIXvMY+N1HiU+AWlwR6eOT9j+GEnZCemjzVizgvfOk0SSySvVlRfGALhFNEKdZrpR2fgjg+9tbEjf7lpq6KRBfXWZd9YZBHa8cO6Hf5JY9c8UdYcjEPlwy82p2jtdMM3ZhFt8lMWPNtYFb9kD3nehV/yaYJfwtGFlDsXFLYHu7KPnO5umT9RCpuPH4U/Bc/gQ8GvIsx8C/lo8iPOylc7g6+mkLTz4h3PF+SrnZNfgX+BL9jn6blpO6m2mJH9ncDH0Bi3rLEM9SdJInTc5PKHzdWNDR67/RsXaxNL0sRSzQ1U5G8zZmYOgwUQKf/M+WlbUJvid94rH/SeZx2zAPmh5585Z+C1IPxob/ANUPqz4C//G1rO5PSdhTZA9/ii86SR/JD/nHzac6L1rPKeUZ2n8CWK+RSNx1LhaC7EAQX9U/ci1xL9iP2Gn9JRu+1stzXWaquNW8bCm8hMc6NlyEdH8wnWs6w45TeOPKQMbkdwNByAv65+lAqQuwzcaN80bLZbIr2TppLJCF3P7k5IZK+hY89eQ4foyuNT0ZfABzHFFZokUpfmngujHfCI7PrhVFmUDURd1CmIuoPf4JNY8lTgN3SJpoKWJL9PCUVfUoB4DS8c2yAWi0361bmnGHUzOoMDYo5EyIJfJpvCuwvmQbY7xubb2M5sbLluFx5ZtQsP56B5KK7ZVJ6N5gGuAeaz2LhrUeNPNsDE5m6Hze0Y49Cu6sDmUj91a+DOpXFNm2LjSuXEqrJ5jENnNWeBjcVmHJdNPHZ6wmZPjNvUbD18DXyYVG3uUUr2I1cgu9Dv4LVub905iJBqdeHIeLnWKOsdS80mpsYMezxWr1hVfhjPUsk36ZTc4BGAfSfsyuC3NMeIvaNdivkpFhluy99pCbb1zon5q/Xlpq3LTwyfqdmJd4X4Rj2VgQ3dpVBVQl3wnHpLGvtXNFcCPviEvMPkvVdVc1jlwvdQX0toqJy228Zb4X4rT0iO+kR3Aki3cI+v0aKvyAff0Hzs+spO5rtqrndd/Efu8d1pP3jdL4fMAvjHswDdkwb5Zw6zqraoqQ+MyT+qT1SsPl412qIy2BbCw10IKS8n5RHuHwaUYn5JGVwGTrrgXsKobsqNSlag34HTo++CeyJcIkzc0CmAe3btTrorQOk8B9ImSWLII7o8TRNz3TvP3eLIxkIdzdN2bDMfJyxpLh29gw5ibnz5iS3N326H/mJuEv4j91FA/uN5efntKCg4QNvS4IDiEvE+dIPeqyGHkzNjeu84rneQU4bvjz9fQPj7+Pzy8Rc0RpxXyJiHseFJzT3H+9OZurHJX0n63RMLubEbHWos96zB0GHYkB35/7Qt/n6A9CI6kP64q3lOiowsykYIEIdMU0ZX7zLbOz0Lfam5bHQpY81NvbNhMwbm+nuMDaUvyUd+scL2EN7tdwl3V7RbIt1I3xxTP2XMNqOxMLbq1Lkpm8/HQTGOEl/gXTZGmjHiFjQ2IiQenp1amLZjjKc1LqffYxvoE+5ubnRF1S/coAdEiFN0PCM8bFC1shi7MR/B+KslW8P/kmzm70pWLm0aG1ZsaD4Ce0SantohFyNzMS9xYanThGURj3yVsDuMTfUuF5uOnDAHETwT385p/HkO/iiERyFnGmMuSNa4P6d4xqmE8+IteU/G+HLCpmYzG0u7pNIn1Acalh9cA0mSmLvbrnjaafWsJZvJvDnvOdalx1f1vo1F/rnn/UdbafBjekofbZCXZ0Gf2od79SWdXIl3Zkni8b8PddE5qXcR02pbYEZyMiMfB1wbegaupKXc4JOriAJ0WZSJfLZ4HyPfivkR5jeWLmzYxUfX7bEPrAaETnxs3Zbki61qPgX86TtZP8nxVJnubu6iX9fUWbwnKFUSq8k/mZiqGfhl+NYNfLnm3VZ1rGQljXnAWUWoUJUjJCknCNe1ih2dT2EORLursXvq88gW/R+7S9jVfAyyuqtnyPQgGyR1g7fZtVvIImW6dCr9Fh2BX8R1X84ind3ZhzoBNPdCTwhV6QD0OPTg22En5jTHx/u1mEeTXkOHLYT9nDWusa8RFs9C783J/s7G+2TGQtn/Vsk/lM9In3XVo9r2zn4fdONZxkP1U+FF+9BWO822ofM2sIf4r8vb8qFa+ZzarkGDmlA6Ul08Ly+hfdT3qbNSS6wmXcCYgfFDXXYQ3VGppVaWHkmULqu3QGtXElNcKxSvkBNsCzZ4e6tl23q/GaBr/ieQZ+CLflLyLH+Oi0qIM+IVRxrS4he05KNvb7XlNwKdoKklnwH5pE7ayFx0UYLymgohcMWBc6pxWVl2qqpxWhWfXHp6TIDuq8g34jlQkl9T1n1F6cJfkp5HVx6XLWf8ii9w+vyUxRyo3iMzDzslnwqfCL1fUh20j6oPfhOCB5Chll0Rzz3g7ubuRl7KwYYe1xgZmTp9LqvrbMw9Txu+BXWf0TztGcWdUYjPAZzJ5/FPzjP3PGXY4am5sWyMrXYtiTZk111yo4q78qFa8gOaaiPGPuFDSWZ454zNxNbwzqIT8/Vm8BFwd+GrAsz5ydtwN57DA+QGWwNvTug9O/YcO39e89HY+AV8gftnjbjwBdQf6B/z6jMLhb+g+Wau8aPYHCPomKwafY728aJ/CAV3N52CLAyk9NPTPEVGX8s25AMU9K0zztN7BN4t4AOh72iVKEP5zPm5DvB8ACKf7m9FeB2s7shHYosVfAFBdFBXcteW/xVtoz6NnCFvwJbGhLQJ+oz2Iz353F3lANxlMNiHiEE2kT/67YT65Mzxuh2jH6kP4asjd8hb6GPpYvrMoNwhb8SdOT9tjHmOn5m06bmGNaQHy5WSUb67m+mkbnQOcsO1HdGhqoz6IlRF+KzwhjET/bbw3/EN+f80eInuJU2X8Q8ImpmrvwREQfrJ46EJu1zWnAR8o9+iN+iz8Gpe/XHh/jk7pz57TuGC7iNe/ItQ9/A1/Hf1Wfh5RnoJPXlcvOe9ZH2iapSfCgfqc1f9pkM4uLslQOLm7qEz0enIQFN+MfSt6/3hKhuNyaZtrMmmSGbaGvshR8gH7aCsym8BdqTHrkxLBig+6IF/FdmMMdmVCb3rmzvZsFMLk9LVM4Y8wRNgQfptXkAIEFfw6sTZKYPv8L8uu1RG3tLEKN/dRVFWJ7RSryL2eSrfQEqxPO4I3d0Cd9n3WsxpVg09e+x0w04K/9P3TNlp2TrCM7o+qTmAmRN1zX3ip6SWgp/8BxVjZi6+WBxFjdQRILkt/pcPeqgTecDPmJipGf9bTn3UcfreKTvD/271/3962s7G9Yx8qWmDf/PPUPgM8fb+aTstWTt5btKOy87wv9+Ts2NW11wb5ZcCv8Qc2QrM7qwf2rIr3xr/BjvLXO+65h9XNFblf0uXLm5pLnJbPl3b0Je78vXgp7sZfEyC927uLsIEeihWqx3UAlwoFp+nln8TMHN8zI6fGbczastzz5yx88+es/PPEuTfT5yLbwBmbEG8DflEVhW3kMO5Z81GHr4PuPeD5ozwnPLOqx3OqMzj8xMaV9ZtfLoqO10y7HQqvytJEjOXbyb87HqH0kBTmiaGr1LTvPWE/K/Zk3XJ44SdkRyAGzhT/30ffNzu+6BjAfcqvPc5c4HTPfk3IueFG/gtPDBrBQ3kfzLoOfpN6c7LR4Ev90Kf+ANtp85P2Ymz4zarfj0BbZrPxV925MrNoE3UxWn5EU2iB/02xt7Jh2XugW9K8Lc25Ycwf4WuRo/lWZ8+gXjn7uYSj0SynKrd0wh9T7dcxmOLw/Xr/ChEzOkX+Ar0JXy5jt5/wVPsCPc8I52Sj84RB0YcGHFgxIE7gAMjFEYcGHFgxIGj5ACL0r3sZS8buorf+Z3fsQsXLgyd7ygysBjyysrKUEWzYNSJEyeGynO9xGwK863f+q3GJlDXS3etZywS9Ud/9Ef2YR/2YddKcijxlE89n/IpnzJ0eYzVvuVbvsUefvjhofPeqgz1ej02Xnnzm99s9957776rbTQaxiKNLOzNIqlf+IVfuO+8o4RX58C5c+fsEz7hE67+8BqxyBgL7xNeI8mRRnc6ndgQZ5hKWHSVRWWHyXO9tN/wDd/Qn6OCD/sFNuM5ffr09Yo+1GcsCvc93/M9hi491IJvUBi69h3veIfBpw/5kA+xSqVi99xzT2wwxWZQLPx4gyKeto/ZPIANnz790z/9yHjwsR/7scai/yz+OGwljz32mN3sgodX1kn/YbPFg2y2wIZzLPrLhhtXlnsU9+5uL37xi+1tb3ub0VYHqYM+cJB8tyLPyD7vn8ujlCMOjDgw4sCIA2YPPfSQMb4+KC9YzJvFlD/5kz/Z3POXYwct7Dr5bmZ8XRT7Xd/1XfaXf/mXxe2hhe985zvt9a9//YHKS/SOGh+KDVOPyhdiDP7jP/7jhs91ECTB7/3vf/9BssYmZcwZDJsZH+23fuu37OM+7uOGzXrg9LOzs/aGN7zhwHxiEwD604ERGGUccWDEgREHRhx4Ege2t7eNOQzgb//2b+1Nb3qTvfKVr7SXvvSlht7GXnzu536u4Ys8KfM+Iz74gz/YfuZnfsZOnTq1zxx3djLmieDPMFgyRw+vh8lzWGmpmzmlG5Xn7sa7NfeD+Zs3Kv/p/Jx3UF/2ZV9mrVZraDY84xnPsC/4gi8YOt+NMrznPe+x9fX1GyW7a54zX8pc5E/+5E/G+4i7BvE7HNHp6Wn7zd/8zbALRzGW4l3IW9/6VmPTxoOwgs3YeL9ykLzXy/OWt7zF/vf//t/XS3LNZy984QuNeW1ou2aiAz5I0zTeHaHXmZ8+YDFHng2bw2ZVb3/72w9U162aA2GTM+Tvy7/8yw+EJ/7SUcx/FMi4u/2n//Sf7LnPfW4RNVT4fd/3ffYnf/InQ+UpEtOG3/zN32wHaUNkE10Mf4vyRuHwHEiGzzLKMeLAiAMjDow4MOLALePADSvyxOMjwrH841Q2NuLjzrFGxVgJR9wwAAAQAElEQVS4gQ8M+ZiUdHwUy4dgfOi1y80VpeOY8JEdH4bx0R0f/2+uteLjyp1mx/gIs9PpWq/Ti4+Qr/6tokru7RoflHW7u8YiU+RtbrRjMwXKZHMv6mChjctQ0ByJ/DJTENjtxq9ZxCky4cO3UmLlamq1ejk+YuVDYBarYAEO6EzSxKDVXRkMUCngI+jyUX2+mAMbcrFgUHxAutQ0Nh/jA1PwAm944YmZq053laMzR8f0HswyXNwqYyXjg0c+fDx1btLm8w8w+aiSjyTvefZcfEDKffGBJdfn+FD0WXNGyD3P5p8xEx8Tz51u2OTMmNXUpuVKaimLUqidbeBw3ScCQtqz2+0Fr/mwHR6vr2zbyhNbxkJx0Lol/vNBPO3RVfshBwU9A8UeyeUuFUlYwFNBVof46e6Wqj1py/Gpms0cH7PjLCICH++fDr7xAS18PP/M2b0PVONjW92LX+f4SFd8hM98kEras/fNxAZXsyfgYy02s6pUS4Zs2K08RKzOyz96VZuV1KbQ3Jis2tRszWZP1u3E2Qk7w4fdkp8z90zZqXNTxgffxyQLU7NjoqFsfPDriZmJb+aWH1FDfk0gbovRyG/RxtDNog/IE/ph+ljdjp0Zt1Pnp6LOs/dOGxvJFcAHvfP3zxjyeFbhaeGTfUA+bnMnGzYpnFkYplRODdlEz6BzJmdqxsfq0FWX7BJ/pfwGtvFj+dEnJLvXM3BHD3WlP9AjgEgSH/UwS3XZLyUES3ShM3QTH7W2Wt1YNJ5+vb3Vkh5r2fZW21qxKE7Pgj9RErniIn6oJXCgUj1Cr1RrJWPhmcZE1dA5Y9KvtGFVcgUfEvSEGoW8iHsUdNCfKOQGmYs0RXiD5KPHt4YDSZLIPpUM+ZiYrtnkzJg1JpGZqlVls8qSl1T9JpHAhozJLoUdRNbUlrsSHgWSJBO4xaFAp5nymA76RifX963tju1styXXLdvaaMnGtmxjdTsWxmUxHxYFWVnckh3YjAXyFi9sxCY6Tzy2biwo+vjDq/bYg6v2yPuX7eH3LMcmXA++e6kfsklXtiHXulHOxtqO+lFbfagb/UzoCqPsBD2AuyLk+tbDrgU79RO8FDKeuKVpEm1De8wcaxgLYpw+N21n7pGuu3cmFqmcv39WNlygexbEOUt436yezdm5Z8zFs1MLU8bCLSzaTPuiF8rySdxZ4IO6VSunIOOPm5uZuweYDnRPtGO7a+inrY0di/ZabqoNd4LHO9tdC3+ksNduym9mhDZwUE/cetCIroJGFpY5dmpCtmVKfgX0iYYHjtk5FnCIzQ+O2T15eO4BPRN9C/eLRkA0zwOxAcKsnb1HIF6cFa/gyRlCQM/h2UK+OATlLMhmFGlOnp2yWdlh+kKtXrKwB7L5YkW0EYuexAURApFmxbEr5mED2tLX29LfG+s7sdkci0PDM3jTkU+X2YddsUWgAlRMUcTRhbsqGvlSSD8OUF9W9ZaKPtoAO4F8zB5vqA0mDZ7MS74WxNcFhcFfXbPJ21nxMePtrJHmnPjJhhXn1CbIIXJ64sykeDluLKyJfmHhkkRyjWy7qBe7gpV2CIe7SnSjVNldM5FmPSkq/EcWHVqTf4n/zCZcLISehSzCuWEszN3cbIfsFm1jOlScRYG6EOuMMrmHjrF6JRbNmZ6ry8cYj/5FPzs5PxX3U3PSoxMVq8nfRoYS2VvTQTnAIO1xr2d30ykxytEVc+C9GOOeXSeJWaJ2TkVzIh2WCooQWUtYdFAylxLmz3h+d4IbeKdBTyJ9lt1HHLSJD/DC3c0dsMuOPh/7F5c9vsqNyjBXfAbubu5u1BEQPHfhAS4C4ZUIsjZwA68jhFtSfioagUT8TSVDGe/dCIlz8dzdTYyx7NA1FwM8HrjkyQjuIg7QtKBbhD0pZhYIYvyEncWvXJdPuap5EhbR21jFP2nJB+xYt92LuZ4sv1v0mZAXy8VlUDJczxOr1srhE0/P1mOhdezaaY1352UL8SMy2ziT2Uv5HNg/ns1jMwHFnbln2gqbOKPxLOOyisbVyGviieqWL2b54aZ7AXgleag404Efxniw8L/wcVeXt2JxfeiEdvxr5kzcWcDTLKEMtygTu4OPEvzS3FI2b7YT/neUJd97Q7xrbmb86siXg7+mw4VPEmAqywV22bGrwmmTUikVz0rZmGKqZjPHx+3E2Un5rbPhly7IX1uALwJ8i8yfmNHzDPA7AjQvMi9YUPpz8vfCv1A4r/sz8uVY0JC2mJW/Ev6axrjlSkl6IDX4aiaeqjmxrwqEnV12EE9E0JS6laQnqxo3N8YrmucYs1jsdH4y2o32PC8/NDbietYxA5cA/FPhhN8DnguSCdIGqN2DjtxXAmcgi5vJ5CXom5WvPmvnKUcwr7jTkpdTC5OGPzyleYqa5idS4WeDR06Au5tHu2Qh7dXRvGdLYy38UNoSudhcb8WYa0fjr478eHzAojjXRQA/uh6dR8cBd7eQObVZig2T7BEmRah2ThWf6B45vpshzelIc1q4L64T2e6E5+KDJ2ZiS4Dlx2GIYlGmq46C54lwSalXUIRJxLkFPoq/W8NUsjNIC/epaEuCJpdfKOjzwsRvDzC3ONCTl1/E3dP2B7YESJDcdaUT/cpYnsXZ0avMgyyz2fOja3bh4WvBql3U3BVzWGzGxXwWY9Clixt7m4Yy15vr5p7myzBYVLnHfLWO6keOaVfGlYwvs3cRjbCxJzXXg008dmpcY+9G2DF8DewaMmBXOXIzcpUntyZKVPUrAkfmHGN8PVnTGLtm4F+Tba+OlfvzMfCAyQP8ITLjexDCt5bsXuYfbQdvNwfmANutjm2LzyzYuSY/Bz+RNqQtsYnk72neAJ4AlEkbUF+qPlTWu62q5kTHZI/BCxgDN/kNtAftQjpXHyNvRlv2y/1TFeARtBH2QTp9V0LclS+yozZpar6X+Vh4vra8HW2zrnmZZj73Ar/d3dwzMHPLjl2aOkDFWbSFfEz4XRHf6QO0R328Gu86aszbaX6zVHZLUjOnLVQUrUAdpqMIdbnvkzx7ZehKETqtQEwxoLdXHhHcuZtOAaFA+CSK8MQM4Bqa3PWsD3rmg+BZ/sSNtEmShC5PQrcrLvKByq51pTvaepdUvFtlHLR4YdPQPWwYuHhBc+OXNmPea1NtwpiJ8QCbM9gVh19xf4Pbp8XjXbUy7R4gil1tQr9HHmt6ZzKpdyiMHRjv4ev3x4Py6+c115zBbMyb8u73rHx9xpPMHR7T/PdUvD+tGO9dKdtUvppXNWXtGxfFDw2khzpDPhA5dBi6DD2IrkMOWs2OtTQ/zxi5yxhYY2aVZo4MRhkqkFCB1F+MkTt6nxlyJH3Jou1rLNiusSb6lI0/2pSjNNk4Yjfq9wFcVZTOXcHeidxWpD95B8GYbeZ4XXOnk3ZK7zUYM51j/KNxIWNC4KzGecQviHfnNMe8AP90feb8tMZlU8o7YdOag0UPw/9E9SeeEUL7QAtyXWCRPbEjO6iT/kd/yt4DtC14p/cky5e29E5qU++7dsIGMTfdUzvAP/ACbU8s+GgcOdLwjLEpfBtrVPU+eyzGhcjXvMabC+IXcE5z7+fgEaA4xpFA9mzW4C1AHviHr3Csv6B/Rba1ZCk+eeIZDhBj2RF8jXgzcO5o/LgjX6WpeQLkYX2lKdq2Qqdv6L0Hctdu9aSLdiN9kOKmcm3vUGRUQZjHeppY2H/Z1An1oynNlfD+nzmTGY3zpzUHU9c7bXjhwifyW36o/PwqAp51JZ/Ml4An8xrMcSzqnSK68LEHV+zRD6yEz4Y/VvhitBf/A9TV3Adtg34XimaUD5ihASzeBem+rPejbBQwrvenvMMCpvW+Dny5ZtNO9EJJvkO0MT8qQ4VQdAC3I3jqcwCZpP8gW+hWgL6Ej9STrPIMfdUXikJWrsYayR59IPqmxn3oiJJkMdF1Ir8AeVWSq+W8o+LoW9AcIAZBcir86Vc1+fy8P5w9OW6nNLYJeyr9j01dCN03Y/MK5/O47HrW5qX/0HukP6F3unN6pzs5PRb+YVXv5IJPoT921Q33wHRQv7sbvHVXXxeCWXt1DL3AeAFdwrgPvcc98V3sYU/ppdN15k3oRvuwGV+54lZlYw7Vz/8bocewW+iOiuaYwSmV/nPhRb2mQ+zQb3FqPlOXfVy2OvHenQ0Imnrf3JQfja3H7mB/kCURJ4SUSSdlArrM4kQXMteRnkMOd5pt0SeQvYeeFj6D3mVTFnp0EBdljaIpC3wT4Y0PVNKcdgWfXH7QmHQ4UFUblvHHZVtSAXRyTzr89gm1C7qScSs26fTCtGy74Py04RPF/3DJFtQ1L0se5ByewmDGf+hoICMKjAQFgoS65YT2VDoYnPCxsH3IFHaUueQz8sPOMGer8KwAG3nm/IzFtfyQszmcEV7kO6G54bnw1+oxRmWMXVL5gRuVqe6ufPFB+8P/NvK+mRD52exvzinBEZIuuYefnpi5S/h0Wn6ouIiryH9qTFRibA9vTjC3LpzOYf/lPy0IuEb+5/GXAmZtgT6hvrJAOvkIpKG/QEufjsmq1fRuu/ClqBo0zM0Iwct06Fa/ZsgY8obsFeO6dY3pgA29d2FD4B3JVUf+Am1EGVZkjhKu+OEZoGiCAnR7y87A8ZbVdnMVwZ/LS9g1+gRyR7+Ncbf6Mz4N8oa+2tR7gNATGiOiSzK9awbdyK77YKlI3R7wHPmrj5fj/zpm5JMdlw+JDCFLC3o3syA5Qx+je9HTEY/cEQ+oj51RX6LfHT8zYdNzdatLntH3lO/u5qZjr1rdHN4ZZV9RXBFHlT312WxD427o15izkEyzme6qxkAb/T7bDflHrilOaDNUM/eiNGLNEvXpVHa5ondT6LvJmbrNiWfokXnxA34tqD8uqF8uKCzi4CHA83OKP//MWSOcV3+Gf/AcHYaP2ZBuLEv3ood9wH6AAegQlySJcLOQD8Ye9EvmZDY1P0Z/XeV9qcYpyErmv3et2/9/JUoyczOL8riwJx03H0EDBEiOw+Dsqj437Ab0oZsm5WfPnRg3bMNZ6emzkqWQNclYwbuFnK/w74zSnJbvcBJ9LT9icnbMGporqsgmpWobeANNpiOvUrZtV3c3f1JuKpuA3aLtG1NVmz42ZnOanz15bsJOn5+y0/dM6d0nIHu3MGH0Kf7vmTzY1Gg3talxgBbAdQ7gHBBOhxn0RJ2ijzon9P6Q/9k+Oa/6qIv/n75v2s7eD8zYWV3Px/W0zUu25p8xYws5cM//eZ/Su8jjxYZJszWrq/+jBwI/eOhmBtiddaAL9/ybTrz/XGdDrktNW3x8M/7HdH1Z43H5TuhL5gvU+EEKfEzEd0JIA4I6MVtn9CN3t1IlMfg8Pl1V29btuHTaafF54YFZu+dZc3Y+vp2YtXP0X8EC3wOIv/AZCF4r7TlAz0mffR9wzNgAi3y0FWWeUBuyYduE6mJMSZ8If4g2MA76DeHVQega9NBu5K3WS0ZZEr4cyAAAEABJREFUM/KPT6qNz0o2wAcc2IDrvg8+ZgDXfK8AgBvfLZDm3LNm+nSBP3mhb140Qtv8M6YzWdI98dByXvyAL/GthPgzL16cFr+On52wmRN1Q17HGiUrSWcG/8V4nTSLYDdrG3dzBzJ9hp5Cp7U0x7WttmR+f0PtjG4rdBmycHWuPHVjXaSJTQYfkzSxRHISYT5GTIlDxpWItEpurr/85FYM3g0719P4FD53Nc5hbocxA2FX4wf8QDVOln70O+LAiAMjDow4MOLAiAMjDow48JTnwGd/9mfb9PT0UHT+4z/+o/3FX/zFUHmOIvHq6qr97M/+7FBFVyoV+1f/6l+Zuw+V73qJf//3f99++qd/+npJrvnsi7/4i4MGFuy8ZqJDfEA9b3zjG41FzoYtlsXaXvva11oxbzZs/qNMz0J3b3vb2+zzPu/zDty2bDL0GZ/xGXb//fcfJapPi7JLpZL963/9r4duCzb7O+jC6jfL2He9613227/920MV86IXvciOYmHFoZC4TYmnpqbszW9+84F0yWGizGZkr371q40NFyYmJoyNJl/xilcYCwNiIw6zrru1rCRJ7Ed/9Eftkz7pk46cBBZ//PVf//Wh/QoQY2MFNo/g+jAAXcJioMOWxYKNbI6BTRg2782mf97znmfUfZBy/v7v/942NzcPkvVI84zs85Gy90gKZ9NDfL0R7IbPCz9uhtEf+ZEfGX1zxM+Mn4ybxsfHb4alo7yHw4E7thT6yute9zp797vffSAcP/ETP9HYNOkoFvO+GkKMr3/pl37JXv7yl1/t8Q3jVlZWwva32+0bpt1vgk6nY6961auMRfb3m6dIh9/IfAH+tPvhzZkU5Q+G+Frf8z3fYy94wQsGo/d1/cgjjxg+574SX5HoTW96k8H3K6JvePuDP/iDhq92w4SHnAA+ffu3f7uxOcuwRS8tLRk+8bD5RumH58Dp06eNsSk6bAS7wQt4Mjwn93L81E/9VPhiI37uBh+Yr9zjzujqSg584zd+Y8xBuvuRh8wDnjlzxoAP/dAPtc/5nM8xxgy/8iu/YsvLy1eiNvQ98yps5nL+/Pmh897JGf7Fv/gXxnzxfnH84z/+Y3vf+9633+SHlu7SpUv2u7/7u/sq71nPepZ9xEd8xL7SjhLtnwP4xd/2bd9mvIvaf669lF/zNV9jCwsLexGHdHVQfA6p+iMpptfrGe8nC5t7JJU8jQpF7nhH+amf+qlhi46KdDZr5H30fffdt98qLkvH5leXRdzkzcWLF+27v/u7D1QKY8E3vOENxrumAxWwz0yf/umfbthp5qn3meWWJmNen82gDlLprZ4DwQ9ibPwVX/EVQ6O7cgTzH1ciMTc3Z+DHJldXPrvRPXMoX/d1X2cHea/IvBD13qiOqz1nI6/bMddwNVzu5rjkbkZ+hPuIAyMOjDgw4sCIA0nqVq6mxseEjclqvuBexWqNslXHSvEs5WMxTXzx0SOL3jBpGh97OfyLH4v7XYuFo9o7XWOBKD6+A/jImI+N24OLSeQfq1LCZaAy+FCvp+fdTs9YZKrF4nGbbdtkQYG1nWzxpJ2e7XZJrNwK9HvFqUidRWSSuPESio8lK9WS1UTb2HjF+PAc2okrlRNLxQ/SursGV2bQBb18/Nbjw/BWx6BnbWXbli9uxQeka0vbscgTiym3hRd481G9u6tOlZOYuWUHobtHPB/pVmslG5+uGR/onjo3aWfvn7H4UJKPJJ89Z/Gxpa7j4+/8A1E+tOSeDynPP2vOzj0wY+eeMRMf756+Z8qOnRq3ydmajakNy2pbaHbRbxxqRHc3d+/TajrYJI0P+lj4g48nWaAvFqy61IzFpVnkhHagPaCP9lFRynlrzmhKKowLM1Fgnpghm7V6STys2vTxerZRVM7H8+Jbxj/x6JmzBp/42DQ+UhW/uA9eku45c3bvBx8Lfp+5b9pO9j+0HTMWHinXUkMu7FYcOY0RxI8qzUNw4MPdWr1sjclKLAIye7JhfBhM25+9b8pO3ys4P2l80Dt3WrIwV5MsVKxUTs3dBWZu2RHFwtfstv9LFG1MRFry0AO1Rkn6oWLTx8bsmMo9pTr4eHwPpo0P7vlofF78Xbif++n4uP2U2gQcwTX7wLdspUoqnBKrqA/QDyfUD5Db8amK0TfpG2XSoH/UL8FFbysioF9mF1f+6oWGdAe6AZkO4F5wZcrs3s2CJ67AdW3xsWv/o3Hpnp3tduic5mbLWGinJT3GR7DwJ/hnVxyKhH+ASgwZhcax8arVJ6rRFrRfdaxsxLPwRZomql/lkFfBoZ4qM8orwrjRT3Gfh3mgB6PzdnAA/ieS87JkfqxRUV+rGX2CBeTQQTXkRfo8VX/wxIw+gK3EPiFrAHF6olOSxynZ1o1ZXFvkQW7R4ej7lmw1i8E0ZV+3NnZsY307Fihcl31jwZjVxaax8Am2YOmJTWPxPBYuZhHji7Hg8arFQnrvWzY233roPUsGsCnXg+9eVNyyXXho1S49vqFymrYuG84H+tTdw35nKBn4WX4UKOe3tzagEQKkR/IQBNC7ifpoRb5DY7Jm2JoTZyft9Dnpt/PTdvbemdB9CyxElkPE9eNnbeH+OaWZjTzHi82RZsZC19Hm0B3t2YtmMg5QIDQ9dHeCuKWtd+WPdNrd2FBtc70VG3KtLTXVftvho2DL4wN9pUNGXDmRGxVjxo3p2KvAiEtFI3qpIT01PVfPNkEQncViNecemLPzDxyz8888ZmyGcJ7NECJuzhaeMZvB/bNB59l7CWeCN/DiTCzUMi17oLi4Vhj8mRVvZmWf5wSzNk9+xZ85Py27NmkzJ8Zl32uGzoRPqfqIy58JHgzwCrrcM8Igi+cshNRqdUN/b0q2N9cGeJP7al3JIfwxjiy75cUQc2QAfhROiL9IyH2plFoVmyh7MSmbCP3I2pl7ZsWnOfFHcN+sQoFk7SwgfsFjYF7PFp4xZ+fVLufkMxJ36tyUZTLXsAlkDt9QeiZJEtEqokXwrnmYV/AIsIMeKo+secAlco3eYWGlpuzo+vK2oU/QC+iTS4+th45Yvrhp69I9pGFBD/L0xxzCUSfFSc2pf8qmU0WpkhiyMTFVs2nJ7OyJhp1Q/zq1MGWnWPRH/vDU7Fj4S1X5/eVch5ro1bupy2netbv3GMRdjIFXGbjRzgB9J1H/KcLsOsnGAmkW8uzuBWhILBEtAbKVqa6BRDojEe3ubu6A6XAzncaR8y8PiNk3UISKtADV4wLqAoeU+uVDJwDXgn688EnvckjE40Q0pTl9iejhPgvdkkQ6Rvxwc+Mofg/CZ/KP4M7jAHKfN+/e+Em+JT4Ivgk6fXVxy1YK/0Q2oLXdNcZZ+IHYG5eMJALKAi6nMpMa5IoxU0P+CQvfzZ0cN2wjC3hi987hY+E/yAbO5zaxGJMuMLciwC/BF8F3Oy7fZnquYZRXlm+HzIJHVlvmh3ENPsQP4kccuDOvxfzI2vKWQSM+GPSyACbxLY0hu52uyNm1JDUjXwGyYpoz64kPXQtffKttxfwLfjflbaxuW1P+eYtxp+bEsIkygCrHLcPHdW1PPtTB3N1KmteqiLZi0fXZ443gGX7BOfkJC/ht4tmCIHiV+xNn7pmWrwbMGLyMZ0pDevKdC/9iTj7JrHw8/Fr5a+LnrMqfmB6zsXrFqJd5Lle7mg7aGdz7QJwg7gkF7m7oDPKRnzHz5ExdvmjDTqr8oq3DB302fuhxwxdlUbHzz5TfI5rOiSYAmhZCFmYN+YAO6A4QfWfvnRaNM3Y2ZGU20pDnnMoI/0nlzMuPPXN+2k7OT8XCfZP4T5p/SaX33N2KQ+yOS6Lc3RLpQXf5VPJTWFyOxThZjKwp2W9utNTOO7ala/pIV348PpKSWxx7xcbt6OdoOAC/gUQ/6BbaLE0T+UMZEMd9orYmTNWmdzMk4C9aEmjEXgNcE0+YuOQ2scv0inhjN31IoHWGolJ57p7VoTqTRPWpfnic4efBf+5Txd/NEPSk0JdYGrx2S3SfQlfeDomuAXcXewC77Cj0ymWRT9cbF+HwSXLqAt1l9lP6E/2KveXdBWNLNnW48PCqXQ0uslHXI2uxKQ7zWKR9QnNUSxc2ZcObmkPZkc1tGbabuapuPodCfYMAOonwSNWmJc2vM0c3wZhdNvCkbBVjUPyTuVMThl2cmq1rDrhibCKFDIiUfnHYRqAfcRsurpQ1aGPOpSZ7N67xNWNs7PGY7vHDeFbYQfKCf8ylxI2pbXatJT+QdmHhc9pmM3+H15I/09IzbGLhI+I3ba3vaE6rY512L/JjF4EYqIsn7m7gRX+C51XNlYzJ1xifqIYfx9xpVXOlgZt8n0T9y9VGxgGCEfLz1ASxp08Y1wGJmQtMjlZHPmRL7zRokw3Nx8Jz2oUFoNdXmiH3yLzpgM+OkAO6h319kF+jKPME3ZYY/KYtqpIN2gCf+vJ5a7dE7eAqSyeoRJNSng15ZHkkZLrYFU0Koix+FEug8nWlBzwfLJ663T3XtXkovMANcF275/FuSge4whx4Ll66gPTIVwaJJdIDxDlpVIaqN3RHS++NeQeObDNOWLq4Id2zaugh5sCWL21l71mR/Wbb4H/4+WbmpiN+srC41N3ozDmgllab82sG/0uyrchjTbI4MVPT2GHcmAMNPz8f38wrHISF/B5fn7Eh/v6x0xPG3CHyjK5J1KY6bfAIfTcQ4bp2d9OpK7Ou+gntuaNxIL5+ANeCdqunsV8vxswkJk8ANwG7QReywDsb9GVTY8QN6VD6K2NNZCo2cdM8d08TmqErlTfK0Y/OwAVZVPTA6eFnMcYaG68Ydmv6WCN7t6u503mNmxjrMR6CT8E7jZO4Jo7/OeA58YwV4e9xzbtOHctsHOWmSRJ1mw7wAkRQ1jcVd1QnNEfZIron/vOeBN5ha+AXtmjl0qbeSW3J1m/H+wHmpjP8IqfwdvPEzXSajqKd6evIAvSh37DpyEkxLp3vj5Fn7ZzGj/AKXgLMPXB/jvGlxqrnND8PP5E5fIU5zVVPz9atobn/CvPUhT4pcJCuc3dzd0uFm7sbOEMfcsV4clM6ZF1z6KtLmo8QhL1tdjKdwrsO8cPEF+U08zjVHtY/sl6U3Saqo6Az5EPz69Nq32nJyayAvtGQ3cUXSFyFCb8sJ7+610kd3FEJbdGWzUeG1zWvwfzGonyui4+s22MfWA24IN/s0mMbtqR3AdAA/uhO5D97F5CVJtL7RYscgw+uGNqmpvenE1M1A79p4TwjnGfkk03Pjem9atVqeg+AjkgoJCvOsjKEpRjAdR49Cp6CHPABmpBJZIv3Tehp+hL32G2e0e8lEoaoAKbMOgdK4NKJNp7jA6RpYqnGA8hiqmv6kbub6bQ7/Ah61QGgne7s7gZNvGfDt0MPzOmdLPrqbP4ed162Yl5zqws5MGeGXQDQbwt6viBdyP1JvZNjQy/m0RhL4KvDJ1VjccDsuMh+iAcKHoIf7UNb7eOrbkQAABAASURBVMiPZS4NHYEtxI9l/hRdiJ/L/KxMoqEbRFIU6IkbY4ey3huiY2v1UryDb0xUYmyG7mB8Bk6MbRKNHwwEYEYUkiFIVOCisSE6DR2FfdnWnN625mu3t1rG/1ZgdwIX6d3IblccWXHGM3je1binrbERNGzL1mPboRNoM2eusW5PdUpTZQWRX5nBBRTBC16h38p6x1vR+Kim8RC2CqhK95WxLZqPgA8ljZHKlVKMSfFzaN9Z6crj8n1Oac4Tu44/lNmoyfClaDvSFnxKVKlQsOBzT2iBk4LizG53QS+LUnp4WtK7bnwPbGjUJ78DuTpzfkrzstN2VnO0Z+RznJGcDcJZ3SNLxIEbeRhnH9M4m/cCjcmqMRYpyQ9Edt2xdm7dzq61xMOm2oexz9pyM/xuxj3YTPwq2rGrMRKIJkli0ObuQldgTrQFISIYWUKG6pKdydkxQ65Patx/+vxMzItnc8hz8X8R8/gF9IOAGc01C4gD5A+c03w6aU4uTNkxvdco6KjJh6Udk8RNaBgHIXVHyA+RQgq5aMkPbEoGN2RfM/qa8U4de0vf2Faf6UiGDPzdokyK0KVddgxExCU/AxB5dH+UYYEPdRTXd3QoflgOBc7RpyV3+JeF7F0237Gh+Q6N+WiTnvwz0kOju5vOPqi5aDIeBbh+0U3IH32Ifjsjn6zoR7zrWJDORS+jn4v/E5lnnIPMAZLFs7zfUD9jE94T8t+n5Svhf2Yyl6h+alL/USdGx2Sgyg/5zGrZKxTaqYu+2NE4CX2I3wjv0PNs5or/iO5HT2IPetKL+IiU4u6210fUZcVAdzP6EXqhLB2IDptSvz0mv/v0+Wn1ydnotwvizTnxDuA6+Cc+wSvuz+X9NfqseJjpximD99PyN+vyidGptA/1uTso5eDB01R2xd1j7Mf/Vbc0Hox+i/+uvruq94n034y+jtGv4QXyAV9EkZnbkR5qcmkV1aSLqFNhkpilaRLzPWONsmEL+L9edDD6GLkLGZOcLQDyCeYFC/E/wTN2NmRtytDXjHemNN7BLsEvyk2k50x8KSpWlXaQA2tT5C1CV9m0faWWWk24j09VberYmM2dbtjJhUk7fc+U7M6Uxf9Q3zsVcbMn6taYrBp2NPDL283ioJa4yH9Uk+QMXoUtVCz0UGcmb2Wb1HwE/DqxMGFFfWyydfa+acmfQLyCXwUs8H/UioN/80pzWjiePDdhx89O2OzJepQH/6AJfyVwFJ1urtrvrFOskQ3uxVg0+vNG2zYYqy42benCVsCa7puyz+hDeBgUSB7gYyLeJ7p2z2ijvAx2QzcSXZbPg82cUNvOHB8Tn8aDz+eeOWP3PHtWMGfnnjVr3AMLD8wYMA+fnzFt88gpoPTnnjlrbHbFZlWx+dVzlFfx82qP02qHE2fHjU2rmBunzpLqTuVPIWcm/oObek/gZlc93KCLditpvICfFt+DnGjYScnjWckg7Q6+bMIVm3F98DGL8IOO2T3PAeaEI3jOiiZgxs7lNAVd0CKYH6CNuRvSQH/xncS9Kuu8+BO0nZ+0E/MTNivZZ/5sTOPpUk6Xu5tIgywbPNwVrwj8bfQUOo05L3TzFu2sueaNVfnEatvQ1fKHlfxpd7q7eeLSoQL5p9iBDBJDFlzP3G3v0LVOszwSmeL/RRmfwmfGFvQVeEpIPHYQHWSjY8SBEQdGHBhxYMSBEQdGHBhx4GnBATYf+uiP/uihaMVf/IVf+AWNVTSGHSrn4SZmkaphNwZjcaoP//APPzREms2mfe/3fq/mZpjMHq5YFhsjLwtYDZfz5lJPTU0Zi5xR/7Al/diP/Zi95z3vGTbbkaZnETUWXR8tWHWkbB66cBYkZWHSJ2e8dgwLq7/jHe+4doIjfMJiqyxYvt8qzp49ayzkt9/0T8V06JI3velNxoL9dwp9LADJIqIvfvGLDd3ABl0sDshCk9vb23cKmrcUDzZ4+qzP+qxbVie6+Ed+5Ec0FRUzUvuulwUP2ZQLH2Pfma6TkE0a0CnXSfKkR5VKJWw6Czc+6eEtimBDj4//+I8fujY2FVxbWxs631FmoA+O7PNRcnhU9ogDIw6MOPDU4wBjfPyIg1D2/Oc/337u537O2CTrIPkPmqfRaNgP/dAPHWhjKep885vfbGxWx/VhwJ/+6Z/aL/3SLw1dlLsbi4DfSr+R8QQbxx5kMXk2Z19dXR2KzgsXLhhzWUNlUmI2W3nZy16mq9tznjhxwtiYwn04/xps//qv/5rgNsKo6hEHRhwYcWDEgf1ygPk1fIL5+fn9Zrlr0rGx5DDvZJij/YM/+INbTt+f/dmf2T/8wz/sq17erWCj95V4lGhfHGBO8Pu///vt9a9//b7SX5nouc99bmySd2X8zd53Oh175zvfebPF3DD/zMyM8T7li77oi+xLv/RL+/CSl7wkNhljo9YbFjJkgl4v25TrIOOHIat6SidnDpT3JMPouZthyD333GPf+Z3fOfT8O3XyTn19fZ3LQ4Hf+73fs7/7u78buqwHHnjAeN/MmHDozAfI8Emf9EnG2DNJkgPkPros6L3XvOY1xoaQw9YCD3mfcqvnQNBFr371q0NHDYszG6Ox6eaw+YZJz/spNrkaJk+R9u1vf7u99rWvHer/X9iY+Zu+6ZsO9H8iL3rRi+wrv/IrD9SXC5zvrPD2YXNn9ezbx4dRzSMOjDgw4sCIA3cpBxJN/LMhTDVfsKExWTE+7mTBPeL42JsP8fgQUkmf9BEeZA/++y4fUHY72QeXre2ObW8V0DYWqWCjLhabIA0OKfkHgY/Ner3d+GiTj8tISxlbGy1jsYTs4+S28XF7fHj9/7P3JkCSLVd99//c2qt6n56ZN2/R08YHQuxYJkQ4sDGbZQSWMAazCgJjg8JgsA1EENgGgsWAwwazGO+AAxMC2YjNbCaEjbGBMEhYICS9RW/RW2ZfuqeX6q6q7/87t25Nz7xZuubN/ur2PZV582aePHny5Dkn8/bNC1GGUBgNAImmiNPgRBVFiBceG2zA0a6r1a3ny7jd+WZuxNHq1FVv1lTUCoXzRoR8igN6BrsjQUvVno31HW2c62v97HZ+JGzzfF/bmwPnGdoxG4mX5aACHBHGJUMYmwH8vLDJy7O8wAm/eUGXlzpX75/ToQfndNDhwSNzWj3S04H7DId7WjnUyxc/lw92He9qmTTDAcMqeSnzwLzLzPleV4sHOrnxUKfXEHXxQrApEO3hx2RJ/vEpDtLhOy/3bW/uio0b1k5v6WxuoL2tDfN/231Jf7BR4mAwMpoxg0FwkwC6yhezzVGqMw+LWgiZbLjPaN/cYktLq51s+6EH58WLyslDeGKAhyvm0/LBnpbNP3hdQk8rh7vJY3h4yPyj3MqhPfybg3911es10Xc3qZn7Rhtuf83tb1iWkdu2+7e30NL8Uiv7fOlASfvCSkcLy+0LMtCqCb5RXqELBzy9cGUm+yTNjPeZrA+PCfjdNL9b3YY6HjfzVX3mO7xfXu1qybxdOtjR0jitvB7TY1rYMKK30BS6hZfTaQc0NYwXGWU80J9sLtEx38vx2RD3qJ+8ygaY4DCdDvKE3ow4zfGk2z/IM4BO8qXldZzpCgHt5BZlBjsD9dkUZ2vHOmxHm+d3cgygw9ADjBOYEwqKKIOMjpxcAhVGhKC9Zb2DXu2Zd4S0s+20htuOPkBHgQQ6jYBTebg9Gb7gx5X5LKyz2CigN9fU4nLHvO9q2f2wbFlfOTinlUNATytco0McLjtcId1jYsXxZedfXOlqweXnLEv0T7NVV824TX42Las3LUlfXsx+biQHkq/mr8xwZIKxQF8sLHU0735h7GT/LLbFxvqtdkPIDTIbEWNSQOCog5RAQoNTJieX2F3GxNCLsoPBsLS12Oydodj4hBe72fyjvzVQHxtue8BL9TkGbOuwBefXtmz/tnKjn7OnNsTmKGyCfPLouk4+vyY+sMNHu44/e07Hnl3TccDp3Gfz0bOnN9Oes4EgdbAZ2tB2H0KTF45UrXL0pp9VncmfPbVFhGr1Iv2Dlv0EdNO8+2DpQE+rh21r7p+33Zm3DZkTtpjxxFhjTC2lTuxp2WOMe6u25au21cQPOC3z7LHTDeto6iqs312t1Yep8anxQZrCFwafjljfmWf019ZGX/hG6+e2Uk+xcQ36C79l4L4teTtS4siS/hm5vIM8jdCnqL9lvdSzHkAnlLTPafW+eR1yW9lE5aDD1fto75xoK+1cWO4KWZ1baKs330ofEj3X7jbFJhNt8w68TeuVDF0HviVx+Iq8oxM7zk85+EyIrFOWcvVGTUU9hM6LgFr5uEwjxrcIkPVdy/W2dTm6e8N6vNwkbVcVb0YeB1X/J1oKGvPNOqkLQMlDH9UVtrE1QzX2e+b/wkpHy9bXyAv8PmjZAZAjPkQC77m/bDkD6AfCFfsvyBeb3WQ+ZM15Fo0P2YWn8L1muabebDONrVjpkMt9QyIIZw+Ffyen8SB3yCebnKE31nOjoU2dPnFe6AJgog98jzz0D2UoC3/gU4UzIrL/c85iGUJm5ixztG3F7aS9bBZY8qUneIge7dhvgbf1SZtNqelL3A596q489hBeRc0i0a+ME8ZMw2OuaV61zYNOr6kKGF9V/N4JG25fw/pnDNnehmg70LLdLHVJIfgDnyJCEZGikD9mpE9d68gxTKaQwmM3IgROZKzJBoeuizrb9tHb1msd05I8x7c1ILuk3RvQMN8vyNakTW53y7LHeK2hu4siea3qMKMnfKzSpglneW8/B8IkGCz+Hj4jsRkQ+pt1BHxGAL2+fm7b6wrbOZ/qbw+E7zmy/zJyKWOwXMgQCdpzRIQKj69arRBzUGRr3n7xsuctqe/ti2Af0y7ax8L2rfhezj9t98i3YjuKfVg5PGdfrWd/Zk6rtqeUx26CD7+l7XWwxtgPC/lAPh3IFz4l0xIRDiLj0M5cEB+Wdp5f3xYbBp5fI3R7WTexD02eSs5d3OUlGQVNhw875keuc9m/Pu8yG5Q3v8C3tbGjnf6u8ONKe2iiXLbEE4oI7T0iYsKvhueX6KA5+6xs8LnieR9+wcEj88KPO+j1kVXH4UPyzTZ02bzCj4AvhMtjXi6v9gQfyQeOVfPvoH1B4LDXTg4/sGicC6KOxQMdrz20hR/Xsh6se/1Eso416fDBgSaHL3yOndFQ0Ne205Rpuiz+ysJSW0uuHzpX7YtSZ/qj9y9M+nHZdOOXLzCXtXzgF9Cn5TpCU/Ch5f5l3t2yTgJ307axjNdFCCADbetsaEdfJ1S62za06bLY1cJ+upukiNClR0RkuoP04xkT9B/rlsj+NusKmzteN3Tfuu/ZvGzgNTW7os5vbMkQh7PzhnFgwtJJRNlH+MENj/nse/cvclLZZvqeeDfloaGO5eBuBsYS9Gd7qrZ47Yg0oO12It8N+y+sL+DPoHsZk2aWJsceHk7SrhBhDJQQublx8ttzOfxSeN5iTNpP6Bgq+jrH/poYAAAQAElEQVRJ2z3E7/T3mirb5XDC84bQN03rIaDRKAR/iqJQHvDZ4DMvZz9KMSzlqYzbhdDA61jM5/vM820vsZ9rZ7bExr0V8DwDyGvfI06edT/HWfe6CesnG7a/zD9ZL0BX7xrvZB6qyxzhNENJT4hxQv9hd5u2Ey3Ldsq441w3rWdK21G4HeHCd9g5FjT8moyaxLplsuVnZtjRnp+1EKITK7lteCzXalV7XMonrSLAv6Nf8AXxZc7DZ/s2PF/CJyQ8bz+HzcLZfJj+oA/YyJM+pXyCnQafkukpKv/A9cLPtnU2enrOPg42nzFGekVThAupPJImR6vQ0XvqrJpKCNA4+IfvQT/07YvyAYO1M9tes930OsxGPuOD//QDPmzf/gi8xxEBR8QF/oEvAQY6grw3LB/0Qc9rVlUfEE85sZ5ree2vfL5qPJwGF536HFeZ5UqSQtSf8mD5Q05z3FmXIpvIQddrkXPz7fRF5+1DLqx0tGhYOtAV84MV+7YXoJfrbcueMywB9mEXvPZOm3rGg8zTFvR03bKX8mVZjDAdhsIQUcYdJJ384LOjQ+ApOoUPLGx4nrBmHcTa+QROblhfbXr+sK1t+4cDP4Ma4hMi+Bc1XtqLXy/hY7SXLwohC3WejVrfohPmrRMWPR9Ydj+vep54kLmOQ9ZUcz7oOUOGzHsMGR8/FyMPsjDvuQT9T9/XPZ9Cv1OP9hz08eQyHAOKEP1Ujb8d26a+gbncTn/gOd2wXIO2jSEPeQGXlsKngeYhAzl2PS7Ri8wHN22n0J+E6NZ8fpJ4dOFw+QofIsQNQtLCtNU8f2G8ME7g03I1v/IcGV6tHun5GcecmHMtmzeMiWWPiwSvMcMreFTmnRe8XXVZ7i+YZ/AfnuFLFkXBVNcqZZTABbRA080E6tj1+n/fvINv2Bb4xhwbfUectWnGJWOU/PA8aQp+g64QPxGhAp557NMu2gff0CcrliP4cJD5dMrXnFYsR/Bt2feWLX/oHHizzLX5l/No8wv+5nyacp6fL1g/oT/b9oEb1mX44eH+gq6SPsdCsjMtk5T8hPah+x85oJ2sP5yzflkzECcNmWMdgg/EgUchUV4OAdIAjQ/XoogQ8g4d6Pi9bV6mTZaHBetVnj/Dk2p8QK+LanJQh5j/j4Qt6nscQBNrJefObNoOnRcfJuS5Ic8R0YnQTv/gj1X9k2gqpEmgFBGqmT9Jp8dnyrNtEesdyOzigY7mTSP/J9Kdbwp/DP0NjboIoWbHS4EDe/ocvY3uzbHj56ToWeQTW00a98jjQXZlzhifRVDIUkSoQBatJ5BHoHA8nOZbysP5M7wDf3L8e1wRZrtNK21gzOS4sv+/gD21PTjgdbhV21P0Hv9jhT5DD6IXEqwbVqwj0k54XZZ8APpuBR1oWFzp5PNi8FNPRMjnCzgTQTrgW9DnSd8w/y9vqEqXoCuY96VNtJ/bt85H99Of6Mfsw1Dipz/op7p916Z1bMdziJ59vDk/S2QNAl0HTdhH6CKvq00U8CYj8uFEcCMv1NW3XsMeQwO6jfkNem7HtAxMbylPLufTTUpaHE104B3a30NPY+fBAWCf+m4P/5uB/h5az9M35M+yNqbEq/87hFZortsPYs5Z+sINoftY00w9bRtWFIUgoLBs8mym7jR4Qdu7cy2hM+mfBOvQ1KXLHcGjjtdqyEs9NZeHn/KRdOQPFxcDySbViVJIov2MDfAgW/jZ+Nvo69TdWWdHS+OQ9Iwf6ApaluyvLFnGSMdmUjZ1/FxD9F3dfQt+6oFfA49v1llL3u4I+w+UMlOtxe5qd3eQzzBMYdKoUB7uahGPCIGXtjc9n69ox74j1zxj4FnEqtfHVxkjtvGMgRWPBeYcCaYb2hkn3Jv4UfgA+A0eG+CjTV3PoehH6nPVigiDxkeUYQb+MZEDtxM5RO7KMdHPtrLOgS/A/3Gi5+CJUZXl+XVxgoS98UyY/UzDAdhX8nakoRf14Xd/ayDmfvQL45q+IUQeGfMDj336ZPwgJPs4IjFdVHVEiDGLDDY8Zttes8UPRZ6QI+QPHXvAsoQ/zv9DIHv4nsheypxlsZI78iKnB63LiSN3/M9Zz/qw7bk7Ms5cQSaFMQxUNOpGHsYPOjdP1CUOV4Y8sx7H/zShTxmvzJ8Jk3+bu55Lecyaz84+IQ08EWOkxhURyTd0Ojqwax03Z78Q3bHi8bZqfh3MMTsn+AB/SAfg3QScd3niv/cyb/LaY33ZdhF9mTrS/dKybam7j+gv+Uj6rARNiiLCQKJJNu20EzlA32/6GSAfKlo/uyXsCG1HfrAx5MOOuHiWr0JjugmnFcoerGFdT3vQrx23r2c/e2G5LXi06vYfnMx/zBfzAh7CE0JgbxweL1uHL9imgKdtG9yAX35WeBG/YBpkAHtoyeg1fyh0AeAV44Zniw3rbuSg43kW/yO04HYsHuhowbB4oJt2Z2Glre5CU9BGGcpGhGJcL6S5O92BTqAaB5yk51h2xNlFubrtEXW2vZZKexfc7rRn+f/SXdu0jpb2/v806Vx7rC6PgfGbNLrsvGUXPPRDw+sdaR/wNcMUUCmho3fSCU+QX2QZPYgOPH+urzWvR7Iuv+61eP5Pj/8/HVofVozO5hRShBvlUz7MWv9KyAptb5i/9GfPczz6DVk7wHg2HLRcHvIz6oOGVcexzfisyCRQ8XfZdjnjHt+UZw6/iu/qMvm8+cF5gYf3DIBVP/+m/OKBti71PcL0JoFX+aE5Ra3QBdloJJ6lg518rn3ooQUdemhehx0edkidB11n0p5+QleLlldkCf+pZ/+88vPaHp9tj6m25Q2+tCwjQNM6Pa95NmFoW/6r/7fvWedTvmufo0N5Q6nDCkFnRLgPpNDFh5NVJvqOO2aY/vlQ+KzZ1+d3Sj1mvYa9Ix0dppfaYfbAq4hQWJciu/AV/VDw/1Eev6RFhEp+anI4pUyynmEc4e/DZ/yGgecE2AaAuNmfamlSeBaZcWDGgRkHZhyYcWDGgRkHZhy4pznAx6DY7HHaRv7mb/6mnnjiiWmL3dD8P/MzP6N+v78/nONcb37zm0Wbx5cvOvgf/+N/6Dd+4zemxsNGWbdys7FLCVxcXMzNx6bd+Pq5554TG19fiu92XrPRFZst3k4aZnW/kAN8COl6Ni1/+9vf7mcruy9EeBNT+LDeL//yL09VAxv+P/TQQ1OVuRcz8wECNjL8wR/8QRXFPhazbjET+EAXG+h9xmd8Rur+j/qoj9L3f//3p/1ifeQWk3PLq2Pz1m/8xm9UBCtDt656PuTwt/7W35q6wne84x3ZN1MXvKTA9YxpUHzZl32ZXv/61xO9bTA3Nyc+IjctAadPnxbyPm25m5l/Zp9vJndnuGccmHFgxoF7jwP4Zmy+fz0bUTOv/amf+indd999JWNu8S/za+b3zPOnrXo4HIrNrPFfpi17aX54+NM//dNTr5OAB9/trW996y33G9lM/ju+4zsgYSr4gz/4A/HxsWkKsfn8+9///mmKqNvt6lu+5VvEpuNTFbzBmfnoBxuLT4v2kUcembbILP+MAzMOzDgw48At5gC2BvvN+hrrbLe4+ltSHR8a+szP/Myp6vr5n/953Qj/aL+V4kexPkx4rTIRoTe96U233G+6Fl13+30+CsVa0vW0g3Xp7/7u79aBAweup/hVy5w5c2bfH2q7KqJLbi4tLenv/J2/o9/93d9NWedDdO973/v0kz/5k/o3/+bfTID10qeeeip9/LW1NfFs9iu+4itumH/KfIS5AP71JSTOLvfJgR/+4R/W9fjq+0R/2Wyf/dmfrU/5lE+57L2rJT766KM6fvz41bLs+x46+id+4if2nb/KiOzznPnhhx+ukl5cuM/SPLP43u/93n3mvjXZ+JgZPsC0td0uHlZ0Mj/+gR/4AfGctErbT8j/dPzYj/3YTX0GHBGpW5lD74emS/MgI/tda9jZ2dE3fdM36Xrm3awf/ciP/Eg+t7yUhtn19By4855OT9+GWYkZB2YcmHFgxoGXMAeiCNXqhZqtmniBr3oJj3h7/CIfLzCTJyIkn6qOURW5EJLEh7IGg5Edr6F2+ru56SwvXq6f2xYbILDx8E5/oCFvjV0omrGRRpnOxhPk4eW9rY2+eBF7/Qzl+6I8L545q5IkaALAAAEGFlhKkHjhjTa0Ow3Rvk6vKV447M75uttQs10TL0QW5gUo9gI08jL99uZufuhiY21bvCy9eX7HdOyIlw15uXDoh228lTuhR+FLA8gIfCMiVKuFeV3PjYrnl1paONDRIi/ernbFy7bly/Bt8VJkO2mrZ35e5G00aqo3ayLedEiftTr1xDWXG4+1tQSuA918SZMXNeeX2+7XpssVcvXJW9g+Mo/EEcp02g74MjdMgu+8CH7+XMn7zfUd8VL49ubAfTrIPBMcuvHHBdwjutkVlATTBvqq6XbDoznzkI0IeMH2Pl5afXA+N9ym7d35luBh23lbbfhYMy8N5h08BNjoInnYa6iUjYbajrdchnsN56U++o26dduPcH8ZLKv0F3TV6mH5rSVAL3KSocc08ZrHd1Gj/0MurP0cye1xJ9DuiMhxVLP81o0v5dC8abbqlkeD41mnZTTD8TW8qzstweVKWozL9EeEySmhKIrUQ5Slv3gxGNnlpfPufFP0R61RqKCcQdVhGicSkkR72JHmuIPc6KbM6oQyctFv+MpkjOnwhU/GMhuA5aYmmzsp95tsgHe+L8ZA+bL4UHLhMC0R4WhI/hUHVRmoPwqJtiOHtGmODX/mmuIavUN74WlEpJxTxkXdCBCNgQQD9zKTk51d8KJp/i8sdbR6/4IefNWKXvHhB/XK1xzSqz7ykF79UQ5fCxzWqwidRvhqx7n3YR9Vpr/iIw7q4f/vgB5y+fseWtLywZ56Cy3RxxFuF+C2jQwaH0nLOD4Lrp8DIxeFlwAmJMzjWr2mlvUVcj+/3NKSbQQv/a/eN6/Vw/O+7mb/tG3PsAOMR2RBLlvZPPCl8BNxJRk4vFiwXFu4lPuX8gke34WhZrlGLomTHhHymcV5kZ7NEthYAduInWasbG/ZJnq8pK23nVw7s5mbvp46up4f5HruyTMCnn/6jI596JzTzunUsXWxIR/jCps+3GucAtpK0E0/RsmubCB1uW4ZaD9jlPHanWtp3nZ2YbnjPuho+WBX2J4F29i5habIg55qdmrCdqR9tg5u25a0e3Xb9IbIR37sE3267LG2uNJNvOBvu08b1p1FrZBMAL4Ufao9Rzgevh3uI5EnN2AaKHXUej/1FfabPkGPDQZD0WficOHsR8dTHBzKCT4FvprrbVn20FULK223s2voCHoX3O55t597HTbkSr+pJuQDGkufbVfUzSaKG+vbYgMofD42/F07s+W+NpzezI1n+SgbwEbMbMYBsCEHfsfWxo6SfvuJg/FGZiZdRQTk6mqHcziPf52XfEO3n40qoYvNbvrbg/RhoBfeTGQu5HIl2Re22AAAEABJREFUyHHdtGMk+EXfos8Lj7e6bRsy07Zvii+3tNrTKuP9yLxWDs1p2f7h4kpb8/Z3epY1NtBo45+7D+gvbEnKG9fIm+91LHPk69ifaduXJEQ+G85Tt02m3iikKEIRKo+JUJSX1/4tC/KbOPJn3D6PZeRv0/47/c9Gm2y6efL59dx8k/D08fNCT2zan0aP0BfoqqzXSCP4ySv/jASttJNN8+aX2h5/PbGxzyHbv/seWtThBxfEuFrwmKTt8KVsayEpZJLMe4/ykUHl4eiFizLprvpNftGIMRRReJ5RCN8P2cjNBhdalp22FlY6WgRsUxYPdLWU4LRxWF5X6Xdp6LFStWORdrq9yMO85aVnPuQ4aDeSPzX7zuivCOUBCzMyxU9EKCKEzsYWM8aQvbnFlqh30XoTOiqa7qWwbFdHl22T+2HBbe+Z5+gf5LFWC5X8DkmRY1Ec18N4ys3gtnLAYu9elDKkS62MBvgjW7v2R3Zy3WYTn8T6fdtrKNhe/LzKHynLRZbX+BhhFIlbJiLCuixUxz7iS9mOzVme0GHYRXQ/tnEhx3ZTuaZju9ey/WvZzmErmvZnWvbJ2raLHd/reT457/wX9J/XSyyrXM9bXrEt+GARls80GJrYh3DUyUlvJcdsjIQfkb4wG7LiB9t/2fScccuA34FtG6QfY1Rul9EkDto62BmO18jsL3m9BX7hP10oNxR2UXsrB8EYwEHUrBd5oAs91DC/0P3znh/Cq8MPLOjwg4taTZ+ip6UDbc3bn5izPwHf2vDMPEq+wTP4BxgPdqTiYdt9AB8p03PZRfsl+LGrbHxm3GxOuHJwTkvm6bz53LFP0/A8Nexn0LXZ/PzRhcPXPlXRX/NaAX1A33U8X+7Z71xc6Yg+IkSvLBj33EJL4G8af93zJurAt6I/4Dk8xJeEp/ii616DxBcpfVH80C2lD3pqHOKb2k/l/nq1GWL24U76jAPLdvaFpIiY+KOO+lrXOEZC7tMfNR7oY6NeQtYQ0x+1jAy9dkobQLY/vOScwb44kEI2zmnm4gM3m3W1PZ/B70aukK9Fz8mQ34vsGmnpJ92lfpFpr+w142jSNo+rMt4R7S/HVEMtfCTPRRmL6BRdesBLYE/65LKKZGjFxWko7G81jLNlPcO47XmNdt5je8H++pJ9tYt4fi/x+6K2dLSU1x3hG865/b3UY+b5eP5f8zwchZLs28PfWfQCBzx8ywsbPvRlqVtHQvejp/EzdncGqoC5KMBaQML4HnnRueh1cIALOxXGHgr/clYh8T3gDsL+U556qROdjq+zaZ9n07YDW963P5R63rZ+aN1PPfYESkQV6iosU2/br9lpO2Xq8H1MBWO2aR+g3aupM18Xc5uE8bpCw/dq9s+wvYJf43YQwEv4S9vhwab9IuwwNvjcqU3x4Q3g3KkNnfM16fBsx37U0Os2Zi9doaSJH0nUUxv7By2PF/TInNfV561D2GC5Y/8EHaPAf3M7KFchkg/iDu6p08x2c7NJhAlF2fbd3UGuyfEM9Zx9mzMnN3TSa7LHnj2nE8+d05kTG8LXYW0sx0cln0YSYcSJtcRFf+alk7lVdz/gD857rrvstUw2sEWHo8/TjrgvmvbNUp+p6g/jSiSX+bm0b7ieAJFxGddfuH2FfUrmlfiJ0NG1PcEvhAY2Jj9of/Sw14SOPLyoB1+5nM84XvZhB/y8Y1U893jFaw7qIvCzkJd/+Koedp6HXn1AD7xiWawrrRoP7VtgfmB/tGX/GBkM0wAfwmRdoK6MZbpvRISgsyiK9BcR6KF9PHRF33Ke/WK/k7UwgA8FkrbtdUp8QvLCd6NRBXqpH2Yxw7pig9mcvEHOWvZburanl/pwXM+7/5DLrvuQ+WDL80LmO22HCZ4Dca9necYvmffcaW5sn0lHt6Q8W+6pGz2+lw7SkhZHCCXLvDNgWwYeV7sei/Q7/TpwfOC0xIFQAC60t4/pd/L1LQs5j7FNuWBPdsV4xe6AXxwuT3A5ABfp4TEDn3i+17IfBj8YLwe93sx4WT7U06LndHOe26Hn2+ZJ8spzwYZ1PWOtZfmnbMc2YM68XrDuZXyw9rrstWvw4WPOe47Wtg6gLkiDTsyKWQIpNxTAP0Fo+SDO2MH+o9v43w2eRWBfsM88x901/8lDH5A/ee8IxUsaHXNiRKgw3+peN6fd+K20efGAfTjDwopDA+3tmR/wpWU5bFr3YYuAerNQI6Em0uFj2/YLnUW59ME9Z160bzhvuaMO8JAXXSMf0Im/gaj4Ms+IUEQJ0Ex7kZH1s9vCnqJLkJ0dyxCyN8Su0gku7WIuK4Uk4uJwk8FDHY6Ke266av6BfsbAvPt1CX3vZxOLpnmBceVx0u211LJswCfKgQOUYSzh8hHj8ZD6b5DPeOgP5uX4AWftA6x73g3N9NmO9WM5RiQXNUQZMWHjJog1xYbncK3kZTOfpSF7ByzHfIwCH7tnWWas1+2nsOYLLfJRtRM6M+60q52ze/cIBxCjcVPQi6mXPC7wzQeWTa6RB+5lOM5L4KIEE7hwHZZPJRRe567VbO8dFkXhtPAN3RWHh5aHwyh9bsZJ0zoMHYVeQscve7ynrmI9AZ3HuMeeem2VZ9+Mf2wqz96Adree67JzHoPzXm9cOtAWfuKq1wtZv11Y6fh+U3WvCxTmF3VGRMkriMnYJJJX+eMs9A39hR3sW1ew3odu56NDCZ53lTqvLO8iArJ8JoXqqdMb+T8Vc9bdPUPXa8Rtr1u2rMPxLwvrLjNFPLOlTooC4iBiQFaGlh3oSJ12ZrPUv17/hi7oyI8hpuIaiSYCeMNZ1unYo771dDlP6ufzc3Q3tmrAP4hABHXuhZExmChwOCr417Cea7Uawr50bKO79ouxJ/gwtKnutVLJunjospJj4XIS7USf1hsxtlWFbVVtDHU1bP/rxl2z/0NfkT8idOGAghLnhbQrxyKirNP4Gu5/5pnNKnRdeX2NEJoo08C2mra6cdW8zgR9Rm85HuWawE7f6+yWB+SD/mEeygc6y74ZKMe8xocL+hQwTnGjyrbBn4ZpxN4w9+zZV8T+4fMAi/adsI89yxBr5Mh/yzaxYRtFuYblLUPjaDqNe237SOSlTM5fPLZWbF+X7UvNe3xxv+5yYTkEpDHP3e9EI0JRSMSRA9qCvGE/kZ+N9e2c463bJ9jy83jm4/gS5I+QCLX3KJs6SclLfvYAVd9sqAignip+p4fwswKGK/5LNaaRuy2vgSCDfesr+oH79EV2g38i4pLuGIEmm+1bCssA46+O7FhuevNtLdpn5H/DDtiHX7F+RgbnFpvWqw11rJfb1sHIWY4ny2LLfj9pHeuGOevlSuZK/d4T+h3flvkSeRhjEQwBBCBJmdBUXr2IX+O9pMF5WdWHbt82zyr/nf8v43/A+9aTyPjAdhuZl0tRBtD4IJ3riFDJt5pa1uno+EXbHdoJLDjOGJ63X9uzrqTNLfuTTdu+hvVPw2O1jn5JqFkf1tU0H9GvPdu+OY9RcCQu+8LgIa1jHdByPvpLPqAHWU7wdZ4hRUQC3B14jRDfl3biF2/afkxkJv8fapi6Sj7CY95FHbuxZ0kn1JR4qSPGcke7eSY3t9gRvjW+Nu1ezv8972jeNr7ndiNf2H98gQraljts0Dz8Mp8oC696C+38MCdzC/hdq5UfcEaPVby6QE1J0/X+lm2RsF2F68FW0D/o17rtR8N93aCfq363rSzSL1H2EeUd0ZWOF9AZzulCEaGyvkJZT6tIe0p7G1lnTdiGuuPAJM3XF+cpsjw4aqYfnLQlIhTyUYWO3mkneo4x27fu2/RaBvM8bPCW4wB6EZ04sh8Vlrdsl0O5TZL9FTO3kk1CJ6nmPmshV9Zj816HWDrY9TPuOR1+cD6Bj1ctHUQuLWPO051rqG292bIeQJaTt9U4d5+njvR1yq7XhVrWA8glMo/eYJwj6+BdPdLTyn0GzzWpY8H1d+cbajHm3TdJtoksQ73giIicv9Zt26kXuuYWWkI3rRzuauVwT0vW5wv2KebsZ3SrcWU68XNcXCVPBzmX3jYf0Rf4Ntj6Na/38n+V5/x8Gzh7clN74Zyvc939tP2DfL9mu3yvxbp14GfR4E4+S26FISRRaYYqD+KOEXBLRHztrjJtw3z+wto/Ogy/lvjA6y4VXme9a84bRSh8gk0ZFlJRFJYDg33XwvIewOUqi72JI8FD+oh5R4LnEKOB7bTDG2eg99Y5i884MOPAjAMzDsw4MOPAjAMzDtypHGDDpGk3vnrmmWf0+7//+7etSUePHs2N56Yh4IEHHtC0Gz9eDT+bjf3oj/5o+tZXy3fpPTbZ/E//6T9pWp5fiufFXrPx9fd8z/co4qLJwjXRvu1tbxP8v2bGW5AB2WXTwojp2nALSJtVYQ581md9lprNpmP7P9/5znde1+Zl+6/hhTnf/e53i3pfeOfyKRGht7zlLarX65fN8FJLrNVq+nt/7++JDe4/4iM+4o5uPhscsqH+K17xCvHROOIf+MAHptbjd3Qjx8TxYYpv/dZvVaPRGKfcuoA6v/mbv1lHjhyZqlJ8i1/5lV+ZqszlMj/22GNT+yjY5q/92q+9I8Y1G7hO+0GRwWCg3d1b+zHDy/G+SpvZ54oTs3DGgRkHZhyYcWC/HHjiiSf09re/fb/ZJ/l4RsYHV5nfThJvQ4T5PZuKLy0tTV07H/lmTjJ1wUsKwMN3vOMdl6Re+/K1r32tvuu7vuu2+I1Q96Y3vUl/8S/+RaL7Bp5xTjOHI/9+P7Kxl4gv+qIv0sd+7MfuTbot8cXFRV3PhuJsEH5bCH4JVTpr6owDMw7MOPBiOPDmN79ZfCzyi7/4i8X62ovBdaeXfcMb3jDVmgvPnljfuVXtOnbsmH7rt35rX9W95jWv0cd93MftK+8s0/44wMeg+CjUMN9t2V+Zvbm+7uu+Tp/+6Z++N+mGxfl40fPPP3/D8CE7yNqJEyf04z/+4/rkT/5ktdvtfeGfm5vLdv7H//gfdf78ef3iL/7iDZHFM2fO6Eu/9Ev15JNP7ouOWaYLHHjjG9+ov/7X//qFhFsUQxa++qu/eurazp07p9OnT09d7nIFmMNOMyercPDc4HWve111ecvCiPJDTaxb37JKr1IRc1Q+xsn4u0q2F9yKiNQdPEN4wc1bmMAclY9y8Vxlmmp/7dd+TXx8cJoy0+aFth/6oR/S6urqtEVFf3zbt32b1tfXr1mWj6v/3M/93DXzXZqBdSw+/MU60qX3ZtfXx4Hi+opNXWpWYMaBGQdmHJhxYMaBm8KBiFC9UajRqouXATtzTfEyMnGg1a6LF0Nr9UJR6KKDF+4uShhflC+IDTXYHYqXK3nJcnN9R7wgeP5cP1/4I33IS2PjMpPASHmxbLAzyLL9zWpj5+1x+e3cvHjX90caKV9ei1CMEbi48gVeR0r8zlOLbEOr2xDt44XMMmyq3Wuo6bZXLzeO0UwCHOfdfEF6V7ge1zYAABAASURBVBtuAx+LqF4gpV2TzRwGrtClwsBZhcQBroGiVogXPdnoam6pLV56B3jpcvlgNz/OlS8ozzfV6jTUMm2NVi3pb/BibmMcd1rT91qderZpbqmlhQMdly9xLK528hpc9GfdZWESfUObAJl/8hERiiIEbeSh3/qbg9xM+/zZbW24zzZ5Kfz8Tm7sl33nvi1x6KYde/GX3JXo77p5wAve8HDe7V462ClfwH3Zgg4/tFB+kGulo555mDJsPsLzhnmWPHTYnEBdLd8nHzKRYDkhrTWWfWSjsAxF3LSm7hsxJEBH4R94QZ/VLFOMz4bHcZ0Xyd3X2U6HdQP3yOsiWQ84MnLFH3PbJ7fJGxaKKPxroK666wF/8rBd8/ipqWF+Ni6pu+G6SyhEmZr7rWY9As0VPdBEvGb+8mI89DJOefEY2eUFa+JN9wX9EDWJMgql+CaZ/tkrK75jHWDtkOnOhkIg8YoQAmdEOEcI/ZNjfmvXugroa3Oj7/Hfz5BNTtgEwpkF7eNiXLreDCY/EaGG2408IY+80I3+YWMCZLhhnmW7zFvInIAxEHeQZ8azPaH8M95wGfgOnw4emdeDr1zRyz/ioNho8pV8lCs/vHVYfICLD3ElfORhveq1Tvsow0cbHCf/wx+2muXve9mi2FSvN99KuqnDVcmVqjqSlupiFr44DrhPUcPwFAAZ8tCyXkfu6dtFNuc5NKfV++as2+ZsM7qaW2gLndWwDWBM0U+UBQdjoQRkv4QUzLxJrhLo14hQJcOEE/B4LKxXiqIo7xeaHODGtg5s8xgnbG7c3x6IF+156X7DtuL8uS2tndnSWTZ/PbYuNn997qkzevaJ03ruqbM6+qGzTlvTqWPnxQakW+f7+eJ+aZ9cFbQ6MHn+lapQN/WgM6oKPMpCggcN67G2bUTP9oT+YHOEpdWu2Lhy+WBPC8ud3MwLO9tiAwfrqqb1YYL1Y7tbE/cY93MLDVUfWaMssGhbNbfYFhuVoPvYuAk9K8ndNjLQh2UY8p+ZEREqPP59KfqhzwYXbFpj3rPRBRsykoatxp4P2cUxRmTXRcdI4zTwSkU91BzL3uJKNzeDWLT8QSOAvUUu8ZvwTdDrAR3ur8HuQP2+IfXmTurL3BjCsrB+dsvysOm+3lT5Aa5xeIpwK9OQF/IhP8hRf2uQMjGsNtxxmyNCEWGiDbrc4fTydL7yPrKKnOKrAfAFmR3YhxxahrmPTAcD0WXLUv7dG/fljTjNpgv9OfZ/C/OvXq/ZjtbFxh/zloUl8/yAx/uq9foBNuWwj7N4oK15+zs9NhWx39pyP2EX8W2wJQDxttPb3RJXp1dX25Ch01oG5JJ+q3mM03ewU7rQWIuEpj4oXiKysPp02+ArfjrySN+e9ljng1wlrOnE82vl+LeeYPzv2M8euFzqABNQoST0ZfKtcB2MD/w0xt3yak9s6nfw/nn7fks6/MCi2MRkYbmtjnlEW2v2OWhn8n4IbQYaafDpC7Df3ZBty8aEaCttpo+btg+dXlNz8y3NW08trnSU4/lAV8gYwDUhsHiA+3cv0IZLAT224LbPL3VsN1tCdloeIw3rdfQsNi4iJI+BC3zUVQ/yVRkoyhguPJ7q9vWa7Ya68Nw2esF1LsDzsS7Fbiwd6GUfLLkP7gl+07ZsywWZKtvZFW3vWfbanlMlvz0W4VWE+W15hY+AZsfdywF3pU/RpSjT9APwR+zTYcvR/9jz7c2d9BF37ScMh0NlmSIyfEHjLRukhX+KWqEcV9ZlyNFkwyr7xOh+xtGC9f1c2sW62rZxbK6O7sceYhdb9sla9s2wr72FluZtR9GFKaf25cCxaDle8JoM+hIbQ3vwC0qgZZocEaGIkHxyHz8C+9W3H8y6EO3ddPs37ZPhc+z0h+mnudlpx+SD4mCFH+TJzcnWtsVaC+X6WzvaMb5dr7UMbRflyqLwr+vMsg5VHRN+hdBDNeshxlvbNpA2sbnnIdtGPi5w8MicVg51tWi9BB968G2ySVlN+H/wLPlnP5Z4CXXBQ/iLbS392aYWrFuXzUPmJ6vpr4C/J3jLPfzahnVtYaJzrI9pJZ6g8eH0cDSKUG3c5/Rbp9Kly9AMdFxn233Ytt/dFLTQzzWvS7goLBU869sX3bYvCi9Zs8MXPW8/FB/znH2Oi/zQ05tiYzI2L8NXIc+6174oQ3nw7PR3tWtflL6mz90cQWuEqQbcP9pzZNKea9xL2ktfDuzr7Jg+aGTDSWRnd2ek3d1RbrZIPopWOKqQtBlMzwGLVsrFpKQZ6l5TURS5doUMzS22LFedtFnYZXRCgn3MDNPGdcS9uxWyHdZzGbo9VYgPCDBe5+y3MOaa1resXdWx2fZtzDJEWJc9ksHlHaIJ/JRJigiFByfjGl3QGvtIPeti1sEX7Cehfyt6lg50RPxu5XNFN224HMBr2ruw0in1mNcW4HnL6wysgRaeh0cobUWlC8asnAWX48BQ1pvA0Ou3Qw1sM3c9v0fHAsz3J0D6GHadb2B/hPzo5aGZjW4vRTckToPGRwQXF4B85KcsOKizb98HXyftv30AfIG0H9hy1zvAhtieu6rECraM3BE/bpEJq9okj3jW5RvtQu25urrzDfHcpY2/YN+ilfOoumroiHADAAfVaVTZFzu2nfCAef7GeHNw7O+Zk5teIzR4HSg/xnFm0/6P/R7bRniaeEzS3rCwHkEnNe1TtOzXMW7QI+iQea+dtO0voLfoKtoBDRmCpMJF/F4B89ynKlml3YDZJPpv174GvN/w88u1M9uC5ye9Jnv82XM6/tyaTp84r3Wv0W35WSsfBq3k04UFzgSND/hnoL6IyH5ve26HDmcjcD6Cgu6etx/ds1/Ztow07EMiHzKi7AuPVYuVpjlc5Tj7SBGh/HNYqxVibtByHW3rzp7nmtSNzuVjLAfvX9DhhxZ15GVLeuAVKxc+yPXhB/SKD1/NZyU8/3jlaw4KeMVHrObHul7GB7letaIHX7GsymdmrRb7yPoncldLmTclpsMEwWrr61GGyoN7UkTkh7gKbGh2ysi6amRfb5DzIcbDmuWej3GdOn5e5xzf8Dpu377rwH03tL5gTQzEUWh2VCxOYfKF4LPBvKVP0EnIAbZ1Cd/Nc5PS3na0kPPElpi7ILf0I/kTPG/sGLg3t9AS62Xz9kvQKT3LVXeuJcowL6Ied6v7290BCRX4Ur4REQ6Cq8xDH2If6M9d25xd2wHCcqwNnQcEcpkS5KJG4S4fWU6GwqZgR7ApbE7PeO5X9sT4hp5YlhiUh4tnCItyrHETcCr6E/rTD2PMuK2Ml1XPCw/ePyfmhvCpZ5+ky9qxedLycwzazTyLeMt6t23d3/H47tlvXlzpaPlgVyuHeg4NB7oC57z51xnrY9qEHCdMiDJBN+t0e4e2szu2JTwPYS53fm1LzAWxz6RnnzgP9iEupcPlIZN0eMb4rXuO2YJn5s2C572LbncFyNv8WO/RZubR6D74Bq8BfDvsFmlNeGjewmds15LXBZctr+Ar8bTUhnf2w1kDgRzaA62AhUNKISmDjLrDmU8iKzyDW/d8F11C+/v2S2jv0M88yvJlOXHQSEID9dBuo8oq5HvhsUX7satt9zn0LXtcZX+7r7PtloPuXFMt+/bYZ5mgvTiMgiTLuoTcQws0bZ7fEfNy/IGzpza0l+aqj5CZiBB0hGnkzDaYWHgDb5HHnscotC2ZJvT/Cs/nVrxO4PHbsrw2/Ly9sN6OCNMR1sNlE40GlDN4KXFgLEjIFuMKeUQuh9aljJHhWC+knI35YrEZx14YgC4USl1RFGK81OyfFGO7H8FdlUeUwZ30m2MVghgMgJVA4UGLzu95XKOXlq2flj3ulwCPMcb9nH1ufKK29SJjjPwJ9sla1nEd+4dd64ye/cGF5ZaYGzMuV8drhejRjvE37M9f4JUuHElLeTlhm3lJCn1Dn7F+hr+ED7tlvwl9B2An0SFD+1CM9HExoh7/UkQodZppz2dkbkvPuqJrPdKx7qU9jWbdfVmIA1kBzBouJwCJALSUOq0vPoa4nr7c9uR/FoeX6F5XL9pEO7g3sL9H+S3rxPW1bfH/hpteNy/bMEqa6SeAshUBXFd00Wd1r//SB/grtKNr/s7NWw+6XS3r55qfN8s1U04jU8BphPC/Zv1Yt52jPxruQ8Km+yZtlm0R1+j3WlEoLB9RGFMYgfYecGPv9eXjFLtQZ03gps6sa4/PUaVVYd43bRmatgYfN7FurwOmveb1k5rHnZtono008LoqdrG/NRC2cdPz8vP2sbGNrNdzj/GuK5HtdPqIVhTmD3S2LNvJ14W2kOGl8dhgTMzbFvYs713mybbx5G2YXmSNshNwGvcYI/RTJYM5RvClPM4YX51uU/RJAc/DVACmybHJGRHyme0dWt4H9gt5fsA4oJ3YVXwC2r9r/5P2kD9hjIX4OJpjJPkxroeggkmeWxBJGb0F9dzQKsLYDB6xqnQCfN/wuN7c2BV9Uukm5gEpey6SHZghP3sAxnPpDio85mqVDNqn6dl/R17y/0XumxN++KJ9HuYwyF8H+XM+9AHjhbkyeg3opF5uad7zInymZcvwkmVuebUjruftz5a6uW7S7C+5M5AbB6V8QNONhDCyPQBfkFX89fN+NrZuYOxyjZ7kHvxF92Ux88cY8oTOjChEckQIvrWs63vWhYxT2lvODbtasD/PWMOWMRbbHt8Vz3LsWs/UDZUuZNy2zFt0AON9caVj22Y8DuEnzxO61rfNPfrWroXHp8aHOzWUtInQepTxtuv1SHTSxR8g2yn/95o5n8f1CETO7CYZgUT5BL34o+IbfQwkRleUcmfdSrtpF7KxuNIV7WbNZ8nzP0LS4WHbdp+8FTTNT9K4B58pBzD34Zr0tuWxaRtTWH9TL7RUcGMEDkaHaAuAjah5LNXcLqBuu9mwDWlYLye4v+vcsy0hv0tLZnQZ6iqH+3ZyN2T2KTxuwUF94GwYd1UHIbIFZDr3LgVochp5KA+emvlUVLSFK4xQOCh/iNxZYJc61zPQfYxj7NKm1yWJox9JZ72Sce+mCJ4lZKPGbTFruQ+Qgi/Ssn5Dfhasx9B/fCzr0EPzOvTgvA54XWPZOo0x2bOuRJ8hh5Qpx3dd6MUJ381nrpuWw1Jm60Iu0aXoVOpA1qlj1bj5/7xlP09fog7r3a59LcrTL3JHxF7adfHBvaJWiP5suD7qgcaFlU7+f2ni9rhaNN75pZZoI7STt2a5jbBONlMH1gl9/N6NHa9vGKwnsfdrfs7N/9fybPtstdZehSc2ddbr7nyoa418Xhs+v9YXvid+AzhRM6kDzHONjxiHewOToYhL7rggfYSORleDF+iPdRi49+J4acTNo+RTGUaEUid4DDOWaw6RGyfLDNXkcHbidMPIet+s9a81ohPQj/CZ/50ceH5BnDTfpcgMZhyYceDu5MCM6hkHZhyYcWDGgRkHpubA/fffLzYNm7bg298Dh3eJAAAQAElEQVT+ds/Rbs/HH975zndOvWHTm970Jr385S+ftplXzM9mY2ycfcUMV7jx9//+39ft3iirIu1zP/dzp/5IGRtlwf8Kx+0M3/rWt2pxcfF2kjCr+yocYHPJT/3UT71KjhfeOnXq1L43P31h6etL+fVf/3X1+/19F/7wD/9wffzHf/y+879UMn7Mx3yM/uiP/kjf933fJz7IdKe3m81U+XgD/cnHuYifPHnyTid73/R9x3d8xw21efuueJzx1a9+dX6obXy574APWZw9e3bf+S+X8Xd/93d15syZy926Yhr28E742AIE4pd9wid8AtFrweT+xsaGnn322cn17Y7M7PPt7oFZ/TMOzDgw48DdxwHm1nycc1rKv/zLv1zY8WnL3Yz8bCrO5uLT4mYu8tM//dMqn89NW/pC/uvhYUToO7/zO3Xo0KELiG5xbG5uTl/zNV8zda34fPvZJBvE+PnTrmM0m0191Vd9ler1OihuOzC3jhg/9N0nNU8++eS+NhLfJ7pZthkHZhyYcWDGgRvEAdZM//iP/1j/5b/8Fz344IP7wXrX5/noj/5ofeInfuK+28G6zm//9m/vO/+Lzfiud70rP462Hzxv8nOm6/nIx35wvxTz4K/wMSj6/Hra/9rXvlbf+q3fqojp/KT91vXEE0+IZxb7zX+lfK961avyuQfr53/5L/9l1Wq1K2XdVzrr75/zOZ+j//t//6+YBzz00EP7KnelTI888oi+6Zu+STs7O1fKMku/hANFUejrv/7r1el0Lrlzay5f//rX67777puqshu5hvwzP/MzUz1Xg1DGK3OsiJszXqnjasDz5O/+7u8Wc72r5bsV99At/J/FtHV9/ud/vj7v8z5v2mI3JT//6/CVX/mVU+FG119Pu6eqxJmRtX/xL/6FY9Ofv/mbvymeU12tJB+S/K7v+q6rZbniPWzWndKHVyTyLrtR3GX0zsidcWDGgRkHrsGB2e2XGgfClqxWL8SLibzoxwvaJdTFNS8tNpo1kcczX1XHqIpcGo5GftgkDQcj8UIfG0nw8jQvXJ4/t611Ay9ekj4avhALD6qGg6F4SZ08vKBJfl7c5AVDcGxt7IqXNnkjLSIknwBROXEEGDf4qaFWK3Kjh3a3rrJtTfFyZWeumdetdl21RqEoQKSLDnDwQiF0bLKBQ36cakds0gtd/e2SFmh2tZrQUaEyARnlJ0JFPcRLntTNhzkWDrS1xMvvBzviRdJ8qXO5rfLFy7rz1tRs1dQA3A+NCrg2tDoN0Za5xVa5kaxx8XJ+BXNLLdFmysnE5ct61YZ4po00JysKqXD7wxf0G+1lg2j6i5c0N9Z3lO3d3NXOeHNpd7Vu3pHEjdGX8ZEZHCHx8mqLF3Ddf/NLbS2vdnXgSE+HH1pIYJNu+NpdaKrNS+HO23IfT/hoviU/HSL34OJFWDaaBIiTxj3yIRtFLRQRuu2HSYgIhfsKmmqmq+bxC0/qvEwO8EK55aQOWK55YZm8ETEm36HP8cUVg5LrcrtLAAdQ1QdvGq36C2XT9SJvFUBXCYUoC83QHxHGbZi0pRBl2u4v+o4XqOlfxgr9kf3gvFlWHKbQQuhfLhJ8mfqnDC0xjvjMtMxw6U/INAAh8MoHY4Qxny84b+7kWN843xc6LMfA9kC8+CqVZSgXockxoceRiBD9QJt6863JByGQy5Qv9xU8AYeMj5eUodeirurIa19UobOJ/EUU1g11zS91dPDIfG42yYaSbCz5qo88pFe/9nDCqz7qsPgI1yud9qr8SJfvOe3DDK/6qEN6xWsO6uH/74AeeuWK2Hxy+eCceqaVvogIRYRrL88JDeXl7PcGcACeJqCXFWKstNoN9VK/tbTEy/kHe1p1Hx84PK+lA12h79vW/fRRNS7kA/sJLuSnjI8s+4Ato+WxuudqFBETQPcXtVAJhcPCC8eREIy5cV75AMfQ9n24O5zYaewgNoPxsXl+W9hpNqQ6e2pDp46e17Fnzun5p87q2SfP6Pmnz+ior9kQ9tSx9dyAFHuKzQd30u16XKV/ZRp1S46y7gtVmTuCL/AYXjMm5hbbWljuaNF9sOw+wfYs2F73bGuws+ipVqcmNq1kfBOS1unV1Z1vqLfYFPkpv0J5w+IK/WmbP9cS9VAf/SAf0OQOdGx8hkNDRJgvhS8k7HV/a5D6acM+ytZGX2zoQhobTXEfnUZmF5NC5WF5KCMS6RGhmm1Jyp7H/4LbuWTbirwtrnS0kJtCtNXzvY7tatM2tW77UrgcdFIPGzlsb5W+wsb5HeE74EOsn93W2pmt7Gs2Xkw4tamzfAjBsJb3trTmfGxEs7Wxk5uQ4ucN7A+CH7Kj8K/r85k065LDd5Xgn4jIOLKKL9nf2jVfjNch18hb4sZXHFfgIkow3jDclBO+G5Bz+hYZg4/Y0k6v6bHdtk/Y1ep986nXc9NL98PiSlvz9ufm5pvCT2EzoJZlDTlLsD9TyltNbfu6bctcp9cQ0HZ/Jdi2Np2P+gr7otQdEdlmcZgudAfR/UA4UwmhGMcThX+GNmZsgr5peTzn/mWz4ZPPr+WHuE4+v+5wXaRxb9P9Td5h9oURcZouJXBh/eWA/od+Pni0MPb9Vg/P6dD9C7rvwUUdenBBK4fmhO8Aj8ibbUVuFLA7gTbS5YRGe3ef5jXt4Jt7NKQwz2rMeewLMkbp9+5CSwvm14J1zaLH8hKhddii5YrxnbDSTduScd+7G0P0akU3upn4gtsLzLv9PetvZKc11l3wqbDdk3mmvQc83Xt9pbiFPiKEXBbmed08B3cnx3FLC7YNi9ajzMegJfXpmOd7ac17dyPPLUcvoH3cPtpK29nEqFP5KuZRFIVC42PM53EwTpwFdxMH6MvwD4Aewq720x/ZEf7Ipv0A7Dk+yU61XmI9j0bPMlXZqtFjYUj76HtFEarbz0CX43f0FtpatNwdONQTuh45Q9/3FprqzjXU6dbVws7t2dATO9l2esc2sTffFLogx99qT4uVvB7oOL0jxi4+WERpL2jTBCRFRAmmK6LMgx+B/ep7bjjxg+2LbXre2M81k4H9tJFodjYvjKeQj5HTB9q2zwSv8JsJq03X8VPwq+CFqyrrLSMuCxIHPhMnRDop+WU/ruRXM9uED3HY9hE4eP+8+dbTktee0p8w37CV8KdlvuFDVP4EOBLgpYH75OvYr4DXc9gV+yX4wgfG/soB22Ou0b/z1rnws+l1AsY9NrcCVYeJv5AWgv6a6acP9urSRetxdM2Cw3nrVHBTf8e+DflY5wj3CbwaeH4C7+Arsleu3W17/XHLPqbB/sja6S2VfujW2A8dX5/ZFP7omtcq2QSSPqRPwZd9QSdKZV+4vnA/mu3ae9BFe6/dxPLSDR3Yn93dHXgdzeDxwHoafu7OzsiyMPLaqUeG54IVzktxlYhmv1NxoOqAKhwXxvY37A8jz3P2DdJeW7csGpA1dEuGB7q6J0K3K/We23NpmD6hx1XPY5oxm2PKa3mMRcauBT65dgkLM23yc8nNvLQg+3TxEPxmPQw9wrpez3PJ+eR7RxMfybTdE7ymHVfjt++j0+bdfvhQ8bzRrHvdpZAE11QeycgyOvstOTDRi9ap6Hye1TDXH+yO8vnQYGfocJDAOshe2N0p0zP0OhY6eeT5as6hktf5U1bkfijrKvujjI9vOdvI9mBonZ7rYa6zb9+HDZexGwDxfrXm4PvQR5nEUKKUq1Ae1XVe3J4fN8kGyKf5Cl01rxM0bPvb9p06XsPqzteFvgRYr8I/qGyv8rjQCNoJb/GNtnMtvZ9rQmtnt9Lmsj5YwTmvFZIOz/CjhrbhuDSgzP41YWC+yD/wvAI60FnzXgdHh+MPoGPCxFP/BacLTPceBE3KH0cIDchooELchwP7Gvje+JX4NWdObOjkeE32+LNr4pr1ua3NHTFGBh4P8NvYFGFkRAykjbJDyo7gVt2ygQygw/D5Kn98YWJHGvmMosa8Dxz2a0xSrsEQOumFp9FnNZM7TvCZaYROp27aV3juXvczlKbn8/Q7m+EiB9iPlcM9HfSa+WGvCR15eEkPvGJZD73qgF72YQf08v9vVS//iIP57IPnJa8gPoaXf/iqHnael716JcvwTGTVeGjfvP3ZntdpW/aTK5mHFpOU5PFTkhgkJf8iQmE/EbmNKOcLQ+uLgXUBfiX9cs6+KGthfJRrzeuh+KvojF3rqaHHAbxXSC5+EegleCR/LTwZVu0f8wZfpcWzE/sV+HDMQZAFAP9iIXVEy/PEptruQ+Y6ba+h5vzQYdtzCWSo1CdtLXj9Bp3Ss0+Uz+S9roN9Zq1HKvuSMQEtAGniGNPjQOgg+pBxhZ8/cJ8ST7AclGueLu3M9K/RcoofN9NzgmGuhW95HRXdiD3Z9nwx59I8i2e82gYhe1leFx/G7FumkohvRYTgE3NqeDDn+TR+LjLOeFnJZxIdzXle2J1rqN2tJ68mc0LbAvjFGGDMkW/B453xwfgnXGJebd8HvYB+bniMyg0q2yobF8MNOt2cElOUAb/jpibvsT1bXl8+v75t27Pt5yQ7nm/vivncrsfg0H2Qdt8FI8ZIjIAx50AmWyQXRaG61/fgWdfytWDZwIdO8ByY6wX0g+/R5pZ1EraxYR86wWUz9HyDdKBteeuN1yOWWIcwXOQT+j75arUieVbxL+mSBLXQlmAdQzofVaS9+dzlzLbXYLbL/93oD9IXwh4P3eCIkbIcSLTnGLkqwLragqPwX2HcNevahvuRtvEBguWDXbGuAN0L7n/GCWOHdtfrNYFbCLBRgwMdGMGYGXmOO0pa+p7/ItPQepbnQQZ8gA33Ff7CjtdTGCf0RUSoMIDY5CVqwsK8aZjHbfsC1I+OZryveB0C+liDhMeM9brXkWpuB+2RD8gDHJ2dLxEOxEXtHFmORhra92dcIGtD29uh9Sl6O2UDIQOqchcjcGoo/JunIxEhZJ0xW4xlrYi8KzJWUd1BR7YTehyhqQn+oR1Nr92h7xZXOmLML9k+LFm/M8YYW3OLrdKeen7AGKsAe0G8bfuBHcFOzPv55dKBjhiXB+1THbhvTgvGy7hlDDMuiwhVxwgFNL6okquQZJNb6hLrtm3rCnRGCbvi41x9z7vSh3L/gurSshEx1ukN9Wzj0WGE0NOxrW9Zp+BfQhflS5kYEVUeLm82WWH6ysQgO+i0Da/74msD+Hf4eTvYGuTK+bLAWP8iEyAE967nrn23g+ehrD0C6PKd/m7KaJYjs6srT9NifOhHgPtFUWSbmvaD2rYftKNrn7VsV0stp6Of5YptBlQeIfq6KMJrD+YJ66/WlU3rVexPBfRR6lD7/Snb4XIGjY/kxTi+ryAk6K1Rn+sCP3U29tjIqu4qvOw9l81yppn5aqXjIc3sEWMbP6Bve4P/tOFnEvyfQdk3O7ZFQ8H/vTRTVuaRfJjLAo+jJX9cH7KRa1iWmwXbP8YDY2PR8owNyuf0XifHR2rhc9ylkAAAEABJREFUC7gM7dsLtKllPzRtl/P27HNRlrW45fE4w4eiH+v2H+ifiEiq4DU0hYlykiIyhgiUY8J+Zt9yw7ME2oldxc6W8jRwe0aiRP44ksXHuBxcfI58uQeo91aBa76rTrNS8BIwk4VNwY9hTG+O/4+W+Ti6acd6a+D5OfaGRlImgYtLgPENbsYd4wV5aFk/9Sx/i/a1ee6y6mcwyA3yOG9ZQu/ir7UtY+jjClIvO609ljn81qXVrpbt0wEpy16fXLCP27EeRGahC31Bv19C2k25pK20Gf3NmEUXVs/HuIZ36b9bZ1Y0QSNwEUEgciJjp2790HK7K54t2d/GHjFmaStjj3td84V8jE/anuDxl+Ee3dQ2/7v4717DBQf/q4dNBA+2pDvXFGOf/9GDJnQMbQK4lpI4RUQCg5c2bXt+x/9fV+3dtL7q8xzRtmEwtiMKl65A4lI36ij5OR7w1GG7EBFC7rAryAR6acG6DllZNB+ZazPHxsb33O52189hmSsakLuUOafBE3wGyi5abnmWx3XX86Z2t6mG+VurFeIo+eUYpDh40SdtSQgVrqOwf1ZzSLvqtkHY+vpYT2ffmxZkpvC9MA9kHviUjEPXOCqSyR8RCjcpqM+46mNZqupIuRrXe824y1K+blmG7ppxhmmLcB1hogAHd+JJfyK/fftlW5bpTZ6RA8QNyPiu7VbqQ7enoG0OI8pGIZcTsC9FGxlbjFXmePMrbS0d7Gj1yJxY9+OdgNX7ek7ran65nT4e8odOpEzTvu2kD9zXjT1AOmO35TFO/tLWN+2vtrVsPblq35V6+DDXyqFupi3YD+haHzRt72uWqzHZutIREaL/6u5T6mvbX+vZn2YcsX4JLLk9Cytej3E6tLc9hshL3yOH6BJ0RvLU6xzw9Py5vljTxf9kbRG46INcfIzr5KbOndzS2imD1x/X/Ux8w+V4vwY/CZ+J/gI/smxSFRG69ChT/MtpyPvuJMrhD++lLX0P+2AD9zH3M+9L6Af2JPgHVgLYpcJyjhzU8KsZy4YXsMVlLkqjUwyMlQSvYw0Bjwuz/6JZwkXlZhczDsw4MOPAjAMzDsw4MOPAhAOzyL3EgYjQl3zJl6jZbE7VLDYzZpO2qQrdgMy7u7v6hV/4hakwRYTYKDHiUud4KjQXZf7lX/7lqTcb4wMlf/tv/+3Lzo8uQn6LLtgo7hu+4RumpucnfuIntLm5eYuovHw1H/ERH6FPnfJjT5fHNEu9WRxAvt785jdPjZ6xdavk6/Tp0/qVX/mVqWhkozQ+4DRVoZdIZvqcjxCwker1bKp/u9jEx7m+5Vu+RWymS/++//3vv12k3JB6P+mTPklsyHpDkL0IJF/wBV+gBx54YCoMf/iHf6j3vOc9U5XZm5k1w//5P//n3qR9xb/oi75I9Xp9X3lvdqZ2uy026b3Z9dws/DP7fLM4O8M748Dt5MCs7hkHbi4H8P1//ud/fupK8N3+4T/8h2Iz+qkL34QCEZEfcGLj52nRv+Md7xAbck9brsq/tbWlX/zFX6wu9x1+5md+pt7whjfsO//NysjcHh9iGvz4jE8//fS+inzwgx8UsK/M40xscM/HQ8aXtz3Ar15eXr7tdMwImHFgxoEZB2YcePEcePe73623vOUt4oOc58+ff/EI7wIMi4uL+it/5a9MRemtWiNmLeltb3ubCK9FIGtHd4LvdC0675b7rCF/xmd8hq73OePS0pL+w3/4D7qZH5f9sz/7sxfNTuYs+K58iCvixj2jhLBarSZ4+Cd/8ifiY8WkXS/83M/9nN72trddb/GXXDn4/hf+wl+4be3mGdX1zD3PnTv3omk+ceJEfmBuWkQ8M7qZ43U/9DDP4xnQfvLezDz/+3//bz3zzDNTVdHtdsVzrDtpDYQ+RRdP0xBs7tGjR6cpcl15v/ALv1Bf8RVfcV1lv/M7v1OPPvroZcuePXs2PwR55syZy96/WuKnfdqnCZsQcWNtwdXqfCncK14KjZy1ccaBGQdmHJhx4N7lQESo4GWweqFGs1CzVRcvILa7DbFJLy/etjp136uJF1Z5eSwiJv/oedFiRsjHeMOd0Ui8HLa7M8zNj3JDgDPb+ZIgLxfzgvpwMHL+i08X067Tedmal9Z5gY8XNyewsZsbKQ122S3IZV2nySkj/s3TaMFT0VbUQ412TbSJFxqrdvGSJWmNVk20LSKy+N4fXnSjDf2t3dzIiY0coGV7c0e0gc2PoIV8cvEIfkoMjpWR/A2Vt2J8lYF4wR3821uDxM8L2OtntpQvUJ7Y1OnjGyUc29CpY+fHsKHTvuYem+mdPbWV+XkBk5cx4dtOf2j+j1TywXWZJ/6VqH4PJE2+jggVeDWO05YJ/8/viD6gvWxwsm0+sLEFbeZlTb2YYx9loV8m2mTlZkwFcur+avca6i00xUfNeNF2YbktgJfBeSGWF+XZoKPeKATUXC6hVqi2F5zOfaAxfiGaOFDmD/MlFBG6Yw6TAjkRoShCRQUex4XbllClOYwIuQGGPDX1kcVD4YJhfHvrq7nOkp+hWlGo8PUVYVw2HEYYm0/5yKh/SGcctjoN9eab2Z8LK+3s55b1Ef1TuH3kc3ZxpHwg2xWQeA0I36/A0fJ0gk/HRx43w9ygpb89UH9rR4wnIMcB8r8zyDzWdIKOspxyrBlBKaduI/IDzS3rVDYa4IVuIGXT+ihlzPwKj7sIY6na4NAnqC5AlZCh8/oOReAXOowNINhIj02ODt4/r0MPAAs6/OC8DjueMI4feoB0YNH3FkQZNvNYOdQTm0r0PK7ogxq8pipDKFzj7LxpHHC/piybz2HZoV+xS8hKb6EldNvyak/lRwh6YuNDYHm1KzYAmVtsl5tidZtqtetpr5E/+rCwjBXGCd6IUEQFcnwM3L8kPW9KCu05xnRiWxOGI2EvsOW8wI9dwJ5hP/rbu2LjlI3ztvvntnMD3jMnN8Smo6eOruvk0TXDus46jc2C0nbtGV8eUTJJeyq/edGS9yV+6kwwT+Bho1kXY6w739Kc+2LOYc+AL4Edatk/ajpPzbam5jGDjkoo0IeFSKM/Ge/ko08pS5/Nu9/AOcFn3dewfaNMyBwwf6EN8GWeoVCeDuQD/rOpTz/11a765ntCfyD8k137SuQBh7vPJS45wTOGwg0vLC81twN66w7JTXn6FD24mf25ZZ9j0323Kfr0zMnzOn1iw+DQPsup44TrOn1sXcRPOgROud9PpR/jdKedmsB5nXI6snGGjSLYmNF+EJvwbNoHwf/Kdtg3TL9j0hAT7hMaE4gn+McnuxJAO3IJ/QAbfpS4htbjI+vtCbJEkT+UzciN/qGusk7GD/1YWE7qjZpaHredXtP2rqX5pY5yo5sDXcc9tuc9ri0bbMRRt59S3yNr9BWQMlcrUt6Q25Q5/BvA+bOM42XeUERIPhN0nUdV3iHoEpebOLSwoRPYhA67uc4G3B7nyMhZ+vfMpucCW8oxjy9tWaWf3BnuMiMwOeArilC9XlMDG9pueE7SFOOGTVDRf6v3zaUuXM7Ny7rWk530HRhjDfO05vaCI8LW2mhNlgeVT8d1jxw0hXYBGoWKolBtzLOO/Sb0CzYCHvHxstX75rV6ZD7tPra/gkzzvYN3M1Ttsg908P7St1kdywj+0eJKJ+WHccZ4yzFRK9Jng38TkGXEcLWTvLLAR4SKsc5sWHczr0RGGb/IKJtOrpqnqxVte0On3+38pl0AclSFxAHavrDSEbYz+e3xWDOvIi6Mx+QjQqzZcVdyIEy1wV0qWzbxYYqd/q7Y2Im1EnzAbft1+CQ71vPY4rThLhARiogSgX8vPSNCjNEm+t+6jPlTz7awZz+sN/adqs3zGraL6YPZ1tU8phPQhY4XY6ilXqwJn41xCi7049xiS/PL6IaW8PXAFbY9bpBNEsJZgcojZLoN4hiJdRzsF23Dv6CtWzl39PzR/hjrMelzsHmgfTrwyjjQMpTZcZ6t831tGip+wavd3YHwq8FPTREu5JM4kGOHSEKkHqvb7jXtS7Q9F+iaV1XbFg90BKCb8D9b6U+Uc4XKVtZyfBbpQ0x4Zt4lL6vQeeoJNcGnlutKXs41bXtbY2gKHdtxnzXdd5SHdO3jiAgV5n1hPQHUCItCheuHZ+lXWI7g0/n1vtY9t8j1MvuMZ/AxDGdOnJ/4oviUp46v65R9UnzMEnxt3zN9Uoenjp4X8ZP2QfO+8552nPU1Ptq1NvFF+9re3hFzHHwcXeMI33dzINsx97bFCNmnDQP37a59c3ARDhwf2L9FjkrfcCTKZsHZz4vmAGNlNMZS9UvNMtWyX9lbaHtsdJX2+vDcxD86NLbVqw6Bu9pW29fINrgtB8ew95o4m9jjt6Aj2p6LMHbRJzWPwSvKYsXUMW9TtzkNfpdJ5rbHcxhq1r+sh6HHqWNxpSvWMOA7PhJ0QUcF9zq/WXfDL4cP8AO+wB/4FLHHRzIjzVL/zs79cMASt59smScirGfHUOgyceXhbBmmfJex/EXO2e8dnY4u79uWs/kyz3KwG9iP/NiE7RJxNgLHdvEcZTjZQHFP70aivX0/JmXkRtIuiCjHbajeKpQb69pvQE67rIHZv0h/CRtvv6NAT3icRwRFBY6hbRq2LXljP3BjfVtrnv+njbadhTfw6fwa/s9Orl8NvMZO2UTin5D/QoIWfA/0Ugs6/BwoabHv0Z1vqONraCSPi2T9bo7ymETy6p74iSibQVDGR16PHWrXvgVyiJzBV+QO/4cPcRHiE+Erkc4aG8/3dv2sdmh5xD8peQ/DgLIOfiMsB+7nFj6feY7dXPCzN2zGsp8foMsWlpjvNUWehp8p1+wrFpaJkdcmRhejA+WVYZI35GqlkArb64b9fGSuZ/mbd125eb3XxrFd2JDVIxfs90GvA6we8TqAQ+IH/SzkEOsChnxGkuGCeCZSwrzjXhvJ/JQDxte2mateS6CNlb5OP9r+AzaSNiqPyN/qB9ojQhGAFCr9QPzHgX0+1jY3x2OiHAfbOQ8gnbnErvtyiIKpmAcC43jJn5YPn8nPiFCEZdOyhtyhmxY8n1uwf4Fd7c431fZ8qMVavXUV/ZVyaXlCpmoOE1ye9dWm13Fa7lfWEdvdutou17K+IZ375FW4H60nObXncDK3ZHIkLpwh+xo96PGFjz/IcKih04bVfFDlkUX849P6a5TzP+aCjGXGKXPpHa/1p2wYD+Ur0RAVZsW67BERot3M91oew23Pz5BhnmnML7U17zl1bqbu9mZb4YeBMrWKRw7hGVCzLmian23zCDw9PzucW2x6ja1lXK1cy26bb/DswvgYmSOS6Dzd2CP2oIMn8IaPDDKWNj1XBOAhurEaV6nvkqK9pfcgImq+JWuJA6Y98Zv/O6x1bO4K3MxFGcPo1bOnNsbPRjbKuaifkWDzgNP2BdC/rIWTHx3M3J/nK333LfKRc0DqqgDygOqakOuEECRCE2WRD9bdNzf6uRovma0AABAASURBVA5D+0lDx3M/2+w2KECiKtDVDrIWtu/Ni/RvW4wz9CE2YHGlU/a55YExhozQ71HIdYBBedA2+mZg/Ycc9+0z0S9A0ur5fUUr+WhXFnQjfSoivNYhIZctyx8+ALJL/XsBmUYum5b1pMd2KCIkn6oO82GCv0qbhS8NDoz7nvU1xgSyBhBHRhNSNzhjhldmCyKVYPlC5guPlaIoFGOZC25eufgdcYdWTggxvTXTjn7Hr2YszdvfmmPt1faUMde2/cCO4JPVasWFdUO3uzBkmtdj0f/kIS/rgj3biXnsjaFnXOChnjrP0W1v0BuuHgM7IScjmagcvhHlBf2FTmM+1bfeSF3ieUapSwZeqxuknR1bHXEw3gHi6BD0Q8dt6c411LNfi84AJnTZztGPyqOsN6N7fsA3tJ+Gnt3yM2vmfzz33LDdQRfvmLZSp5kSZ04sUcaH9gEGhtSFph29TXnsAnafsuRxsT01XhzNvjNPavy/IzraOo82AayRd9022tOwb0O/UBp8AHHAxUU7gcJ9X6QMh+iPEhx3egA0AJAU41BTHiH/hVQUQKisw3Jk/IWhNq4/Q+KGvfGkz2mE4fyElAPCOKGLsYydST8AO2P+IhubGzuCt33sre0QY538MaZJVzycwxnD9ZEF/oF/0nf0/dq2+J+Wc6c3lH7A2Bfg+felkH6A7587vSl8AfwI6KLPwTu0TEEbdV2AKKMZ+Ad6yiB9xqFlCd9y4Dldnzb7Gfum6dry84XtXL/2mAAvWCw4Lkosgboon2PK8/C+y0MPcow8TsDr7imjNzGkTsYONDB2hva3oA0ak9g78QdmGtwlSR18RPbw7ZA7QtqDrto1fwc8E0KIskz+ZLlLf3xH4KzVivK5i330tuc06KmedTLznDk/x+K6GucN6170G2VqBePK4PLFGOpej21a5+Kjo+PRxYnLenne8/o5r4uDq+55fCnvo5Svkv8WHL3Ig0ZdBgXtlO/BFvodfiG/yAM85PoF48P5sxwFHd+LNtMzLX9sV0y7kQ89/wIPOMFd+e9nPRYZlxPgedIe/71KZ2wzZtc93nPc+plf3/OBAfrEY3AvDZeLQw20lVCu91K2b52EfqLNyD9zvr7HIXKEPDGfdCNEOSWSy2F/cWlmj/taib5wRchMw3YQG46MIW/Y8Ik/4LU35Ahb2rD9QeYoAxCvgHstz607ll18gbbtLuVIyzmn6ygKGuUWZjf5Rzf4AL0hIhS2E9RXYEdc7yTuMRK+TgjngxNxDTogdS9U2bNcKMIwxglfiqJQAnVPC8ZTGCKMM1wR4OCOO82PUpZG6Yeh8/pbA23Z/iLfpWyXfhrPQRmT5Kc5EWGe7W3RyDJ5AXxbdes4ZKhn3bdgnbXgOSjPuRdXO/nxrDnrMuS1bX2JfCF/lKnZz5xArUjftVaFe+6Rt26ZpByy3TKetmW96/Xmnn1X1pYA3itpe97b9Hy0bprCcrWX8svGQwr3YeG+L2kJ0xHKa6fJ9we2D337LBvrO/k/c/ms++Smzhzf0OljG+LZdQkbYn335PPnJ+EJ4s+t64Th5POEvuc46Sfyel0nyWM4dXRDp42TNYn1M9vig4Donr77amA/YjiQB6Qhz4C0hPwJZaDx4S7PvNgJ9BX/B5j6y3oNfV72ceYal3jpBWaZIiKBcVyz7BVFIZ9OU4KucYyYk5qNzF/xiwB4TnLCNcrPbs84MOPAjAMzDsw4MOPAjAMzDtxbHGCTYTahmqZVp06duq4Nt6ap43J52ZzvN37jNy5364ppf/7P/3m97nWvu+L9aW+w2RgbZk9bjg+fPfTQQ9MWu6n56Xf4M00lv//7v6/HHntsmiLXn/cKJdnsjg3nrnB7lnyHcIAN3h+Y8oM8v/M7v6P3vve9t6QFyDIfANpvZc1mU2984xv3m/0lm+/IkSP6V//qX+nZZ5/VN37jN+pO2SBwPx3CxyD4GMBf+2t/TXfrh7m+4Ru+QYuLi/tp7k3N84pXvCI3mJ6mkt3dXf3qr/7qNEUuynvy5EmxsfVFide4ePjhh/WJn/iJ18h1a2+//OUvv7UV3sDaZvb5BjJzhmrGgRkHZhx4iXCAuSV++bTNZXPlj/zIj5y22E3Nz+bif/fv/t2p62Aj7uvhQVURH5v6vd/7vepyX2FEiA+G81HdfRW4iZmY2+em6FPUwZrUfj+Q8Ed/9Efiw29ToM8Plc3NzU1T5KbmXVlZ0bQbnd9UgmbIZxyYcWDGgRkHXhQHWLv4si/7Mi0sLOQHPbHlLwrhXVD4sz7rs8Ta6n5JxTfCT9xv/uvNx/rlO9/5zn0VZ/2IZ2n7yjzLdFUOPP/882IM8LzvqhmvcvPbvu3bNO2zrauge8Et/odummcHlyLg4zm/8Au/oO///u/Xzfa50SV8nOwHf/AHxf8PXkrLfq//yT/5J3riiSf2m/0lnY/nRDe7X6/G4F6vp+uZD3/oQx+6Gtp93cOG7XcuViHkOeFnf/ZnV5e3LazX63rrW986lT260cRubW3pP//n/zw12s/93M/Vx37sx05d7mYW4FnatB/c5Lnbu971LulmEmbcPJf89m//dn3Yh32Yr6Y7n3vuOX33d3+3dnZ2LiqIXfixH/ux6/r/mNXVVf3QD/3QHfHs7qJG3QMX+3nV4h5o5qwJMw7MODDjwIwD9zYHQkED/dCmqIUarZp40bu30FJvsZWb4PMSIi8k8tIgeZyVEvnSXfXiV4AlymSNRuJ9ZF7G44XLjbWd3Gxg7cxWblzEy3nlS3nj/OMgN0/oD9Qfb3BEOV5MzpfYnc7LfIPxy86uQiUdVaUlkpGDkYnK+wrV64Va7bp4KbO70FT18mSn18j0ql1RuOAlJzioLzfZ2NjR1vkd0R5e4oaW4XiDgKoY9ESEfErh0+BfcUAXL8yBa5OXK89sixcqjz69pg89elqP/+kJPfLHx/SBdxvedVTv3w/8UZkvy7z7qB57zwk99YFTeu7Js/mi5blTW9pY7wt6oaHg5U9oAkgYQ14m0e5Sdxzton07/WGW7W8NBEA76cOBW+NzXPzGBma6T0Qo8UJWQHetEC+Et7sN92FL88sd8UI4/dnKTb8K5UvOluFwflFQL7VjZL7tBfdnxczr7a8slz9G5tPRRDmUkGcmKU7yiHvxvEY+eWm6O9fSwoGOeLF6brEtNpTJjTYbRb6wnP2r6qD2Kn71MC66vedqjIJ2IduD3UEp99sO2QgBQP8Y0AfoKVBNMFCewk5EP6JTeAG8Y1lFXgk73abaltMmL2xbJ9FWGUHw43KgcFDysbogwZCX/vHpK84QxeADL3/Ds1a3rrYBvZYwV7fublwA6zteGmdjHvhJyDV5Kdfq1NW0nmSMsalPFFLWwY/u/uPuaUGMSQ2hz5CXHA/Wd3w07eD9C7rvoUU9+Mplw4ruf3hJhx9c1OqReS0f7GrB+brzLSFrDdvysj+LHDfIZoJ1Y0QoogTtPRCyhJF1iRIQSsSbZKdIIQEurrCuLQqpyDDG16EiHCeTCw1tJ3mpv58bC/TzY05sInBy/IEmNr5nExQ2sGITgN2dgasZGacUxh3h0KCbcNAu0FahTHMUIdpT8zhF77Q9jnvzTQHEG80i+Qldcn7Kli/Fm2yTPhw6NOwN2dCAfFEUacda7Yba6ARDp9cUAO5ms27chThSt1IIoBNITAi5Wlfi0/fQw8lj+0bYZ/iHzQfQV4Pd0VhXywUMPqE9gThglCPXAR7KT/rq1GZu6PD8U2f1ocdP6alHTumJ95/Q4392TI8ZPvj+43riAyf11KMn9aHHTulDHzylZ584bR/kjJ576oyeNxx9+qyOfujcxfDMmo49c86wlunHfJ/r48+e0/Hn1nTi+TX7R+dTVtgEantzJ3XywG2kvTIDSvrDMa500UGqRc/yO8q244sCQ/su6G9wVPw1C7Ns8Js/RG4OQJPZPO6HELqWcdqy/kUXd+eamrOfOmffe84yxziu12uSWzmRJ8tYyptD0gCuaUfG96RzDVT3J/Xrxh3JMjrDNCZP7UMOzGc2ydu238wm5Gw4BpR9uSvkdGi9QF8kPyDHiCJCPqWQx0GoaZvUsz7DH1g5NKfV++bF5snowEMPLGr5UE/zSy2PpboaOS4Lhccv7Zy0mQv5cOjTkXvodIPo92yrmxX4yc2aWvY1kCXsAXYDXt33siUdAWwzsBv3P7ys+1++rCPja8K7Ge7PdrhN43bRtvseKu3jwQcWdMCyw4atvYVW8qduPtXML+RFFjh4mLJonmaoFx7wukoNRygLDvywVspqW2xOiz0+9OCCDj+4JHgOLReBab2beV3RXvLcbXR77n854XLK1AOWq/vslxzwmJ1faiv12ITfhdkbspqwfi5V4V6+anbcVRwIDwSAnhza2KT/sL2TayX4EfghuZlc2u5h9jkNzDIu66EnYGSpIJQP7hWey9cbNY/Ves75e7YDbftKjDM2hsY/Q9+FCyE/rlr4WRmO/a+8xh4aqvFdGHmtLtuLUKtdU8dzoznjTvz29RqW06IIGa1U/uiqh7OW90eufyh8FNZKWOciTPBaCjYPu8iGehRBzQxMLPzZ3topNwi1j8x15jW/sI/YVPCb7D3UUJpUKdONkPlCwz5/x23Af2DcoeuwA/iW8I35QFEUkkLww9ULyLh5RBzgGmCMcl3BaE8e0jRyxZLQg6ClzwD6BnqIc885dNUDNJcA7UZu4A1+wzn7oswZnrcv+rR9zSfth+KLPvG+4/ZHj+uDf3ZcpD31yAVf9Bn7os8+OfZF0w89a3/TgO9pn/Mo4TNn7YeeK4E0INPP6fizazrpecrpY/ZFXf/5c/3sJ/q47Buk/kLLImjEheuMkeR0n3lJuaH9o6H9nxJGlhuDmc29Cz2b2Wc/L4ID6AWKXwA6g6sQMsrYx0davW/Otnox59b3qr2+yFZjrw1H7Csdccg91hH4SFT6SNaH2OyG16vgU0TFtz3ybkH1qUuP5Dk3DBQr/FMUobrX71rWTb2Fttf2ulo53BN+0mH7SUmDfYb7KzBNpN3NAE+BI/aLCO93eKTit/3w+x5c0sFct+lpcaXjeV9b6Gl0dESpn2UeTuBSRr+Er1PGaL/5FBFCvgr7C7V6qGY5Q9bg47WAfEDNfgbz7JrXfGq1osRnMxm2k0DVB3SHxgc0lGDd7QjrxqxTVPPd08fP6+Rz67YrZ4UNwm6dsC05d2ZTPNdKO28bP7QtYFTFGK+rrGK3J9zbSBNl9goozF/Ww9CZ816Xn1/spF+Gv9G035H8c54IFzLl2G/AZs0+xkhszMkztLXTWzple3rq2HpuWA6/sPH4jdjVIQXMT9BEhML9QP/W3S8N6yP0EmucXT8ngJZWp6Zmu1CjFaL/w7omND7cFp/ji3sjCDcOoDWT0Bf4Dqy5IFvr57Z1xv4Kvssx+zDP2Wd63v4PG7Gedfr5tb798x0hg/ikKX8gM27iZr8Ao80zIlRETm66AAAQAElEQVT32EA/4VeuHOxZd8/lnJqPYTHPY96Lv9n2PLjmvCH+KB78JOzFmQlX+Ml8Vce5bvq/Yb+86/Ux6jl4ZEFHXraY698PvnJFL3vVAT306hXlvNO6lfWOVevWA7Yxy6s9UWZhua15rxXhG/ds33peZ+vONy3DzVzbJW1uoaV5z1fJu7TaEeUP3T8/qeu+hxZ0yGsJfNhrhbmtcbJ2iw5JuQuNj5H5V8I4wYFvui0RoYjwtXKusO3nTGxOvLG+LUI2wOc5c9/Pm3bRDx4PyYqyiFSF8rE37st7/zRPq0bCFLcfViIfNa+TtryOiozQhwDxlnVGDb1EOZdBtpi7JDCfATxfZL6Dng8zuCikwmVq1jngxY7UG7VckwzrF1CR1+gYLnkZ+Vv9lFfUBd7Ug/RjgosQ5k3aAxYDRQBQOMwyniPs9nf9/H3X43VXO34WmXrSNmNkQFe6pEyy4IOLSSp/XYs4wtfcK9yeum1j03NexjFyS9g0z5rmEeOrqNUU4fWZYVhn64UAr8ZAu8BfmB+1nE8XatoOtI2v43EK/qbXIcFbQx84X0QoXAiaab6jL/oEXyKpIiB3ArwZ7AzFPJwxxbOlvufXu36+hM2l/nFW55ZM2hjCoUHjIzOOtOu+2Nrc1fq5rfzYFroUvfq0n3089t7jeuQ9RxM+8P+Oai9kOmm+n+l/7PuA0x75k2N67E+P6fH3HtOTj5zIZybgXcNHON837QPPDYcKkwKf3TWCTl9OTu5J/I7cX0OhM3atO5CVHcvODnED7U77arlBtmiWrnJMeONI5vVcn+dXdY8DZAjbiy5NPem11VxfPdBVz/59e9zvdctbURSCPHBUoPFRXV8ajm9bh2oCpBVufM1yjDwxrtHf+M7MW6h/2boe3T1n3Q59yCN5KfuCOmgXN2Zwz3Pgag1kLFgdl3LmSCUn6PeEqxWu7nn4RYR8GkJFMYaQr3XFwyJ4xXu35MYeAkxq0mrSk37GDeus2Iiufe2edTpx0mqeZxUe1qKQcWBLB2O7QBzbYFaKsAJZfxRGXredxt60eQZuPQHOjp+Dt203GrZD1BvOp0SuPOiTjPBDnWPIvrM+G7hy9Fup63ZTb/at+0gbmqDMzg/lTW+JL5T0WEfhNzCPQWdgu7puK9A2fWm/rHPCNGX/qjyou4xJpON/s16JrWG9ct0++OZ6X5Xd4d5g1/ocxqg8oINyQ9uWXft6+H3MkSgPMJ+kDeQpS4x/3QZi1BsRrj9UtqVmG1zPdYTkqde2215zAVjrxo/BD5Ci7BvwjCED/yRNhEMJUof+AaDBUVX35TzywbWDqU+KJ/gH3BVUdbjbsq4MTQtyRBwgDhAHoIHriogYR4a+mby1H5CyYV8bH6Dv9XbCwbg/IkIRwLigg5hA+J4SoBEbim2lX3mmfeLoWs7v+R+IJz9wwrb8eOkH2Ma/3zY+bb7D9APsA1wUOv0DTiPPo/YFHn/fCbF+/cwHT+vYh87q9PENIQfY85Q380pmfEgK/41PLlQd8IJnDAPLVNJq2w+9+EE74+cQu/xPiMcNOEEZHssRIw3N/IF5Qt6cR57d1tmTG7kGzv9lHH/2nPg/jaNeMz9q+jIkbiB9OjirveWreIXjxHNrWTcf/mIc0H9DjxH6AB5cru0VD25nGK7couReGiU/Gb871kXb9t0Jd9wfA/ug9A38pr9cRJShbEacQN84KE/fCOsf/Kmm59foqu5cQx3rzZZ1FPq00ah7flK4uMe2da1FX4wJwotgj54GeRQS+rzeLNQCt3VGb76Z82L0X93+XgQ4yX2TIfbgN2OQ4R2PWfof6G8NxmsWQ/N2KGfJAlnMNPpUFS8jKSmZD1zb9v/Ry3xU6/jza/a3z+opP0t63M+OHvU4BKrxyZh8ZDw+q5C0D3hcA4/8v2M5ztN/d/mn/NyJNb6Tz6+LD+eg++lz+hkiw/0XEYoIXwIO8nTcJ1HkAXnpm85tdBQyA1hmSKcNpfw7t8v4dOTGnPCyhFHyC6zQXNj21W0jsYPIGnaR/8ud81pJ27aFdGwP+Sl/kaxZb/MM1uZZyKIslyXOImW17nlh3f4A+GsOwcP9Epc1E6dBAIk3CowPWgHx4+sKdV5aDzL+AO6bI6UgVZmmCSvcDsGXMMafuJ0+Dbq7Jq/bVbV1aFvDOED3YVvynQ7LOGM7dbrzXlOWnadqO30UEV7zraltfcW6Xs77Flupt/DjkFVks2YZi7gm9gr1NcJQkMP4opAiQuFxXdSKlGfiESEJ0P4Otws+waO+dR1rgGu8H2Lbf+yZNT3zwTN+rn3SfsUJPfYnJ/TonxzXo+/xuoHDx997Uk+876Se+sApfejRM/rQY2f0zONn9KzLPPfBs+JdkOeePOfwnNBNzz9FeE5HCZ8+57QSWMfg3nHXd+L58zp9bEPnTm4K24s/u2ufAN0E3ycDYdzOi1rqtjBWyZf53e/DsR8ysO0ecM1N8u2PO/dcruQXvHMkIpQygwwZMh4xZZvNTJ/wHRjxMyWGez37rH0zDsw4MOPAjAMzDsw4MOPAS4EDc3Nz+vzP//ypm/rLv/zLmnZT46kruaTAb/3Wb4mNly9Jvurll37pl97QDY7e97736QMf+MBV67z0JhsnXw+PL8Vzo68XFxf15je/eSq0Z86c0e/+7u9OVeZGZo4IsfHYjcQ5w3VzOMBHZfg4yzTYNzY29Eu/9EvTFLmuvKyloMMI94vgUz/1U/VxH/dx+83+ks/Hh7n++T//5zp9+rR+9md/9oZ+GPFmMHcvzl/8xV8Umwl+3dd9nc6dO7f31h0dh2bk9E4h8o1vfKOazeZU5GBf1tfXpypTZW40Gvqn//Sf6h//438sPqr2wAMPqCi8CFtluEwIv+6///7L3Ll9SdezSeSlm0PeDuojZvb5dvB9VueMAzMOzDhwt3MA288cc5p2LC0t6Wu+5msUMe0zsWlqub68zK/xyaYtzWb9u7u70xbL/Hxwatp1kte85jX6lE/5lCx/J/y84Q1vUL1evyIpy8vL+qRP+iThn//Mz/xMrsnwAegrFthz43Wve53+3b/7d/kBMjYwB9ee2y+Idrtdffqnf/oL0m9nAhvuP/TQQ1ORwP+/TjPfnQr5LPOMA3c5B2bkzzhwp3BgOByKj+i88pWv1Fd+5VfqRnwo5U5p26V08OGYj//4j780+YrX+Ie//du/fcX7N+rG7/zO7+jJJ5/cFzo+OsLzlH1lnmW6Igf4GNcXfMEXCN5fMdM1bnz1V3+1vv7rv/4auV7cbdYnn3rqqetCgt/GPIfnWBFxXTimLVSr1ZInfOjnWuuhV8L9+OOPi496zXzIK3GoTOdjuZ/2aZ9WXtzG39e+9rW3pfZ3vvOdmlZG3vSmN+nlL3/5baH30kqxRa9//esvTb5l13wIkjn8NBVGhN7ylrdcdc48Db4blZc5/Bd90RdNhQ7Z+W//7b9NVeZ6Mz/88MP6Z//sn13zGdHl8P/UT/2UfvVXf/WiW//rf/0vffu3f/tFafu5QCf/+I//uG7XmN0PjXdznqs/AbybWzaj/UZxYIZnxoEZB2YcuOM5kFNGO3w+VdRi8oIjL9vOLbbUmWuqlRtl1FRvFKo5D3l552vET9XCqCKyw24YjnKzsf7WQLyYvHZ6W8DG+o5IYyNi58q8Vcmhy+zuDHPjKfJtsJnF+d285sVN7g15oW9YldhTKUnjl9LyfT9+fLtWL5QvsM81ctM1XibmZc12t1G2q1lzm4rLPvDDedzdHaq/vautDWBnDy0D8XIheahKIakw5Bn5KxKrqCRo7+994fLYho4+fU5PP3Jaj//JifEHuY5e+BgXH9y6GrzrqD4whkfefUyPvue4nvrAaT3/xDmdeO682MB40/zmJVi5r+jf4KW/7MCSsBjTmEnQ6MYMdkfi5W/KwXdo7m/tmg+DTB8Mhu43mO0CN/hMrP4xGZBs7CEc2lqtUN19hSyyWcD8clsAGzKRVm/UVCCb2T69pA+zz/1j9pmJPt3z18eOxOOiicMXpayPjLsC6ijB2V70Sf8xVtkokU22Fg90VOqghpqtuuqpfwqF+1iW26RLrn8MDq7/NDI2OhhattEzO/3d3Pxupz/IDSD61gG5oY7vs9mJq1eEqzOYNckTX6UuYdObVrsudAwbZ2TYa+Z1s1VzO2qirREh+dT4AM+VOivvjfNRTC5YOFKrhxoeF+1OTei1Tq9unV1XfnSr17gQWv+xgQfp+SEurn2f/NDX7tbVMm2NZpFtiAjXEMpjHGR89nNTOZCsNu+ppCgi5b5nG8xmA8sHezp4ZD43B2UT0gdftSI2eD784ILYfJRNUheWO7ZzLbU6DcsFY6amum1gzfoTfBWEcQPuZEUE1SUgZy8c5071+LCQZx5+Qv5zOaMReBKv9S8h14CzZJGhbfZgd2D7sauNtb7YxOjUsfNi45JTx8+LD3Jhq9bPbWlrs582hlEdhZT4gxpvNriNriJcV+Gfwm2Bb03rnY7HSS83cG3lGG54vHE/wpldBtb4GZvtu0TIxiN7QzYkAUajUFEUqttWtawf0A0lNNUZ64cKt6wI0Eejkiy98BjXbV8Iv2mQPB6adyXsoL92BnkN/5Me43oBPtAAVOCbQ+u3Hes8Nq7B/2LzXjaRZsOGDz1+Wmw69cT7T4gNbNhEko8hsAnV04+cFB9JYCOpZ584nRtUPf/0WVVQbt50Tscu2rhpTeUHEc6JD3ax+QSbB7Px04nn14VsICu5YfPmrtiUamB/DL5AckTIp/IndNnDTRL5aRcbf8ArgD4q5ZxiZgzBFXBwa0q4cnZX5VPULddX1AqP05rY+AgZwJ9B1ubte2MHW/a9kRc5M324F2jD5NpIJ/GUCV0kj8kH58lQN+4I05VnSPSFq/AYGLnuobCXW5s7YkMx+hHYWN8WGyvhX2Y/uMDIsq4sHwKHwrgkFdZbjBN4srjSFR+WWj0yJzZEvu9li0LvrRzsan6xrbb9efhUcxnGLyizreA3GB1JBPcM7G2fp07SJfqla521kHy7wLOLPsr18iXlhwIeXrIdIb7s67sXjrgd99Om8UcduD7yMj7ItSA20GbT1sUDXTG3bY3tI/ISUZh3Pi0n8PRaArI3T1GEGMN1+6ZN6/TeQkvUsXrfvA4/sKj7HloUNCSfky74vCRou//h5bua39B/xG0AiN8/4T9tXNZht53N2tkYu8X4xG56fEaEme3Teip5ab5rdtyVHHBPSv4JDyH5GFgRoduZL23v2VCOtF3b7qH9lLR9zivLgYsSuxgyMcTYwh/CNrJug13EFyvHbk2MXfKAB1vIx6IyRK4ME3t40QaEoSjkOU7Y7hZqecyCs7fQTL8ZO0Kdhf0/cQQ/JUzoLi/Hv2WGcIAsY9No6479r77XevrMGx3fsU+14/YP7F8lnkDoRxM7ib+Vm5Rl/oF27S/DK/CB1+gFiIrGNXsEOUZqCTXT3Ex/tak5dpmFggAAEABJREFU20Sgt9ASvMPPRD/V7Xtm21x9xauKT1xXcXejEsZ85B6Q9+Gn07mGNinSTwcv/QEdFXANyYCudJh8n8aiPTASfhu8xIfAB+SjvSeOrqdPia/Jh2CfsC/KR2E/+L5j+uD7juuJD5zQk4+evMgXfe7JM7nx4kW+aG4meu4Sf5RrAx/kyvtrwhfloxb4ovjC+DL01cB9ST8CMi/lI4JWOHLJGW5VdQt+sX4wNCORBWBomZiAMyROcIR/KnB0dl4fB8zSsuC4n+T+4ER/4HMzZ057/eCi7fWS+NDHkbRly0p/wvG8tq27/y6GI6YdoA2EwP3jth1xeJ/XEdJHss/Ym28KPZubb9dqirAgwr8xwFOiuuQgnSTCkVzGEBEqPM9B96DL8b+WVjrigyarXs84bL7fbz/t/nvMPzqyl99uG9d7+Y1/RPuZ1zC/gS/tblOsc8t8Sx6ONDuuwYEoJKBWFLbrhVi3Qdbg4zXB9jDz2i+tAZbTAp++KBQRBkkhHyOr+ct1htPdUdgqbAK2YWNtO9e4Tntt68Tza7m2gQ16/ukzOmX7xWa9Wxt94RNQZoihBbXr8em67pyzosesUM1rzaxfozPxLfDru3Mt4TM1m3XBx5r5F+ZftsBtMmvSjsMfbPnm+b74IBk29eTR8yptaj+fq7HuPrB/CD8oJzOeegvjA2ruH/QRc4mu10TRUfhuba9d84GQBmvXprEoVB5G4t6xm2RC3Htl4t39Cz9oASFQxQnhGzK1tbGj9dxIfVOssx579tzE/0Ee2WAdP4aPy5Af34PyZncGZptKHwS+ZVL+wP+253Hz9i3RWdhM7AUf41o+1FM+r7G/id1ADhLfmMgSZ6Ix7jK80i95uTcqESgiFO5U5KtreUNXHrx/Pm01NuOBVyzroVcf0EOvOqD7X7GS9vuwbRlr5dC34nVzaMPOI7M8U+rZ3+/ON+zzl1DGm/abWyLPgp8vLh3oivKHHpjXkYcXPFdf1H0vW1Tidv0rfJBrqSNkENqQ+wjlMfLvpB1VxGncJk/Bj6+ZE/X9bJVxwdo4If7u9njuxJgZ2D8s+8MF9p4g8/U4cOweP5OpbqPDPSwdy0eolmswjZzv0IdA1+vq6Kya50Yyo1w05c/ut+deUoaey7A+T3zkNTTyRYSKImxPQnXjbSTUfF1kunyA65pqxZnoO8YmOpAQyLmT6x35/qU4XLWx+/Q9+p511L5lhHXTvueRKROefyQe56FBbpoL7DlJ92Wm+yciTHfhttTymRJ+BmO55fXlVruRaXXbwpp1bES5+X7Fk+SLaSWcwHgOKDMrCqlu/jYaIT76gX7GRjAuWp5fNxp18y0EPyMgRuNjBOnj+IsI9qIco6H58DvHl+fh6ETGFfNx0kreOZdP+A9ZclsSjK+MElEe9BO2etvjkk2qJxv6P3nWz0RO+XnIMe3dzJ8N/IHqYxt7w0z/f0dFSJlH//SYHnsv/7tx0nr6jE6OfQQ+iLHj9QBkAHrgX2FCI6ALSNLKHy7dFj7Sxsu5KTOWFfT7XhjsDC3zo5Lvzl8WLn9BUcbGv75PuwFcFFKhARnBDiM/6FL05Op9cwKWDpTP7Nu2yQ2v95GXMpQtK81YRsFbXvHryuiIMTBmAI2vs4CzRREqLGt1j0fWM3qepyyudMQ6I/Uv+3nAgq97Cy21basaXg+p2SeRGZhtqKpRidnB7HyJciBFwT/IIboiIa/5sXw4SNZUYV5c/SciVBRSIKcGQkVwKo/I3/yZAm3mv7k/JTWQB82FaWfsMn6Ys3ftb3c91tq2F41WIfZTCNqpkk/Ys4m9GNuGia3Adhi9TxVFobrtTLNVU9oeP4dpAx6rLYfolXqtML+gxLjlg4IOUhUkLyPvh9PQEUNXhE7f9fNudB02sr+9k/+/Qzr3weSiyjKUM00OVLgubDt2q22dhc3CZ0CvdHot09jwOnHN9qtQYZ6EIZFQeAIlgUMrGJ5RY2fwr9fPbYvnnVxjN3a8DlzSY/2bjTECCx/lBp73QH/fdh4fEBsDYLd2+qXOdu5LTloTSQ5toy0Vb+Epbel4PaHda1gX1t2WutvidrjNIHLVqVYJuU6SaIrBTbGdMNcc4T5jw2wWITzP/P5xVv9yXohxtT9wGc4JjOTqso6sy+kZuq+Qr6TDaYTku+geecb3su7gdyRoHdh/hrc7tofY/23b1GqtnTlnNf+hbyNCEeHCBp8aQyY5dehKB16bBxf9xP+t8H8s/H9Erkl7Pfqx9x63bT+m6mNc2Hk+8vMB2/wXwHuOqkp79E+P5ho2/2PB/1HwvxGnT5wXa9/UN3SjaY+bKUGQafPpuHxkzO111Ayin8i/az+RtlftBg9pg92RuG+UFEh0jmjk9u3SvrHPtH5uS/g6+CTlx7jWvGZ+TsdYI3+mDIkfc7z6oNb+Q5d3uSxvfBlyPQbmqtR9/uzW5H8G6EvohgfZ4vyB8jsEoKcCk4Rswc+++dm33PUtg+gI5I62wG+5v5xV2lNOew6S5ZvoH8Z3yz5Nx/MaoI3etI/ddBr3ir3+u8eEu1M5dsbxvTqadPlA7mteN2l4/aTF/xEaZ3e+lfOoFvrefhx5nHVyQjIwSbhBkbKtRubIyAppYPlFZpn7oEfhIfwjPeXARPiU2SOGRP444uKSyl+jkTWZKAMO9CpyxQffnnvqjJ7286LH/+yYHv2To2KcAtWYxG9n/O4NuVeO7edd5pges//++PiDXKzzMVbyf1281oU+p14TIPovCsfGZCV50OrrCP/41tB2YMc++kRH2R70bTfw5xm3Q+sydICzalxEZUlSbiAkU6WIUIG/bblqWMbalgd8Afz+3kLbdqUh1ljDdpExSTEAuUtZsy9gkq1rZPC8UqEI43T+mnEm2JevOw7UbJsK39dFB5gvSnhxF0YHjZdDkulWivCY8cE1UOV10So6RUgppNlQRlXir66d6HMKhHdFVpoE7xinQ8s14wC9t2NdiP0FGNukw4+rNgpk4wzgJH94LDWsm/Bz5pbK9wGQyy5+qnVYy3qR+zXL7wtEaoxr2iAoYGQ+J3LMuKaOwvUQz3vk2w+4XZYCoaOwBzu2EZvrfa2d2dKZyQe5zuqJ953S4396Qo/9yXE99p7jXmso4YPvPZH3eO/j6UdP65nJB7nO6rkngHN63msUzz9JaHgKOCs+vpUf5XqqjHP/6NPndPzZdZ18bl2nj7E2v6Xza31tb+yKfqMf4Tu0uvGcCYIpwLi9bpKzjCzj8pgfaZB9Tzj0mttQjKtx1pdmMOZVRMin0HfIDRBRpl2TMSH5NJ+lajxkSAodoNkx48CMAzMOzDhwGzgwq3LGgRkHZhy47Rz47M/+bD3wwANT0cGGee9973unKvNiMrMB3tvf/vapUNx33336q3/1r05V5lqZ2YBpd8qNstmc7Xo25b4WLTfiPhtNd7vdqVD95m/+pqblwVQVXCUzH065U3l5FbJfkrciQl/4hV+oCGah+2fBr/3ar+ns2bP7L3AdOdn0jg9yTVP0jW98ozqdzjRFZnnNATaP/xt/42/oD/7gD8SGq2yA9+Ef/uG+c+efP/IjP6JXvepVQuflutYdTjIfwDt8+PAdQ+W0my1D+Hve8x49/fTTRKeGxcVFfc7nfI6+4zu+Q+94xztyI2v+14mPh4Lz13/91/WjP/qj+vIv/3Ihg8gmNjBiOh01NWG3oMAjjzxyC2q5ehUz+3x1/uy5O4vOODDjwIwDMw6MOcCcEj9rfLnv4JM/+ZP16le/et/5b2VGfLHP+7zPm7rK//N//o+OHj06dTl81P/+3//71OXYEH11dXXqcjerAHP8j/7oj85N2vlAw/d93/fpne98Z/IEOeGDY7/3e7+nf/kv/6X+5t/8m+IDpnNzc/si5xM+4RP0VV/1VfrX//pf693vfrfANRwOdeLECeF78oGvb/qmbxLrNkeOHBF08GGUfSG/gzPxAQnW0e5gEmekzTgw48CMAzMO7OHAT/zETwj78wM/8AO6Ez66vYe0GxJlzYYPWk2DjLVb1nSmKTNNXnwMPoq6nzLNZlOf9VmftZ+se/PM4pdwgLVhfD2eLV5ya9+X+GyMk0ajse8y15Px+PHjevTRR6cuio/9X//rf9XHfdzHTV32xRaICMHff//v/72KorgudD/90z+tW/nc97qIvM2FmC/w0bXbTIZYi52WBtbKpy2zNz/zCz42tzftWvGIEM/WIu6MNXjmkZ//+Z9/LbJv2n3m/ujCaSr4xE/8RH3SJ33SNEVuWV5o48NX01QID06fPj1NkevOy/Oir/u6r5u6PGsG3/qt36pjx45lWcKv/dqvVb/fz+tpfliP4AON05SZ5d0/B67P2u0f/yznjAMzDsw4MOPAjAP75MCLyGY/GV85InLTCV5gbHfrYkMboDvXULvbEOm8MMtLhxEhjV/8GhH6ijMixi+H+e5IGuyOcqM9PuywdnpL62e2tLm+o/72QLygyQtkzpllKD8ajsTmAbyoST42KGNDCq4pw0uBg92hyFeWpZTkanXhcMWcQ2V6vVGIjXs64w1FeJl474vsjWZNvBQcEbr0oB7qo27oYIOkCS2mYzgY5guHFQ8iwnUCxuS4fy86cfJ23PbN8zvJi9PHN3T06TV96NHTevxPj+sD7z42gfe/6+iFD3PtI/6Bdx/NlzWf+sApPffkWZ18fl1nT20J3vf7g+yl8EQ9ipK+CXmhMc2OyL1hvtEueM2L77wwu7O96z4rgZfFh4OR9vLfxW7o6e4zIflr2qTCNBdsGNCoqdVpiBdu53kB10C81amr3iwsv5F5IyLL6SV20CcluH88lniAy3V2/ovlBYjcJRkgI+AHMsE3bkAlRa0QY5UxurjSFpv28mESxmuzVRNjubAcIA8K+XC9Ph2Z8szCRlGGFAYN/OLl4Ur2Gff9sewzDhgP6AP0AmVkOcvQPPApsBW1sCzW1GrXhd5k47tOt6mOdWjbsttsWVatk2hDFqeQfCQBDvd5UjY8LtDJ8KblMdDhY1y9hjqA9Xb14a0MSQOcjk4HMt10dazvWy7PpqZ1j7GaeQzubFDsk6BZthvKgTDza3vGw8JyR2wsevD+efGBDz7I9dArV3T/y5d0+MFFHbxvTssHe1pYbovNpEpZq6XdrrlPC8tlzfKScleFIUX4R3sP6w5fIs+MhzKcqGPfkcJ/eRaOj3GBdwLGGeFcQblR2kg2E+lvDdIesSExG8WyccnpY+dzw5+zpzbE5j/Y2d2dXWuTkQrwGwd16SYetHOC3vWF2wTU6kVuVNn2GOkttMzXVo5pxhv8rOhKHg3dVsMQGIzjDvOaNINGoSIK1Rt167mG2p2m2rmxTkPouKrParVCHNBVgq/QDw6qOomSxH3s8dC+CLppwGZKtvfoK2DXfsrA99BZ0Em5CtxFiS6cQJz7A9v23Z2B+lu72VdnT22mL/H8U2eVH+R65KT4CAIf43r8z4/G9NcAABAASURBVI7lBlJ8kOupR0/6/ik987jhidP2QQxPndHzT59Rfozr6bNlyMZLbLj07DmxiRPAxlMVHH9mTWyUc/L5NZ06tp4bW+emEJs7oj20kbaYZAX9FJFt4LqEi6/JO7Sdol0lDC2PwEhsDAH/BCPLwpfgGife6MCMpkqTrpplrGEftNzEtKGe/dTeQjM3Bu7NW95sM+r1mmTKoBd5ynAsW8QvBfLkZjiWubznylylhVIXwNEbcoYUEQnicF3Jb/v+9Bfjmc3p2KCIjbiJsynSYMd9YFmjf+B/uKzRSI74dBjpzzVtl+DD4kpH1SbQfFyJDx3xYS7S2IyFsQMf4SdyISOCD9luudmmy8E9d9K+BPrabcaHajTrallu8KMWsBuH5gSvjjy0pCMPL4mPAtz/8LLDZV+XIdfcu5uBNiS8fFkP2C4SLzfQtn18YCE3117kYxNsJGW5atgu1qxrC+sRmXfJR8sJoa5xZB4LLLKGzOE3tdoNIatsUHvgvnkdsl1GTvnAB7Q8YLoIK7hxvF5yP94euH8sT2VbllOm7ke23Nb73P4Dh3qatwxiQyt+w7ORbeEIXiO3DjU77j4OoKgNPuXhI2tZr+sMcw0n5032IQixA+XcaZD30fnhAhEhGfyrFxxORE7q2EZ0mW1h14Cf1GLsVvPBolD4b2R5Qt9PwPYR25d20PHBrmz3y1oKj3fmOHU2EO/UlBuwVv6d66JO8pS5x79jGU1/YZxUBZGR8ndom4aPQpurtvf7w/Rddu1XcT9xkD1GyQ94M9lw0Dzb6e+ah0MN7LdhSzVy5eaTgKxLmTSOZjK30P1N6358yjm3Z97rIz2H2IG2534tz0kb5mdRFC4ayQ94BCSfGItXgAlffT/j5inhhDTztDDUapF2G/4CpNGPutJhPvgs7xJJoL0SH66CZ/Dm/Pp2+oKsaz1vX/Lpx04Lv/OD7z9hH9TwZ8cdHs+0p+yjPv3YydIffeKMnn3yjJ4f+6LP86Et+6D4pMeeOSs2AcX3xA8FiCc4D9elL7ouPq5y1nMUNnOEnl372cgx7RcOTNmCi3+zLf7hNGRHOS/lkIMKBsiMgWvuOQvnC3FdnDK7moID9JOlqizhvogI1e17d7w2s2jfctX2+vCDCyrt9VJpx2zD0pZhzwyljVu6bbb2xdZ//x5bfVH8ZWWbDmOvD89pwfxA17Y878WXhE8RZlrJvWv+Jq9hNqAQ4x890LC/1Ta/ewtt8dFSPuRy8MiC/aSF5On9LxV+ux/oS2Tt4JF58WGXxZWOn7m01YbnjboiInX8hJfX5PpLKwN8ocURli8D8lWk7SlU87iue40VebsW1C2TE3A5ytZqhRKf7VmE8VMRkPKcP1wlQEcFA6+1bPPBjrXSVmEz2FQaW/OcbdBztlusea2d3hTPkvp+FrRrOzK0IR1VGj8kn7rtB80ETIhZIIgqzN+G1687XrOaW2x7jaLt+U7TMtsU6XXzvIB3WcBW0YzBngFDr8Gwrk67967/saE5awJ9+z3Y+oF5SN5x1YqIBOqmb6iHuX53ruXnQC1BS4v163aheitUt09HXgX1yz+Gy55VDZe9eUcnmiVJHyHABSF83vHa3xbPF89t+/nfpk56ffX4s2tejzuTPhD+01mv6bHJe/oxzj+wn1niCIGHOIxz9zla8on0mscH+ml+qaNlrylgMw943XnlcE8HDs6JeS/+Zss+NHkjwuUvnOADLqS8MFbdz5CqjQI0jEd8167XxxYPdIXeZG5/xHY518JfdUAPvWrF8/5lHXloKdc7Vq1b+aAW6+KLnvezFjJvn3iOj93PN8VaG/iAHtcLTrO/PL/UEnkXD3R0wG1jvYk5/BGvKRx5aFGHvZZw8P4FrXhuSz5sWsq+9UUy0DSXw3mUOlzjg3aIe46E89JGeN/3MyaeCfOslpA1Mzbkpi9Zv2U8lPiMiPIOwFNFJRJeaoBwSBGRgHzULZ8tz3G61g30M8AzrqbTatZdIR8uxnwHsNr1/EsJDAH6o+RziP5BjyDH4K2nnSjENffCqMq8GgdGTFpC3s0Yqcz3GJv0I8A1cxvChMw5/rlQ1HhHpm3oueBA29s7uSbPs3j06ERPQjSVKBQBjPEQZLoUkiJChXlQt46GH4xjdCchPGt6Pt1wG2vW3xGh4RCQ65cqXlUhc8XBeP4nH4Xz1/zMsNEMPy+pqe35ObgBdAHjthjjdVaXKE9IN3aVYZl2w37d9qHnqoyfvscXYwogjp0Z+mbJe2ccVwptCb6OgGuO+IQ+8sJz/v9j3fb9zMlNP6dYzw9oPf3oKT3+3uOTzfz3bujPZv5cV8Bm/gl/fDQ/xPHIe47psT855vLH9KTnrc/bTzh5dE1rZza1xYb+pn1o4QyFiqJQFI6FFAb5CIXGpziGtrPQie7YsX+RwHqC9fxEbjzXpC/JbyHjzOhePGVC+ZvtNy/lDIXrR4Ya7Zo6ft6MH7C02hV2AEA396xDkauGZYrxUlju5CM5nch8cdE5Shng1kXJXFDI4NO1S7S7VisEXmSWsY4ORs8D0LIwfgba8ZoHecgbCtFm6qhAs+Oly4Gomm7J4pwAEWslhIQs5SUxS1AG+ePkDPOnwuUQ+YwIMU7CYyUi5FOXHheVv/TmLb82NT6pNgJ6Q9Bf8zhDdzOWGWcA8XJMkUdSKA9swgSsK6xebUPMR8dhJWNPzhxFIexp0/OIlp+XtO0rgjPB8YbTa7bjEWPE4qji49BB3nYoI690Hnp9Z2c3P8SFnu9b7w2YX1nf7cWCwnMxF41sZ91rovzvS8fziI51WneuIdrata/Zsu8ADyqaIoJW6HIHNmLHa7zbGztiTsNaYfp0vt5mfmMdjG4ewhwQhPljYvAF0PHoZ/w+5kiU5/8f8dHBif9AEWfP4KIf44mIsi3mXdM0t73Ogv3tWAd23K62gY/t0NYi9bH1ofucfil5YVq4rmBPv1G3zYr5hZ4mA3kdlw8KO7jeE54ByQPqdEWwB7qqMONUm/dddxWSdglU/DFLkiRox8dO2TD/kQnmmvQHIenkIXNhHvp0/ypB4yPTihIjeelD7OuW51k81z7xvP0A2238gCfef1KPvfeYPsCHtrDxwPhDXJUPsDdMX4D7zv8IfoDXsVm/fuaDp3TUa9BnTmxYlvqqZCDZ7TZDWoRpAkxtBiQa4Cd0Di33Fa05HrYGgm7+h3PAPftw5HURZXmeR5jpyCH5N+1/rJ/dEh9wZt2CeeTx8f9tlGvkZ5NG4qyjs14+Fbh9lKN89RGv8vqswHPiuXXR/nXPZRkHPCfJ8WwaLYySm6876ICHkJTAj4WRsQ4/d+zHIW+E9OWu9dKgWutwf2ZZ/2Sxy7SJ9MIymLrT45txjX5qe72wNdab9fTfa4oozJ5I/QurKshx5LGDnq7895FC4C3990L5YULrDHy4XAM27rrnDEWhyZEyOL7aGx8nvfggZKo8zkfKZ2A71uP43ehV5BL+TXhnfeGckktEhHwmlD/Kw2jMjxIXeNb5yJzHFc92eC70FP67x90jfJAL8HhMv91hjk/GpiHHdJWW4/qYHvWYZbx/8M+OiXHLB77QB+gFdD99Dq0KKdx/ESGfCaoOJ3BvpNDAnYVOohw6Cnuwgx9v3UX6wHMBxrYsW+HyLiqFIzfkHCUW+hTgAvw1+wHYv6btJPKG3M15DX+u8vOdDv0mCbI0kbOxrCFvCb6W2xgRYj4ITgCZZu5JWNg2+bbyMDkVHXl9g36M1phGSt3nC5++9knEFfoUbeB+CeN7DvIkX0au/pPZ8sf5CBNcr2W2xG92uTKSneMePN1W2uf2plxbdncsx8g2/wPGWEyd7nQ5X8UA5LqKZ7iHQZktf6TweMI3Qxfyf+ILK22vSbfEWh5pLa9DcB8Zi3gBVl3XYTSgighFGEwDMlsBNEWE5FP7OMwhCwHnyGstI/U91jftV6yd2fYz5w0df2ZNzzx+RulX/OmJfE8kP8j1/4573eC4r0/oifedtO45pacfPa0P+bn4s4+f1bMfNOQHuc7quSfOeZ3irNd/z4kPb/ExrsvB0afXbHfXdPL58zp1bEPnvMaxYdu7tbmrwc5Q6B3klmbRvAh+uRqDL7Or6B9HyD9031d+yG5l75xGlnGpl1RQsixSPMItT3lBhmxgM54Z8o7vXuHkdnWrYiT8Ju6wujULZxyYcWDGgRkHZhyYcWDGgRkH7lUOXLldL3/5y8WHPK6c44V3NjY29Eu/9EsvvHGTUtgomU2apkH/l/7SX9LLXvayaYpcNe/58+f1+7//+1fNc7mbb37zm1Wv1y9367ansdEnH02ZhpB3vetdOnny5DRFbljej/3YjxWbGt4whDNEN5UDf+7P/Tm95jWvmaqOP/zDP8yN0acqNGVmNv188skn913qZnzcb9+V30MZ+UDBP/gH/0Dve9/7dObMGf3sz/6sPvMzP1OF1zbu1GayUT80QvfN3AT4xbYfG8OGqy8Wz40sv7i4mB82mAYnH0j4oz/6o2mKXDNvu93Wgw8+mLL21re+VT/5kz+ZMsgGol/yJV9yzfKzDPvjwMw+749Ps1wzDsw4MOPArePAnV8Tc0rmltNS+sVf/MXCvk9b7lblf8Mb3jD1/P+ZZ57RBz/4walJhId/8Ad/MFU5/EZonKrQTc7MHB8fEB687W1v0zd/8zeL9ZxDhw6pVqvd8NojQgcOHNBHfdRH5Qe+vv/7v1982OzZZ58VH/5aXl7W7JhxYMaBGQdmHJhx4FZzgA9xYQOx09N+rONW03o99fFBq2azue+iPId57LHH9p1/2oxPP/20WCPeT7nXv/71+dHO/eSd5bk8Bz70oQ/pcz7nc/bN88th4aOsfGyKNcfL3b+RaY8//nh+HHYanEtLS/qVX/kV8UxkmnI3Mm9E6C1veYv4kMz14GUt/N/+238r/uf5esq/FMp8zMd8jOb2+XHgm8kPPsjV7XbHVewveP/737+/jFfIhd7kWf0Vbl82mWf0fMTssjdvUyJzTcbr7aj+ne9859TV8nzqTp2j8sxvWp2HHD711FNT8+F6CkSE/tE/+kd63eteN3XxP/3TP9UP//APiw/Zfc/3fI+4nhYJ9X7v936vbvZHJKel617KX9xLjZm1ZcaBGQdmHJhxYMaBohZqtNhop6HeYitfbuTl23annhst8WJ2rVao+v+qnLiNXwCLCO09uDccDMXLxFsbu2JzifPn+trc6IsXMnkxkxeVB7sjkW+YGwSMxAuJ5M/NLNac//xOpmW+ofO6Pp+uqvx1xBNIlcCFQmELXbgttXrh9tTV7tZFO7rzTbV7DbXadeWLmo3CD4DC+Q2hFxy83wZd+UJ9f5Bt2e0PNeDFwqR7pHxB0aREVX4cjoOLcJp87e4ORPs3z+/q/NltsSEhLz8ef2ZduRnB0+d01HC5FyYvl0beCo5/aE2njp7XmRObWjuzrc31vrbHL1PysjQ0VnTRNtIuAlOmpB4OAAAQAElEQVSb/WZCaffA7aTtAP1FSBovWY6yoAvcyNN8TLQOkz7jjgjF+IXFmvur2aqr3W3kS7fd+ZbanYYaltma5ZJ8ERKgl/Jh/tH8kofjCxKuF8YoMvDPiE4iHMP1or20HP3WcB/zIjXjtbfQUtdjlg1yOnPN7Pcmfe1xTV6Jztb+D2enyATGJZF5eJUvEFtnIeM7Hue8LF7JPGlshpCyT+Zx2TErBA7wIofQ2O41xUbvbAjYsc5BZluV3rGsyg0w+6y4KkTTh0YhZL4Y6zr0HcDGBujqa4L5yJiiTM00AYVxRQTkTU/QrMQN4wCyERG2T0Xqt2pMzC+2tbjSEZuBsgHe6n1zOnhkXmwQevDIglYdX71vvtwg7/Bc5ls52NXyak9slrew3BEbVc55bPWsPxlnHcsq8tm0fDatX7GNyE7KRT2ETBTWwRHIRUicBo2PiFDEBVBIvpTkiHx4vPhMO7/T3xUbI7LhFJv9XIBtbdg/4N6Obe3Q45AxBR8YY8aSZ4k3ozf0B/pAGKY5IkR7aX+jUbPvUxd2hj6AN7V6Le9rz4EfkDhMMOEEhh7iFfhemI81j7GG9VyjVYhNTprmeeoGh4nb90ENDisWR13Qv5c7qzvUj24a4EeN7TabKAzGfsoQGpy5xGlMYfBZlhkKXdff3k2fYe3Mln2IDZ06dl5sxMTGNceeXRNw3OHx59ZEGhsmnbS/Qb7TJ/A7NnTm5IbOntxMvwbfhs2X2ZzmnHGC9yI4u2U/5WIo5WFb6+csD/Zf2PQKfwl9PLBMQG+2wfT7lLurBF35SDkyA4aG1PH2b0hzz+R55ZI36Y7lC9ojQuVGSDVhM5CvBI9DNkYijXGIzMiHyU9xoP3XDcZzM0/4iiwSDi2L2M/+9kBs6sGGSswHBpbPIX3ggT1KuNANEaEibVGo7rHHuMMPWFjppP5Chy0ecNzX88tt+wctwbO6x1PhcRMeXzIO+COOSuaJ36NAWwGaFxGCDzXb9ob1CbzBd0Lfz9l2zANLpQ3ADiwstUV4L0HZpnEbFzuaW2h7vtASti7tXLOmGjp8LC8RjEZdEEJH93tGBOKmyl407Z9SR89+64Tn9zi/ryQ7yBu+Bbat7rFcXMLvSmb3y+tZvjuUAyH5FAf2dYDetw+HH7e7M8g1j13b7oF1PhtvWiWrKpDl8kcvOMK6vJZ6rGYd3xDjqmmdhizVbCMYcxEhDmQp7SN+DuBKSLsInG5zQ3YZtbC9dduNhsdsC5s7WeeqCRtU4nf2cR2OXXxS9RiqLNi9gduK3cu2u/2DhKGG+GImkjxV++HHYDAQmwxiGwl3d4YCR9pI2uFax9VUxZxideV7GfFPRJhm20zrNtrCuEPvYz+bblvptxYq2xTJhot4Y1z7vt6TV3sOk6ASwvwNxwEpdOUj7/FjgC/4BvCBDds21re1Zh/xrH1KfEw+bgKkD/rMOR17Zk3Hnz1X+qLPr6evygco+BBK5YdSlg9QTHzQ05taOwNsOSxh/XK+6Tht3Wt0zFXOj9cit7d2RL/i25T8GiUvr9RCN2t8q4xVZejbChgzCb7p0z6eGTwuNQtuHgeiKFTP8dJI3wA/AZs1f4/b69I/Kv2+Sdx+IW2f6IxmXawj1Tz/DytLxrWu4yjLhSJC6FT0bdM6HL1EXazvwff5sR86oWd8XaXfzeHeNmXcvMYPn/Mzlp7XYKr1QTYFr+MnwW+FFbxmxyUcSP1oPwJbQTzMK+QUmYKP8JQ5Ih9nWD0y5/Wwa4DXz1a9TkZ+PozGBx0WVzpC3nrzbbW9dov9rOV8oVBEGMZEoaYhwgA96POBbTf2iw2k2ZB33fYL24NNArBL52x/1m1XuM/zGZ4pMWceY50ErmoSv92RMAGFeY0f0fHzF+Y2JY9awi9jntkY64zCfr5U+hgYR7PHNk3CZk54s7Yt7Ormxo76XnfC54F/QPIC3kqKCIGvZn+PuqmHdXXqB1hfb9m/qTcLr5WGwjRG6AoHSCu4QpY7OPnSduEzpL9kXxs5yo1cLVdnTm3mc8ATY58I3+n0iY38QBfrapvn++b5QJTFzwQPfVQ1vawnRH+jj5Lnfv6CfVhY7mrJ68mMF9afWVdmTbnn9eROt+l1rLoYj0WJRBzJcX642A+M8xLQlRFhOZD7txB9zTx+3jaaD4Atr5oew7JpWvIa95LXhha8LpT61bqVvOiFtmWWsk3bnqZtPrJUH4cZt94lZP6eeSxTlMFGoVMWbI/QC+iW5YM9rRiWXd+807FhLT+HBF+2vYhsZSnHboVPxkEmKuTmlFH/wnv6gblS3+tkfY+FvkM24+47vsvcgfUyOugiPC78Ejur5ldhNj+kKADGfyH6AH3dtix23Of0JX0S4z7R+ICdNiOqgL4iDdxGKaCIEOUK67Oa56H4L4yJCCMBslMpATjt0pPkMSTu8kf0uRz3qQmKS8pmHS6LzkQ+sBGTuSHyYMJTVzqPz0tK77mETpA5hHZ4gZy3PA5yPKCzLfu1PfZN2XqTZsTQeFWQD+MO90HFJ/BX46hhvVz3HLtm/tXMxyhCEeFCN/i8DMq0yeO5eDm+dnPuVum8pMBtzHDvz2Xogwf0BXh4RnXx3HTd89A1z0fPJfAhjWOenxJeCvk/Hh86d+FDFs6Xz1X8TOXk82t+frIpfINN/u+Fj7jYn6BeyIOsqpnQk4AAjduQ1/4h/9DtTrnZHbjNw1xfSF3itZmhAd44K6VBLVWIq1DlQZ4qE9VEhAr3Yc32uG65aXfrubZa6UbCBT9jxFZ051rCz6+7/yPCAuXTSEYVwrKKq/46O0NFOWacEzlCfzO2sTno38WVrtDFS7YDXOMfINvUS/7CdU/wGMfsnHFgLweQjb3XNypuib9RqG4NHhPsoSLsRFEUYuw00keqq2l/CFva8JgnvSgiVUaYMnTE5YBhvjed68RfM24D47Nh/E3boAo/aYXvRYDZyPec9BOpCfz4Hvixg0P0HWDbuDvWeXwAIHU9mbJyF/AJnkxyPNwO2lJ3nfgOrXZDnV5T6Jae/Uf8P3RYwzTWGzX7oCHKuKgSR/5wVeq2oXUrdhr/jTVM5jdb9rc3gb1zHedDpw28Joxe7lc+3+aueE6KjaF83779wG3aU01WlNduSESoKArTVQj64CP0QjftaOMDue8a5nPNNriwDS5cRj4Sh8NLzyqd0FVM2sk1bCQty2QCsUkKF9cHoDA+n26fT18TTwDj3uurxckLBD/gGSn5bH6nPNieMtfEjhMOzH8vyVuWXcCn4E2GZfkILso4v9AzMK6B+6Rv/5x+5X8amNczz2LOdfy5dfsBa6WNH9v6y/oD2P4x4Ccc83o25fmfitPHN3Tu1EbOkVlLoL7SZrvxEHIJQBd3yjy024CPWI0JzyOQMwBcAOMGvxdUNJOWkjbw+Nnh/3Q2d7L+s14zP318PdfXWX/nfz+OP1euu5fhOR23/3Kc/w2ZBihjOGFclD3hOHiq8NSxdZ07PeZB+kKDnLPSnxOaTbRPAaTdEbCHGGgdug92zVN4X8rcMNsxtBzBb/pMVQv2lNUlR0SIMcxY/v/ZexMgzbatrvO/zvm+nIeasqruPL8ZfK0tr0GheQItrdA2NjRtdNPaio1htHR0hN2GSIfdHeGAgbNG4IDhgAjyNBSewwtAHw7IQxQQmQIfvOG+e2/de2vOyvEb+v9b55wvv8zKqsovK6tuZtU5edbZ89prr7322uvsk9/eU9ZT6KpdOtljO2IHQcqEheJurnxRxCrEOiSUOqT5HjbSG6V1TIh8zj5y8T8wCMuvCYdHPY+1bevBBvoOJ98s387ijNpDkwtrz2U+gAscjKe03/2Npxq3q/kN6c16LOLmIXEeu9jrAOMTGPeTh7zILnJ7+dKq7fc12+8bQi9sWWaZCwYoGNcP/xrKoBvYTeWw0lXWSU2bK5np5zfUbLdliW+G6OHdZY8oBFFAXUFEZN+XZWHZKMQ8iOxhf+fc4vdI0iKq9T6KAhRHt+BPaL69mg90VlFE4i2KonItuwVgPBEVl8ianasjukA4DndAW2Xx0zftIBte3EmBcg1kWQd8izEPNHHpPmoPN5S+R15TD3rcIsPoQNaBGYvI+aAZx3T7OOzDj0xGPgyFZQibbcp6asbr9M06X+rEMXsnnE8U3AfffUUZp8lQRIyBMYbhADft7tsewY7Y8Ps+v3m5wdrtm7esj1ZrG+Km3nzV8NkbetNwCb/thLdes84y5OFZl9Z09c01XXtrXfz2A7jO/2Be3sg1X3DeuLKhhKsbuonfbvW/mRtVfB23em3T+mtT/F5n3TSxrsz/hmLz0JfILG7TvIj9G5t56H+Pe/QubW1ccBzpuG6IOYHuOPdC/MnPCtReLQdaDrQcaDnQcqDlQMuBMQ603pYDB+FAROjrv/7rFREHyT7K80//6T/V9evXR+EH6fnoRz+qra2tA1cRUW081znCg7AuXbo08YZLi4uLucnzgQl/yBnZdIxNqCeplo2yfumXfmmSIkeW94Mf/KCO8+brR9bQRwQRG6t/3dd93USt6fV6eVDTRIUmyAz+j3zkIxOUkNigj40DJyrUZr4rB5aXl4VsfOxjH9PGxob+7b/9t7nx/nPPPXfXcu9U4p/+039aX/IlXyI2j32naLhbve9617v0nve8525Z3pG0X//rf/3E9bLh8sSF2gLvOAc+2M7P73gftAS0HIADLbQcOEkc4J2Sd8tJaD5z5ox+9a/+1ZMUeeh53//+94t5cZKKeUeZ9GAt8HOQF5ui4z8o8F7DYQYHzd/maznQcqDlQMuBlgMtBx4uB374h39YX/AFX5BrZQ+35gdbGweycLDVQWu5du2aPv7xjx80+8T5WH/CljpIQQ5JWzgGB/AchNbjmOfTn/60vvIrv1I/8RM/cWjysF9/8Ad/UA9r7fjFF1/U//a//W/6si/7Mj3xxBMHovtbv/Vbc+weKPMRZLoTiojQ7//9vz9pv1Oeu8Xz7eRTn/rU3bI81mkf+tCHHtv2IxdXrlyZqP0c1sShTRMVesCZn3/+ef2qX/WrHnAtt6O/evWqfvqnf/r2hHvEHOYbyz1QHlky/4PBoVOTILx586b+43/8j5MUua+8Z8+e1V/4C39Bp06dmhjPd3zHd+jP/Jk/kwdzTVqY+qiX+ict2+Y/OAeKg2dtc7YcaDnQcqDlQMuB488BfrjIj735oe3C8pRyc5ulKfFjx+nZTm52VXYKkW8oiR/dAfb6JsaO7/zBnYP8CK/fG+RBVmzIn5tMrPXEgVv80G9royd+jJg/zNzuZz7i+TEgmxIBlCEdnBGSb3FFND5CrqwmhB9pQiPtmOaHmqabH2qyadpoo56pQvz4NzEYT7qg2Qfyh6T9ofo9w/ZAfX4Q7TBto0rowpUpi6gx1Y6jNLpMIgyjXN886dHerb7b3xc/EKed/ABy3MV/L7itzHpP8HV7syf4Rl38EBI6+XFxTUZ2HnG3lMAOrgAAEABJREFUgykmkzPTLtrf7w9yU6fENRiKNpDmnA/oTgISNyyNQqK/qn4tctM/5BGgn8uyEPmyQPs4sRyICPdzITaF6LIpxGjsTmvhlGF5WoxlNnsr0UMh+VZ1DRlelfcAz6Bk5DDIcpWcDz2+gb76PWCgAePdMu/hYKwu4OfO7TpJ8GBgHMk4O91C07Pd3OCZTX3YlGx2fkro1Cnro063VPADcbnugcGi7uIOHfKmPHgMue9D7Q76Mu33AOcdkg/XeLKZdn0nTw5JUVvsPjgA7xEpUKQfj+UqQkJukPvudMcy1smN8JZOz4rNQVeeXNTFZ5f11Aun9czLZ/X8u88lPPeuc3r2lXMZ9/RLZ/Tk86f1xLOndP7pZZ1zGTZWPc1mpmfnBK6FpZmUXeQVOZ5yXaljLdcFG2ZYdpljNX7tEJqxYXrxREgRIeimTESkXA0sqMwlzE9sXLV+a0tskHJrdVNsYLW50ffcNVDPc+7Ac22OrQCXHsB1G/FS1hWKCNFmeN5x+zudUiVzjXkgheinHLt7UGifK/PV8eHyRSnjCpWdBgqHCzV8EldT6AD4IacqMsz5eWC9lbaKee07+Q695AHCD/jat57DXoDvq9c2dPWtW2KDmdc+fU2v/cpVvfHZ62KzGeKvX1kTBySwkTT2XGO70Y9ssoFN07NtQ9/iAn3bOekSb/sJP0Ce/YA0oO+8mV63Y+hGDBsF1TSERrgd+951Gm2Ejbk5TOo5M9M3ZYhPl8cDgqqO4Q7/TZfFSpEyEO7/Qh3PCWx0wzjreF5DJio5UF7hMunhYdp94zvGULW34r397jf6Dl4Ql4S7TZFCGx5HbhGJTijc2NJ6ho1Wpj1fMnfOL05r8dSslgzzS1NKG2CmVNdjsuGViyaPE43REUZMGm+GH6NHjLW18ofM2lFsBOFQRtb+iHDwZIMbkG2KqNqhkACc9MgXaXaqu0qp/Id9VjjGn6IOIgCjjQhHhfxIiAh7Tz64EXdpD0mh3dfe8O7UNnQsOXBvotyt6Fr0+8D6vm+7re+5e2AXGNrNOcBzMHoZhC6Cc0cIhYqiUMd2F7q+Y33fYX70/ODho/u/XIMRFUWk7VWWReWmTWa/6yqKQs6ivGigPTnH2OUOHmNAGrbGDg+G6rvteRiZ+UIaeSgCuuSX0zmsq1/zq+JTNW9Wkxq5DXsrq6OgDyhoh2ln7uRdE9u9Y9uCdoXCuT3V5tMPKt9x7Dv8PWqPceJvgH7Gfy/MUAb98AKbkvcANhS7cumWsEUvvXpDr9sefeMz1/Xm527qypurudHY6o0NvzdseT1xu1rz8noam4f1sDltP/Zs2/axO+1WNmVfhHtOw+3bJR7IcOYdZJ4mnGnO14SRZfoWWoc0kMa53TiTAEUShxm047p/HJ4ET5v3CDhQCyAyWA8TRUSCHwIiqnDEyXZpCxBRtQM/EBFup+/aVRXUUVygHMdj1FIdGfJfyFcoIuRHQkTYe/LBjdjVnl1hhdN8u63yFYTtphN4WhjnAKoRXelp1GubaFDZNig07fXWeb8jcljO+SeX9PQLZ/TCe1f08gcuJLxi95XPuyCgicN96f0X9NL7z+vF9xmcnzWzZ7129tSLZ/TEc14je2pRp1fmtbA8I9bDeD8vbRNEhLjQ/xUVDhEF2EsctDJPMNds+jvX+tqW2HCT9ZPrV9Z17e01sVEmh1KRztzvop4A8qm6ipFbxb5Dz2yQVJioru0JeMFhWAusFZrvfFdjE/gpr9ljexSNfUa5cZLNlOw/2zt9A3Np2jp783leJR9Fo1DaZNgx4J+dm8rN8pe87smaAHUTj+1DfuA2dESeUDDLUwbgQ+NvmgIPN/2dj/U4Nk2/4rU7NjN/E3vpM9dy7e6ybagbV9e1vrolbKuebSPkciRoDTL3TdqaDodC8LNje5v1F3h95sKCVrxenPDEolYMHGC3xIFU812RN9xXESGuETo6AyDygJDZ80EB4/Mt440iVHr8MQ6nvTY07e9DHGJI/3cte11/1yUdgP4Yo0f11dCFDsEW97Ki10s1AuKaPFIowuB6i7LI9aaZuY74lrx4ekZ5+IzbzziYX5gSm1RDR2H5l2U4NyJ2O3w7pF1XNKEm0ZUi832/A7CJ9/Zm3/3Vz3Xwfq6DG6PzOps90qi8HuPLTIgIRfZPCL6X7ifeEZHH0u+NhMPpmvSKqgBOmNvhYPDANRz2dhdWRdOTjyrsZ43evuoeWmqQCcYrctH3+wl+oJGDZsyaRDX0UXocM/EJ5gNyXHoMoac71uWF/YyVLONCvvHuhTuHdxUIwWuAegD4n/VRj/uGuiJ20GU73M6dmKP1wauBxxS863sc9T3vNHNOVfee+sZoa+ikD8iF269x8c1j27oXncr/rHB4SsLadvX/HOuVy/92jEPmGUtrwvl/Hus9bW5sC7zo6T797fpow7DmEexOunkYfKcIQBuKYTxMHGUbmsGHn7hGzyVakNLAO0Am8zD4ruuT5S3U8RhjrYF5Aptg0fMydtjplQVxQNbc0rSmprtCJlIfar8rjEsJ2nu5QbSDPlNI3alSs9a1S/4WcOrMXKWDz/jbgKGy06bU8TdL6hvRCk4Ctdt4CbbwmHJgJAShCFUg2SVQu/JVBe1hdKWTD0enm48RLuexv5HXlHfLb46xzLjz2FV+J/qh+8b1CpUzbgrbL6X1dcf2X2mdXUEodbfnkHHa3Vzd89qVaad0RCRO6uK9oqmPerSTTc21O4oQ4FTz2LfQEei2gXV8A5WeGyOgLuJS1U2SwbcirM+sX2bmukpdhm3n9xt0G3FT1ivoO+hr6kuXwmCzS983NKDDt/zut3ZrS6s3NrV6fSPXK5kvtr2m2Nse2r7rW+f3cg1zw++IzAfY9Nu2/1h7HHgOoF3UU1ch/NRjaVMUEvxjPscm5j1sdmFaC6abd+Jp28jwNtxvlH/cwF0y4hd8RC6YAxugr+Al+UKxL3siduIzr18eBp6XwUEfYwvQz6N53jbARg3E0acA/r1APLAr3jZAxtm+ADfz9sAyXfW7e92epKN26wY6weS7IY62yhk6GpDfbYY1DNQ3HvD1sIUsWwO/AIErwgUNQw8Y0qkXmvhf3JvXNnK9gnX3y2/e0mWvv19+Y1XV4WGrwn/5kt3DgnFRfoTPeK4Y+J8TDg3h/Rb+9jxmoH9g/rulO/dO9+zEvcO+RmToC+il/xLMb8LI4pBEs70htSpTN2Ysfic9VBSFx3upjm13oLSeDo/tqqx2rn3K7yTewRdSWJ9Qx8h2L12f54PC9RauB4hwRu1cNGMndLQ+eATfkMke8mr53eGfUsZ317hD24hME5jssDvwuEWOkG9sd+SK9bccr7bLGxfZBxiHAH4AP4AfwD9eBnzbHrccoNy3vFJf0usRCZ3QYTIgfAS0sQIJ0UY2BnU7cZH5PuOVOAPp4GigRl1pr53mU92hAdzghYcRoQIZKC0LlreO7QLmm45lEPkrCguNfGXj7PrGa+f22/T5ruLtMWpF2FPFSI0XBEmE2uud58ChKKi6cJhjlDGQYPntewyO5NkCn93sfkcMYiQAdZUgsTfz2JUzhfVQaXnsIIsG7BveCxt5DKeRj+zHEtwm2oNtx/9Rrl7b1NW31vT2a6u69Nmbev1T1/XqJ6/qc798LQ/husIa7pUNfz/Y8jou6wo9rw32bDsOtOt7t9d20W09u33rnp6/e6drf+P2nIYe7ddx6ZLPuhV/ptkPHvoJ/UO/VfrJhO/L0NgV2+QaWoEkuLEVDmdzom85yYHH7zYr3Gi4UrGAcKXPh9b9FcCf4d0YRAZjydvjoXJlkXc/+FZ7tRxoOdByoOVAy4GWAy0HWg481hxgM0Q2epyECf/u3/07/czP/MwkRQ6Vl4Ow/v7f//sTlaUttGmiQvfI/Mu//MuClntk25X87ne/W88+++yuuOMUiAixGeYkNPV6vf0OJpsExaHz/ppf82sOXbYt+M5w4Ku/+qs1Nzc3UeVsrjnpWDtoBb/wC78gNrY9aP6I0G//7b9dbCx30DJtvsk40O12xcaM3/Zt36ZPfepTYkM+ZOCbv/mb9bA2WT0IxWwa+1/+l/+lfv7nf/4g2R9qng9+8IM6jhv7MQdevHhxIl78h//wH7S6ujpRmTbzO8+Bdn5+5/ugpaDlQMuBlgMnjQNszM+75SR08+76zDPPTFLkoec9ffq0DrMWwfoK31QnIfiTn/xk2s6TlPnP/rP/7CjsxkmqbPO2HGg50HKg5UDLgZYDE3KAAzf/q//qv9IP/dAPTVjy+GZfWFgQB1tNQuFHP/pRra+vT1LkQHmxQTl06CCZT506pd/8m3/zQbK2efbhwH/6T/9JX/EVX3Ff35Pog+/6ru96qOvEHMj15/7cn8sx+Nprr+X/r7Jmzdr193//9+sv/sW/qN/5O39nHuqD/f9VX/VV+r2/9/fuw4F3Jmp5eVl/+A//YU1NTU1MAAfV/eiP/ujE5R6HAnwjOi7fKzjkCtl7mHz/yZ/8yYmr+6Iv+qJj922N+ejzP//zJ27L/RZ44403xP8ZTIKHbyt8Y5mkzAPIe1eUh+HlJz7xibviPOpEDg37g3/wD06M9u23384DDgeDwcRlv/Vbv1X8r8rEBdsCE3Gg/vXRRGXazC0HWg60HGg50HLg2HKgKCI3vJmZ72pheVoLp6Y1vzilagP8TqaVnUL8IJLfi1UflPjp2PgvxKrmETO0DcMP/LY2+7lJ0fratjaBdbu5+VBf207b3hqIHwDyI2l+oMgP8PmR4ur1TW3c2hY/buZHa4rgVlRV1M+h8kdtVOgYaOOHmvxAk42Cpue6pn8qN1GbXZjS9GxHnalStFXgcxkFj9sBvNhh/Cixz48U+VG0gTD0JNT13l769hjwsTF1nx+lbg9Ee/kBNxt0ND/sXnd78wfe5tNB3fEy/EgcnPAcvkI3xiR9YU6pYlbtmPakqXbpU9IdxDEMNRgM1Xeb+7TfNPf7g4wnL/lub+URxYwhL9xP9Ff+CLdbig34pme7YgMS+jll0nnUXieaA3QhP/zvdIvUNYxfdM/80pQW2RzHOml2fkpswogskF/5UH0NLZu1917OaMxTZphyjqwPLN8p68i7YeCxmmNnTB53oXZ8jiHrOkgpO2XK5Rwb4ixNV3rH+nTGegh5pW1FWXgAVocTUZaxpENclG0APZWHa9UHbBGeFEbtdJsOQc4RFnmMUZn3vi0f5kF67OYdasYG8o88zXluXjozqzPn58VGxE88e6o+kOtMHsb1wntW0n3uXWfFRsNPv3Qm0zm46/zTS1p5YklnLy7ozMq82ERvqR5j85Zd8COv3dzotBRzaum5Hz2MnAMav6C1gZCHpR+SXSByM98s4zyMqV6vn/PfJpsPea5j4x+A+Z4NUnLu2h6qz/hzGbBRHtADvqq6QrSVsUrbO553OtZLBTyoiTBZOsjFGCUfLkWjkOjLoiOVZRiKCsDtMHnkCz5f2WcAABAASURBVPyUSdfh/e7YE5n5mbPNt751GbxOO8X6ibSRrnFB7LfKPutp/dZWHrZ19e1beuu1G3r901f1uU9d1aX6QC42Y7p+ea3aVOzmlrBZ0naz/VZtCjEQuHJTh+2++tadwCjO4Z77vF9Dz3n2g1F65huoaUPqZjOCNtjJVrsJ6d722JNAO3fAQ8sICFPOXpwHCtDsWndY7w5GtkrPA2VZCrlqxllpGSsdH6XqsaPqglCDb1BVccf6mZTmfEz74TfQkGwWSJG3uMgDg6IIFW4/m6zk/O95c97zKLpp8fSM30emNTvf0fRMqc5UqGS8uMzQyBoc6eqEsMl0PpA7Kqy1I7NH8gO+7wdOIvnEw21tk0QcjxEv5CsD+XDgKG7j8q0acOSKce3g3QXKBNd7wt392tbEKRvJM0Y+tdejy4Ghda4BmwPos25gOyTnbtskaYdYOfuueJCCYq/LoPsTHKxuy0xIOU/aLmLNput1m9J+4iKiytY8wWF/7dh37xsMoAFf4Xmk8LxTGH/HLjZfabdwfIRz+r4TxoiQbwUZ3Dg24u3T7gbcdvgx8AsZaeaSc0LpcPTe2bet1reNVOUbquKVc5LNuUe3K/Ht4LCqrwqIQER4PiyUc+e010cM8Ix2kd7wd6jqSjcfVfgwTzc3i+HuByQSj3sbQHsNJj3bvLXZE+8BHFpy+c1b4jDYS69etz16zXBd2KZX3rolDqBgfZC1QtbJKMd6WmOL9m1f9r1e1TPA1wZ65jH+nu1LoG8X6Dn/bZBpg8qupZz7aOC+rPrGjPPd8PS2tt0pwmXgB7ZQ5VZ9XPmd2JQb8zZRj4/78FpaiV/k8JCFMFy1Hby7QJlA4smG/dpGXLbPTeOmqbjjcRm+j0fW4fKJOx9K9FV8CHccFNKjAONtGvc3bYugoVKG1V5358BQ6El0MIAOxR6Y9jcdDn44dXZOK08t5RoXa195ENcHLujlzzPgGnYdyvX+83rpfcCKXnzveVHm2VfO6ukXTou1tJUnl3T63Ly/hc2I9TBsEOrDXpAvaLGz7w1t0MjhOlsbvVxf4fCt1Wsb4oCka15LYY5jrmO9q29b6W749q3kYUQ285DdiEjbgk3feSdfWJ6p3sf9XY246ZlOppe2m5w1qXOxdJkn8TN3wpe0d3I+HbhPSamy8YQP8M8zoyJC2C+skeR6gNfSqXvp9KxYE+BAru50R1F4UQ00gLgsK650FCTqhEJYRQCy2zQB/sBDZGvt5qZlakNsYM6m5pc+d0Ovf+Z6fSDXqlLOvL63udEX9tDAfDdrBE5QVvyuMIf8F1LhxE631Kz5Da/Pnl/wevFiDUvpnvW685LXZPgm050qVBQhFxMP+D6OVxNelM8iwTNAmfgZf12/B7D+g7wBU16jnnL9Xa+ddbqhsmOw3d7QExGIkuVMlctaqMHmuO1vJfDtI8OuGLqdM2+KgqcwPsb/tL87sj6+ZPlbPjOrRbuL/i7FWjwHck2ZttLyD3+RdfoJEBGJcedhqjLWVaab48J2JjYs9iyAv+840qAxM+6gEDjGgo+dd9Q/lj34jnwAHX+H6/hdDt0REYqIA/FmJ5d9vl1QSteOcUQQ0MQXfby375qwvwSO8O3C7kLI4qB5j2xcv4OkPDjRWUZl9/dUGCHbLMox1LF8MrYBeBYkuHCDq3EdNfGd9Rhf6fGS49B9QH804cLxERVNTfsnruRABYYe74aaV4wh9GXDyxyTe/lXkwX6MS/BxAXPKd/zeGRcMj43Pbdv+hsW/3fBe2i6+f8t2/5GcmfI//do8vn7V1MWnPke6/dW6um7zytarUFMrwmxx7c7iSBhtxKnBoec4FusNezQbN1vuvu2M4gjHf4bTbZv12Nv4504ytd47EaE6Ft08NxC13bStJY8H5yyHcY3SQ7kmve3RL5XokNpRwUV/dp1UekOROB3PudBj0IzMd1uKeakRdfDN8vlM3NCDy9ZDy8szThtKv93IGXaNPqu+GI8o/YSSbiFY8qBh0cWMlVBKMLgqqunFJrwslw18o28Ahm24OV4A53z4AAT46fQg4BxmkxUURQ5rhnbQGGdXZSFcCNCEZFUZLF8ZPDuj735jAI0BXOF5wjmIqCpj7TbELqMxsEZQAtv4TXA/9fhDmzjDqw78ZPurMqyUuOouRocYVrQL7zrLfib4yLvN3bn6vebKb9nlLYxI0yEC2Xf2m3w4FJX6ivXj63N3LC+upXfzVmvXL+1rS3scOvhnmFra6Ct9X51IJfTNj0nbHlO2d7q2Vbv+/v3ULSh0oSuwfVlHX74VkSIeRabmPcjaIfeedON7uW9DLsVPusxuNwzu1sJv2wDZJ/YhZcpF8iGgXj4uLvQ7aGICjN5m3m17/mUg9W2vWaNHcD/rjbz+rhLn94LxvPjB18lB/1cfx745aSidZjz2TiFbqI1jCXExPl2kmOqW9BKOdqMLTGwXPYtd33TnmHzxCUlN48mkrff71f/m7Pe063VTd28tq6rb6/pitfjr3AY16VVcYDW5Us3xWFcb4/CTfxk7r7lXQ//i0LdrPHnIXXQbIBGmGCSNbp2BUax74hnRIo7I3WEeQyv++b9wDKXQJrjM919VRE6KlkFiQeIpnPsFtbFpXUxeir1pf2MbSdVZVISskfr8N0d0NL3AP6IEHqwLND3FZRFkd+VCrsRMYYQ4saCR+Qd1WD09PXAfIJ3lcwOlPxzHLyjSmfDUUQYNAKNXzW/KQue7a2+sLUZZ6OxiR1u/cv4a2CU5vhxf5PeuPxfO37G7JZx57ek/H40FG2gW5Je01H53UcmnCDhCqq8jNmBx/vA8pLtrt0Mu90DA7hcfLyFUui+r9twGml4aS08NxbIXj1XM98gg0VZqnBaOB9toTyQ7WmoyYgmULshl5Dygd99l341136FmrTWPUkcYN2qgqHH7kD9ev7hQCrsNWRZdP5tMqC8KkmonmRB3srSOok1Httj2DfdqU6+9xFPOvmy8HF7uBm+c/D3PRegN7ALr3Eg1+uruvTqDXEg1+c+eS0P5Lr06k1deeOWblxZ160bm8KW3Fjracs2JDoM+4Pfx6S+Yc3A0Df0PE9if+5AX/38xj2wXWkgvQHyZxp5qrS+0xLQNQCD+6689CDeJ51i9C86MCEj3Px98j42USkA5oF5kbyxmzrdOt9eEXdPXhiHb0aNkPWIqFyFuHWir5b4lgMtB1oOtBxoOdByoOVAy4H74cDy8rK+8iu/ciIUvV5P3/M933MwW3QizLszs8nXL/7iL+6OvEeIttCme2SbKJlDQg5kd49hZXO2xcXFsZjj533ve987MVE/+7M/O3GZ+y3AoU7w837xtOUfLgfe97736Yu/+IsnqpTxzrifqNABM3/84x/XtWvXDphbYrM7Nq0/cIE2431zYGFhQV/+5V+uP/tn/2we0MXGu2zQ9y3f8i16//vfL+m+qzg0AjZM/I2/8Tfqp37qpw6N40EU/JIv+RJFeG3nQSC/D5xsCvr0009PhIGNeicZoxMhbzM/EA608/MDYWuLtOVAy4GWA488B7DvJm0kGz1jK05a7mHn/9CHPjRxlZ/5zGcmPpSUw4YnrehX/+pfrU6nM2mxNn/LgZYDLQfeIQ601bYcuDMH/vgf/+P5XYL1+ocBW1tb4jANDuf5mZ/5GX3f932fvu3bvk3/8//8P+vll19WURR3JvYQKayNfN3XfZ0epYNxWO9jDeGg7MBe/OQnP3nQ7AfOh931r//1vz5Qfuy6l1566UB520y7OcD66W/4Db9Bv/RLv7Q7YYIQh3F97GMfOxaHmvAewvepr/7qr87Dt77zO78z14ivXLmiH/iBH9Ds7OwELXvwWX/9r//1+t2/+3cfqqLv/u7v1sbGxqHKPsqFzp07pyeffPJYNLEsSwEPixj+H+Df//t/P1F1ESHe4Scq9JAyf+mXfulDqmmnGg70Q1/sxNzbx7cVvrHcO+c7l4MxMen/QTC3P0wdExGptzkg8mFw6nf8jt+hb/7mb34YVT32dRSPPQceNQa07Wk50HKg5cBjzoGiCHWnqw1v2NBh8dR0HigzM98Vm+7wI1w2fyhs3MCq6sdj9vHLMDujm7AT+ZEZPw5kw4LcrODWtvgxIYc5AFvrPW2NHejADwz5geL6zS3dvL4hfqjIIV7EG53y35GoOz11bVlX9eM2fgRMG8pOke1gI6CZuY7YwIcN09ioYnq2o/whcREClUJ3vlwpC37ZjvoHivwoetAfijjSqDOhxpI4QbofXtNKub5x9bYHeRgZ7edH4fCFzTrYmOkwQNn1tZ7gK/i2Nnti0yh+mAm9Da1u0j0WM3d4SV7KDvhBuGmG7kHT9rrRblLd8vt3RrjSkw9FhMJ91fRrh433pjuiH4Gu5bUsi8x3/xS0GN5RDkSoqH/0T7/Sv7PzU5pfnBKbHi4sT4uxPOX+L+s+D0kAsgpYei3fussVcjWjdMowNhiXA+QcQNY9PvtsqOAwPyQeFUhP5JMHUkp5gHCnW2hqtit0DToUd8ZtmLHege5Ot1RRFDl6BgNTawS+M6xDXBX9xmNc4EvgUK6DgstVP5Y3DhOSfruHIKUtclQcMP+zXxt8oZTZsB7sIF/WeTMcVLM4reXTszp9fl4rTy7q4jPLeur503r2pbN6/l3n9Px7zum5d5/Ts68AZ/XMi2f0pNMvPntKF55a0soTizp7YUGnV+Z16sycloxrYWkmZZdxNz0ms6XrLT02C0NESAJ01ysiFFGDaYd+S1nOncwlzOtbGz3bBNu58Q8b7zDfb270tbU1UK83zLzV2DJToqrOKCvPkT6N36OQKiLCdEvQS3vL3PihVMdjFx4QL66qiEsR2B/oR1IaVyF5+CeAq2Dz2ITCC6zh+EIRobzAn557P0ZFXFGjywbM1UCzoYLx+R4hg6/0A7YCNsfqjc3ceIlDEF771DW99qmreuPV63r7tRu5GRMb+968vqn11U3bGdtpu21v9cSm09ga2Ho9dKcB+2bkd7i/3Rd1EddL3TrIMHHjQBp5iOtZ/7Jpx8BKbUAbALdvpODNJt+j9uzrocEG2joOdBqocLVvwaONzLqMMiKyf8PjoZKtQshVd6oUm4p0PM4Ky0PhdBWSQnm5CVWz8WTM8X7QXgCik+/NPDOiP2RWZCPIl+BQRKi0/d7xWGO+ZO5cWJzW0qlZw4wWlqY04/eRqdnS/PKYMa/gpXw1OOylWpzHDmKsxek3P2WPb6XXj4iw/zEC0VYzJoRP1eVA5TnCZ4UzXEt9K8KhxxbMWrddYbd64GnhUeJA9m3ToKH17jBttr7fm4CB3UFtgzCHV/NtNQlURatng6FKr+MsO4XtTeaDan4shT/nxjoL5Sps+CYE44gIMX+URTWXlGWhwvNP1uO5pfA8HBFGXG+bfofKMotzkcz74sA2S9/t7ttmGW9/zoVkcl5u5izyZF7y1/wi3sy0ubyTOcbH0Ch6KOoGoBW9VdxlAAAQAElEQVS64RWbswLMo4V5GLGb/iGV1zDur6MmcqD1bnAnZOGEBD+ikOVmYJtyWxxcwuGvVy6t6u3Xb9oGvaHXPn1Nr3/mmt567WbaomxQxvogB5rkRoheR9ze6le2qG3NHTuyL/x925K9tEMHfq/oC1u17zBxVfrgdnvUdmrP5fp1PtwB/eM+FfYMja4E1i05yD3M3BSrwGF7KpnAr71dfhCkbZ5DcsBiJ/GoIR2Pk4hQxOMJCkm0XTsXUTuhw/sSj3GDAX8ET1GdIR5LEFdI4b/6lvCovfbjQOpK69++9TDKlPlu2uut835H5CCI814He/rF03rxvSt6+QMX1BzGxeFcGXZc+t/vNPtftvvi+87rxfet6HnWyl4+q6e8TvbEc6e8prYk1sbYmJ06+G5EfWGbQFzW3dCAV9lnofFr4PmcuWXTa1x8n2Feu+nvWsxdzYFcxLEG1ndecI3PxfXwGEf5zvghylCYIHgwMzvlNfmZXJOH7xyKxXok7+sd1i9qe2NErMt6ZsvbXZfz/MD9l+AI1pzH85K9YS28Lm2Hdbw+Av6ZOeqe9lrArBZPzWh2YUpTTsP20ejyXDrmH3lPogeRMpj1AmR/MtJtGVhmNr1Wemt1SxzydoVNXd9Y1ZscyGV76Y3PXs8N029c3fCa3ZZtq55tob4o5+K+E5ld32a4b3ukiBB8p69n/e1iyXxmnXjlySWPicUKvHZ85vxC9sOs12Oy3wuXi1Be7kT6FZxAxh3yAcpQiD5m/DX2bX5TmSnFd96uZaDjb4McwpTrqpZB8gNqLmhqAPttDGyuK+klrs5DsQjX7HaBkzbO1LpmyWvlS2fnUgYXOPzAcjiT6+VlruNSlveAbLvxEQaCxziQRiYD+fte82aTXdZkt7Bp0wa1PPt7jrOogURxG7KMfWweEaGICnjHAbKf/P7W8fph6XV74nbJQM0d2F57b3fAmbHGbTfCrkFBAGg89h/gbupKNx93LwT2JgcyATA/AAPrSyDnQTKBD2DyIAw0CHBHEArLceH3W/jSsZ7uwCOHiVc2zpolcWnyi3IhRYSKQoLvpXGPwH2CvzANEaGQ6xqn2eGjuyGmwgafBp5rGFd9v8fhz7HuLL5NhMcWWSEI15DefDhQ382464PLY5JvHoxP5u5Nz+/5/y3r2+JddNPuQYH8G+tbWW7D5cAH3p7fYZNeE9v0N6RAMxQnmCjfbgO3YxzwTTbrCYeRFc8R4Mn33Kb9jkOmMq8R+s4y2SmVb98n+RL8oGxECBmanumIeQI9uOR1eg7Kwm46dXZe8/6eODXTlbMK/XqnLid9HNRcWRdtsWJ2XNc6nrqo59TZWVHX8uk5LVkfLyzPCDuk67kgwusdLpv11S40Z9h42rvlQA5xHpYV39KYfxSWL+Lt3PW2jFlKU7xyvHrs5Riz2Kbc3aHwQVDfoeiRRZt0KxA/TUxYPxe2nUr09TgQXxQiXeGMAu5Owt52Z9jVVKVc3niyLs8TnbH5qHBdcVf8MUIBw8Gbet68trpM+7ZvHZf9UCWSbV+MI3LsiQh/Uyw163cMdAnvF/N+r0TfTM91xcGvHWwK0wda6qLeRF5jJ0y91I8OZ27g3Y+1Sr6vr61ua9M2O++FPWw9r1luMn+sbSn/96H+n0jWMvueZ9DdyFHWMax0WlWHu8xcoD9K8w9bfXq6k/qP97F526T8z+OM7VXSImqe6fG4mta6W9X01QCZSBhUa72ey+mrIRnIaNZU5aqng7fd8J7+aNbse56n6autDfer5+/8/8u1nvh/inHg/1oPZhP0lDiMa2uzJ3AjA9CedZvWO7vIxDDbm80hr/UQbRxYWAdub98y18etocIlVeIxFIcB9W0nUC/0rt3c1M1rG7p2+ZauvLUq1uSBPJDL75rpep3+0G6DA7eBGt/Vt27phuteW90UdhG8pg3wX/V1556qMzxsZy9B7ogBfWB+D1L2hhq6L4aOc/cI2EviXhRSFRMRiqIQurlj2x3AX1gfVVlcmZABPw5yx06m9EYIfQK+gjnAeqW0W9glnPGuKyKyYEV7VWdGHPnDvHIlA/MOmezX/IOfjk7e4aZuvFfdJpO84EL3It9bfr9GroDGfkfmDwPY7oxbcG0bb/4/lMcR9VX0mgDTyNOtMsl+mqBq/O3xWzYok1C3eXf73cee64zEHiPlrroEXyUK6buPB4S6OF0dEaLvS8sB8obcdac66tjOJhyWiREtlAN0l8u0GqUg1F6N/OnR7Zfx+b49vo059hwYyXct09UYHlTzr+ciZDxlxy3J7k+BcKC+s98ZJ3U4IoQsopOQPeyxjm1H3vk61onEFUUhCUQ6dtd4exjT6B1sw2tvrftb96re/OzNPJDr1U9ezQO53vzsDV2+5HnwyoaqA7m2ha5Bd6FjEmyDoNOAPn7rHebKvu3HnqHvb9i4AHF3hPFy+A2pv8x/+oi+3FE4d2ft0AUohpLGBbAtcCs8dy//KKc2MmAWCTsAvgxsEww8RpI3mWESDljWfafI2430TFK+zdtyoOVAy4HHlANts1sOtBxoOfAIc+Brv/ZrxQZ3kzTxh3/4h/Xmm29OUmSivL1eT3/jb/wNpc17wJK0gbYcMPuBs/3cz/3cgfM2GTnMp3PMN7s+CZtlwU82Hbtw4QLeFk4QB9iI8hu+4Rsmopjx/r3f+70TjfuDVLC6uqqPfOQjB8k6yvNbf+tvVSt3I3a8I56ZmZncdPWP/JE/ov/4H/+j3ukDuj772c/qv//v/3t9+tOffkf4sbdS5ph3+qCyvTQ1Yebjd73rXU3wQO7Vq1d16dKlA+V9VDJtbGzkBtu/5/f8Hn3913/9iWvWIz0/n7jeaAluOdByoOXAyeAAcx8bME9K7YcOcdDVpHUcRX7sH96DJsHFwRC8rxy0DO9MP/uzP3vQ7KN8n/d5nzfyt57jywH697XXXhMHPXzxF3+xfuRHfuT4EttS1nKg5UDLgceEA91uN9cIn3jiCX3gAx8Q3x/+r//r/8pvFxw4xIFdHDL+Hd/xHfrgBz94JFzhUK7f/Jt/s378x3/8SPC900j4VvJrf+2vPTAZtP/jH//4gfMfNOMP/uAP5uFqu/LfIfA1X/M1mtSuuwOqxyr6h37oh/ThD39YrKMetuGnTp3SP/pH/yjXhQ+L43EuFxFirRE+TsqHH/uxH9Ov/MqvTFrskc/PgYLz8/OPfDv3a+DNmzcn/h7CmvFTTz21H7p3PI7D9ejPh0nIz//8z09cHXROetjVxJXcZ4GLFy9qZWVlIiwcTjbJ+sdEyO+QeWFhQX/6T/9pcbDeHbIcSfQrr7yi/+f/+X+E3XgkCFskd+UAv/a4a4Y2seVAy4GWAy0HWg7sx4HjGhcR6nSK3HhiZr6r2YSp3ORhZq6j6dlOblhROk8Usc/Pvnb/koyPDPzIrNcbjA6f4seEbFCxtrolYOPWdm5AsMXmA5t98QPFtdVt3bq+pVs3trS51lNvayB+uGbyss4wAwE7/KZN1MMP/QgXpdvQLcUmbTNzXWUbFrrVISN2p2Y66nQLQb8OcIGXugcDCZdNhZr6Mi0pOACiJgssMlQ4hhXO+kfXg/t1TST8rnCb3iTQlbnuCCkiDgBNPlzlBRrwNpB8qNBW6fk8mgdoG0jWhkyzwfJWGMqyyP5jkxH6kXDhPnfT1F4nmwP0YeEH/Vm6n7tTpaatd+aWprV4ZkaLp2c0tzilaY/h0mMYeYhCUui+Lg8bDfwYDIbq9ypAZ+HPMel4eRCMqrGAOugBpqw6IhQR4kfibFIwYz05tzAtYHZ+SjNuA3qnO1WorHWnVG2ukzJufOnqcBe0HBUcjoK21IPgQOxBahFTFKGUM8tRd7rUNLJmGWMDJjaQWj4zp1Pn5nTm/LzYRPXchQWdu2h4AljUObsrT+DuAOGVJxfVuOea9IuLiePMypxOn50Tm97Neywi09Meg12PT+yFME0av5DnsXC4IQlNnIWVOWrQH4hNApj72cyEjVC2NnppKxDf81gceE509iwJDg+b9B/JAzr3wghxKKIGtw9dA0QQN8o0sSfqElHI+KXEWeMPu0bvBE12xVh2tyd5a52FPsOf/COebHZxAHgL79dsi7Hx0fXLa7r29pquvrWmK2/dysO52Dx69cam1m/ZFlvf1jb9k5s8DDRw/w3oH8CVsLHAuG0AWREh2lh4jsYt3Ubkdz8oy0Lox9Iu6bhhf7hMQiKUknGqrrHmVBFjT9IqGKK+Exo9S3wq8IwgBIwVfpBet4P2FIXba77QZsYRLm0uaC95HiQNDxC3RWGEPbnqh3vAcfb4mSzHlRtp1yLip+qQ8/jOzjIi5Ak57lvWKhha7mpAxpu8eowvs7HhIeM9+cU7F5v9eczyjsXG76vXNwSwKTybrO0Cp2X8SXevbeQGctk2t2X1htt8c1O0Hx22sWEd5vfM3nbfcjQQ8gXPDis9lAXgeQ+eGzfvuOhU6sz6TUfytqatoS3jmrST7o63rfavet7Y8LzBnN7r1fxmTBvgdyOz+Ft4NDiQXetHrpN4zcSvVWJ8VOAZN/W1FLhSrfO172W1pogQ82HOi2WR/mB+lJTpUrqJLh+a6DJ6RYTAWUSIusYhwmmh6toPv9N8O91P3/bk9GYWKHWL56iq7UNlnHHYV+VxZvwEdvLCI8c6s2+SnMs3uAF7d24j2wm4Harox6Ywr5JnRahwG1Rfu0vUke+gA2/QnX10p+crNjFdtc6+fmU97c+rtkWxSZsDTNCZ6FbeFba3en5/6BsGwjYY8dA832uLSqEIQxEjHhXjfDK/sDkbKB0e2WPky3KFwm5ESNy4eDTJRQ8Yxjp3x+v47PHGnQRvm3dSDiB325Y5ZGnd70C75ut6Dsu5Gv9Jn5/30k+bgLH43PDP8zX82MqxNbCNNFSOJURyUgbX+VO+/YDf2F1sWEod2GOM5eQ7dEBPA4QfBWja07hjbVq1fUT7N/wNBLuUd3FsyIHfddCLNftap+EAMmiANxan1JTM1bw75/cef69iI3UOaTh7vlrvWvEaFutarGk17jmvgSXU62IZn/56DczpTRwHSyyfmRVra6w9z7DBude9Cs8JEUwCDXGVa/IqTz49dtyXzdy2td7LdRTGGQco3by2nt/AsI+zzylTIwA1QWDcT/ihAzQZwnNd6Xmx63Vs1v9mmu9rXn+cW5hSrgsmfzoqkj9S0h7Kiz7DCMKt+nBI0GlG7tueXXdE5OFGHb7n1ZvN8z1v3t8A5pemNLc4neuffAsqnHeEYuTRib3cnIp3tMDtgWeN/tzc6IvN+9GbN6+u55rd5Uur4vBSNku/4rU77KWbVze05ndfNoPnABlkrO+1ul363BX5VhRhXhfVt1/367x5i8yf8rovB2+dZXwYzqzMqxkP8+7zaa8/0z9FUUghJQgb1o+jvI07XAVyVVq20jbzGnhZFkl34bjCbQDCbjj/vtXXvISf+wKFnCeVC/4GDU4jrQAAEABJREFUjLAoCnX83YlvOcghBx/MmleMg2nL/ZRltFMf2CBfFX6QOTB27+dt8g78wjSwLZzr37ZN0B0D+sw2bZVnp3Q2MR87cY+6j+Y2QFvdLaK/C/d5URYaAeEaFC7hm55ogLL3AheR8iHhhh+hB3PtxduEk14/8t3GAoDeRDbtte60/nSA535Uudht0cmK5It5ZTeAjDzCMWt8ESHfCo/ZChyu64qoyYLAcaijj8wxk3ybT0obduAx5FsZ0dS7X2UNffulOY4+yP4wssSZbm0rM1YbyPihdvLs8Tf50nV5xr7LJH4Id13NDc8iwjytQbiSo/zgJgwor4iw62/Mlg/0faVDqMM0uO0Nenud74D3PpkjQuje0rq443kaYD4e37CfsVkROjQ1IGlAeRlFuvs/yOsuqxMjQmVRaFRf1luIejvWzSU6wHJW1af2ajlwVw4wSlJc/ChqGyLsjwiLUAVSSAm645VS6kfqBQ+uasx7vNnPeLbg37HscUgw6RUZbqqbrrDeLuADEKFIV4ow6OCXm1+p21EFVVmjESAjBPde3isTq7x3e4I2tUp67HOFvus6Ce/ojn3xuFyTPyJUWofxbsP7zILfMbCD8WPnYeN1p0uV1jnOasQUtqOxi6iEYa5J8m7HOseq1zT59sY6E9+HtrcGedjSyJb3+tPa6qZIa9YBsNUrearrGONJypSrpY+gGbqmbYvPzk0Jehdsv0P7tO3SjtsU4cKmCznEcdHH4HZL6dxsdC0LDvu2fBCugOSJmZGoKa/d8ztzuefwHP/j/iZu3CV9LzQ2QJ2PfoZeuk8eFBGhiH1AxDnHKE1S+pUXOCoYVvQ29boewYBwNsCZoL3vdQveGbf4nrm2rXXk8+aWv6MCm2INg/fPVb9f4t4XeB2swZd46nCujblu1gt5H6psmGH2HSSb4mN/m9pkr9mqaiw7JmXH0RnpwAStcJeKMd9ARLibDYoJsOyfFQwJ6PoGwF9IEZGgh3QF9Zg1DYsQ04Z/2feZQKbJwCiVY8oIwYesVzCo1rqbcYHrPFXasBoze8PkGQfGrukCL3UknTV5Zl/yLyKUoFC6sdetCkTlGMVwRC+0gLfCj/wYnI822Tm6ew/CiKhotUyUQFnkHMg8WDocEZLvPcW03+VsO9EEAMfUjsCj+gJfA3VU65wkDjSdZzfllrEBeBxVMoxsW4ad3jRrJAdNROM6j2+lfFjefI/pwUIFtjuQ8uhsd0Skd+xy00W7+9YZ/e1BHjK55jmV/7G88uYtXX59NQ/fuvrmmq75u/eNy+tavb6Zc+8m/3fpubi33VffZQeen9EH45A8rlsXEYoIMU9EAX8MtluLGnLs2r/LLQsRLszH0lC4XCQ/Q+I2pEd3uIbOQCc14Gx4rcQEbZXryPaGFeaJxNoMMjGwTNCX+BteHYhNZnl4fi6avrZLXyUcCEGbqeVAy4GWAy0HWg60HGg50HLgQXPgncD/nve8R1/5lV85UdW/8Au/oE984hMTlZkkM5tST7rpIm2gLZPUc6+8t27dEhtE3Svf3vSlpaW9UccufP78ebEx2iSEwYuHvVkWm50+rpvdTdI3xzHvF33RF+mpCTfeY2NU5Owo2/MzP/Mz+jf/5t8cGOXU1JS+6qu+6sD524wPhwP7HdD1r//1v9Y3f/M3iwMGHwYVbLT8u37X79L169cfRnV3rYMNBB9Wu+9KyD6JEaHnn39+n5Q7R62trYnDB+6c4+SnMH+ymfYf+kN/SGzizcbOv+7X/Tr9pb/0l8SBcyethe38fNJ6rKW35UDLgePIgceNJua7N998c6JmdzodsRn1RIXeocxPP/20Jt2Q+u23357IBmKN4nOf+9xELWTD8eNqN07UkEcwc7/f16uvvqrv+q7vygNe2HSdd+hv/MZv1E/91E89gi1um9RyoOVAy4FHjwNlWeqll17SN33TN+knf/InxXeN/+P/+D90vwcyXLt2Td/yLd9yLNagdJ8Xh2FwkNkkaD760Y8e6VrJxsaGvv/7v/9AJJw5c0Zf8iVfcqC8baaKA/zf2vd93/fpN/2m3yRkt4qd/MkhUhzGxXeFyUu3JRoO8J2U76VN+KDulStX9O///b8/aPbHJt8zzzyjo/hGeRIZxvvn66+/PhHpp06dEnp0okIPKTPvxXxXeUjVZTU/93M/l+4kD+SNtZBJyjzsvNDI2Jik3jfeeENvvfXWJEWOJO/73//+PJTrSJDtg4T/mf+Lf/Evnpi1q32acOKiihNHcUtwy4GWAy0HWg60HLgLByKkogjxo7xut9DOJg9dzS5MiU3Ipme76k6VKstC4bwRIQH5yztVl6MyziFe0tmcmR+b9bb64uANNoljszhg9cZmbkrIwVub9ebxbGDBDxVx+SEim1TyY8bEmbiNGFc7P+gEv0MqyshN5dhAg40pEhanNGeYme+KzdRKty1Mu7Ec7M66nLVx7T3sTb1RSNBZmofwGnoANs6ooFDHNB4K6h9ZdjqhsvYX9heuqzBv7gmUIZ9d8ob9dK98wV+znFs86FvcBKcf6W15yvpqpNAQ7rMGoA1ZDfOSNEWdsXX2cuBkhd2PvkV/0sdsjjPvscsmkMD88rQYx13roJRrZCIFQLVM2r2nQIZGRaxYkGN+CDvgR86GPtAb5IY6qVcsi2DdgZ2IiBByWHqMoTOnpztCR84udIXumeEwrunSOjNUdkNFKZnkpBUyXb3aq+XAOAcsUpV8hmMNvu2pb0TPkHJjV3Kq78KFCutq5DDnjaki58FpNmman9L84rQWTs3kZqoc2NVsWHzhySVdfOaUnnzulJ5+8YyeeemMnnvXOb3w7hW98J6V9D/7ylk97XjynHf+0ytziWvWeKdmuqI+V68cRwi17nE5c0RkJsow3nrb/dygant7IDYC4hBONiPt94dibJKZIgD+hwvJ6IO07J5kVZicrfZkP2bQEdXt0IS3y+0qYdbCJzsZjR8xyYAf1AnAXw5A4JCDq2wIYbh+ZU2rNzaE7bW10RP9gl6kn1xU4AFfFKFdEGG9ZrCdUQK2HzrdUujpKeu/acvJ9FxXM3NTmrWLLbkvkFYDm1+jT6es6zvGVxrQta5KXLQB96RBRCgCkJKHYb/5WbXNflXXrm7dFajSj+vTzRmRlv6Qwn88NbpokCEc4UxFYdc3Yx255KAENqe7ZVlEJq+8uaorl27l5tM3r23o1s0tbaz1xGZdfc/XTKjgMCpRVbp69C/amQD/Yqj+YKDRe9bqptj4Hd699doNvfHZ63r9M9f0+qcNdl/DBezPOPwnHF779FUlfOqqXje88ZnrevPV66L9bFrOoYOrNzfyPZR5BtnBxkN+wjxMXiKT9xAd8skKCHlFP/Y9f21tbFsuN4W8Xn7jpi597rouue7XP3tNr5mWpKum71Hh96gdKUNXNd5G2n7Z45bxyjyT/LZdnXOJZRUeNjy/B7vb5BPKAfr4bqR7BrhbsrJ8PR7xJ8gReHDr0o6pfffhgMSwgzqU/sOijHsXHGXBA9y7yAFzDBt79YD5H042mghPAfTAwPY98xW2Jjri1o0toS84UCJ19fWNan1wvSdsAvQ1OldGFBEK201AEfaPAeGiCGGLYjt299qiXsecmZ0SNuaM1wXHbdG5JtzYoXaxXaf9LoU9Cz7W01ydoEP3c91rANwP7rbsiAP0VTQh8xzZ6/f6tiG300Z6m/nac/WOjbQzl73uOXs0z51w+2jUDuZrYKw9OV9fWk37hfV31uO3tnrCHodfDfvu5SavYbaBcgDjnPkfm37VNv01v2dil3KIzKVXb6Rd2tgOIxrHaDuxcXt4PN6OS7YL33r9pjhAh00Zb/lbyMbalnjnxraMQhrxUu21iwO2vTNsGYNJhRlVFIUK1sAMHX8/6Ro6XgdLf+MSx1xgF10OVOsTHc16rZaDnpZOz4o1rrMX5nX2/LzOACvzOnXW617LM17D6KprHNQVRYj6eX+gz1RfEY5XBcg/wNzF+2oepuS+ZvPpjbVtbfm7GGnMa+SrUaSTaNL3Dj2sK7Pm2oWewo+ilODr1EzH3wa7WjBfWF/kkKJpx3Xgj9drKv4kd2yPjNskFW+MSly3pTi5KMJ1lF7H7GjGc/Cs1xvHYcbz8dRUR6XrSVabRt86qRe82Au0BZngHZU1UeRl1TYRG7a+bV2N/rj0uRvK91y7V99ey01c+c6KHunbvmLTTyWDzFT5MpPAaZ+oj3EDD6fdb6wTI+ccSHfh6WWx3rvy5KLdxRwHi15DnnVfdDx+opDLVzgZjoA7uepsHeHlKqBzL8amPr4v49/rkp943ATanZ67PMbyUDZh4CYBTosIpVx2SsED9EDHst5AZReGuJLHLgOO5AuRDVRZpHRDRisu8tLXHMrFnAlUesE0kEimxxRib7sdERHZH/RJYb2P6yjJaaNTnzXJRUHnxwFAZDdqV7h6B64Yq9P+bONY1GReC+VtAjkZhrvmBn2TYdzfxL2Drlmnw3Qh/K4ghJyVZaHS8w7vgpVbqrQeqMBp1o/lGHTsvyegU4wTfKXxF5bnMqFwnUBVNzJOWpF5HO95sgqTXuQ77yhPRNVcdEfqMHeI/X5W5goeHfBK5u3Oi45DR/V7QzE/8Y7OuzzvDgDv9n2v+WVlLu87EcBLPI2Lf3+oSkRULvMZ7xGb/jbFXIgLbG32cn2g53c66LG2VNVwtVfLgREHdom7ZSo8dsLjaHzMMXaIT/mpxG5U/na1uWO5elhZzIdi/u77m1TfttcQYNyBwZX7xnd8oSFwr7uH4r1s2ZM8ebCpzyXHvA49uHtUjz30HTWVlgXeB7Fx+Z/Hufr/ePJ/ebwuyPdo9HhhvRxhLnAbKAsYFU4Cegh9yPve6vXNtMtvrW7lmhM6cmuzn34OHlrlfdCw7vd/ylAWHdbgowogEdeRhEvTCz28h02zpmkak+6lab+XTYl4ZBtSBy6X7bSbeB6zB/y63yZHhCIM1hvoCQD+AtgC9AXzfoe53PZA5RbKuAltgE5jC3RC1Vxvl3ote8U4jMc1/qJQgb9oXNMcqi73P/M2sFefOcli56cFxbd496j02TDXAfvWaz3P5yMX/31A4nL5nvH27Y6AsGHg79m8v0Lr0MSaMj9NYtWSk/Vs+H+fVDc8GEdD3Hj4/vx7sGWQB3B/mA9b+r5ZBwJD4bHL2CmtN5sxW7mlOh6vZUKh0mN1HDoO3xMY86MxW6jwuC09TkvXVRQO218ARShd/HugLAvb76QXKshnetVcHpC+M4QL5GDImKN7jPdyRCRinATTFIakzS7+CPIAmfWejyZn42aBOlA7GdU+HmEOHEVHewBUslo9K26N+6uY4/JkDmN+4xvAhr9nY/flt+631/X267d0+dKa+A5EPHn6fncYpNEmwa6IUESIsRdR+SMcBjwWiUd/oKe6U6WmZgyzHbFOnvYstqFh9H3bti3/p74LnM63cNbbp3N9vRR2CLgjQp+2/n4AABAASURBVHsvd8HeqN3h49sdu+l8mCF4YkAeWLPG1geQDfo74w9AT0SkPESECs8bRVEoLAcRkm+1V8uBlgMtB1oOtBxoOdByoOXA48uBTqej3/JbfsvEDPg7f+fvqNfrTVzuIAX+8T/+x2JjpoPkbfL8tt/22/w+0mmCR+KyYfikm41R8T/5J/9E/+v/+r8ea/j9v//3T8xjDqHZ2NjQw7yWl5c1NTX1MKt8XOp64O3kQJ7/9r/9byeqh83lj/qwPzZw3draOjAdX/iFX6jP+7zPO3D+NuM7wwEO6GJz1j/7Z/+skBs2e/27f/fv6r/77/473e+mx3dr0Q//8A/r27/928V6zN3yPeg0NrU8zoc/nj17dmIWcODZxIWOYQFk4/Lly+Jg0T/xJ/6EvvzLv1wLCwvigIUPfehD+qN/9I/qZ3/2Z48h5ZOR1M7Pk/Grzd1yoOVAy4GWAxLvkpMeyMVm2WyafRL4x1z/wgsvTEQqh5JOwpObN2/qV37lVyaqg4O4L1y4MFGZNvPRcwD5x979nu/5njy05eWXX841LDYx/4Zv+Ab9vb/398SG90dfc2JsHy0HWg60HGg58JA4gF7/U3/qT+mXf/mX9TVf8zX3VetxWYO6r0bUhb/0S79UHNJSB+/psD78yU9+8p75DpoB++nHfuzHDpT9wx/+sF555ZUD5W0zKddIOYjkf/gf/gdtb28fmiXIx8c+9jGx3ntoJG3B5ADffPlemoEJH4y9CYu02R9hDly6dElXr16dqIXMgxzWNFGhh5T5MO/s90Ma74CH+R8DDmc+7v9j8Pt+3++b+BsH/3Oxurp6Pyw9dNmv//qv1+/+3b/70OXvVvCP/bE/lt+A7pbnIac98tUVj3wL2wa2HGg50HKg5cDjxYGQogxVP+or1eVwmZmOZua7ebjM7PyUph3uTpXOE3kAQ0Tkj7+G4qXcj/oOu07yi7pyg5JBf+AX9UFuhM5mnzevbejG1Q3dur6pdTap4DCu9V5uULG+ui02rlizu7XRFxvL8Y8v4DTa3fdwKDYNGA6qXU9K09+dLsUPCtlEY3ZhKmnnQC5+eDg9U4ofLBbFbjT3CtGWzBP5zDZXvgM+KWcAT2Eay7JQWf94mx88QtMOlOp0DwclPxyv8XI4S4nfdRVZZ2S/waP9oMlTZJlQQbkipIZX7mRzW/wInP4w64WrB33BtJDSsUvfFaVMXyhMX0SovR4hDrg7faesTlnfMHaXz8xq+eysFpamc2x3pgqnF6r6v2q7xbPyHOhJDRZlFxoOhqmj+AF0wtjGIM0PZEX24FEjR/jtJaqwDDLOOtaLU+ie2a7YmBT9w4+h0Tld6K03aKCMfNUoPIYcaO+WA+ZAIxu4SBvg6Oq2rOLBSeDhiIiQbyGHBXrecsb80bU8TlsW+YE9Y2hxeVpLbDZ8bl5nzi9o5eKCzj+1pIvPLuvJ50/rqRdP65mXz+p5DuR6z0oeyIX/Wcc98+IZPfHcKbE56+mVeS0uzwh7gPGJ7EdEJcdDjykmCO1zheOcz7fpdcAextegP8w5no2oADb2Y87vexwObDfcNse4qACjeyfumu1HVLWx+b5vZPvhgEdAjXzMK3QemyGxqeHqtc3cFPzKpVVdv7yu1esbWl/b1ubGtuiPvvuALnV3qYKwezuk/FkXpv1gG6JjWwQZnGrsSMsidhkwmwdzTSld25XI0ozdcZie62ra+r871VHH9lBljxRy5eJCLhodSvggsB+bDlLufvNAKzjgn0KKCIV5FRGq+FYoMiw5kUE0gknbqGNwRTRERDZH4TBgZ+9N3oiQb8Gnfq+vrc1evguwUR0yyeb9HKjEQR28N6zd3HZ6r5LPXtWrlE+oK4jafWQdGmjINuN6kKIvqw1Lt/MgkzyQ661bevNzN8RhEwCHclWHcV0VLjB+UMBJ97/2qWuqDsC6Jg7D4sCHN1+7KeTn+pV15cEHjW7zHIMuREYaPuK/G5CvSWf+Qj/2kNmNnm7d3LAOXdPbb6zqzVdvVDz/zHXB0xFNnzZdjxAgP699upKlbKfbRh9c+ux1XXnzlm5eW/dY3VZuzuu5BH7DwyiUY16WXbXXI8GB8a6kjydpVKXFx0okgrB4GOz3U7KrsKM7XLchuUO+sWijG4Uqf1CFqCoTIp8TPZoiIxz7lG7yNEl7w038xO6IByPPxCgeWAE30veIt+jOar7qa/3WtvXnpvXFhtDTwE2vD66tboqDfLbrw4HQudDX6I/CTI4ilBB2Q4mfcPU+VKjj9+8p26G8rwAzY7bojO3M2cYetQ2KLdrAjNc+2cyM/I0tyhobNltEiD/Zla+TaKeZ7Ef+rrtHCtWXx4Xvnuf+9VtbXodez/kaO4E5q7GPmK+b+Qz3UYGd+fpq2iXZrs9cy8ND8x0QG+lmPeY2++rbtsEuT/7BQwM8tVPzc8eJqPzj6cz3jFne6XnfxP66fmVNl20bcBDam69iH123zXYt6cGWSJpsRzwK7p34/Ybb/fbrN2wjrVrfrenWjQ3BH/Qh/E4e7sfkisWP6dMD13fT+LBQJp+s/1PXe/1r/HtKlzUIQ8fQ9Rwwcr02Rpj12q7XbHNO8DwwvzjlNbIZnV6Z8xrZ/AhOe82Lg4pYf571nNBxeeorXLnvfFcfI0tcGY/HCcwNfa9zbXk80ce3bmy6vze14Tlv2++6A7/D0ueZncz2jMrbfxzuMBERoSiksgiVXuNhbZu17gWvB+aaoL+3Tc921DV/yrJQzpPuI7+aJo/SlRRRgcYv80l1fESooC+97sO8O+O+mWVuNn74DxBH30FHhAtSHtDJu0x9Ek0zGoAXXhDh1sCys709sI3UEzYRB29d9jsmB3I175m841/1uz7rdxxS0nP+Qb5vKVGBV75gESKGvEVExedOKcbAvL+vnDo3p3NPLuqC14bPA08u6dwTizrrNeMlrx/TD4yjsAwkYj92cOpoLzPGt1xFBdp9Ve2waPH510SMwrW/yZ3xTeBeLmXJg1tDfl62XyaEdUh0TNeyiR7o4BqQQ2Q2+aLxKwuOR+zjdyvJZkJzvnR/03cDVzzw9yn6qipEJre3ClRPF608j9eTZlt8FdZH9EnqGkdGhHtphxex453cl4X98J2F7fpO78N4PMi6ho0yftANqUTWQtt4HnSFt+OHj8DtKQeNoXQIGSsKz2ue+xjvpfVmWfvRCRWU6jh+HEqH7wWdGk/pea/EX7qehKjmW+vbEiDdgK4pMlznK3BDGV/a77SIUHOlDnEXWMW4L5pYu47zc3TvlBhFjTykJfCw/DS6qu93Keab7a1+rt1zGNeW10MJo8eoO4v44TvxjZGW4Ts9IkK+MxldCE5wb6731NRDmHjoGFhnmjSFSwDpsb+9Ww6MOFDLfESo8DgpPV6aMRcOJzgtEJ5QXjlu0nf7A3RDCx15Bp6vBzl/D/P/SpD9hKYYmRv/MXRH5KUnH7uphB8G34I92nVNGEj0+YB7Exa+z+yulv4C3GVGFkIGul4nnPE7Hodx8f+DI/AaITYy9h4yQ9stItr3MlLkAJ204TUm3vdu+rv6Gusqaz3ryL6hJ9Y111a38pv7aqZti/dB3hWNokZtQmsfToZ4uPLC8wB26LTfYWfmOuK9CLp5j+X/j3h36njukYll839wUhRX7XVwDsC0JrcF3ypCyECJ3jDAY+QC+el47u54vYF1YtyO+Q+Udu8FHcoClLebtoDxF+7nyh+7bQETMop3vh2/8zkcTk+wrIRlIMQ1FPN26iQLAu7IICDsLHYyDzI88DtkvwHP833rNubZcehl/ED9Jt9BXMoA5LULjgSHccE/cF3QkDTSB4DpO1G3me47SW7cDBz2ccQ8uDNNYxWNeUeyclj6Jyg3TptFeIKSu7OCJ4F3xcK2MWMroVQz5kqHKz9xu6E84NgtjaPshNL1+CsSHGb8eiyWAP59oHAakGXB4TzV2DXHzf8ck42r6nLQiZX/KJ+Jt0bY8D0iFBGCxsK04YZpdpSaa7xcE7efG3VkuvmQKsdP32qvR5IDR9O1lZRVz5pNuwJ13DFzmHOZ17AJeW9du7klfgfTrOVefuOWblzZ0Bq/e/F7NHMfZYa2jBkcjLMKQoy9BiLHoOM8JtE92Bxdr79jx2L/zXjtHHsW2zCBNXSA9fQ9QL7M7zLTrOPbFgYfeiwi5FvNlXNyEziIewL66CDNOGwe+hGejVwrdGwb+hm7CTfBa9l0+V3riSqV/mjkIF1HRJAIVHnaZ8uBh8eBtqaWAy0HWg60HGg50HLgOHGATQbf8573TETSv/yX/1Kf/exnJypzkMxsyMQBOgfJ2+SBdg65aMJH5W5sbOj69esTo/uRH/kR/ZW/8leONXz3d3+3JjmkCCaw8RobsOF/WPDUU0/puG7e9rB4cFLriQh91Vd9ldcGJnvn/MhHPnJkh/29/fbb+gf/4B9MxMKv/dqvzcNzJirUZn7HObC8vKyv+7qvE/LDPMImu9/0Td+k2dnZI6eNQ5b+1b/6V0eOdxKEKysr4lCySco8zLy7Ny4+WM0cYnWwnMcj17Vr18ShCuiYP/yH/7A4gJADQ4qiEIeHYFv9gT/wB8QG2o/i4Qrt/Hw85LClouVAy4GWAyeJAxw8xTvlJDTPzc2dmPdBbDNsgEnaR95er4dzIMDOnfQ9HjsZ2g5UQZvpvjjAIRSsmXAw63d+53fmwVsf/OAH8/2S95J3vetd4nCEv/yX/7KO8pCR+yK6LdxyoOVAy4Ej5UCLrOHA008/re/7vu/Tn/kzf0asEzTxk7rHYQ1qUpr3y//SSy9pku83rLkwn+6H6zBxrM1cuXLlQEU5SK3T6Rwo7+OeCdvn//w//09xMMuA394dkiEc4PPP//k/1xd8wRccEkNbbC8Hfs2v+TV67rnn9kbfM/yTP/mTunnz5j3zPU4Z4OPCwsLj1ORRW3mHX1tbG4UP4jnOa8Z8a4a+g7TjKPKgI2/cuDExqv/wH/7Dsf7/Av7/4a//9b8uvr9O0jjWM954441JihxZ3m63qz/0h/7QkR+4+WVf9mX53h8x2XfwI2vYY4qoeEzb3Ta75cDx40BLUcuBlgNHwoGI8MJRiB8Ed7qlpqYMsx3NzHXFJg95oJXD/NiPPJE/BJS0n/3RxA0lflTY7w/Fhj1sorO2upU/RLx5bV1suE94kwMgOJTL7tqtLfFjxXXnY2O5fm+gofFQj0mU8MiX44jnR26DakcNlWWRmwEmzYtdcRBJA7PzU5qa6Yi2RTQE6q7XrlxNoHHvWnIssc6PA88K860oQ0Bpt+yU6gDmeadb6H6BjSDK/GF4YX7ECKjvblCadwX0GAqXxx+2diJCsNzsdmf6NtN941F1ZUrlva+n8fjeD0VAgOkI824vkLRfmTbuBHMgJORvaqbU/NKUls7OaPnsrOaXp62POmITGtIZS7Jc5A9YEUrkp4F9mk/WJppslKNY9UPYoQb9QW4q0qtdwuiT+nLuAAAQAElEQVQXyoQfoaBIgoOKiKSz9Nhh3KJf0D2z+YPnrmntWueU6rAZbMd5a/mlbuoF1F4tB8Y4YJGSwrcBN0HVlfKSwlOFeWY2yxVjgfmkY93d9TwyxSZNnq/5Ef784rQWlj2GzsyKDVfPnJ/PTVbZcPXiM8t68rlTevqFM+LwredeOafn6wO5nnvX2Yx75qUzevL5Uzr/5JLOrMxr8dSs2Ih3mh/se+6qaByOxgV07QfhyIiQb/uYQoZifmezbjYq4NAO/NgKAPM69oNimGXCpRqw96Hd927ZZKQMnR2wU/HMAd8EzZTKOewT/jRlG/+I305IfebK+ttDbaz10ha7+uYtXX5zVRx4xMZhbFS/xYaK2/3snyzjsnQCuKKQwjI3gggnxcjWwP7o2J7pYkNaRqY5ACGhkzoxdeR8V8gmBx6kS9i2ZobtcggC+pRNlzuW5xL9advEVWnncs+4LTvh4+cb8a4mLezShohQwz/GLpBhpz8Kd0TTikjZiLDrKLoLPQY4ymkS7cbDeG82Lak2Lt/Izeo5TAm49vaa5XVTt25upexubfZzzmbQRBhPDbIL4OgRvWhb0+bC45H2DvxBtLfVU75nmUccXnbF4/rN127ojc9eE4dNJNQHKDWHH3BowEk//IA2VHBVlXtNb3zmeh408dbnbtQHcq1ZdjbNn22/j/bV7/f9bjlQM7/AwwTtf8HvJqWS42HKH3PV5sZ24r5+eU2X37gpNkjfOeDDNI0dFAZ9jwq/X7cs0RbaBLz+KbfVcRw4gezdvLYhNp7koIl+r68BO0N61oOXCWYorp32fkQ4MGl/MpZoeuPi3wWp7JRDE6/Gr+FtMeOpB/M3KHD3QtZ6MDSHykV9dcH05qOOOALnjjw9AtyHQuH2VfIxVDVfDbRlWzPne89Z6At0KIf2cLhErg86Pd8Pci1wmD0SESrSBpXsrcDzYETYHyrs8l5e2nbsjNuiM11N2xadxsY0YG+O7FHC2KENzE2N7FVsUd6pOn7fKYpCUVT1hHYubJqd0D18w3ukt8n3zYEY75zE1jB9KN472Sz5xpV1Xb50M+2ENz57PW0G5jQOlXzNc1kzt+GeZGBuBmhb0460/z5zLQ/CuvTqDfNhVfBj7eZm2kjbtiV79ZhL9vkxYqk9vh2z+06ek+B3dt59Bh4UrKP1tvpijK/e2ND1y+t5EBUHylyybYZNCq/hObRVdFZ0ET6JQBuAffltnmMb0n4O0bluGVy9sSnspN52zzbp0DrMfE0+2m1vW4z7MMH8iQjzKlRYH6e+9/pXxzq/y5qrXdZeWQ8bj8uw1ya6BtaYOViKOWB+aVpLZ2Z0+txcfRhX4857/Xku19BmPCeAsyiZAyQFb5/yY+iHCCoiDJWfWExexsCWxwCHna96fNHf62tb4pCuvtebPUyy33XcLhpQ0+RmJZ8Lr8N0uqFpf09jrZu1RSA3gffc2vF8S55wnyjMGpdHF9ip73B01H47Y3WIFFdUFIU67r8prx/Bc+phnWjG3/EA5vCu+y/7wWUaFOnmQyfiSi7koyI3CimhjmP906/16m0NlPrz+oZYB2E95K3Xbgr9+Ybf7XnfvJIHcm1ad/eE3u77u+sO3xuE7g+ETb4cBf9Kjxnsm3mvEy+fndPKE4s6//SS8lCuJxcdXsrxsHRqRrO2jTr0r/s2wgjky/xGxkELOOZI7sSeD7mHK3BVHie0wSCDI6gT4DMw7l5wtslucLpEgwf+D/2eEREqi0Lwq2PZrKBUx3LYMU/Kski7U1ALDoPGrxgL2O9bZFV9DZ1/4EYMXGH2Xd1/9GEFbm+jCbNwXfAxdSIi+V1YFovCvLfrKMHTHfaYqZr0ojQgJT5F/okreDxEcH2+H0iFyFQiPgyLsuAdHnvxNWEE3EWaoL0P7z40E0PIQAWhwnNfWRZKsN7kfbBk7Cc43nqhrKFj96CQZYwP3VJmHaHS8oy/cHgvkHZ7XGH6ClGG9Ipm6wzznb6240DeqUNVX2EXsHPHe5TeeNyJ4OtbX/V7Q3FgJLYM/7OzkYdl9Txn9dS3bZMqy+V8S/nQgS7oz/z2uLqxtdaesJWpC9ja7FUH2fCuYnpooYsoy6q9Wg6MccCC5DsjIkKFx1hRMmYKNePJ0QrH75Wfppzqayc8zPE0sOwNPGczJgaW+wz780LKf13m2Dt1o2qnIndXoIriOcFQJvsdYQd97audOxa4WwJEAXfLM5aGDsN2jQjrzUKs8c16HZB3mQq6wp2x3YuNjD5HZpxd2isg8mWEkD+wDbft75Pra9vVgVv+DsJaJjb8pvXVltPwr93a1KrXRDi0izDviJQ1GiOr77Dr9RT0mn0pTkQht9ADXXwvb+ieX5xKmnk/Y16R6aSNWRDi1F7wD7gnJ8b4FRGKMFg3RFGo0Rc5Z3vu7tgGAMqRW6gzqQ3g/KVxjcBzf2lo6rqja5oK67Ei6TJthBuA5lB10R4D75VVRP0cS69shaHX54eev2vwHM9c3vccm++Wdvf6CR8UEod1ZLo1rgZ/4kCPGqCTsZCAAJv2mmLpmHsalo7IvC1ilHJozxCeJBwahW4nq2Fy4x4e9/2WhDYAPBZjnIkgy/IwRESO2bIsUtdXY6xUM16bsVoyBg1N+CBulmnGrcdrOQaF/feC0jQVdb4y/YUKj1/VvcOYxMhgHNDd6aqZEexx+/x8IHdEKCKSnqJQ5UKr45wghSa7mvx2IwuH0lF7PfIcONKutn7ynaOgGRDHlIGQx7zGN7X8/6zVLd28uum13HW9/cYtf3u75W9vG+J3L9iNA8+J2GyUo0kRoQhAdgH7rR+ihsIu+qxj26M7XSq/a8x2NG3g2wbrtrNeO093oSt+z3MbOH3Gdi75Kdf1uiY4we2qXW8Y5CuZPubae7d7wux3Q3Xi08Z4gW0z8DsjctG3rYMfPV/N6XdoaVTxo/5wv9M/QFg3RziD7ypX+2w50HKg5UDLgZYDjyAH2ia1HGg5cCAOXLhwQV//9V9/oLxNps997nP60R/90SZ4ZO5P/dRP6Z//838+ET5opw0TFTpAZjZSnnTD8AOgPbFZ2PibDbNObANawh86B77wC79w4o00Gf8ccnMUxP7ET/yEfv7nf/7AqC5evKjf9Jt+04HztxmPJwfKssxNfr/jO74jD1X8/u//fv3aX/trj4xYdOH//X//31pdXT0ynJMiOu4bgXLgQMRkC06vvvrqpGx4oPk3Njb06U9/Wj/wAz8gNsD+Xb/rd4kDFc6fP+/1ztDp06fFoQps1Pz//X//n/7hP/yHev311x8oTS3ylgMtB+7BgTa55UDLgWPNgV6P/wHuT0Qjm/OzafZEhd6hzBzccBhaf+7nfu7AFLM+MemG3isrK2oP5Dowi++akW+yHCL74z/+4/rbf/tv65u/+ZvFoazPPvuspqamEnin5GDWb/zGbxQHb/30T/+0HsXDWe/KqDax5UDLgZYDLQeSA6xP/e//+/+eB3NxEERGTvhgDYo1iZO+Js860Vd91VdN1PqPfvSjOop2gwNcB6n8qaee0hd90RcdJOtjnwf75nf+zt+pP/kn/+R98eLFF1/Uxz72sVxzmwhRm/muHOB76X/+n//nd82zX+Kv/Mqv5Hr6fmlt3OPHAd7hJ20178URk30XmLSOw+aPCDEfHbb8pOX4fvSZz3xm0mKPdP5J1zOOkhl8U/v2b/92FUVxJGiZv/7qX/2rWl5ePhJ8LZKDc+BoevDg9bU5Ww60HGg50HKg5cAD50BEKPiBVxkqu6U4cIMf8LFRIYB/aqYjfvRXltUPhiOUFz8c5MNFBvIRIsyGnMP+UP3tgTbXt3WLTXevbuj65Q3dvLqum9c2tHpjc+cQrrWe8/W0vdXPMgOXzR9cJs6dR/W7tiG/Tc5I6Ci7hdhcETpHG/jNdTUz1xF0d/mBodsWEVnmrg+yGIqaH7hABJHKf9QJhT3ac1WU7YkUfIVn0DBtHkIjh4UtLE9p8fR0bgTJZpDA4ukZx00Ip5x/Dyw4vBcWHXcn/EunZ7PepMH5mj6fnumKjUrgb+F+DzdbD+SCdw1UFWRdrg+3glBEDc4SNdhp70eIA4XHaXe61IzHL3K4sDyt+cUpMa6JYzx3mvHsMdo0fbf0NLG3u8hN5rXiQk81P47lR7GD/kAD6x0n7ageF0ht40L8UBqM0Igu5MfPbIgDXbkpzrzpNEx7nHetR0u3xSIrGYeO8ALnvlBIcS8wLbEPqL3eUQ4gcymP6TEpljc/86a/0lM/Mjzehx4HUUNhPV12CiGfOedMdzRtPY6MssHU3MK0qnHlecPzzfKZ2dx0OA/sWpkXh3advbCgc08saKWGsxeqeDYsZq5g/kL2qUvjwj1Gs8Yv05pBE+7b9oHGNv0ZqO9xV8HQ8QMxJnehasonkvt8gGsv1CiHtiqaPkAPVDAwTaaGfqnzHcahOPoDGAyUbUTnDB0YDqj5MFirMvA0IoSdAkTKguQoP+TKhm6DzOehett921nbYpMwDuFatR2Gn80isL3YKGng/oBel5TMK9/p8gAnQD2l9RtyNmUZm7XeW1ia0RIydXZOpy1LlRwtWpaWtPLkks4/uWiw+9RSbvrLxr8AB8SRvvLEoihzyuUXjAudCu7S8lwUhaDJ7ErXjdLJuCw7EJpMtMcu/GsA/jpWI1cn86raEyosex33F/Nf1/M4OqjMubBQRBhUXzt++pUxMPDciwxyYBwb1XFIwLW3b4mNqK+9dUtX31rz+8O6bl3f1PqtbbGBCXqDcozbMGZXIdmTrh7di/YBjIOhBwXjdmuzJzYCvHVjQ2z2f+XNW3r7jdUKXr8pNvJOSP8NcTDAyQe347WqbRxARnvefuNmHjR4xTJz/fJaboy4fmtLWxs9679B6kF0r8VE8DBdiwp+O3e8q/ShhtbXyByyhwyCG12KnHLAIZumvw2PDUkT9Nn/1us3TjzPq3bV7Wja9doNvUn7HKbt1y97jN7cTH73ewPPPdaBHuTwD1DD8Dty+ngltNTs4YC7c1eM+zOs9yNC6eIHgrBkxw9JoXtflhN0OcAYS/B4c/ROWfAAOzET+SDfozjHMfUwniuwNm3qaircrx4j8I216ALKZtFG2s78FxFKf9gNpwPOZUd51fGZFz4BGReyk5D5eFAR7ghi5MMD/egydBEHBAL4aQ/pwO4SxDwg2Kciopo24VIzfco8j8257nmczciwQde8RojLptuk9znIL/vDTKA/jKzBERHmUwXwERsRu4P1Kt51FhaxRWfFe01li87r3MUFv9Ms2hYFloTdCVzgEIoxWLGdeq62RU+fm68PZOmqM1WvfRZuRRgOcpt0C0rKSboHKdPmORIOWETUdFN2gx8Dv9ts2A5YtY3EfH3lzVVxMBc2w5uev97yXPaW57Kczx7F+Zo2un1v2WUuZ76+Nm4j2Ybc3vKcbVucIbdvRzRMbRIJG+B3EyWPW/RSz/N/2qW2vzho0LPPeAAAEABJREFU78aVNdvzt3Tl0qqoH14/SpBtqmUIHo+3jbS33e6rfqfBPocf6LvNje20S5mT4KFZmXKLf8TPx9jjYZuqE3fEBjMJ/ozAOrnyh5gPCgei2PFnXBP2ukVZFrk5b8ffjnhHnfaabX6bWeh6vXk6gTWIhcVpzc5N+TtIRx0OZXRZ8Lp6ceUYqQmr4qonaSh9xkDf89j2Vi/XXThIgneGvtdhBowxjxPWhLKBVaHj86zb1RBklibPpur1nkWvzS8sz2jOPGIdvOv3/U79rg+/KQd/dqFp2DMWSVQUEmU6XjuYMv6ZXE+a1sLStObsBz9ze8f9VToPeXOQgKcBKjwBAB+hHReAZOw4bDbel7b8DZTDTTggkffK69aZV/Jd/qZ15qrwsy5ynQP9WAtZ3cp3rZ517Y5MDQXvwV24EviFzHfcP/BybmFKfBNcPjO7s1Zn++jcxUWH5/xdclZ8eyFffnNxOXBo7Grwj0UdiZfubMYDfuBIEB8ECZU1MJ4/JLPREDVUYQfskdI10RTVBFfmz4e1Ba6ZimNUE2B5fLLSBwopIiooKr/CrsYuh8dCd/felreOwAmpKkyg8j2oZ/Y7yF1VRCiKEGMu7EYor4hwUyvIiD2P2BWuMKJbch6y7TvSD5YzshodzuGBKgxZh3FSz15wtHWRM1ELBI4DcUcJblBECJ4Vnqsr/kkRjgtc7XtB4yihyWcXHB3POTknzXbFd465xan8hrbouQ8dmi7+GpgTDwPzLj8Cf/+YN6QNMu46T4ObetN/akaNf97zJd/Kp/3ND7um3MdmGbVzEk/dffQt35C2/A61vrYl5ijg1o1N3fI71drqpu2cnu3ZfvZ5KCTz3g+NX/B7HHbru1D+Uc71Mq9V7xDb+d3qltcWAexn3DzQZrOvQW+ovbYUKMbrbf2PIQcsQ02rU66sTwvb/9iapcd2aXuydJi4COeoYaxYU7xySRgBMjfUwN9gsN2A1LEWbrJkgZEnQ8fmEVBi2kyqUn/7fQTaAWzR/B8+f6vOsel8ZPfATOduD7NPDYznA0WCK6SOQT0fDVwv9ZE2nv9O/sStUEQN7k97ZUep70NVmva/XL2NrSqNOimDDFR6vtTMbCf1PLp03u82s/NdTfn9sJP/d1TUdbgSGQ0IjBDHQdGOnt/3Ul+tbWvN6x6846MXc32z1l18w1y17Z76a307/+9x4HfBxAG+BiERbpxvt0lCRruW2WnTMzPXTTpxgWnPT9U7UqmiKFwyZFQJDhzPO0wWYOdo7jCfwqgi3TAbwoJR1IA/ITKLH/vc47x3MrwvXR4Z6VoG4D12wLztgAXPtwv5HjydczDzMJDz8thcPWl43mXnx+f9O/mdD9xph9gOyP/7NE3zyK3pm2XtwrKCbI/a7TaNbtpKA0PJL/hU2m6irY1+7NiGoHzX74CdhEKVv1AVLg/ueg29Y/ntJB6XMz87ozD4CpWdEHSEeZ6k5UMn5zK9vgX92Y4I4Y9Q8tgPTXKhU9ANA+tLvu0MPNcwrifBsV9eut4azPdQ1LEXUv+7IuaG/cofdVzSYx7JkPxy/+/wz7UlA+0e5DYOslEe+Wrsd9YzGBsLHiOMU4DxA+AH8B8Gcsx6PKbr8TpvWLgTOF/W4TGbY9dh3AXThW5hDkLXdGybFGWhCOtyGmQmuUvwPRRINvoREco+iZC4DZrkavI3rstW3urp4LG9JyWMFjUwadkTn79ueIqJx29ECLlhHIbnlcIQhRSh0WWRHvl3echDogWe97qB7aME24vowX66Qw3soqOAXeWPQQCa+tbbrPnzvZv/bcMexP67eXVDq9c283/Ztnh/pR2mmTJ2FP7jTiDCAN9K8xW9gK2Hzcd6xOKpaS2fnVX+/+7FeZ17ckHnnwaWdOGZRQPuki4+uxsuPLOk808taOWJBZ11udPn5gQubF70T1EUok75cjcIyPeB6uHY9r4rB1J+mWItp438ev5GJvru74FlA5lu+nwcV/LaERGRfeBuV+EHY6gssZMqqOYHKdReLQdaDrQcaDnQcqDlQMuBlgMtB6Tf+Bt/o6ampiZixXd/93drY2NjojL3yszme2w0ea98TfqpU6f0tV/7tU3wSN2BbfD9bO79Knkc4nq9ntgA/GG29d3vfvfDrK6t64g5sLy8rK/8yq+cCOuVK1f0wz/8wxOV2S8zY/d7v/d7vR7BC/Z+OW6P+9Iv/VKxmfrtKW3MSeUAGx5/9Vd/tT7xiU+IzfC/4iu+4kia8iM/8iM66Ga+R1LhHiS0a0/UsQpyWNXD3Nzyfhrf7/f1yU9+Ut/zPd+jb/qmb9J73vOetIeg//nnn9d/89/8N/oDf+AP6K/9tb+WMvTWW2/dT3WPTNl2fn5kurJtSMuBlgMtBx4aB958802tra1NVN9x3cz7To143/ved6ekI4nnQIlJ1kuolEPC4CP+Fg7OATZP//jHPy4OQfnyL/9ynT9/3t9aC507d04f+tCH9D/9T/+T/vyf//P6h//wH+qzn/2stre3D468zdlyoOVAy4GWA48VB37rb/2t+jt/5+/kPHKYhv/jf/yP9a/+1b86TNFjVYZ1V77lHJQo1vJYrzlo/jvlAwe47pQ+Hv/FX/zF4kDY8bjWfzsH3njjDf3X//V/re/6ru+6PXGCmPe///15GNd73/veCUq1WQ/CAez/wxwux7eZ119//SBVtHkeAw5Mcnh0w44H/U7c1HNY95VXXpm46GEL8N0BOGz5R7Hcq6+++o42i2+Fv+/3/b77pqEoilwr4PvRfSNrEUzMgWLiEm2BlgMtB1oOtBxoOXCCOFAUoe50KX6Qt3BqWkunpzW3NKWZ+Y7jC+WP5flRZQS/MqtA1RXhuPTaHVZJbKbDDxHXbmzpxpUNsQnqtbfW7RrsEsdhXeTp9wfih5f8s52LJ6adx1DND9SkEFVFhIpOIX44ODXbzUN7cvO+ua6mZzsZ3+1Cc6EiadY9r1CoMA/IX3ZC/PCxsEuY+CgkQGNXQxd0j0Ubk0SZrvk5Y5rmzUcOvTq9MqezFxd0/ulFjf9YsvI3cQ/CXXJ9huZHmc8t6+JzSwlPPL+sJw0Xnbby5EL+sBNa5xenxMEY8Ji2KFulB3rFA8XeIj/OHIgIlTmmO5pmTM93xSYK/Oh4fnlayOOM43fkUXlVMnO71shEP4zWz+Z2Pt/8ppgxmzCo9BVjmXCTM13nJW6Y/8Qv8QNYfgw9Oz8l6II+NkEjDM1JW1m4aKTOqnA6aDx+3uu+azrtSDD6opRKoGMXwH8vqPNRNsF4GnwPYWjftW2Pa+Kw+aF2fzg6LAR5G+dH4X5qIPsrxlKRqxp2yZrjfGfGJntVNrTjxmgjq8LzHpuXzHjuRKb5YT4/8me+4of+bNZ65sKCFk/NanZuSuSt8CivrCsfGbz3w3mhNzPa7xG442VwEgoeDwpA7jFq9PAbWgbui35vIOyW7a2+trf77pOBiHe25JtczDfBfQGekJCuM4IXuwYc/d5Q/Rp/r9fPeoinfsqAOyEDd38ky5wlIkTfldY5FYRK92VEGNXQOmgofvjPRoq0ic0fNje2xcEHuUH0Vi/pQA41foVc3g/5ojI3xLcioqrPepqNyuaXpsUhWmzqcPGZU3rq+dN65uUzeu5d5/T8u1f0wntX9CLwvvN66f3n9TLwgfN65QMX9LJd4l5630rme/bls7r47ClxMNfiacuZdSx1lLbf5GuIDnYfQQfgqBNzw0ngxBB8N0ItDw3/I0JheSvcR6XtbQ7rm/G8Pb8wnfPjTDNfO30H5dBySciIcCIk3+BETjfXt8VmdTeubujqW7fyUKlLr17Xm5+7octv3tKNq+u6tbqVm38yRgfWneiPRGM84MKvR/CiXQlF1Tj0Rx+dYl21xUapt8y7G5vJo+tX1sSBC8DVy2viMIB8B7OfTb2JP9Hwttv39q1s19W3Kj8HQt24sq6blpHV6xtiAxzeL5ET3jEH1iG18Ak5SdDBL3T1wDpo4PfVSlZ7WQebp1PvNdedPDVtVw3JZ9M44ju8P6Fw9fItZTtoF21o2uUwsnXdbeewEzbJZa5BLlNn7x7mB2d2m/P4ciD7NBQRSvvD6yQdA3N1A8SH54aI2s6SL5S8neaO9CSyHJbNuNq2XQIgQ4xbxl1mzUeVH69R4xwMXAw8zfjte95o8Pc8nvuGSl6d0TZo0paPPeirZOdwvAmgndhcZVmIdSPaXyQvCpHmLM7oexi2tw1F4XyFWF8ib+lyBXwCVFfoOoZVDcqrjsYPCwHa0dseiEMcNm3TAdu2W7MdzpBF8qEGa3rqKB32oj0j8DwUgJGOXPsT95hLfjq4b7t3232L/cmBXLjo563NnnrQ7rlsaP0qUxwRigh7DQJUXW4brCEJ3vHOPW07Y25xWstnZtN+vPjMste0TuuZl87o2VfO6fn3rFR26Htth2KLGhpb9GXbou/6/AuVPYot+u5zLnPW5U/pXL7zzGh6uqOi6Scqli0O6DAh6Th8BHeL4ig40IhK49Y4+x7v25Yz5I75mvnq2uX1ak7zfMZ8zTxWzdlruua4kwzj83Xaf7THc/U1z+O09XraSJti4+jqXXCQ76foFYt1cm0PCzNu9NiTmEEPhqELp561PoXf2PNsSr1qu/TmtQ1RL3yF1xWY19gS0HeCgbbQLmyk5De8TrhlG3VNyBvtrw4v4P1lW9vWecx5ZplSxSUT1V534wBz4x2gMe9ZcwGYSkYuZVjrBfAbxquJCJVe18j5ZKYjvit1/f2GtS7mdebownkEjMqOPLrtchJz2cB6B2hsDfTQwGMDYJwAzI23lSfimMiDh7WiCHWmSuX3weUZLZ2a8Zr8tL8PTmna/Oo6Df6RD9LdfCZJvLuAeNoMhNsHX0vbS5Sf8bcyDkJb8vrPktca57yOwJpC6fUDZ93BA5Kd0Inw0Va5EbgNwIOB5aNnuwcbiANOrvu9ncMS33rthtc8bhpu6JLXPjg4kjTeadEbfQs75YdWHljY4Bwxwh3mqgRvkd8p2y+zXk9bPD0j1nM5jBQbCXflicU8sPS0v00uuF+nbUuVtnUSV43U6CoRfcB8px42A2cOYuxUlUqQMYLCYSBke9r+qEB2dT8X5Wto6gIddEBP32O2gqHnyWGuqxJPH5CPoveiYZx9TX7qop8K8xw3sm2kAmCuYbxwHdU6jxYHIkLIAOMPXVpa7xVFkXFOEqAUi3wor0YucBlA6Sq/WyCvrFOhL7b93kUYmZV1BmUTH55Joa4e2QcfByL16+8bfeuyBOs10iAJ9FERjveIIUb4Cs9R8Cx51ykFH4mLcB7fsotTN78uN2zUjIK/UPIbHHx/4Pvugue6U2dndWZlPt8vV55cFLoz4cml+qDnRa1Ylx4JGD91VGD8Ty1lfRdq9/zTy7oAOHyhPlB6xXRAHzqeeXPa3/KYU2lHRGj8ok+A8Tj85CJrA8SlONlm6rs/eU9gbf661/p4TwQsVtgAABAASURBVOI9Im1e2+2s1/MusW2bFrmIQuamRhdxAMzGBXb766wmooAAB5Gj5v3h5rX1tKGxs6/4uwB13/T7BO9zW1sDQR/yBk6Kj4NRnYS7pfEBcAD5TbTIVRFiPGDHdjkYptYRpeNTT1hm5ctZGxW5W1U4begYcDJ+kDdktO/vL9hwfdsI2HO8czibcx+/O9vG4DBpjEHohe6+1+ZoS6/R37YvBwbyMKac/a53jXKUJ8NZGVHmmhmWdRn/tnUEQH2DfEmDo+TbD3anoVcK91Pk3BgqS8+PDbgfs16Nus++3Xdi4wGMJRVG2rWdzP8RLtoOXrKtPO81Rexm3m+QGWSH+sEOX9ykEQbQ0Za+12S3PddWemtLq9c3xbeh615rwkWPrY4OMNxWz7KDjQnOBlmFN0RbCreJertThaZmupqZmxL6fW5xyv6upvIdNVSYH1Eoy2jsqnCNRRwHb0BEPqTa0X1c8L4pnjwwz5Jv5gl8gX9lWSgcH7FTYVWuelIeX9Wv+KSiKFRaT+T7k99N55emtew15jPnF3SunuvPe949/9SiLhjOez7OMPN3nX5YeyDxgydhyTaGAfw1NPP+BeyAGlacdu7igs6avuVzc1pYmrGMTAldR1siQjLDhwn4VLXR6x6dup18s2cMIPvzbu/8ot/z7S4Y5o2PuIXanc+46Tyk9F7+hV14pk0bUOEG79zCVNI65bUEvo0UZeH3u1BEqLmGjee4uOMEmUxILSxjpeWuhH7A4aIoFHajzjNO/jiKKr6KQQ5Tn1gvb9f6Et2MDq3GtJG5QD7z4cBd7r1ZwIHqzTps26GL+7j1HNbUQz7QQru0F4uO8AoV5lEB7yyPOWbtwruMNwG+NU4CtDUgLshzpogQ5ZGluYWuFtN+nxNrHPx/EXZ1jlWPF8Yr4YT7HLOjsZ5j1u8D6S6JcdnUd8F1Xnhq2fpiSTl2/a3qoscv6azNLHnta966fdrrMIzbsizcZK/wIBaA6mvcX0e1zjvHAUTvttod6VvuQG496ldEKBjDAOPYsss4RJ+zxpuyHJFsYNymjTwmx5ni9HSdizwD26AD66S+9SC2Ev/Lw1opOrFnW3JgnZV4nP843Um710S2bQ9ubfTE/8XwrTvBYdrQc1rS7wZHhCIqUNQtMW/AAxADL1kPZw1+8fS00GcrtjuefGFZz7xyWs+9+6xeeN85vfSBFb3y+YZfdV6vGN71wfN61wcv7ALSyff8e8/q2Xed0ZMvnNLZJxbE+sG01w7Kbqhw/0VEmqbMR9ABqL0OxAF4ZvEdrcUxv9LfA+TZcovdP/aumDgr/rrjCZn1hflPPxSeCxlHnW4h3kU6ttcYT4XH2Uhe1F4tB1oOtBxoOdByoOVAy4GWA48zBz74wQ/qwx/+8EQs+NEf/VH9p//0nyYqc7fMb7/9tr7v+77vblluS/vQhz6kl1566bb4o4hgY0E2vD4KXC2Ow3GgLMvDFWxLHRsOcGDeJJutQvhHPvIRsQE6/sPCpz71Kf3gD/7gRMV/22/7bWKzyokKPfzMbY2H4EBE6PM///Nzk1cOfDuKeeM7vuM77ltOD9GULPIwN47MCh/C49Of/vRD4+fly5f1nd/5nXmYwtTUlF5++WUx/v/yX/7L+sVf/EW1Byrcu8Pb+fnePDoJOb7t275NEdFCzQP4cT/99u/+3b8TB99EtDyNCLHh/v3ac/fTH23Z48eBXq83MVFPPfVUjquJCz6iBTgge1I+coDUzMzMI8qRo2tWv9/PQ3x/z+/5Pbpw4YIWFxdzjYyDWXl/aA9lPTpen3RMHFLx3HPPPSz76djXAy/gyf3062//7b/92Lcz4uHZdz/wAz9wP+xsyx5TDnAo12EPgOB/3v7aX/trmtQGOG6sYC2ObzkHpevatWvicMyD5r9TPnCA607p4/G/5bf8lnZteJwh+/h/6qd+Sl/wBV+gf/kv/+U+qQeP4vCzH/qhH8o1uYOXanNOwgHWwiNikiLieyjfRScq1GZuOdByYF8OXLp0SbzD75vYRr4jHIgI/b//7/8r5qD7IQCbDtvufnC0ZQ/PgeLwRY97yZa+lgMtB1oOtBxoOSAVZag7XWq2/gEzP2KeX5wSm+R12WyvW2Qe2zX5+0d+bJaePczjB2X80KzfG2hzvS8O3bp+eUPjh3GxaeX1Kxtau7klNvkhL/jyZ2ggME7qsVPfmSKFbydEEbkRB3RNz3TEDxShG1oJT0131DG9ZSdEXsrpXlco88KHslOozPJ27S/4YaLrVAS3qqumqQr4WYXDPvlRwE/zDZrYrGDp9Kz4AeW5J+arA7meXdKFZ4DF2sVvqDdYunAUbuI3zmdch+vj0K2Lzy7rov1PPLesJ55f1pMG3CeeWxI/Sj99fi43nYBmNmfoThXiB/Gh9mo58OA4EBFi3HWtg2bmOppZmLIumspNP5FFNqCZnu2o4zGFPMr5NXahP8aCu7yjrDlEh7m/EGqmAocHhgzw2+PM5PKOs4JDlw2c7gjTF5qybmGTnrmFadM3LTYvIVyNlY7QFaDih7guTrH7hmbs0Y6ikHWfVHQMpdJfjrmF/eOwN41wYRzRQEi+1V4PlwMpIxa1lK/+UAPAcsYPtEmDGvoboL+A7DM6C3AGF98jy8hvBU4e3eDYgVD6s/9DhecpgB97M3dWG5hMiw0Ima/YwOTcEwu5yc/S6VnNzHdVek4U86FCShha1E2Nb+1zkWs8mtwQzpilSLYXj7GM53vgftdJ3U0f8IP5ZtOHHpv82YYhDVqhZW87iNsL8DZZQoLxozv6feWGgf0em7kO1N82GPegP1Did17Kgb9xHXXbbXRVXO2JCBXuh9L2CX2CS7igb40M/lIHG1dwcAObQGyu97S5tq3N9Z62N/vqmw7yqblcLmhAVBFUBY8IRYQKywt1sRHY/CJyMic2omGD3yefP61nXjqr5951Ti+8ZyXhxbFDEDiAiwMQXv7Aeb38gQt6+X3n86AE8j77ylk98eyykLelU7OanZ9KXVtY1qAPPuICt0u4ju1VszHpG/dnxEl7WBh8m/1++rY4KCJSJjqdMvtrho3L/N4w7/lxxvN4t56vI8Zb78LauSKc5ig2KNmwfPJecPPaem5kz0bUl169IeDKpVuq3huQ377yEI+caKVA5gFVlzFWnkftScMMYV2J7mD8sjkN71Hrt7a0emNTHFrGRqnXL6+Jdy02T21cNjIljY1NTzLQHg4+SPftWykr166sWT7WdcOyAx/gBxsjppyg5zzHWsyk5J8du/h1lyvIQ7oLogfRQwPj2TY+eM4G6XnAx9V1Jb/N86v1AWHwGtihETpPJtAG5AYXuancNfP9VsoYbb9l2Vv33LK91bM9MzAMhb6GhyOAly2ceA4wLCJCxbj94bm6tC1SAI53skYXg6cOZNnaXzmWE+szxlajz7a3+upt93MzoyxKoSqzwAvUwQM5Hr7Ctmbs9m1nU0/P9hduBcNaXu+MLnGYzqTHAUiKCNHeErvI7ab9QOFwRJjW8HwZCkkR4fc1oFDp+RLbBv5F8so5nO5bo8t1+HYQbW+nChifac029G3D9YSOA+DZwHpJEAg6F0l8+A0O3teduIwB907g5J3bdfp2u4kaqm9+b9nmZHOy9bUtba71xGZlALTTD8xp4C6Yy10YfwWhMBpYMHQfRIR5WIhNC6e9Bjjn9YKlM7M6e3FBF55e1lMvnNbTL57Rc7YrX3j3iu3M83oRe9OAHfrS+y/oZcMrn3deDbz4vhU9/55zWQZbFlyLp2bExo70b9VPZr/GLygaD7f+d5IDyEgKSkOExwI9NLCdiOxhE6xe30gb6brtBeY05rMK1jyfrWl33C3HnTxgfq7a4fbYPkobENuEQ6Ls0vbVGxta53DbjZ6q8de3DhxYfQx3sbBhZbrJ4PRlHoIeilWEn2a30LN9bCTrcOx56rh1fVM3r22ITamhK+mDFmgzPRX/b51IXkN706bKJsUmAtbcHvPf7cM+4tCC1ZubQgY5jHB7s5c6cYg+M++SjzDU/gd/n+waUs6GboMh/QPrZfs9zJVh+5HD9JMGELcHzHojkZhvCs/ZrC+j75lTWOPo+v219LxeMEcDkdmrOuw1ugaFQzs3fVrVPcw+HnjuGwfmuQRnAsdOydpX11OHHr5TE4UDRITgxYzf7xeXZ8S8yLo8397gFWml7T/4lMQ27aIwEbgJ5ozTiJJxkr8wfykPbnCyzgjkmr/X28kj88N3Fjtpj4Zu3CgkQJHMsL4d2s4d+jtov/pWemVdHMj1JgdyAZ+7oTe9/vHW6zdzXmJtBF09sH4d2AbcJXxGyfsWcuXRoAJ57pZiE9e5ha5YVztzft720ZIueq3tgr8x8s2PTdxPs4H78rRm/I2FflRALVgMideufNnv55HeiAPAoMox63bRtoxzAyEF8PDLZWfcKJQkEi+T6tsROvRF+QQ/EqfrtaSKA8KYy5LfXr8d1OO4bxc+J7+p1eVw7gnJv3yIesKNQb6BiHBcJAp77ZeqkHauquhOuPWdaA403RkRSlnwmC07ke+JRVGIMRyWkYjQwS5LrZEimwPLK+9U6AuA7wBDJkgjatAdFKuL7LmpZ5j6i7FAPQ1QD37GytBjOQsevqIsfvdHKMJgPjGXoL8aqPgnOdWgncs88hCvlJoVje8qrcZDeeY13iuZ65bPzun0yrzQleefXNSFp5bEJvpsts9hWCtPLCndJ4/AHcNFHdWhAVV9F/xuS90XrLsv2E86Lt9goA8dP+e19+mZrufrjuWoUERk20ZtzFD12BXnbL6dv0rLp/mEjqM/+XZ068aWbfi1yq7Fdk8bfs22/XratcgZOCOMyXfi8IO4HRgKudgJOwO380eEkHdX63lxoA2/m3AI2I18d1gT7w1XLq3q6lu3vM67MaqzX8+HlItQtgFX7dVyAA4gE9YPjOuObSLs/E79P17ojMJpEZFyk3qBB8JE2b3geMYE+m3g9TbWKfusVdY2gSzYzrK31PEIxw4ZjMGBxw1jG50N4Cdu4LZUNpjH6k6Rg/nG6sgCMMPvXwPPPdTR8/fv5psM9ZhdmW3XgzJ7wN3j/gmhH+gvdDtAn2a47sPEQ1l7ase+nbuJSzcfEuWn/K7Hd2f0/aK/Qc8vTVffob2+2HUa83KE12JdBrsQzjS0N/LQ6/VzLYVvQ+u3Nv09bkN8j2O9Bfem9RjrT9jxrAHAhwFzpHGmyNkFF3gjQshmWRbqWGanTUe+Iy1O56Fc+Pl/pI7luLDdQBtcRM0FjsZ/u/vOx0RDwsjTRBzMNat2ZaTthR/woSgKAWVZ5BxY1u+mUUh3rm5IFzB8xVWYp/CWdQB4vbA0o+pArnnbAYs6xwE+tgXOP7WYtgB2wYrDK2Pz933ZBOABwGm7AjuA+b4B5v0LtgP43wtc0s+ZpjMX5nXq7JwWeJ/z+zq6DjkqipDZU9s8bqEDxJXmUcfyhSzRzjmvpc+GJJ6OAAAQAElEQVRbxoAFj4F5txtYsB+Yx3X6wgRQlZnJw7saHBkHLsOcbRbq7vp9v2N5Ls37qOkNk7rr3tvxuxIfbmCHlDBvQ0VRjOSNNhRloaJpi9uj0bVTMqPCT4BoD1zftq0HaQNt+3sq0LfeHFiHppA6u+QC1Z1eggnafTnLKAL0lAf/uP7vex5L8HwwAKyTSCdfVXgcSxVzFM+kB0RGH+ZPYejw/sN4Nd/gHXEWVUWEgrwGdOSOIA9zzJKW4HzwHXmenZ8Wh8wwHs6cX/D3oUVhK+cY8pgajc8cZ0dgu4NzDFdTT7r5zrCs8x6zF2y7AxzGdeEZx7ncWa/N8A0rxwIHck11hN6SWw2fAPouQe117DgQ+1O0K3pXYP/8JzGWZnnYKSLEOC7Re/U4Tn3OePbYDs+/jFvG745u2WlxpDcUdjOP9VDftih2I4dbbfubEt/xtv0dGTuyb121Hx4Xf0dvaO9Dt+nFFuTdmW/0uFvrPX+376vvdwZ0bLi1kbzBt0M24x085HEWYX9O2QacXehq0d+lWcs9//SiOEzrmVf8rfs9Z/yN+6xe+rwVvfz55xM4kOuVX3VBr4wO5jqvd33wfIZffP+KXnjvufpArmXbMwtCV07Xa8DoXeptaMBN3QNhaq97cQC5hGc5n1pOcZGJfvoHGli2SR+xkwIgrSPCfuSi8DxYAraLGEvd2kUe6KMIcjpze7ccaDnQcuBAHGgztRxoOdByoOXAo8qB2dlZ/Y7f8Tsmat61I9oUsan0J37iJ/TzP//zTfBALjRD+4Eyt5numwPtISX3zcLHDgEH3XzRF33RRO3+N//m3+hnfuZnJiqzN/MnPvEJfe5zn9sbfcfwe97znjyc544Z2oRHggMRod/wG36Dfvqnf1q/9/f+3vtq07/4F/9CP/ZjP3ZfONrCD48D/X5f/+yf/TN94Rd+oTiY4hu/8Rv14z/+415fGzw8Ik5cTS3BLQdaDrQcaDnQcqDlQMuBR5sDHNTKoVvYh//Ff/Ff6C/9pb+kN99889FudNu6lgMtB1oOtBx46ByICH3Lt3yL3v/+9x+q7n/6T/+pfuEXfuFQZQ9W6MHn4hvO13zN10xU0Uc/+tE8IGiiQmOZV1dX9ZGPfGQs5s5eDhi83wM67oz95Kfwv2nf//3fr1/3636dPvvZz95Xg772a79WHD548eLF+8LTFr47B1ZWVrSwsHD3TPuk/tIv/dI+sW1Uy4FHgwNPP/30o9GQE9oKvtG806QvLy/r27/923Xq1KlDkYI98z/+j/+jIuJQ5dtC98+B4v5RtBhaDrQcaDnwmHOgbf6x5gA/7JqaLjU7P6XF09OGGc0vTmlmriPiO/UPKhXi95T5A+j6d2OOkCKcQMSQH0cPxY+72Wh3LTfw2dC1t9frQ7nYVGddbMx5iwO51nvOOzQ+F3ZZ7bmIAoh2Da5HglZ+oNaZKjQ92xGbAs4u1LTOdMTmGZ1umT+MJ29E6J6XsxSFVJSFaGvp9uYP3spQUVSQaEJ5VTRBdwbzd4qVj2dkma7pm5nr5iYES2dmdHplTmfrA7kuPrukC88u6nwemrWoC0/XwOFZRwqux3VcNM6Ldi88t6SLNTzx3LKAJ58/pYvPLmvlyQWdWZnX0mn6ftp9301e8oNA+aqaXj0dfGD3g6/hgZHeIj4kB6KQGHdd66Dp2a4Y02zICSwsTQmXsdSdKhUej0E9+cBTAQuIle/OT8Yt+e4EuwZyrZLyB9FOKK0butMd0zZleqY1Z50zuzCd4WnT3GEDBeeRqk17qrp0X1c20Y+ooSgkoCxl/SYVtUt43E8YaOLGXfxAGBd4Ta4S1F4PjwPMHUPxo2x+oA0M+8NqHrSs0S8J9FEDYeoAO81tEXUZh9Kzx3WQmyKJy57KDUWECo8joPQc1+kWmp4tPed3xfx/qpmvLsyr2eSHTQBm56bU8dzq4sYhherL9Zv6tA3qmHTG090s0+pcmddZcRkkTnCsI/LOcqPHCMEo5j48O8hctWut6ktdMBiKzdWwW9gki40f8NM/VEh7s7E7KIjeDaQZyGvH+Idur5Q/xM/NMYdiYwmgwZ11JxaX8J3euz0gnHTnDctFYX1T2lbp2C3cjwmOh1b0Vp9NIbYHuUkYG1mwOQSbpG+ub2dcQwcoKWO0wq0fciPcBlfqm3YVRSHqY2OI+aVpsdEN8nHxmWU99cIpPf3SmTyQi4MNXnzvihLqQxA4AOHl95+vDkD4wHm99P4VcUhCHsj18lldfOZUHsi1eGo2Dzqcsq4ty0Jc9AN7EUEP4RYePgcsApYHy3RTtYWlQIdY7jrWH8yNM7Z35xanNed3h2pOtLw4nSIRLoDHkMPeLndY4BgHve2+kMvcgPPqem66+fbrq7r06nW9+bkbuvzmqt8bNqqDfP3esL018NgaKGKYGzWDvgGFuPUoXU3bcGkcmwIyvtmohnG9fmtbHIrExv/XL/t96/KamoMCOJChOhzqlq6xiWqT9rDcI66nOvhgLTeGrdq1lgdiVRsfbig3PeSwiVrPodsHViDImYVYycMJhYOyOzq1r82NbTUHcvE+e/0KPDe8fcuyu1bx2bxOWo+4/dmvDxtntqWWH/uRKWSJAylo++qNTXHYTjV3DtO28eRhLltzeDzaIzWu2utEcsBd2dDNGGrsD+ZpoLCuzzmhKBSeG6Lub4oBTdnbXE8IgzFbBRnCTiKOcceYpUyDD/9kMLQoDlMm0ZkJaZMNvP40yHlkYBuwqsuYa7pH9UG8wWQaT02NEwu3sXSbsYlK2yq4hcMJTnOWkchHhIrC86HtNfKVZaECcL7C4GSNLtc18tceokb1m1b4A5/Y5Av939vqiXaRpyY/Szb+xs3IQz6SRiOKQsI/DnJ8gqorg36QZ2jDDVtz2zSiIzY8V7EhLbRvbfYqW9T9D/9dRBFRgaJCls/ab0bgg3+sB0x5DRB7Y/nMXNqPaYvWh8M++66zeuE95/SCbdGXAGxRwHboy7ZBgVc+/4JwX3rfil549zk9+8pZPfncKZ27uKjF5Rlh6xbus9195BaZjiSrfRw/DiAgDVUeEAO/WyNn67e2lAdoXlnLwztzHvVc1tgQ1Xy2pox/2PPrEdeXbbp8K22kXe1ye3O+vr6pNY/D1B22vdEn6MCGbSMXXgKjCO2MyiY+XQ8I85oxPPBY7rEZ4dq2sJFWb2zo5rV1Xb9a8RbasBuwjfCfeH6bp7QFmyjb04TpU/uv2Tak/au2keAH7znb5g86kQnF6k7tdTcOIFukD2EXHs8onocHNZCM367NfM/zjq/9Fsks07ieOsXBPyBwlsQVEWJO7nbL1PfT+R2po47DJbrf83REWO5D1eWSvis/z10BIpTjwMQwFuhn5maAMQbwLgFNmXn80VQxHvcO+JM2mmUI2yddr2/zfXBheVqLp/hGNCXW6ady7btM/pEPUpuyLuqg+yyf7hNcR/qW2SnmVPjb9bo+awesKS2dmRUbg7K+zhoQNlK4HHfj4j8JkPT6QVsbMCuz7ZV8DHNNcGujL76Hopc5kOut127mmgfrHqx/vP36Tb/frluXbqatNPB8VskPnGw4YT+3AdmGt3xTgYf0G9/12JSazaGxkXBXnlz0N8kFneJALq/nTbsvy04oxlDipT8TCBwG7lAGnE0S/oonlpMcyzSkSi0KKcYgwxAJqLrSm48qPPGTsoaoAR7CY8Yq43Yc4D/x0NzU42KN9y6ux0LdrIhQhMECUdTgoOPGizt9PNj6H1kORISQg9JzDTqx5D0SuQilTESEQtV1J7kjnjGE3CKvvXrtn7VV5iBk1qNLRpWgBmGF9u7PPXmZQ6t6hgJ33+/T2JD93kDVetuOrIOYOjVRhTr4ZdrCvIJ36LyO16OLmn8RId9SSAnafcGzjHF6oGOcGf7z3jfrb7zMdXkg1/l5nb24oJUnl4Tu5ACM89afuOjRETyxKDb9nxiMaxcO10MY/FnfU8tZ74Xc0H9JI/epJdO0qNMr8543/e3ENKPHu/6WTjtoU7bvIA94UEOVverDvvuW94S1m5tijsLOrWx2rwfaxuWwGexaNkpH/iJCEYClrdZ3xCekbice3E6sboUrdBFV9A49L/ZH3wOwnamXd4Yrb93K9dWb1za07veX7c2B5c24jBedDSJwhBE2YNTt/ZhygPEdFopGt3anivy/ps7ItneqdUeEXeeTL4vk6FlHOeybBCPc0X2D1H3o2T56z/a+ky3cvsnrIsflpnXQEjxMG3QOTG/qbM8T0D+CkX1J5gkgkTf5XUntZdxjM4Gf997tsfWGYQ7aOmPt7JQkYifkLhL9mOB5skgIldb14T68ra90sAt8fL/ETmbNb8nvNxw4xPtNvgsiK66LOqAm+x9PTTu87PvFEl7SPt7v1/39ie9QN1hrqnUkOou4tdVN67ae4ANzKFQmOvBVHkWEoAsdjqxO+Xv4zPyUv61Oa25hWrwvTVnHM9+VbnsALiNf0GPneN21bNSOadvxOXD/t9seESoKKed+ywTvMvAP+SjG+QOfNXbB8xqQVVLC+eEt773wmnfT5TNz4h3qHHaA53nm/wuep89zKBeugTl74rnfuMbLnCec9gBz+5LO2592gPGfTztgWRc87194xi7w9HLaAOe8Zn32/ILyfc5r19CNvoMfEeFmGWinQhGGohD86fr9G3tnxu9/2Dzzi9NqYGFpWsD80oyABYfhxSTQlFlIHOADl+uow3Ouj7qR59JjrSgLFeZ/REi+k2T5GnnsPyZ3M9YiImlO2qE/IRS0A4iQADVzQ90YRztq922klb7sC33CWiq6hTgnVXn3K0fKWHx680GCwVX6NgHyGtlQ4EMn97xey/vCANdzwsC6jP8v8CKWC+3cNfk7EQf13SMfJEaE4B3yyLgrzb/SYzjgnUFVJu29RvwgwXmMRuCY9hrenG3hJevy5XOzOrMyp3MXavudcZSw6LG1lGMnx63H2fg4nMhP2QZy/FZ4d4/bJeW4Hdnwy2rWYtAry6dnPe6mBO1d6/Zsv9uU6sodt6utaq9jyQH3FzKYtNk/7jbBjHuUHm5YRCgKCb0NlIxfryWWfhdnPBeM5agbbVmWhTqdOirHt/1R50HWUw/ZFk0dZZsRXbi12deWv530en3rsMFeLMbwzt/YdH2/DyS9G7209fjW3cCW41KfW89CbeFGR7jhhgi7RMIcQ+phh9FpUzOl0ka1Tjt9fk7nbXdwINezr5zWc+8+qxfed04vfWBFL3/+il75VcD5PIDrXR+84PAF+yt45fPPO985Pf/es3ruXWf05AvL/t49r6XTM0L3UFfTX/TDCEyHSfKzve/GgYpfQ8tnBbwbML/2a1nGRbbJZwFOVMlXP5q4iFAUIfqB/gB4D+jYVuv4HZZwFB5waq+WAy0HWg60HGg50HKg5cAx5EBL0jvCgQ996EN66qmnJqr7Ix/5iNjYcKJC+2RmHfV7v/d7vYRko3afxULm8QAAEABJREFU9P2iOEDnwx/+8H5JbdwD4kC7Gd8DYuwjjHZmZkbf8A3fMFELt7a29LGPfWyiMuOZNzY29Lf+1t8aj7qn/yu+4it04cKFe+ZrMzwaHJifn9df+At/QX/+z/95FYdcG2He+gf/4B9MNG89Gtw7Wa3o9/v6u3/37+rFF1/Ul33Zl7WHqJ2s7mupbTnQcuBx4UDbzpYDLQdaDjxkDrz66qv6X/6X/0UcxPUn/sSf0LVr1x4yBW11LQdaDrQcaDnwuHHg/Pnz+tZv/dZDNZt56uMf//ihyh6nQl/yJV+iM2fOHJikT3ziE/rkJz954Px7M/7iL/6i/u2//bd7o/cNf9jfmZ588sl90x73SNbW/tyf+3PiQLW1tbX7Ysc3fdM36W/+zb8pDkS5L0Rt4XtyAJ1z+vTpe+bbm2F7e3tv1NGGW2wtB95BDiwtLb2DtbdVMy+fdC6sr6/rD/7BP6jr16+f9KacWPrb/3Y/sV3XEt5yoOVAy4GWAwfhQFFEblIyM9/R/NK02HRvdnFK/KCfH+p3uoX4ARj5mh9OVj8ki13o+ddbflA26A/zh+T8AJGNelavbYqN4m9c2dC1t9eFy2FdWxs9DfoDUWYXIgeaOFwgTGNRFoKW7nSp6ZmuZua7mjOdQNLqeNILfvzp/BGhg1wRIXB33c6ucfDDRzYpABebOgS4DHLjh1XDa5ppsfhtqR/NPVREqITWqULgmjWd8HT57KzOXpzXypMLhkWdf2pBK08tauVpA+4RwnlwGW+69p+jzicWdA64uJB0nLUfes5cmBObOCydmcm+n1voanq2oy6bI9Du0Im6WmJPGgdCjLGyU4gxh85hPM8vTYnNOdkUbdYymRt2dJw3JN+67RreFrN/BPn2wnhO0hxmrOONCNNVanqmo9n5qdw0gc0eGNfQSXzXYx0dIlM22rCHwjr8lcX94J9E+QEvP+JmEx82Pmtga7MnYHvL7h7YbtJwt/qpk9mcjw2kdm2a5zoOT2VbclIOIB/97YGY/9icfn11S2u3KmCTufW1bbEB3vZmX302HvAcSf/zQ3/mwuwuP3IM8DBYRHUbFFIA4+mEx6Cwv/R8ybjreu5Dlqfnupo1INtzlvfZuSkRT57C80FEGLEkO7rTZfp8O7V62qOI2IEaT0QV5wQFmcZhp+h47H35XV1dz1DJz8FQffOXcQXP4T2HBTCmcpw4vakQ+nbx07xLfI3rDKQrKtzVpgwDbbkftxiDG/3sV/y97X7+YN9FlDiUvqaq29xMpR4DfYB9UaIvDaXtFsKF+zHgq22URmcgP7Rj2+MfNzf3sezRZtrvrHVdWUPtr0wa2F/J21DgzfpsE0zPdq0Dp5X2zIV5pT3DJjS2J87ZvjmX9sWCbQyD088CjsfWOHthQWfOz6e9sXxmVkunZhPXjOVtaroj6qCuCCVHxDWsHungbeEd4IBlmlrdCb7dNyH6qUw7txT6go23kIlTZ+fcrzN1v06p0R3kBcUuiErW0G/IZI7D9Z54b7hxbV3X3lrLw7iuvnlLV9mM8+213BSUw6c43AO5phzlkXlwh3GaQKVLxEkH2lO3ofHS1gGbZ1l39TxHbHnu39zY1sbaltY9lzCnAPCRuYU4XID4kw7ZLuZNgPYaNjxvbrj9bIi4bX2LvuP9cmAdDr9kZZb842HwXXP1zs64DIEDnQlOcCfPXSdzBvyFp/B3nDbiTjo07WnakW00v0fx9iN725bBfm/oeW1gVg9zaoHH8BC4M5fblBEHzKiIUDjCjvDgNrA33MQ/KFe+oMVO3h5CdkNFUdRrHKW6ths7bBTUKcXmW9iThe0QQZR8MWHsOPbtvhmfvdzAqifGbmN/bWOzOH7g9aQce8YDyrANtAtCWVWTRpocJ18e+l5jGorxCj7WpIBty+o2dhD4nYlxXbXNhe5ym4RMDbeP+axje6gC88O2WKexxZweDRF24UfpdDb4nLKd04VfY3lJj4gcM9QBZEV+ONpP7qHHlar2mDfwirGY49J6KNuVeq/vPAPnNZaQKJ/Q8G087iB+l5Pzicsosy8antml/+BfEk+eBigDuAx56IMt072V9nBfzPXEMX8Ps4+rgkkrXsri7oHkvXnHOgHv4wtLM2IzMdawsDWxP8+lLbqQNihhNlMnDRsUGxUXW/SsbdEz5+fSlmWdARsGnNVaQyFoMSOTAjfDbvW0p72PIQdGIjPyyN03VN/jfNuyxxjZ8FhhvmbsNHNYup7HcizZpjjJLm2B/pFbt4swbWbNAd2BjdTfowPNrJ1eHePhTuT+PnRnBUPP/xW/e37H3bI+4r0anU69ScPqZtr30PgoADylHbStkasmnGnm/4bfabb8vQN+5Lxju31g+z25CZ8NvjPYPvbnQGrecSbhB8heu+hrIKPqOPwNEJXp9uACqv2VWwfsUKZ28N4DoK4GOzlH2mVDTYA1v4zzfJkuk6XTcUaID17ZqMiD9jCmw4zBdpma6oh1GjbtZo6soKtmM21sv+SnG5VtdGHsgqHlfEi7DQMDOiYiVGAP2X6aYl3da4ysqS8uz2jB8zn1dG1XFrajYJPGL0f4Ho85dn43T2abmmsIT9x2NufE5kEnoi/YoJ/DRq55XeOK1zjefmNVly/dzLWOa1fWxAGSt25uCv2J7TSw3oC3DV7cKKSitP1pm6hru3La63PJy1MzYi3mzMq8znjdDbsHuwhb6PTKnLCZmoMH6IMu3zDMb+gepx//vYAyOuSFTFTzs9dKrSM3vY7BPJ2A33HbthmZT7AVB7YVGVOe2atqwxUbksZCSrcJH8K12Ip6sE+ZJ+E9/QVsmQ7ioReZli/qU9bDwxH3uslmPpder+1Y/nP91t+1CvdhOL7B16BJWc9HE9O6J5UDe7sRWUN2CstCaVngPZp3xJQL60dkAh04kom9CBpGEF/Dznjqa8tjB7ndth2G/ct7NrJLHvQIeBP2GzfEAcgr9Rg/81jfazzgQR81+Lf8Po1e69vOBrdVvtW8C1DuKGEflBFRrUWg/6Y7muL92rxkfgnTD3/dBI1f8B0Yj0u/M8Lv0rimUpd28n9MFmtdyjvkit8tV5rN959cEP9jcd7hhKcWlW4T3s8lz15o8jme/wkBx4q/qZwDOGjD+pvDNs6sLAg4jU4/v6DTfn/lvXfp9KznzWkxJ097Pu2adubsiMhm3e1BlnFArw7cgfQn+o71TdbbOXirWoO/pRtX1rV6YzPXmpEvviuhMz3NCVxNfY0/IhxvQL8BTTik8J8cBiJCXAPmSssSuhb8t/zOcPPahjiUC2DOvHltU8yN0Ldl+e57HRyZprwqNOltH48pBxpdYVlAj3Y8pru2YdEP6Fns1dJzbml5LJA75xsiwE25O7ANGUPWq/HR03at+7BLSLtDsWMVje3CGBvYnuzV44x2bNre2vKcsWU7h/YNbGuh82FJssj6FJ2afvNrP5exBx+SRyPcfW15jG7V+LHlwA279zLGaDMa/QygjyJC6GX6Eb1G32V/Ws93DPRjESbOlVMGehOJ7nA5g+9MjCLE/7rxzjG/OK0Fv4PM2UWX5rvNTKmmjsgSLuk7vfUj+WleMv9te51p/da2Vq9v6trldWHb37y6rls3NsQaCHYtefgfHPiUKMBngHbC0ERbqRd5ncamn5/Kb6rzi1OC1i7vR6Upqm6KHQEYGVhqB++RgNu2Fw9VJPjh7hWgMT/h/YA84ALliF/OGOYFcoBs0J/wjnkQt7QtBU8pl3JBQSOonSrKiY7yUzI6kb8wzo71xvRsR3vfqdIWaOZ/z9vnn6ptgfTbDsBt5vX9XNL3Aeb/xr5IO8Blz9nmOGs7INeybQvwPnfG8/8Zz/+832EPYAdweCi2yhyHtllmOoyNosi2uFW2yTya3MjCcR23q2tbCVlC5ilfHVpU094cHJSHfi1pdAhoE38I9+LTyxUeDhSrYcVtO31uTgu895tm+m6nv8IEqwI7x+o2Hxt6UlYsYx3zu5E55JB2lJYh0sNNafIjd41/r4te5kfR6IhN60veQdGdhHu2cdCrA9tnqTtiWMmqcYN/BIUUQB0vX9Q5sF3Vw373ui840UXANvreuhqdTL4cEC7zwO+ha4hQM86QR/Qa8zO8K6ybA3AecZHfAI0AUQiHoypvtjdE2Snrx2nL07zHwuKpWSHffPNhLJ3zmKrGWD1mHWasnWc8Nv47ueTZC01exzN+wbWC7W7YNW49Zk9jw9vNsWsX2b/NfrccFaU7UP4mOGqc2usBcyDG8e8KjCfcxe++2pHLu+R71JLMK8ZqgvVg6bmFMcxYBggXRS3P92q7cTVjGh2HTsJeRE+t+1sK66Ybt3oivIXe8nemPrrLug3e3wv9JOngq2CotPFcBzoUuoi/Ey7y9K1nt7cGfj/oGwaiDT3T2bdNTZuyPG0FjKhRcfZa/Q6Vdbg+wh3z8/9n782DLMmu+v7vzbfW3tXd07NpZgSSEBIQP2MQq02AQWAgAGGDbRbbGDCEFwT6AwgIAzZgOxx4xTZB2CYMYbbAhAEBFrKQweAAC1mBbAzaRzPT+1Lr26re+vt+Tr58/aqne6aq957JrDzv3rx51+8959xzb1bebNoGWYr/iW9o7eRCzP1PPrqkk7ZB0Gm8z8H1CYediP/BXPLz7+fT+sNL4v/0Vo41xHs+6MjoI/cbulbFYV4Ob+HGRfnz4ghMDjwDZW2EudTIfR/97j6Fl+jf+bwm7vXiGl7IbDcwjtH32BQQYxouYRXfTykVSUq3RKBEoESgRKBEoESgRKBE4GWOwCtf+Uq96U1vOhIKv//7v68/+qM/OlKa60V+5pln9I53vON6t24YVn5A54bQlDdKBHQ/QXAzH/v79V//dW1tbd1UMz784Q/r937v9w6dtl6v62u+5msOHb+M+NJAIKWkv/N3/o7+8T/+xzfdoN/6rd/SxsbGTacvE945BFgz++///b/rEz/xE/WX//Jf1nPPPXfnCrvFnFMq1+ZuEcIyeYlAiUCJQIlAiUCJQInAoRDY3d3Vm9/8Zj311FP6yZ/8yUOluVeRUjq8jXiv6liWWyJQIlAiUCJwNAS++Iu/WKyTHi1VHvttb3ub9vb28osH9PdjPuZj9Bmf8RmHrv329rZ++7d/+9Dxr434q7/6qzrMB6RSSrF2lFI59l6LYafT0Td/8zfrO77jOzQej6+9faTrH/iBH9C//tf/WgsLC0dKV0a+OQSWl5f15JNPHjnxhz70oSOnKROUCJQIlAg8KAjwIa3v/d7vFTbGzdb5ne98p37sx35MPIO62TxuJd3LPW32cgegbH+JQIlAiUCJwEsbAV7Cq9Yr4sW8heW6FldNdnlRv7FQFZu18QJYVsmU0sFFjKSkOOwk/CmuxEuHbKbT3xuKDXPYOIePcrE5xc5GT51WX9wbjye6Jss8A/9i+ED2KsuSeFGfulAvPtDDxhRLaw0trtRc96poQ3I84h+FKJ8X324XYVcAABAASURBVGrTzQkWFutqNGti85ZKtaKK2505kk/eExUv08W7cxOXAtnhRnj9Q53tCCigrJJUN47Lqw0dO7Gg9VOL0xcll+MDWQ89tqzbTcVLmri8nHn84SUde2hBa8cXtHq8mdN6U8UHj5bd50srdS3S70s11RsVVWqZwDPRvpSiPXhLKhG4nQiYtZSS+StJ8Fulmgm9s2R54cVhCH9zsaZqrRJxUkqObELQICGB/rmNp3N3vSR0T9Wy0FiohXwsLjcUm/UsVl3PimUlE5tvEE8+eNE6CL/pVk5e0uUl3n5/pL3uUJ3dvlo7+9qFtu0WtLWv1jW0yz2H4bbtb+/0I32vM9D+3kjD/tiLrpOZKruVepZpD4/A2Avd/X33Zbuvna1uvskcH5u51NHmpba27Wfzu/buvrpt91VvqAMbpnjMpDREIMvk8UnKKtch30vXUtKUpyXSpvn7SdKUJpLg4bHLGru+jHlca3oQbeqdOVMxnF3jKdJQ15SSMo+FFY+nBWFTZJnDTfJ9cVwvI8JvkVKaq7XLYJweu31skoAt0uv0LR/7QWycRR+NhpOQkSjayTPjlRVYF/7CnYYnX4+NGfYPm+mQV88yx+bcXfc5G8L390caDfMHHmna9qiey6CsArcQTgcQJ3PhFetGdBFUs06qepyu2XbjumJsHUWKPFzv6QZhw+EoPtBAnWizmx7KMtyIq/wIf/zk166ET/uTMteRsrELio0hsCPYVOaE7Zm14w0t2YZoLlknNrPQibV6UrWWVDFlVSmrJqWKxAfLxpOxwGdvbyA2vJ2nfduMsYGB+0Y+UnI6yP7yvAcIwChTgn/gSXdHzhOVTHXzHxvYrR1f1MlHVmzLroiNj44/lG/8sbzWjPESPs3MR6FYlB+RH14yNMV9X7N5CXwQG3Fu7VlHdnXlQksXz+zo0tnd+EgX84luazAdy8zjwS8TOZsgJQm/XkqH2zRrzsRibAEN3ey2j6HY7GWsEbJvGptG1mEj65rx1C3uvRRc2jd220Zu98htHdsNHMACbMAIhrUbuE3xmzoRdKgfp3d25BTsG5gXZRXl2h0Z4zGuqXCp14NMOb7mKbct2gHe+KfuGBxMyPIkECoQNWiFt3RfEAH0VEop9JUdJevJlEl2lOGakgn/tS5ht5PIPyjJ9ZBkVz6C/6ddmtnWqFrvN5pVNbxW0vDaSc22CGEVr5lkrnhyuuAJJ8R1Fvnp8MiTvEzIEvoeGwD7iLWinm0xrvu2k7ET4DtprJRNlNmGyKZYhMu1qVKVKnYJo6DQA+bLQX/iMWJoW7oftl3HdnXP9tjAecO7rt4BriVtigriu4YcOSWp4vZVPBdlTMMmqrv9uDWHFbZYSvlmeslZVCqZavWqsJ2ghnEjLXEz30vOTxzGI1cwXOhALVy0b01Ct/dtP9KGzu6eWtt7sfkruIEf6239/lAjy6fcMvBIU1xclDL8BV0Hx/n7YBrp08Q5TcIWHiH7xhW7OT4uMxhr5GvwVnHQaPy4Jvqffh5bL45cL9wg62nCuU9d8wY7AWkLMiYTl15cJmMFzqwHLK00tGL7YvWY17S8nrUa1NDSSs02B7xZUa2RVMMWhWyDVipS5jyyzDkmlzqWqFOfOXZvoL34qONQffPHwDiHLeo6U8+8GknuWicuzwcBgVxuFLwLzwWvwq/woinC3L+zcc5howeYinaMQ07H5u2JaM/YbYbPw2+5Q16RO/DJ+fpAb97EhQWVVM4wz3ciZGZsLMeUbRrbP3K9cncc9aI+DzKNzTvUf+z2jfC7ffPXhI/d7rHve9obmBgikJpRmvlKzwEEgqVydJL4k9C9BVmNW5drRsk6HUK3Fy7+GYXun4ufFAd9w3iGzu97TSI2P2ajT/cZ94KfZ0LiRD4j4Yv8EA1S8RMuiezxmYdzff/RjEddz8xAVzx2Vm3fYOc0vfa9uFQXH3Ra8nOjptfGq7YHM9uF8gFeY/M88gCuuCET1jvkm5xf1XZi5OW0Ta/tL/rZU0EN25TcT8mFOz/OYAU89zkVNabqmflR5hs+OAoO2BPYbS2vx/NhkcvnW17P2NGlc7u6fH431jg2vQ7c2tmzHTIQacBL8UPDk8gXH56UkjIXgi1JHyxiD9kGWj+1pIceW9GjT63psVce0yOvWI3rEw8v+hlk02t1NTUWKsrcp86CrGaUZQo/7o0oEaegpJinFPnohY508GbBJ8gbdlfHtnnL9izEGvju5p6fa+yp3doXuO2zFm47DX4aWzYnxpZyi3pi21WqEm52jawXccL1PeIQdxYvuW4m6pTXZyDW4KlL2/3RpQ5ev2VNt5iTOLqSeTklfE5fnPPMOvOnwDWlpMxpkCX6rW65wV9xXxCewNVxlOAcTX/sludLBoGZOLtFKSXzaybmNA3rwsZCVejFqtf3K9anwROOozjM8U7sM67ix3yCC5vBu9h16A3GMubQyA1zQvgW+WGeM/IzAeImz+vg/4p5LoMsF3FttzJHMGHkO5h4XjQWHxgl3257X93Ovsh7wJzTOn8claM21ErKq56mrm7vkaQsZCkzZlUteBxhLKkzvzZ+WZa53CT5VBw5frQnLvmhqgUV45PDk/OtZFn0C/mueI657jVt1rbZ+Pqhx5Z1Kj7CYfcVpsJ/VJe0BZHW+Z58dNlr6cvxfyI8Y2HTfv53gzosrzVizsu6OnPf5dWmFlfqWvB43DD/0Paqx+nMvJNjrziiW8I3bX3yBWRndvqa/ivWY1hTaG33tLPR1aafS25cbIfL+LTfHdh+N3D5GZnaG66zUUopKAPHSqaKn13V3CcQfijLMqVMjpdTUcckHyk5PIk5BOMm+pcPcfFRsO0rHQW5XowTrHvwDG9s/nPKOJ3c6XWVVB4vBwTgwRnhUVJWyYRMIBvYljHmetytmCcz5AQeVH6gFyNZfjn7hTch9CD2x8B2CDy37+eV2ANDz/0ibZG4cGc53GtPkqFQcdAW5qPY5QOvdfW8Joq9A+11B9bzIw2t7/0oO5dpJ7e4eqySKraxsoqMq5SMXfhxTURGDsGHcWHPeqLnNTVcaH86vxoxBlnfanYUgOHmBJ428ZSSlLnwqvurZt2W201V0Z91r73St5n7UcmZ5Untuf7J7bhjD+2XE1Wsl8iL+QfzGQh/c6kmdGrNa9vwSrIuEwflOB0nl1Dg6Z+h10MZd9tem8XGh1q2abvGlzEZvMHHUYGKpCbGJV9OAymG8mgr9VpwPagPun9ptSFsfdosA0OSIOdyS6fzktuFI3vsVRwzj6+MGf2B46vDnXORZ17bHTKvuEtVULrmej6cOl1L1COnpJSS+TITmNQs1/RXwzYAfVe3S3hmUI1yvg7oioCZbnBwL2jKn5VKJvLEtgB/1pmPPbQY4zN2wEMet6GZPeDr2+Enb2wBbI7jpxbFR4X4H1JsgVXbIzH+2x5YNk9QryD+P8120KzdlouUkjhyWU5CH9YtN4Vdc9zzxUeeWNMTrz6uj3ntSX3Mxz+kj33dSX3s6x/Sq+boY1/3UIQRfmhyGvKYjz+79r2nXnNClE0dljx/5X9l6UMwV0ImTLpK9t7TM/jCNTALCb9cSfCEx+rNiuA77HfaQBjtgPdSsi3jBKHTdP0j8jTPoUPQFfzvUJdnYSZ0aZ+xxuMO4w/5OEv3pXLK7EIVWRYUYYWeBj3sqJH1+cDPNPhfwm57EPNbbDz0FR8OcfVEnkqun8mnPVKE6TYfbqxP551U8VpQzc/HkFdkDAzRfRXr+xw7ibogvxDt0bWHM6P+EewKp5REWvqAPNGdx04sxv+mnHxkyeshywoZnbe9b0Zui/S4pL+O/U65q+sLwn5fsbwit+G3DC+blsz3C7bf0etX5TaTmyCOol2FG2H8lHTTCKRrUgbW/PiGz2vu3vjSbGc9MM+VhMzHT0rzly85f1JKOWUeayomZLfu8QV+bng9A12Yy7KUdINj7kZyLGeplHKdOdgfx/of/+O8u9GbPfPutvoR3rdOG9nuQifeIPcjBSNn5BVkfTz2WiN2G2Wge0e+Rp8S79qMCcOuHHsuGnE9LxgTH7aYpDy625V7rv6SLq4injWcXconKmvrTduAy8caWjve1Op6TugQxn7eh0Fn5hhnofeS7Z2U8vKmjjioN/MV1nC6Xm9lzRXbn3nM0M88qCtzHBcvOTlpg1Qeh0GAvh/5GSD/X7/fG3ltzPMoxmzzZ+AKsNB8Zlyb6G+C6buK+4/+ZPxCfsK2sCxdHR+S6Bfil1QicJsRKLMrESgRKBEoESgRKBF4ABFIKemv/JW/omq1euja9/t9vf3tbz90/BtF/G//7b/p7NmzN7r9vPB6+QGd52FSBpQI3K8I3MzH/t7znvcIupk28TGv7e3tQyf9zM/8TH3SJ33SoeOXEV86CKSU9Ja3vEV/82/+zZtq1Ac/+EG9//3vv6m0L6FE911T2Cz427/92/X5n//5923/1Go1fcM3fIP++I//WL/8y79832FYVqhEoESgRKBEoESgRKBE4KWGwP/4H/9Df/pP/+n4EMQ4/tnt/mvha1/7Wv3H//gfdf78eX3O53zO/VfBskYlAiUCL3cEyvbfIgJra2v6yq/8ypvK5f/8n/+jK1eu3FTa+yVRs9nUl3/5lx+pOr/2a7+mXq93pDRE3tnZ0W/8xm/gfVFi/P3kT/7kF433cotw4cIF8RG5n/zJn7ylpmdZFvYXH+RiPeyWMisTHxqBlJIqlYqOegwGg6MmKeOXCJQIlAg8EAjwP9X/9J/+U/FBrVut8N//+39f//N//s9bzaZMfxMIZDeRpkxSIlAicFMIlIlKBEoE7gUCySNdtZaJF/oWV2paWqmLD3PxAmC8HN+oqFqreLKXvfALYElK/sMAGo/Gyl8qH4lNOHhxkk0pdq70xKY6bK7DS5Tj0URymoJSSorDwbzYxsuDmkyUZcl1yKKOvFy9uFSLTYiWVutR3+ZiVbV65ng68pG5TDb64CX65mJNtJuXSLmuGpeskpSyFPm6KlQnJ4e4mv6dnnFz6o+dIux3skolE/lR17UTC+LjWNDJ6UvhJx9d0cnHbjM5z4eKF8MfXRKbHbCZw9qJ/EXO/IXOhlaPNcUL4ktrjfgQGy92gkGtWQm8wV0pKclH/NgtzxKBO4BASkk+Va0mNS3Py5ZtNh85dnJBy2v1kKFKNVPIouUxFXVACKHi+hZcdNcsKwowJct/rV5Ro1nVwlJdS2wcav3DZiaNBeud0I+ZQlacGDUQ4m9/uDr84eKuRnZGPmPTs3wTjYE6rYFa2/sz2uWDW/Pke7OwzX3tTO+1dvbV3u2rsztQrz2IDep5KZuNQgtlRnWvFl76bgcC9GfyzzyNxxP194diDGQsZIM5iA3v2IyVDZx2N3vur33xovze3sjxRzGeMl7CEzJjkWeWyXxnquTEemyGvwhPkkUl5Co5bEZJmk+bfE9QotUTs8SUxmMxBiMXlAlFFKK9CJF+0lmYAAAQAElEQVSGugZfubKZK1LJMmWWJ6hiOa+EP3P9kvgTGxaQAHqR/I9y28VH9JRSuFEv/9AXo8HY+A7F5jed3f0c9+7AYSONhrTfrXZckrr6rr+CKhW7mQl3jtjkcmzcBoOh5WwgNiPrdfrqtSH3aeQ9FJs6UJnMGfuUAdDzj0kEp5SEHqrYlqhUK6raHqtaJ6GXcCvWi5mxTK5PciZgPzafDYcT0QbK4ppwuS0Tx5k/STN/LUdwNEe1xzdSllS1LVSzrmvaRlpebcTGEHyM6/ipxfjA5/JqTQtLVbFxwPxHECpVqeK+zipSZj8f1Rgbn6Hx6ccHEAZhI2In7nX76k83bBvbhpSPRJsSHlN53nUEcg6YFhsX/klJmXkiMz/WGlWxWdyabduTjyzrocdWdeKRFbF56bHji7Yvm2KsrJlfk9M4NQKl+SNJSikFcR+eZQMq5g272z2hH69caOvimV1dPLsr9CSbNXctU/u94VQ3jp2JT/gFUn6k3Hngf6+2wwhZOCcW0kKex5b1sedSI8vMyG74Q/Yt/xE21sju2DQqwh9Y122xXo4PIdilXSO742j3WOEaD7CBDBNnEEwww3HmIfSFyYjnEewp5qUF5pQXdZiWT10O0kSjBxZr1908E1jbpR1ju/NE2wOLAnMjNSnQnsN4zusY5XkQAaPDOdWByforsz/DNcW13eJ63uXe7STydtGKPKnTfEXN/1JS6H3bIHXr/obnQHXPjfCj49nclPspObFQ9ZHIPp8RFD++8D3/2hRQvnnRUHyAEbuYTQjR/9jJw9gkahy2CFlSv7AlsCcg41LBNRUuNphVZMjdoD+OTZF6nUHYdm3beHu2wdgwFr4NVqWKU0pun6t1zembPglMKbn9Sbk9VBXzwprtItpe8xoUa0mZx8WUkhtocn4VX9c9/jUWasJ+CrzqVedRUcV2W5YlpZTkBG6nnaiUXYLsxEn5prH1zMDzB9rQ9ryutb2nzo6ptW/8+mFL9dmgbDRysolSJmUFVeyH5q4T11ARhuvriimbUkpkNck3M3X5I+tbbEvW+Ib2Fzog9K2jxuk0Pu2duE0Tpx27P0yF/kBfQBNabbJL/CgLj6+BYcKPc4nTNzM3pjbFcsl2KBsasjEZa1lrxxeEf9lrBwueozcWMtXdJ7V6Uq2WjLeUTW3R5HY6u6gb7Skw7Zk3+FBs3xgP+kPBf7SPeVDUofx54BCAL+k/ZCfGMnh2NiaPRf8GHQifaDSL8wD5LV8j2hGu6x2u2+iwsf1jyy8UmFhJ4lr6ok8RufDc4o+ztbxPZgS2Y5c9c8GVa9dphP9Bplk7xhoZ21Fxbbdo88h6jrEGAm+oUGupwHrmKQJKFwTgJYHNHKG3Q3+jw03ZYagiRbypm5wGig+E2wgZ2c5A5++H3h9Z77s/zZ/oDWjWX0kHqqPDHk4nUlJ5PSCHFUJynTPbJ5VKpqrXgOoee9lolWeEjL9LK42waWoeZ4lHf4EXvD5EHoxhLhOTmJtxn3iRl+3GhteTFpZqirV154XbcHjFZUX/uA6kCfzxy4dd/953Z6JG/qGLCzJ8oQeHsc44CvusbXtt+0pXV863Yj3jMh/kOteKa9aBW17zYJPsER8tcOMPNjcvwL8i78z2Y5U+MY5LtntWbQMdP7WsU4+v6rGnjsUHuR5+YtXrMss67meOa34GSLyG7XbW5aKeyIIzDL/dzNfucoH/9Sjuz8dxmmSSj6lj3zWnb/gUdc7bk//CJ4N+jgubg7eMza5t2t2tPfGxFfwdP7vo2n7f743Ud1ywJJ18UC4UdapIhd1qdlXm63lKxTV1t5+4EGnJAxpbFwxs9/W8ZtvZ3fOzlr2YN3Ri89++5xIDDVyHsXW6i1dKyaQgvehB3KSKK8c8oc68wXMoZIGwzHVKiThS0tUjR+rqdel78BC4tg8t1nkj3N8V80PNMozeQ7fWzRNsal3xun6yICbza0psTu0k8xlNmSSCnKHP0LHMWWIsYy5jPmauyCb8+14rJXxonTzxQhb5Bv+b7zLI5SAL+AmvVCWuXWquw2ynDfoTy8Ao9FjH66+swbK5cyET1AEiTU5JrnruvZVfN9Ln1RyS5DPqF7LkMaO5WFfMr41f1c9JMmOnueNgvYrcJp4D2gL2ZdyPn6TMlc6sW+kXxqSVtabWTy56bXspPpbF/1ecesWKHjadenxF+MPFfxhyOtI+7LjzRB7kfZKPcj1snX1qSfG/G8cXtBr/r9FUzHnXGn4ubv9qw8+kG6KORduDd8xTKSX5VHHQNKi4Tnj4KcjXjN30JTzT8VpJa6un7c2ueC65cakda/HoaMYn5lJOYvDi96o7LTSl5P7JCV6mT3LKQgeCL32UEhVQHFE/X/t03XOeh2fhNZ6Lbnnc3LpMfbpiDGWM6Lb3hd02tr1BZxa55XlIcR0/Ko+XOgKW48JWpKnwQGUqxw3rCNbeatYPyEjV+jWznMCDIiJpSRRu/HAFS03dyVQPjsMG2N8bCkJeRtapNh0c72o6X8xOsp9d3DNPLgTI2MQ/0Njz1L7XC0PeWUO0zPdsa/X3Rhpa39MmR5WcNKvIcivN3Cz3J7szMvjkOfTz3X0/y+35mS557+H2+h47hsZu6Lny2LjmWCX5iB+7nA6mTA9RoVOSC8/ch6FDPE7WvHbKGEl/0pdVr0VnmSvheJHOeTgL/17n9I2IYzdMOHdM1WMFecWcxnMQnmfyweHQqV6zrdlOo2xHPZAh9UqEOK9wnPHQNju6ER25faWT60vbsz2Pw+A8Cj6ZCD1LmkiPx2l95u3NknHOxNhDvdDr1Gl5takl63tsBNqc5tpr2HWzR3LCguRG+pRmAXr+MW3v82+8SMg0XWTtH3iGbkvmK1yIsHkiDIow0piKUgIvX2SucKWSCUzgh7rlu96sCezqlvmq55JZlo8l4B4UgE0rpLmDIBNxsPEpAx1RN88tMMdaqcf/O6w/tKiTHqOvfohrJWwAxnTG8MPQbNwvbAG7MzviseWYsz3kMk543nbcdgD2x5qfqa/ycZ91j/22SZYh88UytNLUovkXfqkbg2i3cUkpma+SbcOkySSpkmXmrWrYDKyXn3h4SQ+/YlVPvOq4XvnaE/qYjz8pPr7Fh7OCPuEhFR/UetXrHtJRaJaOD3s5H/LLw1yGw57kg1xPrun4Q0taXm2IPmM+S3+mYEK57qb76TR/wD4T3CRl5q2qx5K6MYffcGvWU4RVHM79NK0/aSDST4PCISsaOvbNIWtRHlvQnT3b2LnuHHisGeS60zpmYuXIc64sk8s3VQ5Spbj2fQqAl0fW54N4HjYU+qjj+W3H+n7P84SB1yfgeRnzZMLFgXV0m4+8rc7UHvKnr+vWsc3FqpqWMfCDB8AvM7YZkZKAx/xrx+nC46A4fe0zD7KHqClLysz7VY8N5ImcYEfn/3u9rJOWr1OWN+R1RlNb/DCyO0s7TVPIMmlvZL8zh6Ae0Mqx/FkVYUvme8aahseaaLvrDCYp0RIdPNy+gwHl1c0iUKBbwIwLwfdHzpN+sez6NIM6NdfOLMqIH4e9BE83UUGWt2RC31U93iLPDa8xNszTNcs24SkVQBTuNYAUwXZTSpEveGJf77UHarEmuLkXLnqL/xVAd/WtK4e2q3L9dU2eN3Vp+8z9N3Hh6M2x55XoTsoYuZyxbWb0dN7Rzy+AdDzzyde9xzFncFYR0a0K93o/xHGxocfIg+uUksfqTNgevKuxenxBqx77V9YbWrG75HUAnnXzf5fV0BtJ6EwnE0fh4odoD/9vAW6sabLm2rP+73ttCJzz9uXtT0pSZGBXUv6r8rgRAu48+o11EbCEL6HB/ljgyv/bc59+vXb85zrCnXdKSZnnO4x/NT9XQX7qhW1he5awkCfLm8qjRKBEoESgRKBE4IFFoKx4iUCJwO1GgI/SfMqnfMqRsuXjN1tbW0dKMx+ZDRV/6Zd+aT7oRf2f93mfpz/1p/7Ui8YrI9xeBI4dO3Z7Myxze1kgkFLSm970JqV0+BUB5r18pAb3KCDt7OzoqPrkq77qq7S8vHyUYsq4LyEE2Aj2+77v+/TqV7/6yK0aDofxQaUjJywT3DEEnnnmGX3u535ubPR7xwq5yYyfeuopfdd3fZf+5E/+RNg+fGzh9a9//ZF0400WXSYrEXiJIFA2o0SgRKBEoESgRODoCIxGI/2rf/Wv9Of+3J/TRz7ykaNncAdTMBf5oi/6Iv3CL/yCtre342Oy3/AN31DOT+8g5mXWJQIlAiUC9xqBL/iCL9Di4uKRq3Hx4kWx5nHkhPdZgje+8Y165JFHDl2rd73rXTc1frP28od/+IeHKocPup86depQcV8ukd73vvfpsz/7s/W7v/u7t9RkeP2tb32r/u7f/btHXP+6pWLLxCUCJQIlAiUC9yECa2tr97RWv/mbv6l/9I/+0W2pQ7/f19/6W39Lly5dui35lZkcHoHpa2yHT1DGLBEoESgRKBEoEXiQEMhSEi/y8fEtNn1Y5OXg5Xq8GN2IlymrqtazeEHMs+xZ04p/xSvcuOGLiT3j0UTFS+X5i3/78RLl9kZXuxs9sdE+L6rxAqWLj2xxnTRO8uDltMk4f+UxXk6rV8TL7rx8uOD6La7UY3MKXOpJG1JyBXSIYy5KypLY/I8X3njpEWrES28V8UJcpZIpXnBUispQr/yNSc2OPMy38UTlZ7dUqSaR35JxXTu5oOOnFsUGCCceXc43dHhsOd944Ta7J6f5n3hkWccfXhQbSKydWNDq8aZW15vxMicvdLK50/JaQ0vGk/5vLlZVb1RVrWVKxia52TRd5VEicIcQgMdySpaXTI2FqpbMk8gLPLtk2WmYL+HJkMUkBU9a1nzqdhwH/1E4z5ViKK9aq0SdkI/FlYbYPAE5aTYrlpVK1Jl4cqVCZ+XJdZSDspyc08kmvJ+LQomXuXm5d687VHu3r9aOaf7DW9OPbu06rIXf7u68a39ru6/2zr54AbvXGWi/N7J+HkfeqCwXFKcLLs/bhEDRn9dmxwvxjH3d9r6KDeY2L3di46bN2PCuq52tnjq7+8r7aij6n01IRx5XCz6NzVgqUgXKcjeb+nEzh6Up4bcqFzKGfz48/ElxD7/slw/Koa4QPJ0zpG9cc16P1Q+E+YJykyuQVZIq1cx1zpQxrgYlZb5HHF1z5Lx5TeBNXpJ/QTA7tkfYKcOR6I9et2/52jPue4F7nw3JjHe+8YIE3qkiVUyZcc1wC5q7LjZ4HvZHlrOB8+qr2+kfcAf7I/HSvnyklJy3SYkr0/R04w1dXDhKYAR2VY/LQbaH2JisNr2uGNvMOJKNk4Zsj0bj2AhgbHccbXHLi0yLDqXYKKX4mcQdokGEZs6bsimvuVjT0mpda7YhsGWgtRNNLa/VtbBYsZ7MrBMz1epJ1VoS9k+lImVVk13qNx6PNRiMtLc3VK87iM09sRPZyIwN7rAdx7FbmpRS4kfJf/aoPO4+RR6n8gAAEABJREFUAvAB+gC+onS6JMsyy0Lmvq7GJmBrxxd14pEVPfToik48vKz1h5ZE2PJaU4yXtUYlNjnFdiY/XPIKShJ5JvhXEhufwAdsFsKGm2wGeuVCSxfP7OgSH+S62NHu1p467YH2LafoR/glmXPJIvKa5ilc5/nAn9e2AxBN9Am6bGKZQsbnZR4/emY0nIQeCNe6gPAHmcYH2jAR1xCb4IyNw8S6I8idPjFPWOvZNz2N49R3ZAes4Vtc8o8yXZexdWvgORwLd+yweRf/A0vwjtsTfGQ3eIh2Em6XtuaYG+XgR36uQnsLcF/N5Hb77rf8DFJKSSmZrMCycKWU5WRVq3lKDue6cPHfFqpIRT4puWyTIOUHfI+vkmWqek7EekzDa0S4NdsjhLFmktleSMkJYYV5UnGgqXP/2LKKLbC/N4h1oWKOwibffdtJ3EN2GH9SNlFGHQsCh6l/ZmM4jDoTfzSS7YxxjBE9jxX5HGg/7A1ssCJfVzGvzHV+r3cvq2SinWw6VvNaSd1jW81rZLXAIPO4mJRSskDIlFznzPZQRWykiv3EelDELWzhzHF9gm9BisOBgpyNr/M2jeOjBD3blG3PEdj4FZf5QrFB2WB/GHpoYt2XjIe7SwVurnrud3gyca9wZ3EqEv4KruPMmuK+GlnXDaeyP7T8My8ZOwx9SN1dzTgTv/HjuhtE+pl4I6chD/zjQlfPEuYJ8l8yMDmtm2FPHpqMVdU4g+OS5+Irti9Wji1o1fZoTo2wTxeXqmosVFRrpKCq7dFK2KMSbaNNzlTY97QDXsP+xA7d7w1jToBdEbao9d7YbSd+kS6lxGVJDwIC5iH6L8i8OqY/pzTChSdNhHP9QJNlM9oxbU8+bk9CH4x8j7aNLXdj8zMya+nEpDEZpFvtS8uxz8gLXUUZQcaccqN816vwRz2Nf1w/qK4xLdoB1tCI9kY7JzPbNHAIzI24ofaZo12qkRyH+d8ZOPOBipEQtQt5GBBjF5QyCbegNL3GhdD33Iuxb3qPa+65NzS2PAxZB/K42feaxKA/9Bx0FDIzps9cH/g6KiCOxM8N6Xp3Iyx+bpjs/rnh9lKZqaOUkjI/x6p5ralmW6fh9fnFpZrYQHvJa/PYNTXbgxmd4sE6ZL+QAeTAhIxA3EuOV7HtU7Pt1HRezcW6irV13HqzJmzJlK7aifJR1Mfe++6c71r8rrpxk/DDQyNjgI3R6wzV8hr91uWuLp9rxXoGaxqXz+/q8vlWrANj02GHkAb+VHGQmcmnImP/ZFkm1uUaXpfj2cTq+oKOn1ryM8VVPTr9INcj0w9ynfBzwDWv1S15/Q7bqGI73VmoqKuzmvlTJnF9gCoOg6b3Em5SpJFdcdj1ie8qOcDn1WvzCKcHCuvHibBXaS/rPa3tPePT067dnc09u/tel90X9vs+sllsbmq5JEPqHnV0vSrUB9dUyHzcc3jU1W5cF/cL1+HcJz/GxIHXbqkP8wXqU9jW2NzMS1jbhZdpc2ZeTsmtgwggk4KmDOu7RYiIlhn3KrJUr7rvKsHrrJNGXq6LkqNDdsrzDiBwD7OcskTUgDGFbs7QhZ7TNKz3oLr1YtX6tOLw4AmYJlJYGzgD0tk3DSGH/IrwMWPZYKyBZQUe7vm5Bm7MbTzHHnhOPfJYhx7OrjefNv9lU7moTF0KcrZ+ZjhR3/K37zXXntftmW/mH+QaeJ49ivGSfIOciJrNVd0hN3+62XnimceXLiBZ/qqWJTCL/w3xWFJvVlU1fjl2CnHS9KBuU++cM7EqKkgRn3wrVig198uCdevKsYb4IMaJh5dm/7dx6vFlnXrFsh42hZ/rQ9LDxCPdPBFmeoj/3XhkWayj83HFYyeXxFo681zW01c85w33WFO46H3W2JvTtRjmxxXzDm2Qj+v1QXL47ORiSuDDnBd+QR+HHt7oxri0cbGlTT+rbO/sCT2InQvPkU/h4odSSvIp6pAZR9ZL6BOoUq3EGkneP3k80sxTSoR7/HfGA/Ms/zO0s9nVtsvnQzfbGx1BPB/gHnZb6OTIZJKXnRSu7Ko8XlYITNxas45/k4L/rA/QC9iu6IpCRoIHrUPMbuIgDWnDPiFgSshF3LPdgV2GjbBvHQvhH3n+iu2QR7cuyT0q8p1e3htnjv9pW5B/xrO2DP0ctu9n3/tC5nv8j4h1/Ii57TivMu3IGA+qsuzKmE4psztHStLIgwWYoCNi7PEY1OsNXMbAa7EeK2xfjWwPg2k+cl0tI/f5N8CeuBsmirKzTBXrNPQHOpk+pD/rno/w/3uZbSqncnznOLEPsnOjk9sU4eqKfBseM5h7LK02tLhS18JyTYwnjcWq6rbT0F/JfKIkTlEnxZGmZU48j5yIdu25vejI+HjglW7Ys712XwPPK7k/9twob7szcH7+neVBvVJKrlMSPEobWetc9Frn8lpDy3YbHo/AgUrQhiBN2233KGcisssTHrs4BEH4IfwQdYPwH5WKOrqWoiwXpZTZa3LXKqgiZdB8mP0JSnncZFfTo8gzuV8KGa95vA7esA3V8HjYsAtWxAFkeJ50+KfZHHBoH30TZPngZsW8VTOf0Q/wx6rXmtcfWtSJR5c8z1pWfJSLcdxj92HtgRj/p/FntoPzKMIjz8eWbWss6aRtDj5YFXbAiUWtHl/Qqte8V2yTLJlfgy9wTUvLDTXnbCDqTtsnBp3/45lMkrJKRXXjQnuwJZgvPvLEmp549XG98rUnZx/kig9nTT+ixYe0oAh7/UOzD3S92DVprkuvcx6mpz7uhCibOtAW+ow+zCzrcmdPJsEx0x/dN4erZZuR6iTjmQkeA9OG9Qg6iTawJlKx7ZOZP2dtiYQ0B48cnDQ7HAR/Dq0bGVf2/IynB9nW3rf+JGzgNaoR9rt50/Aoy3R9qkoVU1Zxpmb2PN/cft/rjdTleZifHzG33fPzDua0YK2U1yZ38t885Db+UqVpdikloVtryJfltbBhwa9iHsiMXYIcP5JRSXt8OmTunAaE4zxTSiIt/YI8LK82dYwP6lqWTtq+fsiyNZM75HCOChm80X3CI47lFXmf0TSP69nvq8cXtWyZxV5H5oKm1zzH4n/aaXvNcln1fCazzqEvaK58zFz73Z38lnSzCMylyzk8yewyDU12ITtHOOG7A310IO3R8zuQ/D6/SCkZvxTyVrG+K+wWdHnD67uFLCfLsaZHmrrPc7hhcpaRp6znBp7/9WyTtqZrgi2vn7Z3+vH/AnsO71snMmdlzH5efkcMoA9zmijGS5ePbR9kvXyj591FMdQBXYuNN7L9PLKth5+wiEPb8NjFuS65Aj5d/sQYSODZZL3d4/0q729AtkEY/xn7w071uFPoDXBOKUXaa/NnjsL/VPCMm/+16Oz21fMYw9jCh7pGbmPUdZKnTClJPmek8rguAlO84Bn6nPG073EVnAee7wwHE4Er9+nb0OFOkwJY7AHnyg3CkpQhRx4HqsxbsWmbFSFL2BeEcZ+uUXmUCJQIlAiUCJQIlAiUCJQIlAhMEVhbW9PXf/3XT68O57znPe8RdLjYz4/F5ohH3djvr/7Vv6qFhYXnZ3anQsp8A4HHHnss3PKnROCoCLzhDW/Qp33apx0p2Tvf+c4jb2aGPjnsZqtU5vjx42LTVfwvZ2q32zp//rw+9KEPiQ+h/fzP/3x8OOhbvuVb9Bmf8Rl68sknBVb04618gPF+xfiJJ57Qt3/7t99U9d797nffVLoy0UEE+FjV8i1+GO+9732vPudzPkf/+3//74OZ36OrT/iET9Bb3vIWveMd71Cr1YqNs//JP/knet3rXqdKpXKPalUWWyJQIlAiUCJQIlAi8KIIlBFeMggMBgN993d/t77jO77Dz1en/6x6D1u3tLSkr/iKr9CP//iP68Mf/rB6vZ5+4zd+Q1/91V8t1uPuYdXKoksESgRKBEoE7hICH/uxH6vXv/71Ry5tOBzq2WefPXK6+y0Ba4x86Omw9eKDlb/927992OizeG9/+9vFxzJmATfwpJT0pje9SSmlG8R4+QX/+q//uj71Uz9VTz/99C01nvVW+u5Lv/RLbymfMnGJQIlAicAdRaDM/K4h8Pjjj9+1sq4t6MyZM3rzm998W9cF/viP/1g/8AM/IGy0a8srr+8cAtmdy7rMuUSgRKBEoESgROA+QMCLE1klqVrLxMvAvPDVXKxqYammxemmFPVmTfFSpeOllLygoekxmbpzjoPY5JaXEEejsXhRsr83Ei+m9ToDsZFTf39kg2YsXl6cS3nVGy+mTeJ+cmhWyVx+puZCVc3FWmyWQd2WYuOMuurNStQ/zb3wqUMeKbnt1YrzqKq5VHfedbu1ePmt3qxGuZVqEi93i8N1cxPxHaAijJfuaDcv4dHOfbe9vz8U1/HC42jaLpdbqWYCd164rDUqgijzRWkal/i1ekWkJx82Jqk4T+rq7MUR9WGDLmNOH/BhH1xeFuzv5fUaDcfG2rEzKRnDDDeluX5WeZQI3HEEzHJCF8HXC9Y/y2sN8dLx0mo99BFyEbw+5fEDDIoAQjdRy5keivQTJWTAOqdSq4RMNqwH2NRh0foBalo/1tk4oZ6pgm6Y6sVZ0RPl8jQNOJSTprFwnZ4MeHkX/Yne5AMkGxfbusQmnmdaunhmN+jCabtTukCY/YRdeG5XF57b0UVfXzrb0pXzbW1c7Gj7SldswoEOQO55MdgqzYVTqJ3yvD0I0I/XySleiO+PRJ+2d/e0M93sjg/ORN+e3RUbtV4539LGpY74GM32Ri8+QMMmT53dvrrtfoyj+9NNWhhfIDYuyMeZkXjpfmi9P0/099XraRzXpc/Y4LGAsYF68QEpymCjOzaS2mcjx8EoNk81Z1+nVXNBsNGUgq+MA/JUsTxVkScTbtX2BkR4ZnlLyRGdDWkK8uUdO/MyJtGmvjHY6w7EBgXt3X213S/ICBQY+N6+8QHbwHU4sl0zjs23RoGxr50H+BOv1+k7r321tveCot9a+9Fv9NmAjblsG9E4sImm580nyDRBLFEB9kuZ9Qub+6D/0EV122Ponzp2QL2qGPONb+STp3Q3uRPcSJ8REhk5yDd8hieCXvznalzyD3KilFKo35Ts+ppC0KPYG7ntN8nxMVZgNrANFNgYS3irvbNvnoave2rv7KnT3hebaxBnOOW15HxTSlGOki/K894gMGWBiTsZftK0M9w1qpjv4MUYr1cbsVnYsROLWj+5pOMPmx5a0ur6gpZWGmradicuco9Nr2uOlPJORkfmumok+AF+QZbQhRuX2rEpKBuDMpbxUUPkFPkdWAaxvUkPL5J9ZOlswyXgQSX3gU/XPiklk3UmejOzbgBP5gHMgxq2VRqeJ12lmpg3NRZqahDO/QeYmtZ9jSk1aVO0paa63bptMjYnr3qMCZ1ojBIEXkYuzhxE68C4esGfnNelpPxImZSMd8U8Txk1l9dwuTOiPtC0fo1wq2rMx3nQ/PAMbTI1w+/22MryZiQAABAASURBVB+8ZLfuNoJ5xeN5ZmzSFG9NjwLu6WXpXAcBdBU6Kx87x0KHzchzc3QhNLQfwn9HCFvGZVA2Yzj1oV55/Swy7syUkpCtmm0P9PmCdXrOF7kM1liPKOZnIo0ThSDZ9fVMmPCbyH/kcvteJ0GHd20HdKc2WGs7tw26tp1YN2IsGNhWZbMjqMAATIa2GaCBbSvmNj2vNWG7dWxntKd2WGvL+dnfs3028FhB2XKFCvmW26bpQZVpd36ZBF9n5u+q+Zw21i3HTfM/GOAnrOq5YMVxUnL8RNud2m7F+qJuXcEYmc8fa0J+6g6rWldlvo8ud2zbfFOcpo6TEzyjfE44FjZ74GVs+IADG1MzHrJZNX7GxJ4xwN4Et77tL9oMRkH08xzlGI5t145EPKhvrPdt+/e6fdEHbfoFW80u+RPWsz3Xt21Melc+IHTzJSoO6eoxsf0wf4V/2ky8h6aUklIqSPZDXGt20HfwLzRiYzTboSN4xP1OfdlwHHzgkbZ5pGVe29nM7VE2JYaHhuZL0kOzjG/CUya5Owhcj5fMJsosk8hZ3boJWa17zGpAjGfhIo8m/JbrxoNMtMl6qRGUj9XNoj3cs86pec5YtR5Dj2dZpmw6Zqf5broemPP3r+c32Mk2Evqs4jX1qnUbehE9F5hSftSrpmbhL+r2oLq0I/jG/IPf7cvbZuzdprrv0X5wqE0xrwTeUwALnAt3GvyydtLB1jMWM3TgoouhkZ+jjK4Zv7hmHJp3w289TvjQYwBjH+s9jIno+GLNi7Uf9D72B+Nq3/ZI6H+v01BeMXaZxSXqB6k4uJiSnZSSkKkss2xZ92T09wGSIg/NHfdx/7s5yvyTsqSqeRhZZvP65bWmVuOjIA0tee5P2ILXyJuLdc3LALqoiVw4fMFEPOKzKTF5LPo5HmnIFzmhDDCTyywQuo/hKaqYu67o/PNP7ChsDWwn1vC3We+90tGm13Y3vJ4PEdba2os1w55t0z72lG2V4DvnZ0syz9u/QEI/oGNjI2uPaU0/j2B9ZfXYgtaOL5oWdOwEtKhYe3HfNG2ng23FtnlKSdiRIUPIBmRZgt9Hdg9DyNPIsgFFPceWEAuoT0TVNb3OmSSfQTQraDwOm3Pfdib2ZNv25Y7Xu7eMz5ULbT+3aMVzC9Z7+MABNhprQeDJuhCyCr59Y9af2rhgjpznRP5jjdxGiHoPjW2QbUHiogvIB+w7Xl9ve47AuhL29I77q2XbEL2ArTtwGeBEm2lNSkk+laQg+ZiAgBsHFr5USkngDl/TBzEeeByuMz7YrcVzpEz063w+ZKPyeMkhYNaYtSmlpEolEzZZriNrqtuOqHt+XbP9BM9kHkNSgjPkg9SQvdc54Tk+CjowvyMP8DVy0vacDf3D3BA/vM74N/Acj7k08jCTe6cdMlaa+jGfHqjnZ07M+doxV9rzc419Me9kzGSOiRzl82lXynWN2saPr2/jOd9yFyPGiapxahgzxp6F5brAsWb8qh6r0JPJ4xZxi2qAUeEPl0wdSP3H6CO3m/aETrFewY/Mo+vQmzQryrUurbpsnknXrYfpszoyDVmu69fSLLzi/s6JtFXXE/0AkS/1pV4xh7WOpW/oS3AOKupk/YU+o97EJx3pIdoLEQ4d8EeAf5LJJ+lZ7xlZ9/fNDz2vG7RDD3f9vLgjdG7wjfseHY2+hWfG1vlOPjsNYaiszIVVzLNVY8MHUVj3YHxaWbe9YOK5Pv3UsE0ARlXPFTLLAOMceUQmztXZiGtwH5gPsdU65kP4jjoxHmxvdLQb+rkfHwkbTDEZux/Bjzzmydne9bMs8B4hgFy787MsE7wIr+VUCfkjDKpUMiE7SnrBA35CTpC5vvkMuwGC55Ad7D74FSKj9CL5Eedu07VVGluGc5nvx3NY5Bz5Yozo2BbqtQdiDEEXIvMjbCfrRzCgzSP7aT95gAVxY7yxriAvxpy21yj35uxa0lEu3XMjzLkHUd/k/qlY19a8bhH9hx41NZhb22WczNzHcmaBPQl14yNux4/juJPQPTy/qHnMaDg/bOWYo/iZ5VJ84Kgm7lVdB8qBV5LLcur8dF5Rrq/G1jtDj59g0XObe9ZXfPAGjGbtdmSfjv3809VR3taKGE+ajGu23dGh1Knp+VXd40rFOjMl2/EuO/Qlrm7iSHkaZ6WgLCnal5LygGQnSSpIB48ieN51DKpDG8fmr6HHFdq/bxt/z2MX2Aywoy1DYBXkOMQDI/R9uA4r3LHHwbHn/FCMV2OPFhTieqWUwoZClsGGMZg+XFiqiXll3WMzfedoyo9JjCvUL7+Wc8lJPpDzkcuiXtR74DER6ntNgGvqSbuS42Ye5yrmC/KvuZwg81HUw/10I7fmOEHTNDM7YGoLkG9KyfVKQq+M3H7sgIHHQeoChvBV33gOjCM4Fe1xMkGIRPSlyGeKlzEjrFLJhNyAFXbTsueIzBX5aFFBPMOHjvlZ/p2hxZirYg/QX2AHjpXM+pgG6P48wLkgkA0s3Y8Ny2rTNk3DOqTuvq/Rxw6HPzLLVbTGCc194X3eT3KI79OX9HX0Mc9e/EysvWub28+vdj03xeZGt3AfXqD/iU+6griGCr3cs03XafXV9jwA2445NHlxvecy+B8d+D7BK8n1gOzc8ml+u14ebqYZUkopqWKebzRqgg8Xp/oWvkSeZ9g5Hnou0ungQRFBvolcggGYgE/fOmdgmRl6nBpbhhwlEtMf5I3cwXf0FfqWcoPcf/VradqvxIs07lvSV11/8oLIF/miEPCkzOgHy+m+n5Xtmfbt71Mnj6Uj6xnqLCWRjvRQSr4OUnncSQSSZJhNSTn+vs5MyddJUkGaO6ZhjhKB8NTE/UhfMmZgJyF3fT7IQ1+bBtbR8EHct30Qrsc3xpLwT8NGDoPGzg++YKyDjygjCrtPf8AipaTM4yHygOw0GX8h2y8N68aa9WHVc8KK46SUpmPwxK6l16fiSIbc5PvJOpNg8EFuOjt9sU664/XBnStdbV3ueX7ai7AOtqp1HGsajIngH5hfD/cp1vQHcdChxCfdfs/2rvPhuXCsd1hfknfX+RNGPfq2A6gTfRNVvuEPbeMmrcDNKa7iJ7++9nf+Fv7kCIZDKSWTTLhTUn5QF3hmFM+6x17vHOXP8W27oG+od8+2fIwB2/vCLgdH1jlpH/cZA8iDvOA5JclFBtmn8rgBAnTS9BYyC2/AU/AihH9kufbUYBpr6hjf8JHehIxPPMillGzP+lmLbXxs15rHIWyKsC2mcsR7BykVGag8SgRKBEoESgRKBEoESgRKBEoEAoEv+ZIv0SOPPBL+w/xg9/MBF9zDxL82zq/+6q+q2+1eG3zDazZs+qzP+qwb3r+XN772a79WYxvtYPFSpC/7si+7l/CWZT/ACKytrekrv/Irj9SC97///XrXu951pDQ/93M/d6jNVotMv/ALv1Cvec1risv7wr1blbh06ZI+7uM+zus1SSsrK+KDe1zTT1/zNV+jH/mRH9G///f/Pvrg9OnT4kNcfLSr0+nopXiwOSzjy1Hb9swzz+huYzIajY5azbsa/9y5c0ca129H5diU+i/9pb8kePV25HeUPGq1mv6//+//09/+239bv/ALvxB1GA6H+n//7//pn//zf64v+IIv0PItfmzsKPUp45YIlAiUCJQIlAjcjwhUq9UjV+vs2bN33c46ciXnElDfuctDebEjDhXxJiNduXJFe3t7N5n6wU7Gmsy/+Bf/Qv/sn/2ze9KQhx56KD6+xQdZmde2Wi3xIWTWz771W79Vr3rVq/wct3JP6lYWev8gUNakRKBE4OWHwLFjx2I97mZazsckbibd/ZQGm5C1x6PU6Rd/8RdjDD1sGtYw+ajUYeK/7nWv05/6U3/qMFFf8nGwnX7yJ39SX/7lX37L63p80Ot3fud39IY3vOElj1vZwBKBEoGrCOzu7l69uA9993v9/syf+TOijujjlyLxsex7wRZ8qPsHf/AHxTPn213+v/t3/06/8iu/cruzLfN7AQSyF7h3v98q61ciUCJQIlAiUCLwogjwTldOSbgZL+o3KuJlyqXVhpbXGvFhLl5SrtYy8cJlylLEJXOMSPEmGRdTSlNXE8Utbo/Hk/j4BS/84SfMt4uYV10CTT4jrZT8UCMTL0DzUufC9CNhC0t14edFfurGS93US0c8UibRrsZCReTH5oCLy3XlmzlUxeZYtXpFWTUJfKj3jYrgHu3jBTxegG9v72v7Sk+bF7u6fLYdH8e5+Nyu+DgOG87tbu6pvbMvXvzkZU/SQLwcCfFyKC/04XId1BmIOLxcSRpesGTT6ZbLam3tiZcsty53YxO7y+faunR6V+ef3dXZp7d1+kNbQWc+vO3rHZ1/ZkeXzuxq81JXre292HiFF1R5SZh20J4btbUMLxG4EwiklIQ8ItMhj6t1hUyu4NZCLmvNqnJ5z2uArrCmyS9u8hdeZ+MTkmdZlusbl8NLsOgY9MGC9UJzqaZ6oxp1TCmpOPI6+Moen/Yc/iyyKVxSFvVBl7R39sQHm849s6VnP3hFz0AfuKyn33dZH33fJT39frumZ95/RR+1Cz3t8I/8ie85DmlOf2RTZ53+4tnd+MgTm3rwAva1+nu+DtSjpNuDALhC4D0cjrS/N4gPNKF3ty534kNr557Z1pmnt64Sfebrc89u68LpHV1y310+3zIvtK2zO/mGBGxO4HFkd2tfLY8l7d2+2q2+uq2B8zd5vOia2Ew0xg38pm7b90zEb3ns2NnYi/w2L/VivNq82PEY0g5eaZn/GHt40Twfuycem3Mup01SUu5qduR381/kKWTacoNc15sVxYvmHldrczaFfMD3du7smVfLbZBtkrHYQINxtsfGNx4H2aSAPtm40NLGhba23T87xrhtfANXY3sAS1+3d/qiD3Y397VtLIsNdzcvtWNDw7Yx7HX67vehkDtwpJHgllKOnx1MpqhXbIrAy0COVKlmAjc+5sDGhgu2fdBL6KGaMeR+SmxwEeQUSck2GrZcpZIpsz9lel4fiWOKBd6cUjj8QlxQ19FwLGwDNoHqmG9axoJ2btm+ARuuO8Yh8PH97pQIww4Cl50re8ayF/wFrvHROWO8faWjlnHvGp++5SLwGY0pWlnUO0XdU4qg8udeI2AhnZhT7ZhXJ9E38Fq1VlGjWYvNudcfWtSpx1Z16hWrOvnoio7zYa7jC1paa6q5UFfVck9/Bp+TkXwUrm+klJTMtw4VeodNQDvWa4VsMh5ePLMjxrONSx3LXi/03f7eKPgUnpXrmJKifipcPWDHxPU1+TTW9vsEF+Qa2W8s1DxvqQeua8cXxcfQis3T2EyNflg39uvuj/x6Setx/WC78FPRjmMn2djNtL6glWPNsBfBBXyqof8ypZRgh8CwYDNDebjTSTPzYmBeq6ixUI0yKAvM16YfoKM+8/Xi+iVBJ+GVRV2Pf9j4fdlrBAuLtbCZwSg7sOGSYTcvyoR6AAAQAElEQVTz+tTL/kjPRwB7MDbz8vhabBDV3x8Ke4QNiAvqdYeen1+la6+LeEd1ySdsw+4gPvJK+v3eKD74NOyPVawFoE+Rm5SSmHs1PDda9FoMczPmRcyPwiZxeNUykpkH5IM0kFWxr3xOGeEqFJP4ABljPu3u2TZt2VbavtIN24s1DPQ71zu2rVq2O7BZsS+IGzS1NbA9uMdGsMTfsO3FBw+wwfiYIx8+2N3uef2k7zFiqNhc2xVJKVk/SEn5EX3iSkebvW6VMokNkOr1qmg37cQGY50Im4ywmu2wzG12VoKcXFBS8lhXUcN6mvisqS3GpoN1h1VV91pb1WMh+kUcThTlB2CT+CU4J9t3DmHMDHtsMBLjIrblpsdAxsLzzBPOtWKNCRs+t896tq/2vc7UF7Yba0eBm7GeuXMYskFX2zi3mBfY7t3yetKVC52Yf1AGcxCw3XIftYwndtugP3R7J6LtUF5f/yblYdafWZYpCzcp2Q1Kvi//iGPCj1uIk/vx5ZRfg82gP7J8DDze77tN+7GG1rL9uOv6tkzUvb3r+3P2aMd+qGU7fYc22W694jnO5fMdXT7fzsm40S7a1Ov2Bcbujvniw59SUd+4LH/uRwToIvcTdmnd885Fr92s2D5Y40MltheOTe2h46eW9JIYo+dtuvnxOto6baPDsVWWbYMvLjVUt06qWW9VPL9Ed8l4HehKRA6aC5xdFh5cY51ScvI0W6tHRzI2UFbgbtu0sB+Ou06BuesT7nzdHzT/rA2Lytu3qGOEQW4L9tGq+Y4Nj+FB1hJr5sdKtRJ4oV8g3b7jgc8puQVB/jFbhQHJWDzymsBoMPbYPbJ9MvTYN7LNYndqG2HLYL/Mu72pXcOYh83Q8RyS8YG1mm2PAVuXe17j6mrbY1m+ztOLMWWv1/e8c6TRaCLG2+mgJHeaigPWl1xJXT1SSkKWKpapWj0Lmzg27fV1pZKJ8S+lpJSSnnfkGT4v+H4IiKr5J6VM8O+CbRj4+tiJJcH3zHuOP7Ss46cgh9lP+LplIMh6Fl17/OElnXCcEw87nglZWbE+ai5WhV2ZsAuApsDHZT4w8uF6m1u8pjgJHsWO7rb72rW9UdhnxTou6xeEsZ7Rbe0HP/PMTT5oekpJKeUkJcVhLGR/ZjsTm7Fu27HpedfSSkMrxxasdxZ1zHNRdC72ac33K44Lftjye92Rbaahem1TZ0pT2dnz9V7hv8ZFnoIcp2ci3j6bDZv6Xm/p74/yeYJtZewzSMWR5BpL+Y9mh4PD7ySWs7H6e9Snbzt1z/LY0eVzuzr3LGvhfm7x0U2d++iWWB8//9y2LviZ5WVsNa/NguGW7dNtr4Mj0y3sP6+Bd2zvdW3Tzuxb27pdyGGEd9ADjkd8Pu6y6TywcWe2oNfZL5/fFfYg9zu7+67jQMxTRtZD6ATa4C6S+IkLWVflBOYFDvRXzeMsfUW/4EINryPUp/OlCrqhyMNZFGd0eXFRug8+AnSoCf5gTEkpKcYKy2rDstz080Vsp4ZtM3gDvqkW82nzh5Nq/nCQckpyVnGL55jwKLy6b7nq7O55fOuETPEMibV3ZIZ50Gw+bXkJWfF4GXLi647nUIyVO1t7lsluPHfK9VY78kMu2p6r58+G8g1lGN+swqWk23YEVuQ21/iirZTH+NqwLGFfLVkXLkyfj9RsZ4Ed+KaUV2iWF/nlQXSDCA8bw/YFuq1read9W372wxoC/7Nx6WzLGHpu7bnwlu0Gnpm1/Nytvd1X21h1jBlrEEHWM+hKCH0T5PvECVxD91jfOf2u1zXIa9v2yKbzZd5+xbrtknXcRa9xX7DOC11oPXjWevC8nwdeZJ5vHYX+2/UcvOdnJ8yLaQO6ieZB0expO/FDEe6f3D+J8SqegZlX6PuW+3Tb9hB1gFfAoetxrO91qZHtIcapQreRB9hxDQFm5jEn75Oa10kbWvO6/4lHlvWwnwU8/MSaTtqPbbDCWq3nZfB5xfpPZhrqXuQjH+RvZ6pXJ2JODr+1PN+n7VcutoM3qWPbaxZd407/8cyAekXa8udliQDqAtbP4EevsaFL49mzdW3dugEiDP1QsdJKidgyF0qyPykpPyahH+An5AveGlgW+L8sCD98Ce/m8aWUKF35UWSTX92TXzcnL9cen6JKuLQHue5avlk3ZZ10yzpv63I7bJ9N+8O2srx1rLNYP+xaxnq2pSD8HdtSLdtdjCdb6LBLXSGXYaNdbNn+7dnu7IftVOgOsKRC1CMq44uQe7u5sIdHzAeq7j/6iXVWxsamdX3T8wVcwtDxWSVzAq+PGnafqKHoMwde9yRORJreTSnJLCDWeRvmDcYQ9BMUY4rH5hhPPI/LskyOLg7qDEVeZGqCD6Cx7cQxz/Bt5EYcEkCOM+fYm5xfcvkp1k+q5lV4s+kym4t15W5NeXsrAovMmDhRQDXNTtPj0M6sD5KcVZKbNUdcpwhXkoL0wkeaj0TmrtjY40Vu2++Hbc98p2VeYh0WfoJ/mJvDS3vmKeYWUMw3PA/B3Z/OMfqeZww8Pg+HkxizKIIaZe44ZLjm+Xbdsg1e9N+S56jYBNhVNdvfwSOJFPPkSnLp8JT8Yz91HnptvW8Z73lcZTxELrB9LnlecuWcZcNrxhsXutq82Iv/aYi5h9eWO9gBpsIGoH3XJcchLv830rL9gB0xbwdsYQd4Tf+K7QCegbDufv65HfG/QPwfV5BtAa6xSzYtp9gB3fa+9vcGHidH5v+JaBLkZl09J8E2+TV+iCvce0QUH0T54bnPf1zPkHlXs1LJVJvxXU1N2/AN2+8Nz+3gOz4yBo/KR/DsXFoHxZn3kfWXr9AdjCeMM9gyHdui2xtdwX/o1Cthf3bjf313rXfb6GXblj3LD+td2HDwXMdhbafdtf1O+s3ieZh5BfuO/xWGt0mH7YiOSpkrkFfGnjt7AkNKSVXPbxrW6ejZ/PlY3bquprrxw46shM5NURnwo55xUfyQkW/kuI3i2VDHayrYhMjFzH63PQ1+G37uwzi163UZ5A5dhByCF4TsgklOQ+GCJ+Hc71h2wbx1HbndRG6d/xXL7SWXd9FrFeex35/Z0umnN3XGhC2P/U5dttwn8bzJeob52rgYK9yemZS66YapaG3p3goCxjJXirKTcvL4gXxWPKZmlmX8IQe6/pEcnFLK09qf891YyBDyCq90Qu56Yfu0PC/pWEbho73eIPgTu5G4OR0M6zPO+RnnyGPd/HwrWMLl3c9nSrk8Y2fzPwFLnt8xBi/yvwL2MzajKzNjjRwz1vIcHj/tcnLjqiD6QT5GtqP6tgF6lpGWbQf01oZ1IO8uXDy9G+9WMGfe9hoe91rWdx1j3rVd2kMnmpgz5pgPhB+Ke7ZlO45HfPJGJ2w5H/K/7Pn+pTOt2bN0dCZ5d20rD9xHyKqrd+A0V7juSdQdXqq4ncn8RbumakovdqTkXJJjQe50bJ74v0vXs20bg3lu2/yFjqPu1Ie20KYgt5frXrRtPz5Yth12eUcbtlvQTaxnQJu21VvWg8SlTWBNu1ysKL74cZVcofK8HgJ5v07C3sp1wUh9246FrOMfDW2PhW4/mEOkdRD8D+bYFPBLZj1U9TwAWWFsxIblfQjkp+75SbVaUUrRQ05dniUCJQIlAoFA+VMiUCJQIlAiUCKgJ598Up/7uZ97JCTe+c53io+7HCmRIx9lc0RHj/NNb3qTXvnKV4b/Tv7wUbKFhYUjFcEG3Hf7wyxHqmAZuUTgHiLAB4+OHTt2pBrwga3hcHioNBcvXtQ73vGOQ8UtIvHhqepNfBygSP8gu3zUaX9//0hN2NzcFB/lOlKiByQy48ob3/jGI9d2Z2fnSB+BO3IB10nwgQ984DqhD3bQK17xiptuAH3wTd/0TfrQhz5003kcJiEfVfj8z/98fdu3fZt++qd/Wn/0R3+kVqsV/f/e975X//bf/lt99Vd/tWhLpVI5TJb3Ok5ZfolAiUCJQIlAicBdQ+DUqVNaXFw8UnnMA3judaRE9zAyNslRi3/Na15z6CR8QPeoGLI+AY6HLuQlFPG//Jf/ou/5nu+5oy3ig2qvfe1r9df+2l8TH956+9vfLj5OC+askfHxre/6ru/Sp33ap5UfaL2jPVFmXiJQIlAi8OAgkFLSK1/5ypuq8J/8yZ/cVDpJ91W6z/zMzxTPXg5bqXe/+906ylrYH//xH4t1msPkz7OmkydPHibqSzoOHyv5h//wH+pv/I2/ofE432fxZhv8F/7CXxA20c3y+c2WW6a7PQisra3dnozKXB54BF7/+tcfuQ33+4cj72b9Hn74Ya2vrx8Jw+eee+5IH6A8UuYv48hvfetb9RM/8RN3BAHGTOb8zzzzzB3Jv8z0+Qhkzw8qQ0oESgRKBEoEDiJQXj34CCR57ciUxIYUvPC1sFTX8loziBcrG82KqrWKKpUkXjZUyl8XjpfIxMGrZRL5aP4g2JF4UW2e5DBePpuPeuB6mo78qFOtUVVzsSbqQt0WluuxET1h1JcX1DIi62gHbanWsnj5O14aXSHfWp43L9Y3q6rVK253drVtrpvPgwVNA8bjieLl0fYgNqDY4UXIi53YyOnCc7u6aGKDBV76ZHMKXq7s7PYVL486zV5nIGi/OxQbU/ASae5yPRAv3POyZbfjNO2+eCmzvbuv9s5evHjJC6m8mLp5oaMr51rihdILz+6o+CDXcx/a1JmPbMX1uWe2dfF0S1uXOlFXymFjJl4EHrNQQx8dbGV5VSJwRxHI5bGixkI1ZHDJ8pi/0F2P6+ZiNd/EvJopZUnPO6Zy+LzwGwTA4jlNhH5CB2XWcVXrOjaEiA1xrAsLncM14WweSl2pAUT2FA3hPyolMjGxkZNrIv5Rgfrwkn/Lsr1xsa2zltfnPrQRH+X66AeuxMe3nn7fZX10nt5/WU+/71JOfJDr/ZfEB7xOf2QjNrW8dHZX21e61jf7QtYpg/bT7qLOUZfionRvGYECz3AN9pDNftj8zvp7d3tPm5e74uV/Ntpjw46ctnTm6S3FBnzu9wund+LjM5fPtwQvbFzsasvp2MiPjbBaW/vW4X21PZZ0dgceFwbqeixhrIBy/zA2F4lrjzVdEy/0t7b3tbO5b77Y0xYf5LrUdRkdU1uU0XYdGXeGw5EX8BV0FZR0dVycBeZS4Kb6XvLYabI81RoVITt1j+U1+2v1zDZFpoplGVmSkjhIh3u7KaU8/8g3qjhxWyaxkQYvzzMGI2s7m123u6PYuMByBwZsVtbe6ee4GjewK3DsxMY3/cB/Z3PPOPacvhv4bXhs3dnoinx77u+++53+H4/8IMTVSZkEaXZMctk3CGPbEgSDD7iFHlxpaNF2STM2/KkJPVWtVJTjR2wppeTrTJn1WFbFb3KYXN6MaD8kzYu+rySiynHDle+7HmzUgC7a3xuo63bAt9sbvWjrjnmntd0XfNedYlO4nZZxMW675s/tK3uCvzZsD4EtvMwm6AZzLQAAEABJREFUQ1vGp73TE/jsg09/FP3iopVSMkn+VXncOwSmrOIKTHJ+cQBjlANmG8nxcb2mx+2VtYaOnVzUQ4+t6NTjK/kGnKeWxMeLllcbYcez0VJKKXg9MjS/y0cqyGN7wdNsZsHGNdi6yOHm5Y74mFvoxDM72rSMsZFK13zZh38GYyFfzl4pU07KD/LPfQ/Or6E2TshhXucsJVWtM8Gw4fnJou2T5dWmVo8vGPclrRv7oGIzdLvHpx8IWMe9rUR5d5MWFRu8u02FC6+xETntZ866uNxQ0/qxxrytWhF6MKVk8OA3Oz7B1M4Nzyk7xv2UJZEHhL5tOG/KWDm2kGN+YtG4L+o4H/mY1us4bvTDkh54zGkXPBNtcnu4tp82xgc+zHtN82C9XlXFfJmMV0rGewLJjDslOy/b01Bcr+3wGeM84yt2wWB/FOsHjIPoPDZYwvYqXPzQtdeE3QyRD/N+No6GuKbsvuvBBnGj4UQQdWSuIPdr1TJVt95hTlTMzxa8NsPcDH2EjGS2PWhvjBFTYZvfo1bGw2fotaLt6O6e1zVatjeZo7BhFHqezbZmG+jZzijssJ5tjd7Uxu3aj63R2dnX7taetm1TbNp22zAxPmx5zCDP1lZuZ4Azdcsy15KKFORLqktbg3yRUlLVfF2zPqF9TbeVtqMDcBse82q2ZWmzozqH/KRv5YDqFK9F225LHv8WWbuyDdewHgFH7meWGVKRBsrHREJyonqKH4VtFJjZToJHwIsxkbldjIme4/FhAWxP1oJ2bJO2bOMzNwAnKMeO+UBOMT8whtwDx7ZtNtIwrm56noG9xqaglFH0CXiCdc99Ntgfui8ncnOjwoUrJaWURPvAB0pua5ZlEZ5SknxCEymabefqOb3HDfoLPkRO4NGex/s2a1+mlvu9Zb5puZ1ssEgbaEuPNtk+75o6prbj7WKLXu7ZPu/ajmibWrE+d/ncruCZXfMPcjAc2kanJlQM15QSFbKnPO8rBGZdNPPk/ZSZ15hrIqcrx5phg2IrrDM2ewwrbIjcPlp88MfqGKen7Zi1r7he1NqJBYEDOghdVrNOq1i3ZZVML8jaM1xzGeUy9JS5IMl/TgzWFedT99weHblkOwx7bHW96XIXpzbSkgLz+Xrif1AJjOd5iXZM7SN4DF5bNd8x71kwHo0YKypeE8mMnLEESPumjn0v7zNF8/3r02wVV2DDWDweTWyLjL1eM9b+3khsUomeZtNuKOyY6XOT/Hrg5yWMb3ZtJzDGMQYwPjCuFR8U3/JYsOU1UWjHaxrt3T2RL+ujY6/T8IETxp6oj+tlVne97PHvtSf3siwTMoUdVLNNzLyY64ptogyyTiIedG16xrnnhd3jAPCnXriZ6153m5hzrnr+E3Ov4Pkl8cGtE57nMy/AH3Ju+civl8W94kNcuBAygo5AX4BRjkkKqIsyo/kUHp777ydRpfixx/Uc2W5gE9V9r0Vgd8SahdcoLp3dER9YYaNm1r02L7e97tpVx2tkxJ34mVtKZARJeCHNjkmEVSqZarWKarbBwQ27Ep2OrmE+tuLntgu2L+teZ80clw1vB/2JeKbYsw3UsyxAPGeEz3FfaO4QcbqDkAn8vd7Q/qGwPff3R5bHkUax5jLRxGuFjAshL5KSrjnmAvASf+j1cNrftR3Z8rOOLdvqYHTe695np2vgZ+1nI2s2t2aTa+5jk2Lbb/sZK3KL3da2/Yft2vE6OPZfkNvbNdFmiLCO18ixh7EXQw/YxmUTXmzbecIeZD2YtSfayybp2N60kcallOTTjUwm63P/TiBHoG34o788zjZs7zc9T27GRxbqYo1ifgzGLs5zcQbFSQb2Tx37yvOBReCaTjSLSO7wqu0vZLXpZ5sLnls2TQ3bCXXLd818g17MPG6k5MjKj8gqfvJr8uE2MZB3xi14lf8faHt+xNjGevvFcy0/1+ho02PeznTdHjnozOmFQka61kvI0s5mT1uWSebSobesy/hAxY6fk7Qtr3vdviiLmjA+pJSUUvIlZOcOnshMrZYJWUIPLnmOja3fsKyBKWMwOpB6XVuNqF38TIS+Ql6Z84EZ8r6z1Z22uyOwu+T54SXjBw5b1hcz/DxX7ljfgCG6pdseqtsxMfcMwm8yxt3QOwO1d6C+eG5HPjs8G3GfbPHsjf/dON/WZZeFrmNOf876j2eBZz66qfPPbs0+SrjpMQS917PuHA6Gse591V6ZuB+kaGL8KI6ia8J1CLzCWs9+bxTPYFqeR8Mv9PUVr5/sup/hBdaEGNuYgwfvOm1+ToyfYl1i4gDwxu5pmIfpjzWvS594eEmPPLEadPLRZR2zjbziecGC10LQgchAjPfF+OGLWZWdqc8oY+Rxhmd1jBO0fcPPkuDNHfMoYR2vCTCWwI/0abSRjCDXberYV54vVQTgFbNP3jx3OLoTHcq8lI8tYTfVPEeFeIbCPXgWXnH0SBeufwiLvMzw8NPYNtrIz8EHXh/dtx0E8Vx0aJsP/RFxI4fpD3lMvffaibYUlXC95ADqPPDaXa+9rx2vjbJeiDxtWsdD+EO2sKs8HnStz1hTC7JNyDW6r+X7O15nxBbbDB3WFjoTG430PdtffBR2bPn26VpEL4k6aO4gFCLI1fPtJPqHcRA90bROaVq3B3m8JKxq/Z95fJTb5G5S9EGRia5zTO9NHUU5jpZS8rw8qe5xl/UR7GjsanQY5dU9FqOnKi4rpfxZEvgpjjw3fnM+mVgXT8mVIsxOxOSHeLnrSvuUKWUS7ajatodXsQMWbMfjNt1WiLpV3d6K7fo8vX+dmU97DnfO1yNSJMnNUfLcLrkO6YCbfM8kKelFjrkI1GfijsBW7pu/utbLfDBqx2PqrseXttdh24yHEDzl8ZL5+555irkIbtBUxvY93w85649jDWDstYAC++T+iP8R9Rp8vVlR0zzC/0hgDyx6zaVpfql6zpo5XkpJKSU3ZOLxBLKXkyC3XXbh0aHnJDyPYG7Uto2z7fUBxkPG5JyvO2K+sGVe5/8adm1LMfdAFrADOm5T18QzlXkiLO673R3bAlDb9gPys+t16R3nQ37ku+G8r9gWoMzcDtj22L8tbIFzz2zl/xv07LYu2S7ZtH3GPLNjnNFJjH+GX9FUt0kQ7SzIHeQzv7IHnrgnxBL7tHwqYy/OfU0znKi7ga1YFuueazdttzfn5BX7h/Cq5TmD99yqa/WAgw6eBgD7DbmhD/e9htCx/c7/EV+5gE7d1YZtss2wP/fCfmxblrDPZnNc813X/NW1voa3dm0bwb+RjrTW7YX93rIsIm/IFvIEv8zTwcpd7+qIYW4ffFlgmFKKtQywQ8+yTrpom5DrBmM02Hl+hE6iJPDDhXKWzn/z/CahG7APO/FBrq7nOZ3AK5fdXSFL4MA4t7OxrxbPE03IIXIZ8umxqmsbHrkFU/xBYGqZbdvWB1dwz+33Pe1s7GnL6xAht7ZJo6/Cft/Rhed2dNbyeubpDZ15ejNk+MKZHV0+vxv126UPsN/9PG/MeqMHSGAya8nwKG8hLS7pdiGQpqiCL3ND5DOzHIfL+McN6HoFJolbaX68sP3HejHy2nNfwhu7toegtvu3a34kfN/jG+McOpp5Zk7DWEsrwhkvkUdsSvQA4xGymRs2uq+PZOywkbDLsF0WV+oKskwvLte0sFSN9ynAPF+nmOTzxmD4+MmxNcAppWgrc04wweZs285El13xuHjxdEsXTLxPEWOxdSK6rmW8O9aZXY+FPcsyY3hhS8Qzg95ARXjPfUXftB2/5byxVbecD/ldOtuO/8u9cr4jxuItz893/WyYfLENxrZBooLzP65yMl8k41AJfspEW1PyjZnim09w1U8UYhUhSbYxPcYEX/m5Rif0zr7arivt6/gaPdezXurRTvMW/IU+57rnthGn5TozfmyEXurER7n4MBe06TDaRFx4jjblOtZ9kaSUkknl8YIITOjZsCfHnh+G7cj80P0B3w3sR5ZzXPOM+Neo3Jf/Gm0h47iGXBXbC1Xb+cwDePeqaft/wbbFguUHG5d7yXyWpy5/SwRKBEoESgRKBEoESgTuJgJlWfczAtVqVX/9r/912/Dp0NV8//vfr3e9612Hjl9EJM173vOe4vJF3Xq9rq/7uq87Ut1eNNMbRMiy7MjlsNk1mxfeIMsyuETgZY3Ax3/8x4uP2RwFhN/93d/V6dOnD5XkD//wD4+0OSv1+fRP//RD5f1SjLS8vCw+wHiUtvV6PX3wgx88SpIHJm5KSZ/xGZ9x5Pqy0f7e3t6R091KguFwqPn1oVvJ606kvZkNok+cOHFTVWHM/c7v/E7xYdCbyuA6iRj/+WjC93//98cGwufOnROY09e/+Zu/qR/90R8NW+QTP/ETyw8rXAe/MqhEoESgROD5CJQhJQIS6wyVSuVIUDAPYI59pET3KDL1PHv27JFLB5cjJzpCgsuXL+tu26pHqN4di/oHf/AH+uZv/mbxvPV2FcJH5b72a79W/+E//Af90R/9kVqtlvr9vlgP+6mf+imxCfcXfuEX6tFHH/Xz2aPx+u2qY5lPiUCJQIlAicCDgcDq6uqDUdE7VEvWIz/7sz/70Ll3u12xHnPYBG9729tiHefF4mOHffEXf/GLRXvJ32dt7c1vfrO+7/u+75bb+pa3vEU//dM/rePHj99yXmUG9waBxx9//BYLLpO/VBBARx61LcyLWUc/arq7FX80Gt2tomJOeNQ1EOaXPIO7a5V8GRT04Q9/WN/2bd92W9cGroXt6aefjvUAxtNr75XXtx+B7PZnWeZYIlAiUCJQIlAicH8hkJLin1VTSjYqs/jgzcJSTctrjaCF5boaC1XxEliWJceVknzw9pjyl9F8lYfhgbg3JV68hMa2jaH85WkizRFxp5fcl398Rp6VShZ1asRLaXUtLNfUhNjczPWsNSuq1DLdzAtqye2p1ivRvgW3c2ml7vzrKl6sj3b7Phs+iNoU9aRybrs4pmEE8UJjf38UL3zGy6OxMXRHvDTKB7kunN7VlfNtsWlJvKy7sy9eruQlT16K5AW+oN5g7iXdgSKsOwy31xmIl1NJ093ti5d/eZmUFyt5IXWLF0ovdqKci2daOv/srs49va3TH97S6Q+aPrwtPtB17qM7unRmV7yUSXpe5uSlTF4eHI0mdAGtu7+orM1LGoGQR8tyPTbFqWlxpWGq5xQyXxMvpIa8J15Rnwqf5o7rBM3dfb6X+Cbkl5voODZ5a7gOzcWaYpM865qFpYbQi9StWq1Y3ySiXyXncfXiCD6yMSVTkYq6jMcTDfaHId9sKMGGbM9+6Ep8YOuZ91+OD3E9zce48M/oSh7+J5f0ERMf63r2g1cs+5uxKQQbgrIZB5t18OJw/BMohVmXJVNR/nxdirDSvXkEAk/3r7WqHyCMxcYN3c6+Wtu92PSPTXXOPbOtM09vTWnTrumjWzr37LYunN4Rm+FfPt/KN1RkU5XLPW1f6Rjt280AABAASURBVIlNfHa39tXyWMJGIbyE32n31WVjFhMbiwR1B7FBcWwy4jGk6zjEbW3vi7Foy/kxLuXUiY1Mti53nO+ex51+bLoIT8IzwTIeD6Nd14NlThYyj9/YDshNEButQB5XCa9UklJKkUuer+V6Ln3cuMWflPL8pTkudxmM18gBG2OAR3t7T2zuSrs3LrQFbXk8BR/GWeSGsbdn/PY6Q+ESBu7gSF/QJ2DIBgibl9run65leM9x++73gQb9sReLXLiklJIJV1LS7LDoz+JUjB+6KLdPGtZBdaGX6o1qbG5RqWbKssxpp21zPsl2DemgbIqvgx3nBmdendlNV0tFfehzbAJsAzYSASd4bXujpy3T7tae27evTquvwMY8151SpzXwvb75a9+47pnXu7Y3uoErm+NcMcbbVzpqGfdup69+b5jz2Wgs6pBSsptmdVF53GUEDjJGXFlIcx0QV0pmPWS4Wquo4XnC0mpT6yeX4oNcD79iVSceWRabc68eXxD34N2a46aUy3mel/3KD8KDzMOEwHv7ewPz177YdIzx68qFVr659dld81Pb4Xuh7/b3Ruaf0VR2JiKLyMtl4QqXTB80AuqgpGRZR+Zr1p8N2yjoBTY1Xz2+qHyD9MXAe/2hRbEZ+nrxwYDCfWhpev/BdI+7Xetuw3HIbYqNyM1ba+sLWjnWVGzotVCzbqwKnNCNKU11o/vd7HuV2Xz9gmeSUkpKZqSskqlq2xQeX/Q8kQ1l2QAdKjCOOrle69M6rof/wcQ5r7t5ybKc+2lHfk07CQN7eA8bueYxvXLNWATWwbYqDxAAC9wZOQAbZDTd0GvQH6pvm59xljl//mGJYdhtbNh1JwjbMM93YDtvGOsOA69hsIEq9aJ+2AD0ZUpSyEDonZqQAza/bHodBr2OfVerZ8qso8Th9k08ryAtl06Ok5Mv0P3kH5tO7Q2FPdWe3wDT9i521LZt0x3bGS3bqm2veWBzdac2WG5r9EVYe3c/xoLtK11t2EbeiA0I27Y7OtreyO2MHnZGf+T1jUku266HT0Hiq2GubFEv3MyNrlQywd/o26bHOPidtqN7G010TcVrZ0mOqjgmVjEmh4i5asP6CL20tFoXLvPIpsPIEzyzjJikcSKXTx724ZiSxGmSj7EX0+gXNtGGR1rGC3v1osfCYp7A+Ljp9m/F/GDP9tW+x89+YBR4TbGj33v2Q4R3bMOBb8tziV1jvbO5p63YGLQd84+LXi+67LF3w3Yt43DL85ee8RzM8JRmGEiiylynlMwTJuOYFfaow1JK8qmrx9VWXw0zLtMLNq2at9fZkAx+aVNfz4GoM7Z4J3hkYJtgaBq47SaHcQ9bHlw2LnR02fYnHy9jXnUpeK1trHqWt0Fs7mgmiZKvX6u4Vf7cRwhc20+M2egk5HTZtgFjNWPWMY9pjGEFrTNeO2z9JTdeL2k92rVo23BJtD/Ga691o7dY+2YtK/TPQUG8fq9eA/DsMinkGLxr9apC33ntbsVzgdVjC1qzbZrXw/UpMI56zV0X4Q+Sa/szeGa+LfgdDo+B96rt0mXjgN5H59dtt1dsJ6Vk0GTdBoiQ/eV5FYGklF94PBxDXhNgLshY0/c8j801c/toEHZL7h9adw99PcjdWKMZClthNr55rNjxWMGHeLArsBW2vcaDu7PZVcc2RDwLGYw0dpmMOS4+apOmv3nF/Dvfb0lKKYnxrer+rbmfmedWvVZc9XyXPq9kmRJjfXJkQXr+MZ/n8+/e/RDXx2cMhdS95nUn9OmK+Rpdum7defyhZR0/ldO63fWpDB/DPbXke6aH8/t8nIO4fJCL+zxnRF9UjVlKST6vtpGCr17dn76UVwsHe5FnZ/Dofm8k1mFZH9u0LcazNuyzy+d2Y/2LMJ7XdVv7YfNjY5MT7YckckzxKx8FFJn5B36qux+wuZesZ1fnxrZCvzPuVWxvwbts7r3XGanHRtPQVC6w/Qu5wRa8IU3jc58PeyF7e27fvm121jORy7GfGbJuGYzi+s7OlPvyNuX+4he8SNt3PtiRba8DYsuCER/g4gM0PPdgA3rWx9ncmmcY3N+w7QaGW7b1sVN3LdPYrW3LL3Ys8t7DtvVaZLhTP/ME7ndsD7bCxu1py/MLPj6T24Jt5W5LzB/oI+zMfa9BMU8Ze652ta+SUoKKFtl1R4F5joWUma9rnhvTV2H3M1ey7Q/P192H9GUlbGKn9ZlMB07nd+C6vHjwEJjvQ/yQW5GUPG/MhE2AbbDg54zwScEb6Nqq15wyy7GjanZM08d1UtxKyR5hT0xi7hLzJMtVe3dPrLFfPteKORxr7lse75AZ+J85UdfPghgj9yznXctL19fISMyrNnuWj642mPeZNj33Y6zc9dp/23NP5qCU5Wm+UkomKUlBuo1HNPma/DLrQsZZ8FqyTbu02hAYNixfuWxlgS/jFkmRywkV5YJKUktnzBiPjUE79vwMAnlH7jeN06bXEMDs0lnws07wvHHL+oJN+FvWOe3tvp9xDDy3HqjTGqpr/HgO0rWehXK/7/m64+chHesdMG85HcR8lLxmH+Lgfzes2y57nLh4dkd8hDB04dObOuvng+ee2461b+5velxpeQ7enc7B0Uu0xVxAy8SPuwRHs8PtjjC76OqRbRx0OLqcusMT9C9tRsfuuP+77f0Yo1h3iDIAkgzJwy56HLJXmXVZzWtA8DNrJKu2/XkG8PATq3r4yVWdfHRF67aPVz0vwCaOcco6krTUPfJxn+SVLgpwi1zmcDgK267lcYK2o59z/d/zvH3ffdCP9Sv6MfJxcp9Xs/KFT4oq6WWAQEpJFesIdGjN9jj/O1L3WAzVPPYSVrVtDs+mZM7IT80fsKJZDwb0fGDi50tj9b1Oy4c/9nsDP88dhb4Nfit0Cxk4L5z7jaKZ/vEpdF7fa71d6/vi2dqWn/lvQtbzyNj2Rlctr72it7rWbdDMnrJN1bY+w+7a2dzXltcbSYPuuOzxBv1Bvl3nj00cusOGUeAJPtABgEBbubxKSpnEvIl+anjNmbGx6fXXnGqiP2vu10rFEZ2KfCEd9UialVU3fyx6HF6xfgod5Wc9zcW6GE8qwStZxDVDoD5NE5OvqLqJ8tFjtBXCT5imh6OErwhz0Ur+SSmJ8azq8R6dSBvDXlysqenxjDGt0ayI9mbWsSn5mZYz8+nCddNHcsqUSRnkfMO1zKSUlJlSSsorqBscKW4fuOlK0b6R5wT5uNK3fu6JsaRl3d3GRjffdM1P8FJ8NMO2B/OLgop5Cen7nu/Dp6x5D4cTjcxDPl1kcr2TmDuyllWHR4wVNgDzIsYfcLuKma45XFGHJIh22h3HRxXGMd71PK5SX9a6WVO/5DV25gb8D+fGxa6fPfdsW/Xcrj2FHUCbII/zjP207yDl9kHYAay17/Sdbt/y1deu5Wd3Yy/y27J9sen8kaNLliPW3Zn78L9A2ALMiSCuL9tO2LIdsIsd4HF6n3mK1y7QRzQp2uZ24bdz9XTT6aMImPq5vhdEHSgX90Eg6gpJSTG/sw5CN8F3C5ZXeK7BcyHrkorlOcvoBU3ldDI/Siil/N7UEfpiZB7Hhtm3LYqsoIP5UPRl88KG7UP4g/WrXc9fsSXhp55lKex36+Su9W3HfNj2WteudfeW58jo5XhuY92+ZZ2+PbXf4XF0M+1JKa+La3r7TvPWfIO5jMzxGJeqdSp4LVnPYr+je8ESWUamK9btyfGIXlCkn1XVeLryPmMcRl90POfZ8VrelsewjbDfWwI7nvNsTvHb8bOtFvY7MmiswLBrDHshuwPb8cNYLyEsp6Ht+4E6fJTLaVphv++H3Ob2ey+fJzl/9ANl8Uwu7Hc+yPWRzfifPuT34umdqA99gv1e9MHYSg25lRtD86I78ESDy5/bgcAMTsA1pZQEf1WqSRWPf/iTx8KUdJ0jiT/x6wj4/TjWfDexHTiOuQdy2Pb4htxByGDHuj7GuO7QcQbKbUf8OTHnxJaEBh7rWGdizW5sPZDzhKa6w+59fFpMVbW+Q3bRhYy/i8u1eObNXA+5jrHYEeHzkeee6Dv86AhDKvkn+T4kHyOvt/W9jsEct+X1hm3bmHxM6uLpli4+txsfzULGCd/xXLU1tS96xhy5Yn0CYt0SfYrLda/Qk45HH7WdN3P+Lc/5NzzHvxzz/XZ8wAqdwTOCXeuLnvUDtgj94uo970wpCX2fmZcKflJS9F+uv/j19dzpJLMr/Ckl+UQNxHyDenddT+zstnV66HzzGGFd63raQpvgI/isZ7ul5/CO47Ss/7et72kDuF0531FObW352T73u9Z7jAH0B+2y+pGSTxNukMrjeQjQlUGT6CuwQ277+0PRHzxHwj8ajMW9A+nB1kw/TS6r/uCRlJL1UGY5qqhm+6GBTWubosm6sV3mJxWvl6SUVB4lAiUCJQIlAiUCJQIlAiUCJQLXIsBHaj7lUz7l2uAXvP65n/s5DYfDF4wzf5P526/92q/ZBsaanb9zY/8nf/In6/Wvf/2NI9zGOw8//LDW19ePlOP58+fFhmNHSlRGvrMIlLnfNwhUq1V91Vd91ZHqw6b2v/d7v/eiadA9bIKOXnnRyNMIb3zjG4WcTy9fdk5KyesGFR314EOKR03zoMR/1atepZTu/3US5OJ+Hmuo31H7/DWvec1Rk0T8t73tbfqJn/iJ8N/Kz2OPPaYf+qEfEh8TY+NL+Pwf/IN/oPKjCreCapm2RKBEoESgRKBE4CoCfMzoqPNrPr5wP9s8V1snsWk26wHzYS/mX1xcFLi8WLziPvbKyZMni8tDue12Wy+rTaGNCm3+e3/v72l7e9tXN39mWaYv+ZIv0Vvf+tbI6+LFi/qZn/kZfdM3fZM+8RM/UcvLyzefeZmyRKBEoESgRKBE4GWMwM2sEbP+wxj/YrBduXJFv/zLv/xi0eI+z78+6ZM+Kfwv1x9s7W/8xm/Uj//4j98SBNhN//Jf/kv9yI/8iBYWFm4przLx7UGg1Wrpox/96JEzO3bs2JHTlAlemggwV2XOepTWMWdibnyUNHcz7gc+8IG7VhzzRT5AeZQCd3Z2tLGxcZQkL++4L9J6ePEtb3mLjrpW8yLZXvf2f/7P//m2PKe6buZl4AEEsgNX5UWJQIlAiUCJQInASxgB/m+JlwhrjarYCGL5WEMrJl6qbCxUVatl4qXVrJIkIvMyGf9/W5BufEwirn8nOfnyamTSF1f2k3VKKX+psZrNXkpbWKorPsa1WBMvqbEZR7VWEZsxZFmSBOlIh4sR7SGfOi+/LVbFC6TLq3WtrDcU7V92ebS/nrc/ZVJKKV6ey18mtdf1lg/+gXA0moiXG/f3Ruq1B2pt74uXPK+ca+vSmdZVihc+WyIc4iXQoIsdbV4w4V7qKN/4Ib+O+xfaunLedK4jPvTFi6OXyTdeUG3p4uld8aIqHwDDjWvumyhn82I76sPLp9SNlzH7vWG8+MmmerTpQP9kwEWyAAAQAElEQVS4XeVZInA3EECsKpVMVeuamvUQemeBjdZW6pbFZv6BwKVa6ITMeoj4uqVjYlY3oZfijVip4vJr9aqa1jPoQfQOm0SgFwjjhfKK9RJlI/ZOqps+0jUpi2sydeboEl5G73UGak9fGN/Z6IoXz3nJOuhKV+ESbir8hbuz2dXudi/S8wI3LwkP+sPYXGpaTF4Jl02b8ovyFwRuJxneeGFlMh5rNByLDx7s7w/V6/TFhg0t9+/OVk87Gz0VG6hsegxgIyA292BjHjYEyqklNvu4GGPIrscBjyOMCYwN1u8xTtjd9PgBbU1d/EHkCxHf6fK8W5EPL+0TZ9t8Bd902331PZaNXe/r4mE+ZdzLiRhJybKJjLChSs3jKhtKLSzWlW9WU1W9XlG1mpQ5HmN3Spod8OTs4jZ7KAbKs819jHnzL9G3d/dCntgMqdjEhU2YNozVhjGD6JeNKaZXHHblfMfYtfNx2fE2L7W1ebkTfdne2Y+X8wf9kZBn+h+sqMPBdk/MH7YlfIOapZQCn7r1ILgtrza1stbU0kojx5HNuWz/VKyvUtg/isQpJYFpxToqp4rQp1XHrVYrvpcpET8lvdCRku/7nFgvwq9shsWGD2zysHOlp8DH/Ac2+MGloMDH/AdmV8xf4Bi2j+NHXGPHJlds1gbvs+HEaDgSG8QV2FA3qoBb0r1EwALuUTKYy9Xgyk5+GcKawh6Gp+BFNo1jrFzx3GHt+EJsvskG3WzAjbu6vqBF83BjoSbG0pwnU57lNHOuUuJXGk/5j01q9tmYpdUXfAP/bJjHkDMIfbWz2VN7d17exoJ/C56KLJ1tuFHi/f8DxJBhiF7IrDOR5Uaz6vlQXSvHmlp/aFEPPbqshx9fFR9BY/PTR55Y0yNPrOqRJ6ducU3YA01revTJVdNatI32nnp8JTZ65QMbfJhr0fYi+FRtR1YK/WjeYvOkAFEvfoC5lGJTQvKoWp+y0RB5w9cnTi3p1GPLxnwlMJ9h7bo98hLC+pF5XoGXIMLcTnA/bt5jE/iG58jX4o3JEDgae5WH0DsT6x8wQSeh24aDkdBrYQdad7W290K/oc+wA7cud2O+vjnnFv7i3s26m7ZRtkybHo+xZyhvd2svdCj1YVzGbmFjMOQm7ArLE3ob+WoyR4r5WcNzM9smqw01bechJxXLHvFTSkru+6LNCo8Dpic4YBeFjYE9bHsTDKjLBraV7amrH05q2+7oeE2ko6hz1L0d12GHed0k7A3bHFfO7zpuO2xp7FjsDDZC69sOG4/Goj1RsaIeDoiqmVfDdbirHrZTw2PVEu1cpY1QI8YwPkbWsB6uWDeklJyDE/l0FtFMuQB0B3gFVl7DYmOypZWG8TKtNMUcM/ByHgVe4nAmYANxOaNp+NjrTPAONhlj3o7nefRlYOb2X7KthV2P7XXARnNfb17qir4Hw3ki7UaB4bmWIg/yObsrNgW9fG5Xmx5zdzzPxK6FR/oek7HdaLAhEDSra5Iy8wu8UPOcum67v4Ydat4As8xjWUrJaXLsAnf/uIkzLCOvFL9hC2CrF/JCHXbMr3m729HfG+aXaId5J1y3Bzfnj7bAAlxoG2tn3IPXWA8DRzbSwtaAQVJywSafSv7La1H+3o8ImG0OVIs+g8eYe67aRsrH6xWdesWKHn7Fqm0HaC13bzBeHxj7GPPue3J7rq2jx+miHaceW9HxU4taDRu8rgabxlomwQm8DgBYXCCMhR+Xa9MMbyfMIMs543/DdsDSSt1lNIVdymb8D2EnUS/qUtgPLwnMp3jTLtp3DT1su5R5zzHbSGvrzZi7NzyWgJOM2VHsUb0cjiRgMSWT/VLofMYX7BDsEdajWCtjfXPLNtFmUMc2UifGtC3bBIRDm/YHxZjXsZ3QztdozrdibGNdDf1PXswpu639WKspbAR4/Or4mySfmju8YhPjFMHJNxm/qx7fGM9ZN2btmv5m/GccTJmUkmMm3d+H5ftABafXKSVVPXajN7BjmHvyUa7jngs9ZN0SetW6NdxrZAEd9LB170OPrujkI8uhG9bQQ8sN66GqsAV0v+NyAJRrLlx37HnWyQo+ze2TnrDl4UN4cyfWKPbUs527tzeIZ4XYvvDa1RyTDLUSAfEj+5NSMmVJ8FnFtlPFOhd/Sg5PuaxgE7LpLLyMnMDX216v20JOsPtMW5CvCXsx2pzKEHXfJI3XhbdN2ID5Zq77or20e+x1bTDIZWbi+kquVpDmDwJ9TbyxbfGh07Eezualve7A6+H7fm66F+unlBV1sN15xXILXQ7bdFf5+ncrl2WH8TwU+/+Kbb7NqcwX7pavmeMg79iI+ZyiJdJcsn17yXZurg/a7q9OzMGwB8PG3R+JPsrXJ13xON0In3jpO9oSFBpBcpeoYpu+zvqt7X7WbleOLcQYgM3f8Lyh5rVx1hWyLFPyH0kn8hE/dsvzpYuA+xgeyZBj61R4gXGjmCcurTaEjsV+Zd5UqWRKln2lpCDJUy5n4tPe/PSt4EGHjT0/ZMxEntBD2xudmLttIEeeI8HrzIWQlQ3PlUJOkHU/u9iw/BAesuS5ZB63FfMrxsqW1yi68fGHoULuXZZcdub65XV0dXzt3zt6pkwKGbMN22Atws+GWZ8DuyDPs8Gz5rlnBn5JrqZ/5MMYGUBELogf1opHfg4R88upHuKZHNigdy5N9cQldMVU3+QYtgVmxIM2LnaFC21Y126Cr2nD2BOvwDWfh7ZDjzG/LujSmV2H7cZm4+i6iO8+Q3+hD9HpoZs8hqB7ma/S39H30RC3z2e0lB/TjG2i3TnvjKx7+9Zt6Li2+5R8GZ+CPMfP+7kf61Oj4QS4JC9Eo+9EOS6DM887qWJerlvfsQYE/qte/z92ckHrtg9Oen0aOv7wkq8XtXZiQehDeLzhOQN2Reb0mTPzmWfvgqbVFQf9A0/vdfv5GOHnpUWd4Uv6io+psc7DOAgmuc6euN/JwZSkyF/l8XJAIGVJ6CX+dw0ewxYPPWuea3guVmcMts1esX4gXnL8gj/MfubDiTndNME7CTsAeWPdq+/1SojrkW2YkfUgPJqnk8xqup+Ool24Kbl2btModMBQ6ICOn30jQ1seB9B3l1lDtf6/Yt0Dobs20GO2pXLd1tGGdRr6CT2FLtxwXO5tX8ltqPifE9YIwcbl+XweJIShuwy0MUtK1gP0V9FX2EvokyXrc+ZVDfddrZ4pbCfHTSkpDjKyZ+rYd4OziFC402j0fS30V03LHn9X1pozew2eqXmcqdimIx5JzBVmCnxz5DxpS/BB6EoC5u7bG/xhNxK76uSXuR1V82GuP2tadFvRjbSdZ6o1t5eyg0eL9uomD1dpltLl4ydLs77IP69LJtZt0emEpZTkM4j4QZFP/MQl97kKciORif3ewM8T9mxTd21/wC/PJ/glbHzmF4yXuCbGOsYixqGOn4302gP1PWdCt4MvhaaUlBk76lmzHUU/gRn9t8x6PTja/l7wcwls7qpxzCzr8sH6y8RMR32jL1znou9G5ldsG8YSxhTqwTpxwe+M0ZfCHmh7nDYhJ+c7tpE6IRPRpqmczPs3kB8obKw83WXPa/J5SMvjPrQrbIE8/13PUVrCVkAmC/lCRncYo3f2xMdKsAMYG8F8zIM3t8tNlJJe8HCTo+kRCSAKioA78FPkj0v2dqMO+O93cl0DVrvU2awnZCOX24qa1ktN26HI7aLXQHGbHmNqc3ojpbxDSB+8hmeu3VwSju0yGIxjPaptvYx9g/23gb61jg2dC8+ZjwiDx7i/6fsb5q8rEPEg+MuEDuf/JpCnLvY7//dbPA9zHahaStQPcsDtPI1ZZIdr8hmsiU6b6Tw/Y1u0vKLnl6x/l4wheNbBzzJO1YqagROMm7vkPLFpOtHIz1MZk/kwDXKLfYisXL5gGQp5xW1ZZk3n2mLMAhfkCtwCwwNy253TW20R7wpybuwvOT1yyTrExTMtyyy0q4suB0J+83GxJcrfcN+gQ/JnrHsx5hZyO/Y4TL9fbY/b5Mb6VACl8rgtCBjQ4CO7yC52RtXjBjIK4Sf82rLg1yIsT+8MfNJnI/cdupe+5Dnz7uZezP9yvurM+GfTMomcbjHGzfOYwzcsx5sOZ5xhvo49tm+7qbAtD/BFUZH7zE02IHJ5ti6MdynquR213tDq8aZW/Axkcbmmute+KlN51vSgffmYniMNxjLjM0aPPBaPrAv7e6P46HLLc9Ut2wdgdsVyePlsWzEeWwbx855DgT1x+LjlJniDs4l+2LDLvUjvufwlp71Ku86vFTqCdLsb/F9ZX3udfsyFh7b187rqwEGd4R3s0pp1VtVUs03HNbjQ5oxIpKKZkP203Y7cXHEQBSwnHmyGbvceaxG2f3hGve21XOqU17tte6MdOok25cR1x+EmsEFHuW28B0L7eLdkx+u37e198SwleMw6c2xblbIPkPnb54Gg8uIqAnRfkH8KPTA0ln2Pq73OQKy99b2+Qh8W/DJxn17NAZ8T40AGGx5BB/F+E/Zq3TYF8x3GQdya56vorOS1L5KUdOcQKHMuESgRKBEoESgRKBEoEXgQEWCj7C/90i89UtV/93d/V6dPnz50mmeeeebQmyMWmX7913+91tbWiss76jabzSOXtbm5eVc2drqjDS8zLxG4gwh83ud9nj7+4z/+SCX87M/+rPb29l4wDboHHfSCkeZu1ut1fc3XfM1cyMvPu7y8rKeeeurIDf/93/99bW1tHTndg5CAse9WNo29W22E39kw926Vd5RykNWPfOQjR0kiNvbkAxNHSuTIbE75wz/8wxrH80sH3MT5hje8Qf/rf/0vnTlzRny44XWve50qlcpN5HTzSc6dO3fzicuUJQIlAiUCJQIlAg8IAtieR92Mmg8qPCjj5O7urlgPOEp3rK6uCvvzsGlqtdqRPwL1IGF4WBxeLB4f4XjHO97xYtFueB+c+TArc55f//Vf15d92ZcdeW3ohpkf8gY29eXLlw8Zu4xWIlAicC8QKMssESgRuDUEPv3TP12PP/74oTN597vfrcN8SOW9732v3ve+9x0q3z//5//8XR/jD1WxuxSJD798wzd8g376p3/6lkpkXe+XfumX9OY3v/mur6ndUsVf4om3t7d1mI/YXQvDzazRXptHef3SQODhhx8+0nyVVj/33HM3xXekvdPE85SzZ8/e6WJm+TOvZM4/CziEhw9I8eznEFHLKIdA4Md+7Mf0a7/2a4eIeTAK9glj28HQF7/6nu/5Hv3hH/7hi0csY9wSAuW/ut8SfGXim0SgTFYiUCJQInDPEOBlwnqjIj58tXKsIT5KtTR9KTp/ESwTcdJ0hORVMl4wy925aqc5v72JNw1TeOyzx6ev4oy0E+cCOSSlpKyaVOUlWdeFl9Ka042WeMG9sVgTdaxUMmWuR0pJPoN05IO0yfmYnB8vUS4s18XLoyceXtKJR5bEhkLLaw1RBzCoVisuK4n/wlDcPwAAEABJREFUGRqPi3rTCh083J7RcJK/UL+9L14gZdOFC8/u6uzT23rug5t69v0bevYDG+Hn+vSHNnX6Q1s6/eGcztgP5dfc29RzDiMu9OwHNp1+U8/YfcZ5PUNevn/mI9s69/SOKIsXVHlRc4eXSnf21YtNLYbiJcFZ/V3XqHzyL2DaKc8SgXuBAOyXZSlkslqzLlqsCvlDDiE2auDFVORfgmEVBy/Ezt51vY44RqTr/Tgu7B/pnV+lmomXYdlUbHG5oUXrA/Qhm7w0F6qhezLriskkiZfFJ9P018v6lsOSBB4pJSVjAlF2uL4Gp1RJyrJMmd00DYvra/wpXc0jz1TlcZcRcA+4xCT5lI+Eh35JccH+Ihod2NxhPzYm3WaDLDYUObOr889t6+wzWzrzkU2PExs6jTtHZ57e0tmPbppwTY5L/HPPeEzA/9EtnYGe3hRxz9g9Sxq7557d1iU23Xd5fMRg9sL+cBR1M5sppWRSEPKG3CAH49FE+OHBKjLUqGrBY3V8zI5NVthgxcSL5Yyjmcd4ZyUlzQ5kaXZxJzyU5UJ9KmVS4lr5Qd2Hbicv0rMpxobxvnhmx3jv6Nyz12Bm/MD0LK6xO2O8A0e7pLlyoR0bULV39uKlfDbrsJqIj7uklFwuVJRraH0TDKlDcnCy7PLSfa1eFXgtrTa1dnxBq+sLWjKG6KK68a3aRiJeStZFIp/kvDNVjH/VupM4Qc2qGuguu7V6RZVK5nhOwEnZuFNyVr6XFH0t8pxobJ5kYxA+5sdmGBuX2rpweif4MDAAhymdsXvGOMBTZ8DGfHU6aEPnzIPw15b5C2zYaIINDGg3darSHurm9rto2Avn5UIPZjsttPRfseFEct/Bf/BZk7Hb8wg+2sPHANio++Qjyzr+0JIKXoYvq+bV5NZHPgf4MQUvkmfmfB1FyCibiLBBG5stbZqX+GjhBcsqGyCxWQkbHnU7A+3vj/INY22nK02cl5QyScmnSff5MXH9DO90rsFFUiWrqGbZb1q3rnhewkcPTj22rMdfeUxPvHpdT776uJ56jenjrqX1PJx7DyrNtemVr83b96Tb/PjHrOuxV64J/joeH5xoqtCRbCqYBe9YRxpQ8CxI1zm4VwQne5LTVqyTcn6uaXX6cY9HnlzV4x9zTK941TE9CZ4fd0LU6ZVzdYx+4N4DS+t6ar499kf7Xuu22v+Kj13XqcdXhF3OOF/3eIXsZwmsTXz3CJribjhffidM5FYbEv8ePBlX+/vD2Bhpl02mrnS1cbEt9Nj552x3YK+ZzkEeVxlrw8+1bZKZn+tDUtgtjot77qPbV+1Ej9Xnsf/O7mrT4zs6tNPeFx8NQOdOPBqnTMLeqNaSatbZDdsTzI9WLBN8mGH95JJW19nEtK7mQk3Vqa2BvmV8GNtGLNYcnN0MjAIb7vWts7sut7XV85pJR2xCedG2xjm3H3virG2LM/afnRJhQbaBcbHVLthGvmhbGRuOMaLX7nu9Y2Q9Ohb1YJyhTkUFGB7m13MIp07wcsPtWFptaO3Eomhf2GHHFrTsMNaK6sag4jWhiTMc20wmn9yWkxwkdE8l7LFMgddKXau249Y9BvKhlhXnteh5ZsP2GeMg8zvSsZE0eFBXSNcc1G/isNFwrEF/KGwzxsSdjW5gBv9ggwWBmfv3jO2wArfo/ykfzMKMKXHCXgNPE/Hgi9yubYmNIdu7+9rv9V3uSCPbzNTTlqKot6ZHrkeTKtad6AXWzxaW6mLcahizutf2qrb3aC9tkRPkfaM4UvzmP+H3DzgM3d6+ZQY7HRty+0pHbGhKHc+6fWfc1rNua9GmM9M2MV864/Azvh9yY/lh08TNy+2YY7HxarEmRqlZlom6ZVlSSknyqfK47xBABma6hAuvy+SVTIK/WL9ef2hRfBDmFR97TE+8at3j9brHtRNiLINmY9wDO04fn9p2tMt+j80H2hTX63rC7S9sJGzHsJEsi8zXU7oOgxtPnzmcc78W1RB3cCdZsowgJzXr+0Wvl6Hfjnv9HNvg0SdXBe5PvWb9Grxd1wcd749zGwLbKeZTmzSwd3vhtceeWtUp2+fHTy1p7Xgz1hPrtpOSFQo4zpPKQ4ZFKZPgJ/zYDAPbBKwVMO7E+Oa1mQvYR9bhocsZx2zLYM9wzZiFCx0YBxgLII8DZz1WsN7F3HHbz0aKta7BbIPipJRcHf/4tEezg3FofqxSxJMqHucZ25a83oUMrNouQh7qnq9VWJ91Rj6dTzJZhCxc9H9cSPeX47odqJCvU0oxntfqmWgn9s+a16VOPrqkR59cDTnP50OWC2Qb2bDLnJS56Ss8X0IPn/RztfWTiyp0UM16I3Pe6BNde7jca4Pux2uqiR00sG0CL7F+urPZFZuo4m/ZvmeDaOw0eAweSsE48m8SBxDgmjMOQEH4VfK8ypHgG2y//d5Ahd23GXOHls7bXj5recDeOQuvIx8m5OEolMvRttf5ciItdhZrf9jXITues7R399Rn82BsQa8VRtvcpKLObqBrfL0zj0S8Io5DZhHBM7f1+rGp/85mTxuXOl6jbkUbqc9Z23NnLMunP7IRa+H4sfHOWM7PQrTbWJz12iNzCMLOGJMzH/b6Ofat46AHznvOcOlsK+YcfMgMfUM/sR6PrMuVhEftiDpCVJS2QtSVeMl30V3ogrrlHvlHF6yfWtZxjwH4F1fqYt7AuJtVMqWUyAoTmK4Pf/nzEkYAZRHNS9H3wS8eH2rWq8yP4nmn55vHTixpea2ppudNNevIinkleNBpkf+CfHnNmRcATw48dvb4gJHnbDvWR6wvMJdDds5Ybs6G/GzN1gHOPL2dPxeybJyxnLBmz1h7yesCpEWf9Tqe+w3Ggt+pA4Wn5LZkJlwTYXeKZmUq2U7IVPFaRN34sObA2Lu2vhCydtxzbObXC0s1gd9VWUuK+bUzQnbFkfzjejtIhI2txwbW5awdsIbAMx0wOI/dYZ0Rz90+PK9zwHBToXesc9CdQY4bYcYZXXzGmEOhr0IHbeg0+YR/y89ITNZFF0/vxrx20/oOm4e5Lriz6TvPYqgf9Qxy1YuTZhgWzUgKr6YH8eGL0XCiwf44X3vyWsuG13xoI/NpxirGMObEuQ7M+SnyJh+DlPe9w40ZuKLvatZ3YL1iu+eY14LAH523/tCCjplwj3t9lg90HbcuXPe8bNX2A30G39dsF5NPSinvAy/MUI6vlFKSfHI98hrAwHxN/drwtdc84M0NnrvZlmvzfy7dofqOMzKf0l4Ua8qchfNQebz0ETBrFo2EdfAn6yf0AHqCMZixGb6LsbhYi3IcFQngcxI6L5+Cj7AHhoOR177MX7Z5BtYR8BmEXLI+VcgmSe83Sim5eUmMOSlZstzGsddlR5YTnqu1bcvxfJbntOeth1hPPWsdNtNdU3+E4Q/ajPHjvOdjrMVtYxPy7NvjBHkir+gdJXFqdhhUwpFpsHVVlCyj2EXoEvoJ3cAYuHp8MdZN6Tf6K9cTcn4HM3WWiLpe9IiIjoVrYs02paSqxxJ4Ysnru0seeym/WLese82yZj6peBxOyeWSzlkcOB0s14oTSvmPrh5OZOs+2m1vSkkV81ze5oooG75ccdm0e2Gx7rGrqpRStMtJdKtH5OEfn5EVWQe5HhXPYWvGADmBWMOv0uZqUs4zirqQduJ2aHqQXkr+U9STWyPPB3rdgXiWgH6+dHZHrOUzh8D+OMBDHjPDPsc1MXYSr5hnMA7ubnXjgxx9yxz8QpmQSxQu9aOP6K9lPxtdXW8qyGMM40yBJ+0hDXnAezkRAiXJJ3nZif99GHgc2fPz5LZ5Gt6Gx8/bDjhj++jsbDzfjP/JORPX2AI3pjO2BYp4uKcZ+z+8oedsB5zxPObMR7bCjsD2CjuA/8nx+LztcS4fm/fF2Bdjs8fCsW0V+Ek3edCX9NeB5ATeCZovxPn7nA954PzwScW2+0x+bWsuWXdgg65ZZ+FvYr9bdyBbxIdX6a/guzkACJ8BYObjPn0cvDdn52CHMmcN3oOXQgdvhQ6et9/Pmj/hIex3bP7nPw+zBKN0XShlp5TkM8hBt/WkmRCZhuuflJIysLN+Qafz/2JLq3Wt2n5ft/3I/Ac9iDzXbFtWKpmSdZR8gM3Y4xY42lh0SFLyr7MVuhzZHvTHCvuddQPbhuDG2gi6J55xWd6wwwt5O2ssz4Kl9Q9xoOL6LPeM55mgfO1gZreTD+Q5E2nOe9xEz6EnsKt3XH4bm5Tx0Os19GnUHfuWCrvenMktSHhKuiMIgG0CY/MQcgg/VT3WsU7D81c+fsOYR3hKroL7Bv6y4wufDiM8paSU+dpn8KF1MLYfa3ttr/NtXeqK/7u/8Oyu53Pb4v/9+Z/8M/F//due723pzIe3g05/aEunP2h+snv2I9u6+NyuNi52xEe9WC/c8zxmaHsTfnZx9/WZUhI6Dpuh4edKC9aFy8caWvNa74lHlsU7FWsnFrS4UhOYV0KebS5YB9G+keUhnp/7WsWRJGer5D6Tj6GxZg7cbe0bo542LnTEGAl2YPlcvENhPD9oXPEH5uB9lYgXZNx5j+K5eH9iM96loI/OfXRHF9wPfPRq+0rPa4999S23Q+uTscfaMXrHdbn2TCmpaD/6rOln+sFXxoL/KQcX7sN78BRrEPCXZkdyW01uK3EI5pk0PNDe3tf25Z6unGvrwrM74r2QqLvbEG2ZtvM0rnmp4KniHvx23m3a9HpCe7fv+cs49CRlpJREeZl1cXLZvlQcrqRPd1BclT/PQ8DomFfpw1wPTLymMtI+H+Rq9z32DOwfTP/3ZCLihZ3lZHlW7mtBEpjTBxWPhTXbCvAN7zoFD035h/BqtaIMuSGByqNEoESgRKBE4CWAQNmEEoESgRKB247AV33VV+nYsWOHzpeNrH7v937v0PHf9a53iTSHTfD444/rqB8JO2ze14vHR1keffTR6926YRibZX3wgx+84f3yRonAyx2BU6dO6fM///OPBAN65cMf/vALpjmqPvnkT/5kvf71r3/BPF8ON1/72tceuZl/8id/oqeffvrI6coEtw8BNue/cOHC7cvwNubERq98cPMoWfIhCjb4PEoa4r7tbW8TGzLjPyqxIeZP/MRPiA/MsQl0SumoWdy2+Nvb27ctrzKjlw0Ct6Wh3/3d3x3rzKw1lzQReNwKsJ/yKZ8iNvctscyfX/z2b//2kT8cdCv4l2nvfwSYXx91vB8Oh3r22Wfv/8a5htjHFy9etO/w5/Hjx7W6unroBGB41DWKbrerS5cuHbqMBz0iH2z90R/90ZtuBnNV+vL7v//7j9Q3N13gDRIOBoP7diP7G1T5ZROMDKKXyvE+H+/BAkxuhQF+6qd+qrRJi/8TsctHAG8FzzJticCDgsATTzyhP/tn/+yhq4tN85u/+ZsvGv+tb31r6JQXi1iv1/VFX/RFLxbtfrh/R+rAx7j+4l/8i/rFX/zFW8qffmTu9+Vf/p5URXEAABAASURBVOVK6d6trd1SI24i8d7e3k2kurtJsIt3d3ePVCgfoCk/yHUkyF7SkdfW1vQxH/MxR2ojzy3OnDlzpDR3KzLP78+fP3+3ilOz2dTN2Mnvec977lodX8oF/cEf/IF++Id/+MhNPHnypN7+9rfrB3/wB4+cdnt7W9/5nd8pxtgjJy4THBqB7NAxy4glAiUCJQIlAiUCDxwCz68wL4TVGxXxAvTKsYZW1ptiA4zmYlXxomo1O/gymBcX4wWz52clJSlI+ZF8AdnJA2a/Xvi1n6zsKHn05YUzXkyr1ytqLFTVXKpFPRZW6nEddeHlweQck3zEj92jn85CKUviZUTyXXRZq243GwYVL5AurzXEy6V1XgqvZY6vWAzixUxeJD2IwcQ34xSbtxQvU25NX9LlhdtzT2+Llymf/cCmnv1gTrw4+RwvU06JF0Pj5Uo2a+AFS4h7H9rUc/YX6SIPPsZlwv/cB/MXT3kJ+PxzO7p8rqVNl80LvrwU3uWl8L2heNGT+vMioWssjvT8ziG4pBKBu4RAklLymYQuqlnWmou12JTu2MlFHTuxKDZCby7UlFkXKYlTxZFrkuLq8G7+8M3xnR8vTCPnC0t1sTFOkHUC8t8s9KB1j2Mrf3ncvkKA7L0tp+sxa1jgofiYT5ZlgUuGvpqjFP7iXqbk+qHPIp793A9Krp0pmewrz3uIQEruBE4T1UjucPhwNBxrsD+MDXfYFI/NjLaudBUfJji7qwvW6WxcFBsCfmRTpxkfcNnI5+lNnQna0tnpxiK4bBICnX1mGj6Nw6YkZ6YbjJxxfDZAYiOuzUttUW63va/9vYGoEyyekmuZpJT8I8a4icdBWQ4mGo0m4ZoVxSYXjWZVTcsuH+pYWq5bbptaWmlowbLLuF4JvpTzkpRnp7txRNX9k5ILDXKpNM7EmNhr9932nths9sKZHeO9nW+qYXwCKzZmsR9ccyow33S8LRUb32xvdJRv7NqPsRYbIWTQALlkF3r1pN8hjfMw5LZSyQROYAhuq+sLWju+YByNoXVTvsFDpszxkvPUdCP6lJIIow+wZ7Dn6s2aGqa6+6Rqm6pi3elouv6RxL2UkuQT+4D+Z1MQNqllc2E2/r3Apr/mJ3gxx2Er57kpb8FPgRf89ZEtwa/w32Xz8NbljrBFyI/NaWh71Dk2G0ii/aL8wihUedyPCFhkFGS+hU+iH80zFct2bbq57MpaU+sPLenU46viYwAnH13x9aJWjy+EPmhYH1Q9zktJRR55pg5xXrABlDlP+YAXYxNqNmTZ6sUGymx8dPH0rmVvNzZs5uM23fjw7Chkb+yB2lkpZVKyB5IPe/17H58BroQYTEZ2lZRZ3uv1qti8innJuu0iPnzw2CvX9MSrj8XHJp58zbqeYjP0157IXfxBhD/IdDza80q365WvPR4feHji1euxEfxjbv/Dr1gRH4JYOdYU9lrNuq6KrssywBMbdYGlXuSYxUlSZt2KvqzVPC/2eLbqvJkXPvrEqthg/gk+8OE65Hgf11OuW/jve7wPwwduT7TjuJ6cuk9NcX/K7XziVccs1ys6xiZLHuNrXjso8IZ1x/6ZYamX8ZGubfskVBw2075tvZ7trPgA1ZWO7Y52/kGu09thT5x71uMq4+wcMY4Gce8oNJfHAXswbJpNsclf2H8en3esW7utfr6h0NDKxzVGFtDDyEPV+r3RrMQcacUysc4GetZFK3MfmEL+KtWklKzbzQhjMwRjhL3O7SAmjhL2I5ttdqc22Oalji7z8Q3bYWef2Z6zbW1zTW2wA3aGbY1zjse6x8Uzu4HlzmY3Np0e9IeRf5Q/V3TUxT9RN+o3vZfs0s6GbSbsr7Xjizr20KLYUIx1MXQvc8Q6a0LWyTTIw8xVHWPedxZK1h9VY1ADL69lLa3URfpjxotxcdV2HWtsddtnVeurwEvGi7oU5LxcRR08HMeB49HY84WR5wtDddxfbNp5+UJbF57dDnuswOfs1C47a4zOur+x2+AB3LOBJZiaiMd8othg0PfOTzcYZA6y7blIe2dPhe3GBmkTGu7KJUCzG6frLLcDDMGI8Qq8Gh7v68a05rYy7lcY153OTVGxQRl+cUSGvul8kolwyut7/arX7Yd9veX6MP5TR9pKW+bdM7THbc7dzcAEXmKuc/HsjrbMY7SHTbSwcceex8hlFXwOz6eUxEH5uCXdRwiYz3zm4/u0Wikl+RRj0ZLnnOuWWz4E8/jHHtMTMV4fV4zRHsue+rh5G2nd4Q8yTdtVjNWF+xqHm17h8foRbKRTi1qxzmatGx1etW2TEvrEMBpM+Dxoiue8QzjXuZvsTULHZdaBNY//yPiq189PnFoSdukjT66KD5c+6fKxGZ4q6hTug4w1dTeu0Q67wUt2uaatJnjt0afWAofjxhxcWE+s2X5PyXgzbzLeKo8pAuYl45KSXY+bStKY8a3P+DZQZ3cvPgjJhyMu2D4KGyhsmm3FWGY/up0xjWvuh+sx7KzHgbMeB87ajbHAYyBjAGPazkZXbH56YAxwv6SU5NN1SyafDsN+YKzPXQdwoSRkoOK5BmPb4nIjNhVenY7t2BDcS0k+4ke5/PjS57zfl/fNSb2CXCNaakfIOfqC9afF5Zrn8U2dfGRZjz6Vyzk8z0eSn+JjdZYB5qJB1rvogUeeWIn4xzxnWPYzRuwCbIHk/qaMIP8U5ep+PPIuVN6fVyuIDdnfH9ne3Bf2PHy1azsaP2uB8Fi+kfpYxCVlZOWfPC97CIQMwMS8lVJyOSbjk1LiTpBvK9ZCbAuRL3bfxsW2n/ftes1yJ+ycqxtNb4V8nD3KXMFxQ3YsU7m7GXmcf25LF7z2xzonskO5nd39WCdm/XRkeZ3YbqWqkFzlcKPW/vG1f593puQb0PQO7ZvJfncQ64XY8ptem758jjZuR33C3rNMs774nNfAT9t2RcbPWr6R/7PIvttQuMg+697EO+O42IrMGS54XZ25z9blrlrbuX3LJstgjKy7doJHU7LPJ+2ijkFuL20mHtXHZkTeGQ8XPS9e8ZzouNfA1k2rHhsJQ0/wjLti+zdlCn0QeRW8b5e87hyVOd9LBOhryoedgl/MB+hB9OHKalMx3+R5p9dPCeNexTZWsh4gHbxW8FywinkymSmTb3KN7hh7LsO8l7kaH1rZ2ewJHYHsIg8hA5ads/Oy4uszHidPm3BDNkLedyMt+oz5ecyV4PtpQ2hHQa5CflKR3Hdnft3YzLhh54PP/LOS4w8tax15s52LTcp9cE6WNSoTa4G2v6xiuVRKyRRegWuO3ci6vK9dryHkuO3qgufC6BV0x3PoD8iYoXPA6yz6xniGDYL/mc1cF9uPriHO6enzkNNOW9BzzLfJx/GYu9NH6LlN1mLcb23rWJ5N8YGbge0h6jeFPq90kuvvHx08IsQ/bl5+w31CWqjvfOhL+GLT8+CNiy1t2RbiGQ9jCmMV49nYzyQDp2kmzkLuelE+QeBKH9S9FgLWK+bZY+ZdPry17rnXum3fYw8t6NipBa2bjntucOLhaf/YRlpabYi+41kVejMl28YuJMZIu5TtoKg/YehkdPN+dyjGHupP/0CMR2AFz9M+1gtIoyRFHnZVkMrjJYcA/HKdRtH38GnNz5oaXn9atI2+tFJXc7Eu+BabtmL9ShziwnPw91XXGtUByA12DjLY99pt3/bewGuLA9zBKGwy4pDuOtW450G0bZ6o58jjxNBrvOiW9s6+trwOHR8vsa5D/4e+m44HZ3Gto/j/MvzoO/TaWes85lOsxZG+5Xx6ttv6xoixAp2aZoKXjAM0tXusTLjPmAb+FT8Hpk8a7hvWRlesw9f8vHDVtOj1nIb7L+wmN8Sn8/LpfvfpDO0/5En8IP+4a127JPiANcoll8Ma76J5hA8P8z9HlMsabWY+mZXrspzcv3nR+LmXIrckOyoOysgp5yVSEJf8sAXrXhOlHMqmzehR9CJjV/K4T1r6q8jvVlzqeSAvV9VFqMJ4ahmhLvQBZVc8r83c5sz3qEeUS2Uik7i65of2SehePiaEzbDhNWl4irkDfHI2eCgfG8PPte30fK6xpRg/zX8Xz+7G/77wPwPk0/WzkoF5auI1Z7CjYFxXX9SPMYRnf8seg1Y9tqwF2Z6yC6YFnqRjXMjtAOoLESqllJQySUkhz/Bwz+vNba97w9vweNGGMx6zsQVOT8fyM5aPXC42hdwcINpoOeE+MnPGaYt0Mf7P8nBa3wOLC372QXnF2NZyHYrnMgOP3+gi5PdAX+roB10ZXWqPz8jujrnOOMo6ejXvaQpX+youXJhBUkqC73huE7znZ8TL1h2rfl4E/y3bll9wGLKEjURc+UDXzT/vcDYOTUophSslwZ/0cc96FN7b2Zja735uAV+dhp/gN7vwE3J0xvx1xmEFwUN8hOrS7HlYL2xa8h1bhugHcVBuQVzfJgqY5vKKa/8U5VayTFX0jdeOm0tVBXaeI69jN/I80XKMPKOPKugg6hjpJ4EP+fhSs8MX4Dr2mDLweNztDMSzTOQHXXLQft8QsnvGsoZMgh+E7gHf8E/td/xnwNlxC5nN3Y3436bn+D883+ND6OiGg/Z7V9ik1IUxlnqNWCeJyrvCPpP7e9aGu+J5mRaSpJSSMg92mcczeK9m3mv42Ww+vmfKPN45Usi6rj2c1qdvJ5NHcPchfYmNs9cbxjrVtteQLp1p6fyzOzr/0V2dfXrHfLZlPtkS/9c/T6c/vBX/z//cBzd1xvPCC6db2rjQ8Zyzp+5uX8zBBv2xJubna6tyv12DS8WYYjOwvoXdxJh77OSCTj66pBOPLGn1eFPYVKwfV4xzcj/QDuQVuxk3xmTjSn45pfj/ZzpkNBiLdfqOsYl5n7G6+NyusdsWGJ7+oPE0nf7Qpk5/aCvoDLJpnMF6Rr7/nO8/57i8N/HsBzYiPR9OO/fMjsiTj1/tXOnFHBO5xZ4ZDSfuCy8cuH665kgp2X7K4l0ZeIkPKoVre7XuuTG4zNpsmadPyYaxADdJwVMpJRW4DK3DmMu2bU/z7J06nX92V7SDelP/59wWroPcppk79Z9x24O3zI+bF7vqOC/0P+WCaUpJyEKWZYGzL8XhlprB8ZV0IwToN8hDqUaeRyGr6IFuexDjLLw6MM/C1wfycP+nIsAeMM8sC/BHbaqPmotVNRZqpmrMUYN/PFYiY8QvkpduiUCJQIlAiUCJQIlAiUCJQInAPAKvfvWr9Vmf9VnzQZJe+PJnf/ZntXeIzeiI85/+03964cyuufvGN75Rr3zlK68JvXOXS0tLN1UeHwa6c7Uqcy4ReLARSCnp677u61Sv1w/dEDYxY2PPGyUYDodH3jz067/+67W2tnajLF824Z/0SZ905LYedgPcI2f8gCaoVqtiHexuVr/VauncuXN3s8hDl8WHNk+fPn3o+ETE3jjKB0BJs7Ozo3/zb/4N3iMTZf3X//pf9Y3f+I1ef60cOf2eckTXAAAQAElEQVTtTrB7xM1xb3f5ZX4lAiUCJQIlAiUCN0bg9t3BZrqZzd0flPn1//2//1fxrPQIkD366KPiI1uHTXKzaxTve9/7DlvEXY2HTfu5n/u5gi++4Au+QG9+85v1Mz/zM2LjbD5uxkepjlqhd7zjHXr3u9991GQRnznir/zKr+gVr3hFXN/LHzaL7/f797IKZdklAiUCJQIlAncQgdGIfXPuYAEPQNbYhl/xFV9xpJr+1m/9lhgjb5QI+wFb4Eb358M/8zM/UzezLjqfx4PqZ02Nj3G9853vvKUmfOqnfqp+53d+R294wxtuKZ/7IXG73RYf6vnQhz6kX/7lX9bP//zP67u+67v0Ld/yLcJOffLJJ8NmTSkppaRv+qZvOrLtf7fb+eyzz4rnJkcplw/RYJsfJU0Z96WEwMG2LC8vC94/GPrCV+joD37wgy8c6R7d5WNhFy5cuKulv/71rz9yee9973sP9X8WR874ZZSAce57v/d7xbPlozb7h37oh/QJn/AJ+tZv/VbxfylHTc/Y+mM/9mP3/Rhx1HbdT/Gz+6kyZV1KBEoESgRKBEoE7jQCvJRXa1S0sFzTyrGGVtcbWlqtixcLCedlMeJ4nsp7fDZC/n/23gTGku+q7z+n3r736+7pnpnfCg4Y/oQE42BCSBCIRRCsABLIOIKQSEgoiSA7CgoJiAAKgkACKCEYokQCKSwJBgyETWxJ2LEhwdjg5Wf/9mX23vtVvf/3c6rq9Zue6Zl+/Zue7VfVdd69desu5557tnur69b8+3pTu+nhSp0HXc5OihRQPvByd+OFs/JF2Wanbp1ew3qDpnX7TWvrmhfTkloSE2Z3V2gnOlRUZd3iRbjiRdKO2uBFel4eBWLjwFHL2sJh9hKpCvIyJS/ZEea4qyNucSgWtEkn+cuj167s2qWXt+yV5zbshQ9ftWc/kL88ykug+UuVFy1equTFyoBL8cIlL1LGy5Xvy6+f/rNLxguYT/+p8r8XuGCUf0rxp95zMeJPU/79l40Xw1/40FV76dlrdvHFTeNlfl7q3N7Yt72diSbwWbzQzouEMZhgLvx1EqugosBdp4DESvJoIY/IZL1Rs3a3YX3JHy91A72R9JF0QE3y6ubGaXNHLotzCbeKSlDJzwu1hGRFxzVbdWMTDfQN+oCPCsXmxZ1GvGydSPfYlA0zpP+Kd7Opw+7wUdLDEzcAmsxC4QAepIVOVp4kSYx4MotLR0bcjTRX3N3NDhPNquNuUsAL+uehfhkTFy8JiTTNbG8vNT46w8Y71y5vy3Zs2gU2NHrmirHxPJuFsInIh9nELzYhvWDPvP9iDh9Q+MGL0v/ApdmmpZSJjUbYVASYbdpy0Z5R/FmVe+5Dl2ND10svbxqb8m1t7M1shUlW3N3cXVgenMgNdjAT3mykAI+x8UyzXQ/ZRX56g5b1hy3Z8FakNeRj1JBft9mB/JQwSzylCF1w97m+TGWvp/Hxnu3NPbtycSs+5vDiM1dF7yui4eWgUblJZdBLNMTGskkLtHtG9IPGlHnlxQ1j84SNKzvGZgpsqkDf3Is2y5D+ia7cg4bQUrcMWUUP4ed0uk35YC0bjruCjujYNvwhNlJnc7laPa+TOqbSSS4Zr9USa0h3NqTHGIeWxgI/qqXrRiOxJGjvNn/QNte07+5BG/2KLmZZOrXJXmZsDsJmtRde2jQ21gp+euqSeE2g/gcNoIv46ZkAeKsA8SebA8Wmt69s2bWros32npW0oR914Ua/XX0AF5HGAgEuKrg/KTCdaoim4UuWOoKxbDQTa3frxjyCzZXWHhnY+iNDWz3bt/Fqz0bjTq4PZFPr4lVzM/acUXWqz6gq+itWNOQBcJ9aup+GbmTDUDZaQlfFBu3SjWy4dFG8mW/ctm+xiUq5GYbKJokZ9ampCE0RnXY/H0EP+Ri5n+6aGyWG/mzLLxrIL1o+07W18wN75CNG8bGJx/7c2B7/qGWb//BBXJP2EMCTH71sOaxEH9n8/dGPXLLzT4wsPsi11pOebIv3GtbEztRrscnMVIMdtJyKtwR2m4O8pjLoSuxZvdgskY/p8NGv+MDHRywFzdlw/onXLwuvHCdo/zDR/HHRnD7NgL4KHnvd2NYk18yRsUmxaZro7ehv2SL8AegI2Gv08LLfRIDyWjyYSaj3dtLYuOfq5Z3Cz7tm2MgXPnzZnis2xcdu4luUwPWJYL4+2el5+429ps6Xn7tmoUPld25u7BY6NJVOnlpSM0O31+Vz4EfgWzBHGi61bWm1a+OVng0VZ8OtlvR6QzKTyBdB52ZS7pn6e916iV1/ZPIh2fwSv/PqpZwerzy/YS8+fSU26Hym8DGekW9RbpD3rOLPKB3f7Fn5vc89dTl8EzbEe+WFa/Lltm1LPh0bUGXyY9isT53JG/Y8gD/BKxOO84anJtzpR2/YstFK15bUv9FyVzatLT+sFetR0KAmnjfpCvhdXTSAOklLJAu1emLQoqV5K7SBRtjE8ZmeDcZt6w5axj3sYEkv/LFM9CAEpLXs4HCDpuDKGhPzBXyzsIkXtowPJTz/4Stzftml8F/DV2Xc5bMx1s+KVjlcyjcPDVpestho8H3y2+SzPav8sw3CNRaXX9m0zfDd9m1/b2K0H3STfTUXhgL6DoBjQt+lh7FXrKERtuSPNpSW99fN3TUkU2MM6FPZV1d1xk8B0CHs/25q25v7scnhZc1V4NnnNXd5VuMPPxA+o74QJ3ym4I9nSFN/6Duy9ZL8+4sqf23mp2caOwmm2k2SRLbWxfNuQs/Kg36V8Sq8TyigIYtxUVhi5O4Gf3UHTVuWj4S9Lj+g+UTxwdIn5z7G9fhD4Bs9oT5EPw7Z60jTvUc/cmz4SCvoHfmOYbMli/g3Lj1V0u52IbQuwd0tUdma5pToOJ4dDKXT8JHOyDc4J7/sUflnj4vmT87hVeL0hPB6kCH6MdcvfKTwl9Svx143tnOPjwz/HHoMNefBXqL73NF50nTiWWhp1REUcP2KnYKniKcypvtaD2MdZfPqrvHBBex6rD+EHbuc2y7F8Y9Ct4ddu2TPEUrfk/6sQuwfEHHZguflY7HZNes9rLXt7uzLpmWWyk/QsEjvewFmbgfHVEaKMQMUNQ1lQPgLkifGeLjUkW3vWLffsvARaonyuGCuHho5uLx/Y+ApcPewiQ35dfSpq2dlo+VObLQKnyPn8DxzsplcSA64fkzzUu6vPzrUGkDPllZFn1IHqT50CLQMsOJQmzqLi/s/wA/Cf92Wv8m6LXzFx1xYS93Anxb/4qfFmhe+ZnRJPFGGrohorN/rzjLZEzPiQSMxXyr/kHXiDfljPN+7qHXHl+S/vxC+32X5fBcNHwh+RwZy2bgkuTgmFPOFKPvBy8b6MPDC05cN/zpkR/4mficbj04mae4/CTdpNgt8A2G78SB9BopwCkw9pDiQSg73Zr7eTvjyzE3C34s+XlIfL8381afxWeXrlX4e/abP8yFx1sqfZt1ceZ+Vz4gviC546dmrhj+4oee16Bv0TjqZqk9mQsvcfQYWx9TwSYFMuOL/k+xSYDX5vaw/sP49lD3E119e69swbEDLWL/F7iaFXrBivmwPEsMbva3g2BQoxrYIopi7G7ovwX/S+jfzo3jeqfkmc87+sG1tPQNA55KHvOaSLglIPpc1XQg4lW6qL3hIjWQz27mXz5UkqxdevGbMe5DpZ8T/wLOyjTzLIMQ+PiPb+Mz7c9l6VvMq9AmywTMo1lzRb8hGJh0mNMzUrrubi+/NFQqsPIRHGb2TIe26u0GTuujW0HySOXR/2DRs0rLWAZG5gdYjOr2m1bXGTF53Nw5klvkm9XCdp+KTTQ265n7HxLa0BnLl4rZdQLdKPzwvvYNOyefIF6R7ePYmWgUNLxk0nF9XiTj3RNNnC3o/ozDKa36NzorN/BV/RvCsfBbaKPXrJa1n0z46iXUM9P1sQ/+gvwiskz7kkPckj+e/pOTdnoa+YtzQa/voVj3jY62F/gHM769pLYo1mJ2tifyhNPwhasrrELupvaCfiEcadK1pDPj/GPRdXzRf0npQjEGMQ9fGawLNw8aCZcWXSVeeoXRjT+sfbdaLNIboRBcfxdiU/aNxAf0gPZ1kgRe2dFNzd3zCC1rrAf8r4nFoFbirf2yiTn9VHNbMQRfUpaA6X0MUQHeyjo+ewHftyjdH37bks5Ne07omedw8p0rwOVHkJuf7VD7XRH7O3u7EDiDVM/uJ8ZG4tHjehHxQ8v4DN3e36KdCibBlshPICboFX5Jnai89d9VYU8PfwzaEXShtAroMnXYIntd86hWVmz37lh+8tzOxVPJKO1YebqbT4ihoHP6TMrm7dHWiZzd1Y2wYo8GobdjCoXyn3qBpLY1XTf6VstpBRaYBEixyqu2wlSqjps1UYUN2Al3UG7a0xtuOZ5TYD3BhzoMdqclWm9vBoXqmZUVlKveB8no+JL90G0XUpKE/0XsNPZ+nna7mVQP1uS+g7UazrmdYyXwN0uPXXZ74AhTBgTBRE/SNPoJLA30senBNuksvuyunThqMPqsvxF0E4RZxkrjHuG9v7cXHidHN/G/Ei5o7BF9pvg5PYS+xec/J7uGTAGEzdZ98L+m5LvN9/PL8ue6ewVMZ9FNjtOkK1Xw+NxXOrGvxbHS03Lah5qclBD3lS9EfVwFsCfXE2AfS/JhRZ8KPuaXy6/dkR7a13nxN8wI+tsL84znx+jOaOzwjWeDZwzOae2DTseGkR78OyQd9I/0ZpT8jH6AEygXE//Nc1JxGoDzQ5EU9+6A95j3YOWzzpmw28639WH9PQ36ht92pAzKcJtwpPO9VPdCmaBuZQDbq+D9ax+iIv9Ad6Cr4jjgy3BRf4iMliTjPTfKrERMP53YirzBYTvWWIby5X6x9bWjt4PLFLfmhm+G/wxvhT4pPnhEPljr6WcW5fhpdrXvI1gviVfxJfCTWI7Y3d8NWwf+0T+tCyWg3D/kVInf6pCHVWQRGg+g+dC706XQb1pP/Du3Gqz2tEXUNXxKaogNrzJVFP9MBbQJ/0bDUo+7y33WPeTj2BHu8LVkp/VvmMM9f579flP8uWUMWkWXoNQ/SQcgrgMw+S76gL+UuRNncf8/jyD4yThsv6NkS6yPIbfjvWqPZlj1EbsEL/GR2xQdCuDjdvIg9KMEDhqfIKxaxHDzsRcit7C4+YYs5iGQYeVZWhFRgB6BonKrAnRwu3WuWao1ofy+z3fhw3q6e42/Zy89u2Asfumq5nF62Z9932Z4JuGR89OkZyefT/F//n12Kj0Z9+E8vRvqLH75qF17Y1FrXjm1e21Odk5jrwO/R9n384+6GX4Y846Nhh2MtQ2u9vEuxfLYb9phncsh7+NsqYzoy+dWpIGQ6DLISdbq7xksQcj+1ifxrZIj1+qsXduLdhhefvma8U/G0aPlh3n8QfFhxrp8paEw4o7/SuOY+dAc+9J6L9uH3amx07/kPXrEXnr6q4Z33lgAAEABJREFU5+ibhi/LcwfaRG7BkbGYQ1FY5qfjP2kO0Wgm1tKz/raAkHkxQDp9VpfEU9Nc9qmoVIhus74m+Jjm0V/WIpnTXn55217mHZIPXTF4B7yfVl+JP63+Rp+E/9NKy/t/UbwlvoLv3n9Z/vyVoNfm1b3gKfSk6QCfJEmMNl19MCUIFUOvFj/KVZ03UIBxEwTPyg6lmufsyV7DK6yfAPE/iErLeUaZc6Ja0FcVEgKKmmvM0UcN+Qrx/7qyh61u3Zh3IE+kcz/GyctSlKygokBFgYoCFQUqClQUqChQUaCiwAEF2u22ffmXf/lBwjFi/+f//B973/ved5ucFnnIe9uMRQZ3t7e85S3mfnf915NslsVG3GzgV6BeBRUFKgocogBy9YY3vOFQ6q0v3/GOdxy54eqHP/xh+9//+3/fuoK5u8vLy/aZn/mZcymv3SgfQoIei1LgJ37iJ+zKlSuLFrvv87Nh5KIb3z/22GPGxxHudufe+c533u0mj9Xe+9//fuPjCsfKXGSCD/v9fnF1vOD//t//a7//+79/vMxzuVi3/IEf+IHYTHcu+Z5FeZ721FNP3bP2q4YrClQUqChQUaCiwOlT4KCFT/7kTz64OGYMn2dR3+KYVd+xbJPJxBZZ3ygbfvLJJxf2I5lLleWPG+Iz4XMcN//dysd8gvUjPn7AptXf8z3fY3wUCz45e/asNZvNgNe97nWxHvQN3/ANdqsPtDEOP/7jP34i9Jkffu/3fu/C43Gixo5R6MKFCw/lfOsYXa+yVBSoKFBR4KGnADb5j//4j0/Uz5P4ASdq6C4VwuY/8sgjx24NP4B1p6MK4De+973vPer2demf93mfZ4uuRV1XwQN6gf91Jz7G9Tmf8zn28z//84Y/+4CSYob2V3zFV9hgMIgPbn30R3+0fdEXfZG99a1vtW//9m+3t73tbYaf+vTTT8cHu6w4eB5xvz8DRF4KdI8dfNRHfZQNh8Nj568yPtwUcHd74xvfuGAn7ZZztoUru4MFnnrqKbt48eIdrPH2VX3sx37s7TMdyoGPwHzwUHJ1eUwK4Gd9x3d8R+juYxaZZXvzm99s2AQS8BG++Zu/2ZaWlrhcCL7xG7/R/tf/+l8LlakyH58CvJJw/NxVzooCFQUqClQUqCjwgFPA3Y0Xvnj5q9NvGi9O8lIlL0rHi4WtetyvxWYYc/9Qy3tmJ+g7xQKmU9MZ4Ikb9TeaNeOlNNru9hvxojYva7e7jdjcuKZ8Qtde7UEdObixKQYvUdIOmzksnelawKpCwXC5bWz4BE2aokVNdEhqHv9cHP3Iyn4QTi1Np/HiIxtI7GxO4gVbXqzkBfHLF7bt0ktbgk27qJCXcA9gwy48v2GvvLAZL+deeGFDYQEvKk1wMSAvTz2XX96Kl0ep9+rFbbt2aceuXd61rat7tr2xb7zUubc7scl+GnjhyEI7+m5u5olAIfEAq46KAnefAg7zuZm7G/KFnLHJb3+pZX1BvrlFPe4pi7n+DAgBtMUPVaLTXPqkVkuMl8l5AZZ22BgH/cNLsWyg2GwmBk6J8kZz+tFpp3q40TtzQv24u+KA0h3w4lphyLDCWZ6DuHmR18x023Rp1XGXKACxD4G7m86AEgte7M5kM9JJZvv7maGv2SQL3b21sSv7sWsbV3ak13eMzYmuXNwyNqC7fGHLLr0CbNqll3O4qPDiSxuyLYJZfFPXm3bppQKUTtmo59K26t2ONrY39w2bxWYw2IuMjRIw0DaVjZ6DLMecfiATue/QMOSGjRBH444NlzrGRkhAt9+yVqdh9XpN/fa79q5/aetMh7tH2+DLxhvIe0O2vNluWLMlvCTbmcaAF+mh+cbVHbsiewpdL74oWgKi6wXZ3wsKL0LLwvZidxmfeBF/e2I5/TLLRD86q6YVSGOIloy1gqCnyGou3MAJfNqiUU+0gmZszDVcattw3DbiXflCTTYkaySWFL6His5OV02uPnCvoTzhy/WaUZb68jGoW71RM/J4YiphwkunEIJWCpSQn1yzmUCWZZbCkzsT+RN7wYdX5GPAP/Bezm+bVtLlQtBp00i/9Mpm0BDa7Igu8HciYoBDAz9PdG9Bf/WrLpyhA62Dh6iV04iECu4vCmhwGCP4F4i4m7m7MYZ1+cctjSmb6PHhETbpBMZrPVte69uYDwNIR3Q11yBfQzxZkw32xHRMrxt3Vak0t9gsVfqRzVHQjWxagy5EPg94bsvgS/zsfLPofUOfppJD+Fk1qy4TnmYW+Np9fUBXACQ9cYNGddGq0ayHPoV+/aF0hHTtUPQE0L0zYFO6Ip17DzTQlxLok/qMrQndNmgZ/lpT+hz6JOIl+NBdgzzPq3b8w90NmlNPXbqJummjp7ZoN0B4BK2F16gEpT3QdC7xpz+KR/8OhfS9N2ga9go9PqO3hAp+LeH41H5t5cy0XjDRfBxfY1v+3cbV3fgQKroLu4lvcUchfJbcRlMv/gs6swR0KG1jp7c39gz9ur83uc5/cTdDHoBSv3clC/D60krH2Dh1tNw15AD+6Io/WvJnSv6gnLtLt8/7G1NdC0QPfIP9vdR2d/aNzTzR39cu78h/kE6f83HB/yL+l3xYaAXu+CH4atgDaLkVG+DtG/Wl8ulC96sNuTJhR9iQijQrjiRJ5Bclhi3KdWrL6AP9KTcI5LpHn4p1KGiQSCdPp27UO5WeMR1laOqruxv9Rn8gK71hK+iDLVxi43XJ2HDcNeqm3ZJeNdlPd5U1F31KehkRXU8NHxLfMpM9TItNgvO5wl74Z/ij0IM5Aj4YNLr48oZdlM96QXAR+gXIT+NatCQPm5DBB2wACS2hf9BTPEr9e/IB2RgtE00zdbqkoQu18sz772GrSjvFuhkftqaPPfEMH7qOvsqWJfO+rGhI+ag3IqY+m5nSM40fPILcgMf21r7mLDv5fCjmQeqL+kHfLkTfNsInDd9d6fTrmuY68NXO1l6sh6n2fN4vuwGfAowV9IcnGDvTGFh1PFAUQC4ZS3gMfkO+Ako7JrlDTwUoDR32oEPZl5H6MwP1k34NRm3NzVvGGnpTvF6X3NVqieX8ffKhdckGdWD/8eGb8vlpoye/Hrr3Y/4q2yA8Aj9C4QdODzpEf9SXGa2LOP2C1/rS9eg7fMaW6DKjuec6nXnTySn/cJUUSUysJBBHJRbHVDZmIvvGRofxAYZru6HrsWcXsVmFjr9IqDWH8GWIz+5tyt7lNi+3bZv53FBrZ3w0aUt+zo5syL78HOxKxhxRNgaDI3Nj2KB5iPHihrBz4ch4IkvtbtPwdZiHxHqNeHyouQljz/1E9k1F7uuTbs3DzZB1d0Ov1qQ36Ds8zVo5Pg38HlDIADKBHASIFtAGfUB+/KCm5q/Ugd5wd3ugjnl0izj+GDzEh05Y54KvCNmgc3cnzf1QraFl4mnonPO6eq3yZfcVVcKhMxLjx1j/yORzIRPRjniXzWnxafBt+KAKfB5yUMhD+D7y/S+GTCAPx4MLlFEdFyVP+FIAdQP4iPiG+IX0k4/E4IdmyA8+m9ClTyUc6lFcKssBCcjIFYm6i8xlksOgp2RzVz4n7TAvwXdjjoJfCg74uXnft+yS1mIvys/LIZf7i4XPe7HoP/ME4PIr25pXbEuf7Ng1ratvSbfsyCekLfzbVH3JRGvGNeReP1NAeJFGN4Wqubslku8a6wPS8Tw7R+/D98gAcyJ8/ZHWcOH/dpf11yTKuHSImxsHPBF1EiGhgoePAoxtCXO9c3djvoE+7WrtfyheYW44lC5Fp6I7u/KnuI/OdC95RhwpptE5s1VWHMxvkUd4GV3BfB57t6FnGiEzzKeRF+RCcp7L+6bmSxsBl3SPfBtal4hnQrsTyyZCXm2DQ0M+JP4eeKPDsQuJ7hXN35XA3Y12a7JHDT1LwA7HJuCaVy9rfXmehrnsNayh5w3g7Imbipt+JdWy+CKiTkO2M+lo5H8/1iLyZx5szI3eYV35ivyHy9AvYNN4pnYRvRO6ctNC55ZxhRfRQdwXoD8vibboavQWdeWwbejxa1rv2Liya+h11jDwe3gWyJo3OIGf6Qjc9aPT3N1MZ4DNHaQVl/QNu0FdjCf9oS3axp+iP+jBba2bkAfdm4UOzHmsqCZvQmyQqE3o2BQfdLQeAn2ZY4zEs7EWJB8I3u1qro+9bytPV7zdZ61a/I3vDH8PFScf5VvKwzi69GnZ3ixUBLsQfC0dnMqWYlvpBx+KA/8relYXNkHPpuDbHdlHxpB+CGXVUJ0PPQXKgS7DosPoCfQVvAiv9TQ3wxdFp8JzNT2XRo+hFygyK15Ect6bGjKIbMBXyAl6dUfPzOE1rpExZC2UChUJ5sRQV/fmlLgaAB3oZ03ri6xfhi5nLUDX4I0vhw5AfpAldBS+04WwERthG/AFSUOXhdxp7Y3/OcM32yn0B3YHWmXSpdBu1mvJLjqMtso0dzd0eOgSPa/G3g2lR4ABodYQ0OttzbMa0t+MUQxL/NirOsADEAqWSO/UZUfKNYxcZzVibhe80qlb8IrsDfkBOzS4R6OkO2oop4XiZsZY1FQXY9CSHs3ba1lfOhIehVe5556vF6i4ASqan3k1efwEv1E8fszc3WqSgaboCx70l7ApvOrM1XQvEX3csJWCTCBkdIrVVQmnQBe6Yca4Y7OQj5nfIb0c69Gyf2Ez5Xsc8NWmeEugtBlvia/Q7Rv455qr7+q5QC5fNCREdJYxdzf4OfDvNayndXrsCuv3+AI8bx4ut60nuW/rPmOMPqBPpiPqyTuTd0F8msn+IesTPafZ0xyE9eYtrYODT+4HbMd6AvMJZOGi7Du43xw2tBaxaeQ7gC0LP0B+BHKG/QLCD1CfkUFkCvqhX3bpv3wScMqEH+iCrJv+1H8FOl29qc67QYGc0m7ubjXpT3gKH2con2ak52BD6S54EH3Geihr0egP5N44xHSMYUCMJ74WN0xyPs1lSLx3vf++qzlrwXfiN3jpIj6m5usXAsRn0tWXJGPhv+NLyj5hm1LpYncPHYZcw/916Z8EuVa6zrzx0/pVf+FX+utqw93NEw/dj55DvzN3Zs4cz9zkxw8LPxK57Uj/Q+N6qYtU1hxamYU8FDQknkp2sdHoH+wZfuJMbqVXsFvQLkA6J/SR6HlR8YvQM2BTMit6EueeIPKLtiG3qufKhe34PzzkFnt5Lfz3HT2X2jXaLf13cAEncIMGLrwDTEcRcSdR19V5ChRwc88B+UNeeTbZ1npMT3OUnuwF9jbkUzKhzIFDsKwYNuy2wkgsf3RN+lTrRNgl1o62Zac2JHNXL+7YlVd2pO+3wq69UvxPf4TEC+DDbXxoiXR4Ej+KuV/JN+h62iibvG9DN0OW0SXQFv0Sa2Hy3XiPIj7CzDsVq3oWtNIx9GJXNG/Jp0L2GRNTHaaDOd4UWRZIEZISAfYYW5zrw4lhFzcLWkO7yy9vB70vSoZDF8a7E5vxca1XiD+/Ge9WXODdCmTdVOgAABAASURBVOnKiwFbduklgWxwLsM7en6+G/NvPuy8p7Xb3Jed5joGhhBGh093Dz0G//ABrrbmsvzvOnqLD4Si10jjPnSiQ2IfAsE0B8sPLwiRSV/TNjhg/+GLa5d25TNsa41BfRH+0Rf1Df7JQeniLdIva42ztAH0BV5yrTky5+F5PLRnnOpau6yJ55MkMXUD9WT5D/gc0WFu3U24z9qCKujyGCM9o0K/78lHZJy2ZW93BHvwju7By6DPeGugOXWpGtwskQ1DXhgDxgIe6WqtD0AfwUvcy8fHNT6ustVZUaCiQEWBigIVBSoKVBSoKFBR4GgKfMZnfIZ9zMd8zNEZDt25fPmy/eqv/uqh1Bsvf+ZnfsbIe+Odm6e86U1vsk/5lE+5+c1TTP0Lf+EvLOw385EQNug7RbSqqisKPNAUGI1GsdH6Ip1gA8mjNlz9zd/8TXvhhRduXt1NUtkwlM0lb3LrNZd09uxZ+8iP/MiF+/07v/M7Bt0XLnifF/jQhz5kk8lkISwfeeSRe7JxPx+h29nZWQjXu5H5OD7AYTzwNQ6n3e76537u5xYeK+r8W3/rb9nf+Bt/g+h9AWzeyya+9wUyFRIVBSoKVBSoKFBR4JQpwAb3nU5noVbe/e532zPPPLNQmbud+cUXX7Tf+73fW7jZT/qkT1q4zEnWKN71rnfZ/bih91NPPWXQ7lZE2N/ftw984AP2oz/6o/ZN3/RNt9xUG58KH/lW9d3sXrfbtW/5lm8x5qk3u38v0lhT4mPB96LtB7rNCvmKAhUFKgo8ABTgmcif/umfngjTRx999ETl7tdCfMzpsz/7s4+NHrQ7at2J/4N8xzveYYS3q5CPa3z+53/+7bI9dPevXLlid+JjXF/1VV9lb3/72215efmhoNFJPnTHR2Vffvnl+7b/ly5dOtHaPbTo9Xr3bb8qxO4+BU4y/+S5ETx497G9dYv34gNJ2LlFdSXz2j/5kz+5dWequ0dS4Jd+6ZfsW7/1W4+8f9QNfAPWHObXrFiz+bqv+7qjihyZvre3Z3/37/5de+mll47MU904OQWSsmgVVhSoKFBRoKJARYHXAgXcPV4orDcT48WwVrth7a6g17BOr2ltha123eqNmiXxAreZiujH8mOaB4v88oIawIttU5tGvfVGYrx03VHb5QuNbOrJi43gU2/WzBNfpJlj5aVO6mZTINriZfrxma6tnu/b+mMDW3t0aCtn+zZa6Vh/1BJNGkEnaMECUZpOY7MWXtADeAmPvhmH0HUBJCKNe+TPX7acGBsL7Wzu2/bGvm0B1/bihVBewAS2r+3Hvd2t/cjLy/W8AEj5LM2MjfqoVySMFylph2YJp0rkHmDmBh68BAjeAaIl1/Tfnftu1VFR4J5QQKzn5han+LIuXYTO6Uj/AO1OPTaTqNUSO+BZM/LD66ajDBW98dRNZDVAd9VErvPqSdSL3ml3m8bLsGwY3u7WrdWqSeclVqt73qZkxGjQdFCfglM93fLWDoemQ2n6tUCJiCCS4sesCGahVcfdpUA5AEWr7m7ugsTMYT7Lj+BHKWjsYA4HOl0slmfSr7ub6bTiQO+n0v+xScFeGh/SClsiO5G/GL4nu5EDm/ttb+7FxxnZpGR/J803iS1eGFfzYTuKqmdBuTlCJvtWQqoytA0uNWSnVbe27DV2cWm1Z6tnB7Z6bmDjtZ6x8R6bEXR0nw0wapLdqQpmmZoDpnbqB/QtG0FvJPJfGvIjSluPTQcGS21jE4lWp25s+kKZdJJabLQh2m3JRm9t7Mk27wZdoSO2mI2noAl2XebWYpj0o1NVuDqqM5vKTpsxvmnQMtODJd3W6e5Wl1+FjhuM27a83rNV+Rr4H2xOA1755hWN0FP0IcZLZTmJA8Td9OdmNY0LY0LZ8ZmesSEGm9v0h+0Yq6b6X1ceNS08hFvgNDX6AL0A+kKdpjo5uaYdeCILvsuC53a2JgZvbUGjwnfhem9nYuGjqO9sAsemY71BK3ii3CwT346+gSt+Z038YToCD5WjzQClVed9TgHJMvyBbJsYxpPEavWawWvI/1DyxeZoa48MbF3+NDyOvsDXhgewv+Q3HcgJ9VAfoCRqNPRmonpdVyGb2/ux+RGbIbFZ0ivPX7MXn75iLz571S6+tGlsnIZfvbebBi/CV+ZTc7cAK0O7Pw/wnGE2NYMW8wCNstQ09xBMzDJBOnedzl+X6Q9qSF8A8C9Dxel/QGlPRKdSZxBljIOGGusIj/kDncusxIGgt9opafyaobfoXPa5DG+geUGskmfLsEh+TQY+Yz6bi4krdWZiJnw3PjiBrWQD/+3Cx2AjxjsKG7vht2wpzOvdi+s8vhs6dGdL/qH06d7uRLoylU7JrPTzSuSRAew/vcFnaXcahn831LoIfgY6fe380M6cHxi6fih/hvlUq1g78sSkw6aqe2pZ4XNksvNA+Byl4JrykS4/A9+K9Y49+aw5jfZsW+sk0GpXvgc+717o99TyelRYp0gcbYEz6QGqL8N/VUi6sllS+IP4X8NxJ3wl/NdV/Fj5Yfhj49Wu4d/ip+A3yQSZu9vho6wz0oUA19DLzY2NTduay+KT4f/gk9HOuuzhGfnLB/RqWUvrb/iornkCdCl9xjRoItopjLppSO04ofCJUPGp6Ah9g780nviqO5oXbMtHA/Bjt+XLEt8Wz8Xakvw16IxdpSz0om1VpRrzkzZFVJ1qVGekKtSpNI2ZIpFH/a0lifzVRH2pG/Pp3rBl+Lej5W74gPAN9Gw06sYYuHs0lUkuZu1HP+mNKjZTrQLlIwJu5Es1lnx0Ex6AF7bVR/oHEAfoP3xELbVaYk3RF74cjtq2pLFlfBmXjtY5m5rP4Ick4gt3N/wF2lLvoo9WHQ8EBeBDoLRXhK8pe42PBBS2W2JlEqfgYegSwvYqRxJ5inoUoc4A+UfRFqHantEcXAClMRb3MxwLN/oClP0hDhTXMxpAh3n6lDSXaimjVZhTAHVrKHeTthXNMul29Pb+XlasNezL9u+Fv5L7LsQFsmXo+61ru+HXxHMT2YFt2TY2N8Uu5LYtsyyEgAYEjEE0SkRtipmx18wTyZfJR0kFxHMbYObyYeqa17JOhA3jAxTY7rHWvpaAlW7YOewLG4TXZMPtJgeycpPk+zopcNa4EMLf0Ip5QCkvM1lHBpAFgLiA/DMo6lAQ+ui+7vStkKMDxX344wCKRAUu1nLnhwsTd3uA3eRw90gtgogHV6JDxIesp8WGtDv7Vm4QjxxsXN0xNp3evLajZ4i7tql1uAD8fUBysbkAIEebkinKEA/Q9XbIlOYJ8iX35FfiX4Y/LZmi7yCc94BYDtf3JU8TAczdzSUb7mYumTIO0RPZA3KZUyJpkkvFzJS3hJwHpzGXmGiddm9vcqAjJPc5rqITOGtugw7YO+Tj5jirUs+BwIqD+rkPHugBAF2QSieR5u5W0xpqo1k35g74j2P5kmc0/1l7ZBjPi7keaQ6E74tv2dC6ayK/WK2pG7m/q+4xxMYRcSIVPHQUuG5suRDkPKauipfgDXgEPhotd/J5Sazd9xXvaf7ZNuZLzLuVnUKhO/lwJbwJTyI31KmbOl1gRl53xdUe+eBf5Bb5xTaybr8pHYH9LGVmV/ol1TzZVKzeSKyleX5bc6Oe1u8HmjNh9+JZSczrEwuelgzTjOlAboKp1aYuX/15uJ7iugiM5wtN4QJ+0I61iOX1fjxHOaO1CObyzLn7xfMPaF2rgbCFP5Ah0wFT0VQgfVvW7e6mM/pAvzL0sGjDc5896RNouCMds1PoHOgJBC2ld5h3k2dXNIXm+9JT6HHoG2NWNESglot2FOQJiuh0Ew5uLn1JXwMU59pd98wtQv24mQE2d2TqG8+xsBGXL27ZRT4uwCbkxUcF+BgX+O/rOWLwDxUAc3VEpUpzkQ29B0+U9Ia2+EE8R4P+8AhrQw35SZZJz6Uez9pbjFG/ZTMeX+ka6yBL4vMow3NCPQtLmHurf9GmmcZEP1y4WaI+cjXRGOyJ/vh6G1d24gOLfBzl4ksbxrOAa5d3jDFgbQAZQTYoF9WoD1QDRFr181BQAJEpXYUIlQA/u7vW32rW7jbjozzwGh9JQZ/io6PjavCcF2SgEKBy7i6WEQ/rVu7vTg3Zhffgr018L/lWyDjyEzKtvLPTTeXtHh1TyY6IoNY9cUOu6vJZmvJD6HsPfa7ncoOljgU9tC6GbkyUF3mhP+gv+ol9CJBvyTX+FPeRw+izmtGZ9zX6rB/Lj9Cb8hHJl0p/ZgLy0k75MdOucCnXX1eku8dnujaSHeSDBsylWtIdtVpNFWos0M9UACjlJCfDe1DOzd0t8Km5NZqJtTt162i9to+9E7CG2VJaPfRTEvnddAgH+idCS1Hp+ohT2fI7iqgpS2R/GrKtTa03Um9HNpY2uoNmrJc21d+67pP3elxVjerQ76s7VQf1AuqM1mpz+aC/A/UX3sAfgQ4N8UtN+Lp72MtU9oSxhEcoLy4TLqpQv/Mn96AL+hc+2ZN9YS2WuQs8BITvIflhjsF8AyDOvXxdet+wm9jMTO0i10IjmqF+5pSELp7FLjUYO9kRfJTxasdWz/VtrfABVtb6Bl8Ntc4PneGpRHJPZdRBn+gbQJznH6Rz32KwI6ZxnooOWegBPmIHftjX6FvhB4D/daA5E7LEMwzy7skPwDaVbUHLoFXRBP0Ect4qE83ou7srdAP3Gaj/5nZw3DgcB/eq2KumAHwRIF1kInxdeqED30l20FvM/cbya3Jd1rOB9Cw6l3zuGiidjHcmXZgKGP8AKrXiUD6dql2ZlQ5PYnsmrIdp/o3NQSeHzMgHDX6TzwkfIm/UEvpeeh1Z7sUzmE7ggk5Fx9Qk10k0ojYoIFBT+j29c8aaitCWJ4mhB3uyAdAOnxBZxW8/U8jukubW6KW25iENzbnB20WZoIn0QlbAVAphKlszRXjUBXflckVoS+nkhzbok73ymaJkE9rht0PPEkjLZXbfdmf+e6rno1nIPnWBv2ovTjVSxOYDoWABiRcyK/uhPruuPTHdA0GFlocF6lYdd5ACIm3QWvTGTrQ6NcMGDJZaNhi3Io4drsvmJowLA6bBZYwzySdh8JXSZADmhshzJDX0Yi/ZhanBX3th6yaag+xrTW5P69KCq3u2GbAbH37avFKEV3cjD/KMLUG+0QnRpurNG3gAfgtSJLKp+NXoGPTekny5lbM943+/zj4xsvXHhsZzdeww73mgh9BTsD99RsfRfwDa53S3/FAbDI2CGIOpfhmSVPIfa6Pbk/g/123Z4ZBj+atb0JyQ/xsQ4FfsSfbxXylHm/j2B7YWogtUMWkAujogx+K6X/BJ6h5zDP7PEV3L/wssyf9YLv6HYKh1QNLhL3ewFxepfto+6ONUTeTtQgt3t+BZ90gnX7qfWaw90E/6eG0/eIp5cIDWafEx0G+mcg35btil3qhlzM+X17s2Xusa+HT7jdC7+OCMmbuQCJUOAAAQAElEQVQLKZ3CS6fatOq4CQXgB/gG/tnTGgRzIf4PFlsB30H/vd3UGCvyRhXFsJbX6JhEczH4AT8Uu5bro7bW+lrGNWPn0kVRvvqpKFBR4K5QoGqkokBFgYoCFQUqCjzoFFhfX7dFNkWkvz/+4z9ufGCC+M3gypUr9hM/8RM3u3Vk2hd90Rfdk82R+RjZ+fPnj8TrZjcuXrx4y02ib1bmbqex8RibgD3++OP2hV/4hfY1X/M19sM//MPGR3bYEJtNr+82TlV7ry0KfOZnfuZCm3ay4erNNlefTCbGZquLUO8LvuALrF6vL1Lkoc07Ho9P9LFD1iL+83/+z/Yw6Qr6xGZ9iw72x33cx2m5TOtfixZ8lfn/4A/+wJ577rlXWcudLc5Gm2y4uUitg8HA/vyf//OLFLHNzU3jI30LFVJmNlX8J//kn1ij0dDVnT9PUiM+0Qc/+MGTFK3KVBSoKFBRoKJARYEHjgLMP8+dO7cQ3syvf/3Xf32hMnc7M5tls2n2Iu0yH8GPXKQMefmYLus0xI8LfDDgz/7sz46b/a7l++M//mNjPrdIg294wxuOzP7e977XXnjhhSPvH3Xj7/ydv2NvetObjrp9T9Lf85733JN2q0YrClQUqChQUeB4FHg1ubBVH/jABxauwt1tUR9g4UbucgF3N577LNIs68Db29s3FOGjF7/8y798Q/rNEj75kz/ZXve6193s1kObBs1YEzsujY4ixDd8wzfY93zP99j8B0uOyvugpH/UR33Uwqgix//v//2/hcvdrQLomHe/+90LN4dsLFyoKvBQU+BjP/ZjjXn8Ip2E9+DBRcqcdl7+Z+FmzxdPu10+pMmH7hZph+dUb3/7241wkXJ3My/jy8fG6N9nfdZn2d/7e3/PfvAHf9D4aObzzz9vOzs7dxOdWVvPPPNM/L9DlsXLV7P040S+/uu/3g6vN7i78RHKv/bX/tpxqrguD+sd2MxF1zyuq6S6uCkFkpumVokVBSoKVBQ4PQpUNVcUuKcUkD9i+QYRNWu2a8aLqbw8zot8bLzEi4Tx0uTcy6qzf13iRTOLHzv+Qf5pOKO8bElxT9zqjZrar1u7Wzde5uwNW/FyWn/UtHhBrVUzXhy0O3zwclyjWbN2txEbtgyX2zZe68VmDnw8gI9y8UIpL1j2l1oGPRolLvIJszSLDaZ5SS/LpvFSbjja6qbbwUEaPmSWTo0XJvMXSPfjpV1e5GOT5E1esOTlUcH2xn68qMs9NkziRfu94kVSyqeTzKAf9cYLlAdN5TG1b9wQgWOMRWPoV6u50WfirjR3j39Gc6uOigL3kAJiQDc3eDN0QaduvLCNLmgpjozCux48a6asdtxjKhmIE5lQIXc3+L9Wr8VmNK123ZD/Tq+pNpvW7vCycs3q0nm0CU4qYnGoDp1GfXF9mj9+dOU33FKCTgu6ECnBdBBXUJ33gAKiPbzjiZkH77q5u8FAob9lM6bTQpcTBwq9bcrmzo8RzX/EfNiZdDKd2RFeAMc+5C+F74VNiQ0JNhQXkA7w8vje7sRi0wfZD+oxHapSvzrVlH7DbEyFA/exV4TYt1S2C5zdPTbZQyaRm/6obWyasnpuYOUHBkbLHevLhmMv2aAhkazZ1GUfzdTFvA07vUPo522oc0LXoH2tlkimayHr4AaOo5Wu9Uct+RwNa0kPIPOmIxV9oOk2m92IhiU9CaEldGRDJmgCfcym0UaSmLmLkDpNB3SEZuRL5Suk0BDkdA+c6vJ70DvDpY7lG9H0jU1plkS/4VJbPknT2vKJ6tJF7nmlFC/BykO33N3Y3KItX2agMWGz6OW1vo1UV2/QMny6RqtutXoSOIJ3Ob4R18BEvXN1llFC7pE/NoXYTWPziy35Kdsz+uyK9/aMTacmk1T0n1oinm+Krmw4MFru2tJqT/h0bSD8cpyaoYPBCRoGvabEcqDdCu5vCsAXAZnGTGPHmMOHTfnJyD8bs8DTbFa8/ujIVs/2bXxGPCD+Lu07+eklsgIPSJy4NLG1uXsO8l1JZNMbdNnm1V27enE7NuF85YVr9uIzV+wlwcXyg1ySXXxm/GX41lXYE7MAyw/S8tg9+b1lo14gJ5JGvqCxLmIeIVqzGTqbogPE4yNccxuhR1pq9tCEc30rN4AvaSETKn0TZJqFcVXQMOIL/EBrshNG3a9VekPzOYDXoHnQRbxY0ogQKHmW+Gsd3PK/eTqg2/AB0GGxBrCzb2wShZ8Rmypp7n+nw3yD/b1YT9ja2LVNtcFGfsCWbPf2pnDYmdg+vuF+pvWMzNDD0uamLoQqPhhvt7p8FnwM/CZ8i2XpcnQ6+p2Pci2f6dmQjS/7zZlPhU2gjgwfSH5G+BvhC6kV8RH34B03rqfGfWiU+xoTC1+s2DwP/4sNzHZFuwOci0pAWHWUSCO7mdoBUvl00J6+0VaSJOF7YIPAF/8L/5W+sJniitaBYt1Hvgpzwjo+mPwZylr8WBzgHhH9EA+QvqBt8jVEL3w87CD1YQtpo6TXWD4a7eMjtTTXrSt/onYon4leWeCfaVymQRdoYzSi9qgfmhENEBkyCSg2b18+Gr4YtGIjVMY+QHaRMd/Z2jPuhS+7lxr0ztQe9KH6aRBR4xEVK1TdkaQwv1/eUEia+qyYJbXE6HNL64nYf/y8ofxbNu8Of/vQ5uhBSpXPxBeMT6b+IidlW8ZBJwU6hYhO8sYcKA2+Df6gX+Lv7Qj35IuKr7cnBi2ooia/t4Uv2msZYzFe7dqSAF8UHsBfwQ+pCf8kocQ8CMH5yyp+X1Ig+FJDJRGQrJhkJofwgUo79jD5RPN9uUn/SnsNPUraiDwWsvUqRzDqUR1Rr2SfNgKEU+mfhU+q66D/wxYeQW/6WtIdHQ59RKb89Dyofg8o4J4TJQL9oPuxAWxqmG98mNqObD++yoFvtGts3l1C+DjyZSKPQvIDe+EjpIbtD7sWzU6NFgP4IW0qkdBAYYPYRJwwky3MSlukfIlwq8sHwPfpaW0LezaWr1PakdFKx4aa02LrWfPADlJ1Caq+jD5QYYk3YQnw94zPS7leRB5E7weKCCWy4oMyGjqUfgiCLvJJ4F3A4DDxiwnc3dxuelyX6E4uAF7Mb7ExfCo+ZK1xb29ibPi5I78NPt+4tmusgWxoHWSz8OnDv5MPdCAne5KT4wNylMvUnsX8QPXSVoD8qh3J4R5zBfmL4BV9jf7rRyhHFxTecObdypMVJ1+SuCVEjP5O5dJOZbOzCENWRVSdInNRt/LlJ/kEogu+HTpiV3IObvh+W5rP5KH8W8VLH5e5xIGPazEmNC90LA4iaira1A99Qw/Qz0xtpegCjTFl8BHxF1lTDV9SeuAM69/nB8bcAb0w1LorcyT0BWvlCetXFI7GDn7U5MFFFXvoKVCON76Bu+bTzbq1u009h2gb8+mxnkmMNade1vxzrPVynq/E/FPzF3eY1BCYkJUMnhSILSU3Si9Odzd3jyuxsvJOZQOnmgultif5RVZCpkv5lmxvS6/s6t5EvO4mvDQPbcWG/k3r6fkBfD7QXJiPh5COLYSn3ZXb1VTRsTzIf5X66k+qKoHaiBMKaolrjaGm5zdNQ96gG/P21bMDPYsaxsfxsNMhh3quG3IoOqpoThPRDrlGzkudMyOkK5f6NpUG4j6Qijahi7VWgl7Zlj7cFt1C38jvgKbEt6V3tkVT6Mxa9WyOvZ8adcS4zfVDLRXNkkiLAgZON4SCoStr0h+1WhJxrt3ddJoXefKIRWDFkap/e5oDo8uvXNiyS69s2uWALa2db9lG+fEqrRXQf+oriuYB6CiWt+FWzqF7g6axZjHW/Jk5Pc+r4F34oyNertdq4lE3PspVS2rGZuXMsbk/0toQ8+6cv7vWD5+pYfVmTX1LzF3lzIMeBQnM3QUWafhy8Om26M0HxXgGcPmVLbvw4oaeBWzZNfWJ/5nhOSdjRh1TjaGqiDoIrToeOgoUrKqRFp8UvXP3WItq65koz3z7WntinY3rhp6F1hs1SwqZogi8Qhjg+gWUiGxkmtxOJL+hPyXbG/K/Nq7u2I7kf1++WSbdoBJxUiwi+pmP6/IunOL2khhqTSSIPiK7DT2To+/QYKA1uYFkr9tvWbnu6O6hF/GV0G+hzyRnhMC29Bo+6H7h/2UyPPioasYQLje32SEcoBsQ+cgr4L5Lb7PWxjwJXNAlrL+u8mxQNg9dgt3r9htGHnA31a2hCB1QhnbCg/JlUXXZEuFTk36ta37Xkp3oau0aXkFfES/tHXnISxnKUw9wwHGk5hDpokF+lf+6u1FHXXzXFP9RL+PB/zr1ZGP5n8uW1ijr/L+E8pqOm9Wj5Fd1UufM/xAu4IB8wA+BR09r96JDQzo5aK9hjXGUPckAjSPXUQ99JFJgVEYJGfdUMsNa9I58i23spXgIXmKOgl0C8jmH5vTiteAx5cNuUo7ytCmujhaolwghTbu7gSO4trV+jq3HvqwW/vjqub4tr/dsLL4ajtvhK0D7muTedOR+fmap1pOxl+BM33QrTnU9wvKH++kkNWRkT3Zzr5x7SA9sX/f/EHuxBo1+2In+7Nue/AZkBz2S6nkE/aI++lLWDy/FtTpXhuqiuXvwKfyXJIn4SCC+dfe4Z+ZWHadLAcZDwxI6SOZAjbnsS93akhf01Wi5Y/ib+DbMAwkH0rEdfCL5nZ5YjBL1ZGmm9elp6Ft4MCo1HW6Rxz2PlHlT2Rd8z33xUDwzlKxsMdcP2DPmvbuSMfiKCtAxLekS1qOQbXg/cJFuIx2ZCXzUDPktjukMjbi80z8iHv0BpELM3a2p+U9XNmg07tpY82jotirZXTs/tFXJLrKMTHdkwxuyX7W6ENaJ3CA/aaGP4lr1hwMww9t1OQ0aR17JHPKHHGLf8BPRN9tBS9GQULY90hTmcjuR3KZGuYmej+btZaITjRUNEZ2BIjrVcNx0d0skp4nsS4SKO6B0Uz8I7PBB+cNp1fXCFBB5IbG5u0F7eB7e70oGBrIFyAP+Bza/LtvPGCmrcWAD4CnCUj7hW+4FqHKd4gNpbDHzjL9kE7Bd27IFW9f2rfwo1CYfh7qyZ7FmN/sg155tKR8f9cGvnNkF1RdtPEg/IgY0bsqvwW8bir5jzQ9X5NPFB7keH9q6gPcphsulHa4ZY+LuIaMpNlgymknXZYVc57Q3U/X5j/LGhWSE8Zko/5780b2dVL74JGwuNMWvALaQaUB+x/V0ns7pX42hFaB6dc4uGPO41v3Dp7uHHYZ3eH+m3WtYf6llo9WO1h56ht8Bn5FOPwNvU9WqdPacQWOd85huzJ3ubjqV2USbTP5JJh2UWfCW+rKltZvgKfEV8S3x2u7WJPJRriF+bktn9odNG620A5fl9a7WSdrW0fwdfOuySYyZu0fLQiv4OS6qnxspIEaAL7EDe7K1jAW2GL7CVsTcSPYZnsS/Lm0APJyDmUv3Y8Ma8q2Z2zBGPY0HfBN2TjzUkJ1LZC+sR0D8WAAAEABJREFUOioKVBSoKFBRoKJARYGHjQJVfyoKnCoF3vrWt2p9pXnsNn73d3/X2Aj5qAJsxvXOd77zqNs3pPMBjc///M+/If1uJKyurtpf/It/ceGmjtoYcuGKTqEAc4j/9t/+m/HhlKefftp+8id/MjZR/LIv+zJjw72zZ8/GeDebTWOjNT7Y9bVf+7X20z/908bGjaeAUlXla5ACbHT5OZ/zOQv1/Kd+6qdu2MiND8gt8gEgPrL3GZ/xGQu1+7Bn/ut//a9rnShfv1mkr//9v//32GBvkTL3c1427v2t3/qthVFc9GNSCzdwRAE2fuUjikfcvifJbDL4rne9a6G22ZCSzRsXKXT16lU7yUcl+BAgOmCRtk47Lx9buN8+rHbafa7qryhQUeBVU6CqoKLAA0uBlZWVGzY4Pk5nfuInfuK+nYsyvz7JZtnMtZkTHaf/83n4EMeiH/La29uz++2jZpPJxH7xF39xvmu3jS8vL9ut/MY/+qM/um0dhzPU63X70i/90hPNhw7Xdaeud3Z27F5sFn+n8K/qqShQUaCiQEWBW1OADyLxwdFb57rxLj4AH+a88c6DnfLGN77RnnjiiWN34rd/+7ft/e9//w35ed50q2dS8wXe/OY3P1QflJrv283i+/v79g/+wT+Ij6Xc7P5x0niXgA9x8XGRRqNxnCIPTJ7HHnvsRPzwS7/0S3ejjydqA9y2trYWKouv/Ymf+IkLlakyP/wUwPb8pb/0lxbqKLwHDy5U6JQzP/XUU/aHf/iHp9zKjdUPBoMTrYHgK/C86sYa74+Un/3Zn7UPfehD9uyzzxq4/sf/+B/tK7/yK41nr+fPnw+dWqvVrPxg19d8zdfYj/zIj9hJ/J/j9hhb903f9E3G85bjlinzffZnf3Z8eKu8ng9Ho5F9+7d/u3W73fnkY8W///u/P/4H41iZq0zHpkBy7JxVxooCFQUqClQUqCjwEFDA3a1Wc6s3atZs1Y0XU9vduvECYafXsHa3Ybw0xv2kluQPOlTGymNqNtUfZ5l0y5D8QGzgGSWNFwLrjcTYwJf22JSiO2zaYKllvWFLONRj42RP3O70QZ2NZk1tNKKt4XLHxmvdeBF8/bGhrT86jBcrecGyPxIuokmjVbNakhgP7+Ll7PLlUUJerpzm/TI3c9cP/Q2YWqo8bBS0x0u7WxOLF8I39o2XKePF0Wt7iufAC728GM6Lfrz4t7czsX2V46VdXgrkJc6c7qrc8mOqBDUv3DQuJAO6RT+TmluisQ4QLZMCPDEzoRlg1VFR4B5RQDzo4slcF9St02saG9W0YmOYxGpzLw+7uzhdBUx8LrjdGWIQgmHm7pYkifEyMrKPfmurDV7Sp81WR/pGupAXmmuFvLgXbVERYKd35C3l9UdcPzrN+BHozONmkZT/WBxxT7EynL+n5Oo8bQrMCD/XkNLcXTzn5uJvxgRWREmjw9lUYB6wK2JuMzJ6/MaP6xrWo0zYkf3U9vYmhl1gIxbsBPZie3PPgLAnG3mczUd2t/cjL/YjTadGPdGW5Qf1m9qgbfBjw5nASzYLe5MRyr6RpSZZxA62JaP9UdvYhGb1bF92c2BsqoIdzW13I/yKWg17KZmV3Z+9qE5n7M4f4J5rBRoQuFsiugPIO7IObiPZ+tFKJzbCRPaRe3SC6eCF+t2d/aDj9uauQctN2WboCp33dlLjpfxskgUdVcTUjLnacTfTKTJODVyChiJmCv1Ed65NR6KM6JiOfIrhuG1s3rNyNqcfeIX/M2hZS7qpIf+MulXsupP6SXD9qDpjXDrKT1nGgTpH6md/2Aofpylfp6axIC/jkAmvTGMKH1BXGao6nW7uHmF0RBnIS7/35ItAB+gBbbbFZ1vQR74M98hDXpf+ZOOHnvoRGzeudG04zmlOGv5eU7o2UT41ZJQBh2hPFCStgvuYAhIvsYXBS4BNPTZZxoY35Sd3enWNd9v4SMv6I0MD4PGl1Z4NljrW7bcM+wvfUk+Mf8GPprrN3NwFiRvya26W7meGLmOzlauXtu3iy5v2yvPX8g9yPXvV+CAXm3Juw4ulvyw+RyeoGlN1MzDVp9Pu9wPazEA6lA3RATZFf60C/QfguxltgmfuzGjO1wn70NZD/YGJcmP9W4UTM+gQNBcfQqM7Q+3XRi3YNvyoSeG7hd8mv2xna08+xq6h0+40xGaXG9RdQMT3oq0txWkbfcqaBBv+pfJpMgZYQ4KuVGDoYmTApDDr8kWw2/gUo+Wu4WesyPfjA1Nnzg113Zdub2vu1rSm5lLkdyne6Lt0O/3P5Afhf4a+nzFRrolJx1dKRSPwwZ/Y2drP10o2FRIXxJoI+l34kh/Rz2tw0DWqDRCfch/I5IOBh6sf2JOG/CHmfEP5JMvrfVuV/7Wqvqys92xZsLTaNfrZ1ppYXWtUlKEvbvlB/Xns+l/S1VW14lanDa2jsfE0fjI+2araCXqdHxi2kfZ7g5bh65GfdsAzE51SEZ4wI1SlpFO/Re02O9zVbxEhVZngr91J2EloV/pppa/G9bZoGeMuX25f8wjGPdoq2oiKVR/EzNuciqYCEuKmfrhPoLDECV+OPrRiM8iG1tWaNlhqG30fiV968kVjc0XRhbzuoqbKRx8ZH9oHlGY6dFc9NUEeA5dM9zPlncgX2Cv6ua15D/0DiAO78uFT5QHler12sDG4fA/GFpwGwg0eaMoPjTGWL8oYWxzqb4FHXFY/9z0FUF0Aduo1b69ly6ED9EA+Z3CHRnFWn2SENmgLeK36pPAb/ZeqNugxT587RPKHshp3N3eBegfNMtkw7FFsei37xIaH6PWjfKPwca7thg+F3gewe/hX+3tp/rFJKgbUBqeaIwggGb8DyG3LVH6uQAPJPTJhE+pa92L9qD9sG+sZ+D5LZ3qGHQEGsiXdvvwezX2x4fNtUEdZF/EHCcB7BvKnRBbRxwx+v6WsF/MF8s/kQeWp60Hq/3W4+sGV1B6uheGT0Ccg7ioPYw+YlRcWh64U5r+KHHlSF/wYciBfOPwc+TNsah+ycHXXNgS5TOyEP5/Hd08cR45Y56Qe1vO4Bra1lrItf5F1ZPCYCJ9U/heyQt/nO5H3eT7lIM69HNzcC9Bt6EhdAH2mTiAnrjJwOj+aiihzJuKkhY5AvvdCR+xrvRbYUwgozjxB98CZuUQqX5ByUbeqc3PjDLDiUN3cB5dMjBu6SH1lHDL5nabMrFc15C/iNw60/o0eOCNfHp9+VfOHseYNI80pmDvMfF3NgWz+UD90zqdU8YeYAow1QBfFYtIZZu4e/9tQ8hE2hXkJc0I+ULJ0RvNP8Vdb88ea5p/YIHGsyk5jrTwTX8KTyIwSOe3gIKdAjXE/SzPbF//vac6MbdzWmj2yji4hvq35E/YSPjcVizmc5u/g1tPclOc8ANes2dY1n8LGAaZ+SDIlruphfh6g8Spiquq60urKddfMH8GlK/xGyx2Dbvk8vm/I46rm2SPJIvYaGjZkl3mm6+7Ghtj0NUPGJdeZYL5+ZSm7JbpODb1BfvQNdGLuHHQU3aDdDSDdg77clc7e0xyVchP0ptYr8rbmehfRqdqBinbd4e7GuCdJYvQ3qSXCS2luCgFFzCJucwdVwh+0zybwVy5u2SWtlV96Zcv4ONeVC9vx8apt6XZwQ+e5uWoAwEWgEVWCkezuht5jXg+9h5rL4/MAPK9a0rM0njvhH/FiNB/jslRlajU9A2xorb9p3B9qnCiDzlziOUDwd9N4xpXE3NviAB8gLvTjoT+n8dxtTzodvt24vGPRr1c2Y92fZwGx9i/aw+u5Ly5K6KRX6oLRlwCrjoeNAiG/GmtCAJ6pN+uG7PcHbeN/uLp65gSPNmW/We+Bp8lXSp6K2/xBPfBhVvgbyPK21ms3r+6En4UOYJ6CTM+Xg99KPov4/M1TjIMv1YMzYSK5qUmu6GsDWuj5cE80YK6C79IdNC3WHbWuS176gT6gX1vSbcC2bAXyho7blT7blz5LJ9OwQaVfH33kB1DDU+kOcAnbI92aFrZKt4x2oHtTYwAuI+kE9DYfYxnL5nE9WGpZ/vHHumFrTMSUqg4dqart1R7gRh3unuMjGjVkY1tat+xqDgdtwt6JVqQ1oA+6V/Q0lQk+KSux648yOc8zd0+0SVRHXXU1ZIuoF97EpjIOtEtaTXi42ol6VInOkj3nKjtZlDqpj9A9sXqjbu1uU7LRNvrcky0Fn5bogI8Lvu4eY12OIWNK+RgMVabT5g94D4CX+F8K/k8lt5d7Bj/BS1t69sA8Yx5Ih8ewm3vS8fAZ5bMY+IMWaDuS9LzZRaea5uWs5UNLZHxJNv+M/PC1Rwaxps9HOvGlsD3QGZ8BWwNRSzwz8Wf0T3JO/cBBi2bunncXXpYNZz4BfjyHAN9tzY+ibwq3JTcHoGcW23uxFo/fsC//Cz+AD5/SL9oP+sUPGFkc0X78xGW07+6G7ID7DNR/JVscRR3E56JcVnCnKCDChs7TOoa7x/Md5AfZyf33ni2f6Vuuy/QsLPybhiHzjB1oID8pfCQmzuA3xWOo40c5pCcM4Edp5Od/jeAb5GKmm+N/bvaK+e6e7Ug3Iy+mcugQ9Dqy3NMzF54x8XEYdAz8X5MecnflBMR39EugWPC5neKhLhk0dHdDx3SlY9H50I3nbquS3dJ/R5bRw8h2U8+MapJ1d8miaJZKDrOQ22noJ+iEPIG6shiArSAtFZ3Jj21DDtFH2HHkNOR2zsaRti0fErneFU2x+ft6Rgb9qSNTXUEqGroxQuoMwMElo0mSWCIbE6BrB1zZyKCgOk+BAqIv5PXEzEXvesONZ9LdQcOG43ZAT/5PW/Nc5ruJ8pjKwJ+Z+Gsq3iIESEM2rDicjO5xxT3ypPKJ9rXejE3Ylh1gDY059ibrdAVsFB/jilBr1tuyFfDinuwCZdOCp+HZqPyO/Zx+Rfy/X6Ndi2f/+JfYXD7AdUZ2+OzjI1t/bCC92Au6855HU/5fPeRZlJVMpdA7AHnOcpkWcUPERGp3/RTdIA15h177e5kh0+jFbdF9G1mWboT2jMG25rikc5985KccY0Yd87SOemkzQHgpRIcEFG2XAejU6m4N6aWm/KVOryE/qmXMhen38nrX0LnoLvQx+fP6LfqGHgkclBjNKKSH5HOPmIFbKtqg1/EddnfS+F+ILT7EBaif9BHfCX1FPhNvws/tXj3wCd0qXJbXukH7rvxbaI8urdUSo6myfTVo0VfhYtVxHQXgFfgGOd3TOCC3fIQLvoK/+DjXnuSfPOSlMOMHKaEv19AaujM+Jc/05HMPRq0YK3gFOxe6iAIVVBSoKFBRoKJARYGKAhUFKgpUFDgmBT7hEz4hNlE6Zna73WZbP//zP29sCH3c+j73cz/X7tUHNNrttn3ap33acVGd5fuVX/kVW/SjJLPCpxxh4zE2DL9dM2xeVX6wi82mvu/7vs/c/XbFqvsVBY5FgXq9bl/wBV9wrLxlpjRLAcYAABAASURBVD/4gz+wwx+u+f3f//3Y+K3Mc7uQjdXYRPB2+V5L99/whjfY61//+oW7nOnZw7/4F//CLly4sHDZ+7EAenvRzfrOnj1r9+qDXNCQDypOJhOi9xxYp+Jjj4viw0eyRqPRQvijB1555ZWFypAZ+Uf3EL9fAL6DdvcLPhUeFQUqClQUqChQUeA0KYAdxh4v2gb28kGfXx/uMz44Hyg7nH67616vFx/Svl2+w/f5qNmVK1cOJ9/m+vRuv/jii/Z7v/d7CzXAR0jwv48q9O53v/uoW0emf/RHf7Tdq/Wmo5DC12Xue9T9Kr2iQEWBigIVBR5cCmxvb9s73vGOE3WAtbu1tbUTlb2fC50/f36hZ0+XL1++4cOVrKtAV8Lb9ZWPDrEWdbt8D8t9aPJd3/Vd9ra3ve3EXeIDXKz5/f2///fN/eF7PsSHcs+dO7cwfX7zN3/TLl26tHC50y6Az4/vv2g7n/RJn2RPPvnkosWq/A85BU46h4cH4cX7hTy/+qu/atiPe4HPZ33WZy3cLM+pWAdZuOCrKnC8wozrD/3QD902M88Pyw92fc/3fI/xsSzSblvwhBl+6qd+yn7wB39w4dJLS0v2bd/2bdbv948s+6Y3vcn+8T/+x0feP+oG/f3ar/1a4/8yjspTpS9OgWTxIlWJigIVBSoKVBSoKPAAU0BzcF5UTWpuvCSWv1jYsE58aKNlvWHLeEGs0apZ+YIYCwG8bJZlvDQpSAVZZuXLhbP08v5NQ+VXOi//JWqbl9Na7YbRVqfXUPtAM66bxUubySksGFBltN9IrKE+0j6bqI1WOra83rPVc/0czvbjw1ykLa12bLDctt6oZb1BU7g2hWfdeLmu0axZo1Gzuuqr1ROjbk9cix1GVwNS0Sqd5Jtj8WLf/t7EgL2dSXwwhRf69vdSpaXGRi/kzSbTeIFTtaguN+ql/nozEd55261Owxi37qBhvWHT+kutAxCu9KsnfNuiL7jWhCf1MK7ubvzZcQ7eLJwKE41fOdbwQwllGiFphId5o0wn5MX8IMw9fQuUDqlPBOofOOW4TW0+nO8L6eX1LF7QhOuog7pU56vqGuU1Lsgd9ajKwCnaLtqDvrR5OO3gOgv+IQ/AhoYqatQJRL1q416fYkPxdmI1yU/IkuSpDohX4fdEusIlT2JWAwrS2FEHtKJv6ihnZKMO5LMpvdKSzLCZBhv/dPutfAMgpdF2uRGNR6nT/yn7As4Bmc3GjHFk3ADiQMSVkRAgLZNuKeOEAaqYMVZw+p2Yb+G1FC+JW4bqO1F3t3q9ZuhbbEu337SeIHTxUDZE9rUnvusojfsAPEn+puxRA94H5vlfdcKTGnpjfNM0M2wEm4UA2A42dyiBl/hJ4x4v65M3UxnKW3GoSkOukA34vlZLhLdA7TYkJ+ADbh38AuHMJgOxqd5q12ITxLWesYHk+EzP2Oiip/60OnUD/5rsoDsYm0WbIkyEdrpH2QYt03wi3QEubcl3b9CyYbmhoPrARjoA/ephI8Fdfa+JDu6qQZUhWzntpgbNoWEmJQrkut7UQUFxuhSUJ2ZJ0S5+QUNjCh3hg75s8nDcMdqFbmzgsyI6jpY78WI+flBT+dFV1OGqV2gEDctQSbMTNGtqi7HqiqeG47YxRgBtjOTTDKPutnV0v00fm3WrF/2c+QE0ZBxTtZWDupnrovD18v5DCyD6D0IqAp7UR93QcTBq22jcDTyCT4I/OtYT/VsaB/gjgcYqm1G3+DIPp9Fe1K3GyxB+B7guIXQb7YuvVE1+zsfzlFv+kj1AP1SV28ep0dY8zNoscOKa+2UIH0gFG3UAYXtoWfUS3G0omwXHEkpcCTMhmx3RlzKdcrO4OqVT3RJt1Jn8VxGdtAWYGNHdLUmS4C3GuSd/FN5jc6XxmQOdwYYtg6W2+LFp8G1ddh8eMvEg7czalS0sr5E99Bn+8vbmnm1c2YkNRi+8uBEf5nrlhWtGnA9zXXllW/d3bXtz39CH6L8MHlOfqc841JZOYvc9gPN1AF1eiyBGu44Ouj6twTvcDjL+mgXRuaTHadH7/qp3muu6st/oDUGpl8pwXkeWaUeF6C/sJv4YegxAN+UwkZ66w6B1hV3B3i71pobejDhpgNYawCWdpFrDycLuxhjPKUV1P2yaSTGHXpdP25Bf2Ok2tNbQspF8qWX5LnyYK/+YVd+W1/o2lm81LHyOrnxCfJ+27D66vhF+bWJ1+Ye1WmKJfBd3NapTRA880NU5rTLDjwVv6MWHmADukQd8TYcnZonmhzXVV6NeAfPHpnBtFetLXfk++N/DOd8LXFfPDgwYy0cZCeeBfJeucG7JT6rLR3LVqyZmJzSZXcxFAhduAqJXLUmM8uCQ+89tY8Mu6LXKupLWmdiMFv8I+xgb+csm4iOR/4BedcOHrIv2NfWrJnolwgm83N04aBtehMegD+PKGhI0m8F+aqQz3ulsXUmlVUeSJFaTDYZmrXbd6Dtj1RT9God9RRXhjDajr1yZubslwgscGeNOsdkr/if9C39U/AL9g8byBdviI9qATrVaovKJ6jHLe2XFMRUPApbzBnIoW57Kb0y1npYqDi8ok1EwEX2oryV+g5YD0RQ/OHAQX45Xe8Y19+hrIppacUBDIFPdN5PjuEf7gPpe0uA6X1Tp8HFR5bGDKKYKoy7VT1vXxcs0hfO4ka+8Jh4Q9ZhIIrqBQVRO5C7APWxC3Vaf6bfgtegflX3WeM/T4rSGZL6NWbzE4bUUHqI3tDgtmt8/9Uq3zPo9NebOoa/UefQReoiwhMPXZfoslM5FlwMT6fXY+JpnJLupYf9vDWn4CaWtw/ZRRybbgM8+TzOZKdkZD8CWYq/qhe1raN0Fu4ftxQZjI/ryB/BlsF9hu9cHxpoN19gWfAXyN+XXUJcn0j2iiy18TAvdpVA6HnoBJX3m42VaGd7sHmkaihwZ8AEWxqkooLLUdR3cSr5vkr+oaYGASorsRAXwGH2Ovs3RiGvSbw6ZcT94syyjunQWlZ8wUAVBj7LOWSiSQxvdjHaLdHDjmvA4gByk+1n4bMHXhRzg0+/u7FsOk2PIxjHyMB8oIOqPtlLbQ/4C8B0zS+U30gcJu0FP9VTEEyH0OzvnLvHjkDd3t5r8V/xC/DL8PuQL2UHGevLNuQba8htb8r2RQ2SqMfM/3fAvVVW4V+CRSmdMNH+ZFL4tdEJPEAL4wql0SRp6YBo4a1gMP9HdzV0gnzWRz4gfWJMvWBeAJ+235EOCK3jm67ZtQ+7HrGUx75EPH7685jwjrbOSJ1+/rRs6paa63N3mjznyzCffJi7clQOaz8sAfAQdgDJ+s5A0gL5HXkWoCwhiqu44F0QuskddKq0L6gsQz0d7RZgdWm/MZunqVxEPvBQvyxOCm3Ko8uJUG0Xs9sENeVWT0qiXtgjBgzghMB/nGphPIz6D6Dd1UqkkQdczpBhyYJbAfV0oq36D72qa78Aj8Bk8g50ZaX6EjeGZyrJ4DF5jvhR8xfOJcr5U2JpEdbj493oWUyPCRaQ08A8Q/yMDachLpvQsZMHdDTzgd/i8p2c8zENpF4CnwWmgOVRHc+Km2qU90wH9oEVe/1R1Tm12rcZvFi/LRCg0RRXVNHdGWn5NtIQ8Jf8lzd0D76bsdVu6oivagCNzPGxzyOQ6axE9G8e8vmuDpU6sWdAP+trSukAz5rc1YxxqklWgpKkGyTjANRPdUmgoXbK/l9l+oRP3tYayV+hK4qUeSqWTKANtTGNhbobuqtXd6lpTgN4Ntc0m8egY9B7PonuaE7NG0ecZoeLoRXQPOrHElfFyd9MZEDKiNtBz4MCm8Fta9752ZdcuX9jK18S1Rn75lS27enln9jGhPa0LgW+qvqFT6Gc5ZqrOXHxVE03AtRU0btlAfDDWHJr1+6HWUcAT3FtaM2CNgj5OM48uJ66+FuXb0qM98c9Qz6YoDwyX2/G8i/5Rf5SXHmZ8oRuQ42TBW2maiu6p7QpvPprAZvd8XOziSxt2Uf3jg2NXL6p/6veWng/syZ7Rv0y6BxoFaECFln6r89QocK8rhoE0yNhxZKbda8RH4dCxHT3H7kiHtiT78DX8DZ+bDhdwujmBwS+Z9BiAH4FfxPOkDT7IdXXX4ME9yT73kRfy5wUtr6GoxhY9wH8GU8kSYCEDuXxmc/FpxAOHAlfiALITTYsWrO21kEHpd/T6knQi4Uj2Bn2P7UH/YIugG7JLf6gnLfQe/4uWRhtF++q0TrJFM/GjPru7oQcSyT51QeeW9AO0R18MpTdoG12NbsbejbUmN5R+Dl2gvKxDhp5LVKHpKOhBoKs7d6p6VxvwQVO2JHDUfA89h77CTpDe0PywJt2UqG8qojGx6yAQOowceQuoJYmh9+HHjvxb2mmLD9GL0IY2uJ/InlvOPXZHjxI3hYwZddfVJ9qG5ox/X7p9CGh8BqJBT/anLVzJ05APXtN4AuqKmfplEMKgw1S0EIg3psx7FGL7sEfITdhLyQm2aU+6e3cnzecs0s/o6BJY5ycPOnsiO5uJ7+B3taBW8rPEnSt3N3e3JHEL/hbf0Bf+lwP+Gst/Yn39DOv7+ALB8x0bygb1ZV+7Zf8kF4xLQ+Nfl22uiy7RT41FkiRqw+KgbeQBvMAvQPZ/X306gDRs1Hw/kJ9MNjbk0c0ScK4lRhvwVVN+QEv6CF6AJ5DDruZD0B888f3wCbqyn9xvqZ/leAS/eE4hDW0ui0QC44fkJ/ozFY+pnxqEGAN4TAB/lDCffn0811ekRV7Vl4eqM0hEguomrijBzUBNR6YIzcV3iTF+jAe2hQ9r8PyIZ0qh0+A3+UqkIV9djSnjx3jXxWeMfyKd4omZuwbR5g41ou7NdHsmWUjFQykhvqV8GviJYvBAQ/VRd0/6fSj55fkG+hU5AEjrin+a4b+rG6qf8jOaqLEyTghAI0KAOPkPQzDcLWg216MYv8ivRHc3+h+2QfLXlf8+lP4H5/Dfz/WNsKQj/eE+clDqTuwZtKeOumQWoE7o4YnoqTZMBzhnM9plkk8gVSiQXtorAJllzRH9k0JjlaHvgTPVqU7qr2sdoy56NyS32Evw6EiXQ9+QWelOxrsnHYMNKecb5bgnqsfdNeYWYByioYaE2BFAhmLcpGPBC4hxOTR2pHHvAAr+VwPQ4npQc6pav/k5H89TjvdLOcGsbuFEPHCgXa4B4jNQ1Sqj39M5obFqVmDwRFP6HTlFRrARJQxlD8LeYw96dWu2axb+h+xdUsinmVt5TMUQMxrDIyGT2WydLuenieV2LVWY2m5h6wh3tXa3x7X4Dp7DTsKfgEijQS5bOhSKVjp1fypZOoCgMbQVRFz4UFfElTbDVfEb0tWgzqhP3dIZLRxq+PaX7m7IRkP6pYUsIM+iKzZ49Xzf1s4PjHAl5Lpn47WujbReBt27w6YxLpRDnqijgTxLzqiTsXNkRmDFoa4YfYF24V+EHU4tp306exYQsqy1wZRfvQSIAAAQAElEQVR1y6Jr1FXTuM7LMO22NO7IaEN8Um8m0Z9E+eaGvmhdgdgh6on5fGKUR/aHmtMuq2/Ler5P35dW5W8orb/U0hykYe1u3aJ+9Q8ccl2g+nTm48DwTmM8pOLj4+HRT8ZUPhH9CBuga/KDQyI+bcg/QwfhK/A/BrQdAC6CkfDojVrRPjTVcMVYU8esfnhZhC35pgxL/ilD1goA5JvyQv1EJ2VnoHZn9SueqfOza+FFfAa6zpSH6/kwx0n0AxuNtU7F8l9FXtVJ3fiyyC0fQONDaNtaY+CjXPAcPJhqrT7wmW9JzUMnkhL5fPAcvNLWego8j93D7+5JBuCNuuSHMSX/AwsV4hUFKgpUFKgoUFGgokBFgYoCd50CnU7HvuiLvmihdn/u537ONjY2bijDBnU/8zM/c0P6UQnubl/xFV9h9Xr9qCynns5mWd1ud6F2+ODYd3/3d9vkPvlQyjzyP/qjP2psgjWfdpz4533e5xkfKDtO3ipPRYHjUOAzPuMzbJHNz1944QVjo8v5un/pl35p/vKW8WazaW9961tvmee1eJMPlL3lLW85Udd/93d/1/7dv/t3sc50ogpuVegu3uOjYt/5nd+5cIuf+ImfaGwcvHDBO1Tgf/7P/2lszniHqntV1Tz11FP29re/faE6sO3YloUKKTMbWGNnFV3oZIPdhQqccmZ8ol/4hV845Vaq6isKVBSoKFBRoKLA/UWBT/3UTzU2PF4EK+z+D//wD9+XPifrGyeZX/NhMnyhRehQ5sV/WrTsO9/5TjvJB6vKNu90+Bu/8RsLfViZ9j/lUz7FxuMx0RuAtZfNzc0b0m+XcO7cOWPN63b57uZ95rzMfe9mm1VbFQXuOQUqBCoKvEYo8Gu/9mt20nUAfKj+LT4W8aCS0N0XfvbERzd2dnZmXX7ppZfsl3/5l2fXt4r85b/8l+0jPuIjbpXlobr3P/7H/7Cv+7qvO3Gf8Nt/9md/1r7kS77E3P3E9dzPBUej0ULPKMq+/P7v/74B5fX9EuJL/s7v/M7C6Lz5zW++7/zihTtRFTgVCmB/0AWLVA4PwouLlDmtvMf9gNRptf/GN77RnnjiiYWr57kbuC9c8JQLYG8Z30Wb4XnwysrKosWOlf9973ufffVXf7VlWXas/POZvv7rv97e8IY3zCfdEHd3+4f/8B8aHy684eZtEj7wgQ8YH+Xa39+/Tc7q9nEpkBw3Y5Xv/qVAhVlFgYoCFQUqCpycArwYyIuovCDGi6q8pNrtN4yXWLnHS2VZNjVeBuTFtMl+anmY2YQXBfczSw9Bfp98gO6TL50aL9KBaZIk1mjWrNWtW7vXsFanbq123cCjofRaPbEjX4i0O3vQTqNVi5cmeamSF0Z5gXT98aGd/4gle/Qjl+wRheefHNm5J0a29ujAVs71bOlM16BVf9S0juhFH6BZnRcu625J4lr0sPwtweLlPPpf0hOaEgcs7iuvTneVU1nwgg71eAG8Zk3Rp80Lr/2m9YdNG4xb8WIrL4GunusbeJ17YmjnhOdZ4c71mUcGtny2Jzw76l8zxpQ6eUEQ/MztWAcvT4IvL3AGTKYx9ow/kDK+AuKM/ey65AvuEVeYqmwmJzsTT1FvgAggEuj3WOi8qkzRjn6iXf1Af8YF/k4Dv8zK8Kj+RDp55/oUZdIsXhamPuqdIar2ZvFjRaYm1IJ3qAda3RS/ov2gueIlXnENfhPJH1DglZWhKtcZ9ZfoLIxiWfAOhLChixnd9QvvC2qSobr0AFCreS5PNn8chXFOO7GYJnOKi6vg9Yb0Cvqm02uGLKDvgI7kqdmqxyZv1C62DNofpg/3TgNoJ8ZY+jHGWGMUvKTxYzzLOOH8dR5PZ7yal52qz5nl/Cds50gU0fhRenW+agoEKeNHVSlkHMVqwafo6t6gZWyIwscKzpwf2Noj0s2Pj+zs40vS1UM7c7Zvy2t9YyOS0XLHBkvt2DSQzT3Q82EPZZfgW2xArrdz+XB3NZqftJvD1OAjxp6XyCMUM0eoDDqFnhBVMXe3sC+SK+QLu4X9assW94T3YKlj4A5+Z86B+8jOPbZk55/MYf3RYfEhg64NhTc4N2SfkDM7fKhJnYdT7/A1fVeVaoh+SpWYqY/ubvSPvtEv6EyfVkV7xuPsYyM7+5jGQ2OzcnZg4zM9G2osesOWdaQnWtIL0B5auXvoS3RxDpl0fWaxUVk0SpMeegR90uk2rStaDscdG6/2bFV0XH90ZOtqc13tQVc2nmH8B6O2salCXTqKtnI6srmhQOtRUb36ZocOkly6st5MrCUfivbw4ZZoT32M9tRm3lbPllY1XuO29QbNyF+Xr0J77h41B69ID0X/pIcipHGBuxt41VQGfmnji6gecB+r3pV1+GQoeo6Cv9fOD6PPy2s9G4hHoGdDvow7bU2lp6ahu7BVE3xK6Tt0HJDrtix8jPlrdNzMhmVTC34XEXRaeVB7Gb95OA050Y/RXyCTsaBe2joKSpy4X8bLkLIBkrdMEJuT3bzx008VMfI+TUXjzKBZwBx96UMJZR8IAdInGnvCKFfyg/pl4oOyAxFVW1Iqkcw1WWzqwSd1jTUbnTCXGIrn4IN16Y31R0a2Kl4Zr3QN3gm+aNZjszJoGLwQ/IBtA/I+QFcAvNh4dPParl25uG0XX96Mj3K9+PQVe/apy/bchy7Zy89dNTbp3GDzxM1929tJjXLwy4w/FNFp1VFRoKJARYF5CqDL0KG5/ssswpn+zHVJqSvRK8cGdGlAJt9harSBTrujQP1SxLO6i2t0a9kO9wKkv+nrrO+6nsXnIiQDph+Xv9GUX4TPN5Jvs7zWDTuPbj+n9ZFzT4zt3OMjW5ffET5A4VeRtzdsG5tOtjqNWIvAN5vN7QplDD7o6QOQ20V/8htGYDpwI9zdWEuqaZ6In4zfzWZHPfldA+GGD8sG5/g/+F3nnliy8wJ82XXZInzAlfW+4RdShvIlTu5CSP2Va2BhzxWn/3bEwe3yfsTJp4hDL/nGQa/lji3LHwp81H6Oz9gI8UXXlLYqPxEfFdz78pu68rHa8suZD9TlH9JXaEa9Fof4SETRadAsxlgXxEsgm7sbZfD3qAP7DM2otyNftz9s2UB+/1B0G6jdvnzS0g9uthsGXdzlj6pP1AeoGQINkAKlc42P2FR/e5pXj5a7Bv1XxQPQmj6uiy9W5Zvii9IOdGnJlwQX+qWa1A+T7zKV3E0lJ1kO4gH6RhtCw6IftZrWEesGP/UYc+EP3ZbXe3ZGcy7aOyteLPkQusKHzPlpj/GayXbh8+Ryncv4vFzfkE5+oMAr5lxCTmQI/OnHbcHzHDFO1IOsBmSWt13iUYZlOmE6849TrfHk+Uk/oNdMxtXRwCtvrvqtKFBRoKLAiSkgNScdNzX0Czo5k86a6VH5SRPBvD46fD1/bxanDpXLpFMzxaNedOLNgPvp1CIfcfIoDHyEXOjTWZh3093NkyS3G1rDQP9jp1jHCNshezda7hhrQNgnbAb245zW67Ah2K117LNsGfmwW9SBHXLZeDdXQ4ACnWpev8c7yQvOZZ9ZUzqg57yezwq7cBAGbUUz6BjzduJyWjJAFVPvFP0vA6DzeAjdB7nANXCnDzG+uV07oEsWtIj+i2/o/81gdl/8AV0z1QWfqFpRRR1VQzrziH5ve6rgDC/FqS+lbuh+EzzK9svwZjjeNC3qm8r3AdT3Am/aOy0IupTtqE+0E2nqZ95ny2k2R6QDjj+45yELZHJLaok15bfiYw4kY+GfyQcOGdM6KD4vvhp+MeuIyBZ+Ye57NowNTJvyJ5G1uuS2pvqo05E5d+Ng/ISiASXOhKEf1B/iB/0wo1ii8tRFnbGeqTkJMt3XHGUoH3hcrKGC27p8VtbtWf/GV+caHz7mDisd68v3bKt8TfMQ6nYXXoGUBVHAS7Fbnipxw33KAeBPX1I9O03FYyUvEQKH08rr8h7XAYxpAfP0mB4a1ZvhciNy0TUlT8NXn+EYfJuFbEabwveo8Dr8inL0M+qi46KhzmhDPwuflA3QT/CveAEdEPIqvMr2CYHDeN4sjbKBo+gYKMbPTVA7REShUBIsMrt78CE80+7WDZ5HBuA35krrsjXYn3XxHrKyJH4kDzza1nwJmQo5UD1UCBqBl/qYiZZBQ8VJd3c9l3BjDkc5yvfEs9SHPMLHtHmWubGA+Krs3PiM1mg1pyqfTZiOVHWnBR+momEO19so6AZwrwxT0QvaX89315FEtd/8nKddxM3zjNGvxJA95qvge0bzZ/CP+b5sN/P9sN/oGs0JVzXfH+t5xVBr0j3NedFLzB/RAegCdAK6wT1vY4psqNHgHxET/A9oq7uk6T4IUcTdjfLUU5M+4JlHU+sltMHaBPP5/qhlQ+mYJeExLnWhcGO8gbVHBraiOTL30Ie9YdOYp1MfdbuXuJnkbBqbvm9u7NnVS9t2+eUt40NVr7ywYS89d81efn7DrlzYio9x7e1O8v/d0bjNxkXxGKcY18zoH200tSYPvv3Qh22DZvDnGD4U/m3xLPhYgYtZgZNoIZIYYDpcerYp/U2/6QtjBM8tydcaChi3tvi5rucFkDot8AC/yfy8VunwNc8Htrf27NrlbfVz01554ZpdAF68FvHLeh5w7fKO7WztR18ZK8auRGiGrnCrzoeIAvCdugMXwr+lrkNu0F/8jxY6r8d6mvitKZlERuHPAAqqPDwIv8C/8A58iNywCTsfgtu4mvNWfFBBOi3yqpya1+/cWdY3l3SrKO1RR9SnC9rOVH/Ig3g/LeQ0lUxMZvFM8p/l60B6ZjbLE+WmFrIshkf+kGNk94z0esxtsC9aG0PfrEpnLvPsWzqpN9OJdUN35TSykG6hZeAXuDG/UDu0YTrUjCX8PwHPopH3fiue7yHrrAFi1/ChmE+tSxeDB22iE7qyRYwH87NoQ/XFCUEUKQLF7uCpSmnLhHgdXafn9djDgexdTzqvI/zR2Q3xCbqJvh20rsJxkYeitK70GxUaVQpc9EisLp81eFBruD31s6Rvs12Le9TriSm/wHTkVSpyZ06qA60SzFy+QM2gN3IBPqyJYmuwnWf03B5/AD09XO4atgqfAx6qS0cjWyKZcczzQvApfoF4Fb4NgEfkg2SkKYRXMvFMzj/Tmd9IOmvspFNn4EoDgPMzB+pQ3J+aqXo5EG74QfAqdAZX+kMf1sXj+OsB8gXgPfgd/l/Fvsq/GS3Lf9e8hHL4Ec1WTeNSs5psN/zosl9WHHm7UwPfEtfZuq9u6hQ+ZtAn0U+SJKK1R13g11Dd4AjdO1ofh/YDrbXz0SFsKzghJ/gvzIvwYc5IVvi4GHgiJ6yVN8WTtVqidtzKNtFb9iAfXiBfhsUl/YMnoDe8E3wmHirXOg7rwpkOnNeR4r9UZVKFZT2MYdRdtBMDN4vfGBHbzbJoaIP2JlyxM4wJfsxY/hwyBH+tPzIyeO0s/vu5vi2V+lU6AH+nEWNYjoJBhgAAEABJREFUM3dVoubAhf7l+GUHsqGGyVJDt9Zrhl9GeXhhKN5ZWukZvA7f8NwNWBfPgAc8hSzg4/LsiDagT0kzQmA+7fp4mtsW0TJwEw3Bj3oYE1vgUDdm9ItidFtAv1ryJVkbQOeshn0aBO1CbjUfwX9HHtbkI68it/JBh7JV/aGeJ0qO0NNNyVZduha5SBI/oCuCocbBN0B6iD6E3CoeaboPTtDZ3Y3y1IMOqEvnIW8tPQNDbrvyH9CJtL+00rXxWt9WwVk0P/fYyADwxH9fLvRLD/+9U7e68KNudzezHIqm7VYHOIIz/Mv4AIzbPJRphOl+Fn4BcfKk8hmIB8zGcCrKALdq+Xj36EOJ4wxPyRrtlXKa0i4wo7napuDxmlg8V9DYYizrGkN4hLEbaN4XfCaZXH9saOuPD2zlfM9I4x55kC/GvBY2wKNteD7v21RrcpmlRf/o40w2lBZx9TFC+gtwDaiS4DuFOi3XQRBBoDMaOupHBXQaQN0p9WJvJZsToBhz4im+oK7zuHDVffAMvlA6cT6ymimdPuU4HdXwrdOhToDordMO9GHLllY7tiI6rz060DPukT3yuiV79HVj472Kc0+I9o8N4mNdy2tdGylv/ry7ZW35SvgbDclLTWNwIDMmHTINGsBv0O86/AsagodLBySykfF/5KqnoTXIlvxSxpa5QF8yOVhq2VD8QLu9Ucvwzzp6Ft6ak1W74XBzzyGRTm7I321Lf/XlQyxJ3lfP9uzMI31bU9/OPU4fh7YqGjDXpz3sftSvcpRXVdEC/cnHFd0PTMMGcJO+5P2oGX0I/IXv0krblte7QcOz4mPoCqyJrw/abBvzeGTA3MS3U0vFNxPxwQS9QDiDA32fijdy/kmVPwvIVA4coTv4SoHY8Y5pPmbKDP8GIA/iYfg4oGyPsMCnxCFwJU33yrT5MJPcTVXXdXgVvKAmX9WZqV7mf3yMa+PyrtYddm17Y9/2diZBk7xNNXGz9kgTzRm7hvivLb5i/NExvWHT+pprwXNtzUe5D59bdVQUqChQUaCiwG0pUGWoKFBRoKJARYHrKfA5n/M59sgjj1yfeIsrPtLy3ve+94Ycf/zHf2zvete7bkg/KuH1r3/9bTdCOqrsnUr/c3/uz9nHf/zHL1wdmx3eLxuOlcg//fTT9gM/8APl5bFDNlv79E//9GPnrzJWFDgOBfgQFBvRHydvmYcPcMVagRL4mM0iMsamav/f//f/qWR1HqbAF3/xFxtyfjj9ONff+q3faui74+S9X/P8l//yXwy7tSh+fAzhXn6o8PLly/YjP/IjWg9jcWhR7O9s/v/6X//rwh97ZDPKk9hXZH+y4Acvu92ura2t3dlOv8rafuVXfuW+3Lj3VXbrgSxeIV1RoKJARYGKAnePAq973evskz/5kxdukA9ysZ6wcMFTLMD8+t//+3+/cAvLy8v2aZ/2aQuXKwt83Md9nH3CJ3xCeXmskI+affd3f7ct6kMdq/IFM4HDT/7kTy5YyuyzPuuzjiyzs7Njr7zyypH3j7rBOlev1zvq9l1P39jYsLe97W13vd2qwYoCFQUqClQUOH0KoOP/zb/5Nydaw3F340MWp4/lvWkB3/BjPuZjjt34b/3Wb9kHP/jBWX4+PHqzZ1GzDHORv/k3/6bdy7W8OVROPcoHU77yK7/SsnjpYfHmlpaW7Gd+5mdu6YMtXuv9VwJ+OIlvzjOKt7/97SeS6dOiwvb2tvERH3BbpA3Gunr+twjFXlt5eUb+V/7KX1mo0/AgvAhPLlTwFDKf9ANSdwoVnoN+yqd8ysLV/fZv/7b99E//9MLlTrMAvgzrCozvIu24u/HRP3dfpNix8sJj/+gf/SN7/vnnj5V/PhPPp7/qq75qPunIOB8T+7f/9t9as9k8Ms9RN37sx37MfvAHf/Co21X6ghRIFsxfZa8oUFGgokBFgdcuBR7KnvNSYLNVt26/YbycyEupvDTWaNWMFwF5eY6X0tLJ1Cb7qe3vZQpzSIuX5Hhxbx5S5ZtwD+Clv0lm1JFlU014LTYp4AW0eEGt27B2t26tdt2awoP0eiMxXk5zP32S005TbdNn+j9e68YLlOuPDe38R47iJdLzH7lk5z5iZGefOHjBkhd4h8tt641axgt2bfWjIZqBe62WFPgXHZjGe6Tq+1QLKtMIeZEv6BE0UQZTHrILPF4mdeNFPurjZfNWp27tXsPAkzbBdWm1bTN8i5dezxcf5FrXNS+GLq/3bCQ8wbEp+vLCbFJzow23YxxCDWc9xzeLlxBTjWeAxjl4gHEWpFzr3kRxIPJo/OGNPA4fANOcDuq7eh3nMTC5s1miX2o6s8AF/owXQ4V72SdC8KYvQFr2pcyjvkaeNDPKUkeA+sUGI8iOmlkY77zMNN53he68bEq9M1xot4Acr0wParODD+Pp3qQEcFM8VUgdOc9ZzoMLY3YKBWBCgReAPNbEn4lkiJexgZxf1bby6Pe2Z/CriD9l8VLEpK5Gs27IKBuv5NCavYDdbDWsVq+J3m7luOnCTvMQehoEncIPNDP9MEYxxoxXAYwjaTnkL0dPxIep7nMvgLHVdUaYTsXPmQUNTrMDVd0zFtEQBjUIkyQxPuTUGzSNDTvYLGX13MDWHx0ZG1IBa4+MZGMGtrLWizzDcSc2r2JjT3iz021aq9OwhvR1o1EzbECtlliCXMg2eGKGvBiHGo2xJpTeic0VCOcAXivzUISyrnqQC+qmHdqj3e6wZUM2elnt2jKbjYD7I0PhPrLzT46NDQ7XHh0K/74trfZsoLzYpKZwrQk/O3QIrUMpp3c531b00c1q9cRasu+9QctGovP4TM9W1we2dn5osWHOYyM7ozjjRH8Yi/6wbdha/ALoUxPtqY/6p6IrkErOAGQu6GtmnpjVpEfwYdryB3rQsmzzbN/WRTfaXBM92TBnVWlj0Xmw1DLyM9aJxsXdVVmuG6gbRqNtQiDilh+u/JTDl+oNmjbUeFDn6tmBsTEPbZ45P4ixXIq22gaPRXvNmnyxxDzJ61LXpDty/ZHpAqCvtOdu5hpf/Iemxrot/uz2W8b4w+er6sua+HpdfE67a0Ufl8/0hVPH2MwGWrrn/aLu0F3yGSIsdBp6bR64N3+dho6TfhN+OU8LO5224AFdAfDIirGkHdqbhzKN8EgInKDb1IJeVAzM4aRuz12dbrSkS/RLdmEe7+ibaH44rbyelOOgPqWUVZjJNpV2kW5RPz2A7EDwpCKRRzeSJDHGGvnB70Tu8EPhiXXJALyS82LLOr2mNcWHifg4U1sT4QaOtF2GqeYejDu0JW13Z982r+3FBqQXX9q0l5+7Zi88fdWee+qS4HJsRMrGnBtXdm17a9/YUCNVXwzkNRDwoHEQJ6ygosDtKVDleA1QABWBnslkXzLZBSAt9A+6J5UeycM0n3PpmrRbw1Tzw0xrIDmk1Ev9AuZ2dxICb9VLGPUSL9srQ6WV/UQnhj4nAUU+P8bS6XGpkNsKzKWnm1rnQK+z/rEsH3b1XO7bsIHe+SeX7OxjS+Hr4FetlhtgL3eMjey6/abhO+BDYCOSWmLofneUsYAGaUgNRh8C16kxJkrSXW4q0OmJWVL4JPhcLfl5bfnOvWHT8IOwMfiw+D/YHXzX8/Jhzz0+Eo4jW5NftHK2p/WRjtEfPiBZk7+YJKpY+Eynmg+quSmg9m53KlueRRHKcJHM6NWKdmb0kn907vElOw+9FLJx47r8J/xC8oxErwFrS6JXR75kU32jjyV+Qs84aCdAdJrRS2sakSY8yAOQ392DXtQB7amPeqm/N2jZYKlj+L8D+ZD9YXs2P4auNc1D3N04qHvGKmpDp5VpbGLK2HZVH32gL6vij9LfXpd/uCrfdMzcQb5xT/ngh4Z4Cl5wpw2NtyrM5HewiTuQjz8tmeY+bowR/aAP+LLdOV80NgA+NzR8bXgRv2NV8xhwGS5rrOVz1LUeYDrSQrZTyXEu15kRB8rrSeETldep8gKZ/JVMMhW4if6qTs5t/M7Ik18d/Rs90g8ymKmOjD6r3rQA2jwMtH0DkF94ZQoz1RM4iYYxMKr/2AgdjWp1p6JARYGKArmOk04p9QwhmzXO6yR01q2u5++FrpPuSqVLU/RXwDTWIsKHUfp1YanfIpRPFWGRfxa3vLx0oFA1k1lx2WJsTJ01Gq1hYNfa8he6srHYvNFy18ZaH2ItCJtxFj8B2/wYPs3QYt1L6xzYNcpge/A/qJf6rTjUZBE7RiDkyB9zZ+EetFT/oQM0Kuk4KWxQCp1uAnm+NLddKp+JZtSV2wHwUEMEogPB/QQ3RUnoBl30Qz+AkiZlmPc5y/ssmsxfz68jBM2CJjmvUBf2NmxjSQi1V0aPFSo/9cxA9AYvcJiHaFu4LRRSl8pkBc6prjNA/HGdHCjt1V6X+MMnZZyQa2AW1zgc9iHCVTs8eKJLTr/8Rk0y15Ss8SHegdY5RysdG2vOcEb+2Lp8YIA4ModPiAwO5YfiF7I21NI6Iz5qQ/5aXT4oz0TxqQGnIX7UJuMZIP/p8Bo4/QD9fLyVWcJKeeqiTvDDh2QduzdsaZ24LT3QtRXWieVHguO5x0ax9s0c4qyeDYMz/iRrn5Rp6flsPeYOIGQ6DuYO0C3aV+pNz6JIEUSWPP9UKAs07pn6lYofjsNH8F/k03PKWVz8FOVVRxb15fVCM/CLRvUzj4Mub3GKjpwB09C1meqOdstQbdI+shjpxXUZn4VlfkL1E/xizKJ1NaAw/1XkGOd1eUVI+kidAZKZwJO2wEc0muHBtWD++oY45QRRl+io6ufJF9gdRUPwIn9k4kcCVKslBu9hf5b1vIW5KraHeRL2Zz3WSwfGXJb/zWBeRf6G5ks1zX1VBTUFn4ATYxy0AzcByJEHfofXG5JFyveGTRuO2zbWMwHm6LTJvBggzoby2MKh5oLIIWVNR3qT+RJjnIpuZUgcKJ9NgxM0z6C9cAJPxkRIq8b8hDZ57Ca/uqnT6EtAZHFJsRlzQPqDblmW7V7VXHNd8/qzeq6DrLImcU5x6IjM0i9oOSzmnvQtn3/WrS6/IBFNoRU0i2bUMLgybtC11C3EA+KGMkVmN3c36mBsoFlda9t8fKWt+XtH83j8hv6oLdp3LD7EIZxXpAuhOTifRbfoedSq/Az6g6+BLgTHevF/MeamQz9qFtru7qS2FevhO3bplU278OJmfJzqpWevRnj54pZtXd21PeVL8SNuwfOMDf2Hvzq9hrFp9FD6GD2HvoMn+uKJlvRyTfpO3TWLHw2P8CnJEaFZ0IL+0wf6Ml7t2JJ4jr6PNAaDYdtaogt1TTW4qXgklXwF/8x4amqkZUrnQ0jbm/t29fKOXXyZfm6ojzlceHHDLr28ZRtXdmLdH/7Lxw7EhExxFugWV1XwoFNAo5t3QRHGFvlDVuDhluQO/YD/0ZPOC/0p3sV3h+fg9eBfCqoWVRFqCTnI4EXx4N7OxOC5DT1P4vKHdE8AABAASURBVKNc25t7Fs+UxI/B5/yorLl+AAWLnLQZ+YsI1aFbMmyh2gg8FKaS24nwyWUjtTzMDkLdJw3ICj3r8r+gAWuvyO5qoWvWtQ53jnmN7At6kXvIJ/LO/wJSBhomdbegkUm+izqpe4YfyEpu3d1qaosyLflC+UcD2rmOW+8Z+g09zJrnmtoGD9bpaBOd2JRdcs99JlUXY2A6CpIodmdO0KXOAP24u8ELba0Jhl6Wbgsa6Bqd25SdrcvvhKeUVUQ4jIcqIYkAUBwWgGaUYd2UvrWZZ2qtM/hP+o60mvQn+Vx0i7pVdnYWdc2uX21E9dF3dzfapX3koj9o2nC5bct6Tr8qXxf/YyXW7HvG2Axkq7CR8EMN+yP76O7GETwgGYE/M/hTMAuDd6d65iGAb8inkDIzKNJKfgK/HIQsDcxB3mKeEHlY4waUFRpiZ8GxW/SH/60Jv13zd3gu/IAn9FxCvkD0UfZ1LNub97Glte6m7FDdoEujmQSNkuir2iwaD1uiPoQPoHZLvMvruK/sJkXg7sa4JrXE6hpneIi6wTF4QWsOPc018OmWVjqify/+p2ZNvguyAu7IKHHs7nDcNfIzZg3xZE11mtoxHUJFvw/B6XN9UKd0hrzBL5l4JXwA/M+ZDsxC96HvgFI3Rrz4P4L5tIxy4lHqC6CBEuaaPip6OKu7G+OAnhhobgs/rerZBh9RW5de5X+91sVv6LoxzzukW3riT8awKb+wJt5QFTGK8A78RB8DN/EZIbrQ3S1JEqtL/hh72utJlzBnwJdCj67JZ8R3B9bUNm0ynxhqTQv9WpcOQ25KepQhtJqHPD298dmm6AZ+JVAXYAscQT9+yjIa70R8jL04sE99g+ehG/47cFY0XJfNOKM+rmhOPj7TtaHmLj09H0M3QY+G7Ad9TLBXpdzSjtqDtvPra9A1QB0gnBkbjYS7i9ZuNdVR03yA/61qSt5anbq15Q9Dy7581qF81/CJpUMYc3AGz7OyqcRJQ25Hyx3plpa15HOgB1y6Xs0Yh5qPpgm5vhlwDxyD7hoD+GN+vPAJuM7H7UAeJvLz87Q0ZGSC3Kh8Jog1o6iYFkUgBfmvIic4g76qABxT6f20kNX4GFchc7TL/Wgb3lZ+mgINwlMBjSX0bkjWWvJJwjaIb+LDSef7dvbxga1rvrWqOSNpyBN5GOeGxhz5jOESnzJQmfqVFf3LRMeyn6n6yHXG/RLUR/JmEU4NGzEfL2lG/4FQdHbjAZm4n8PUjuaFNJdZ+YAT4QPAG4TMgwLKdHhBcfAHZ+o0NaDzRgRulwJtoLNCaF2TPLdFa2QzdNO5nq09OrBzT47s0deN7dE/t2Tn412KkWg/sDMaB/43bEk2EB0a9Jd/xLN4bDpymGgQ1IRxgGPQTrYfeuZyrTu6QbpiEi83dzfKMYb1Qm8yD2WuiQz3hi3D9g6X28a4o396o2a8X8F6Y1360tWuHTpUreo24x5APvilH/q/a/w/wRnZ8HXp4LNPjOxs8FdPc96OMW/u9hsGL6JXwM90gDd9ScVTmcaGMeGadHVLbZmhJ+vyS5qdmoF/X+2NRLPl9a7xngd8DF3Pi87rjw2ER9/Qk/QNe0NZ00G9mdpJpR+CP7CTBcDHacSzeMeH+6RN4BVA5TL4WzwNXvCmqlzsVEH4LcdjKv8wC/1EO7Q3Cf5NI404aXGP9rkn4PrmOAkjTkBYKdDvyU/oD577u2nM/65pXeGa1h34OBdzQnAjT8jO4WbUuE7xisuWJNaQPmHcO4UNgf96sl/wO+nwkbtbdVQUqChQUaCiQEWBigIVBSoK3DcUeGAQefLJJ+0Lv/ALj43v1taW8eGcwwV+7ud+TnPKyeHkI6/f8pa3GJtVHZnhLtwYjUb2ZV/2ZQu3xIbX//pf/2tjg6qFC59CAeYV3//932/ve9/7Fq6dTTHZOH3hglWBigK3ocBb3/pWazabt8l1cPtXfuVX7LnnnouE97znPfZHf/RHET/OD3KMPB8n72stD5vefu7nfu6Jup1pDZNxfFA/ysXmtN/8zd+8cN8feeQR+/zP//yFy93pAt/3fd9n7373u+90tQvVh13BvixUSJlfyzJ55coVY1NSbLNIsfD57LPPLlymKnAjBfiQyubm5o03qpSKAhUFKgqcDgWqWkWBTqdjX/7lX67YYufly5ftm77pm2x/f3+xgqeUGxuO/4MftGgTfFDjoz7qoxYtNss/Ho9P5If+1E/9lP3hH/7hrJ57Ffnd3/1dW3TuwHyFdYl7hfPdapePXvz6r//6iZpj7Qk5OVHhqlBFgYoCFQUqCpw6Bf7Tf/pP9mu/9msnaudjP/Zj7RM+4RNOVPZBKLS2tmaf+ZmfeWxUL168aKW9xCd7xzveYYS3q+Ds2bN2ko+i3K7e+/E+607/9J/+Uzupb7C0tGQ///M/b4t+hOd+pMVxcPrUT/1Uq9frx8l6XZ4f+ZEfuefrsvMI8fz1F37hF+aTjhXnuQD+9rEyV5mOS4GHJh8frTvJHB5eZA56LwnBHOkkH5C6kzijW77iK74i/rd30Xq/5Vu+xZ555plFi51afj5CeBJf5vWvf7294Q1vOBW8/sN/+A+GH7Bo5di5b/u2b7N+v3/son/1r/5V+9qv/dpj55/P+HVf93X2zne+cz6pip+QAskJy1XFKgpUFKgoUFGgosBDQYEkceOF406/afGC4rgdL/w1W3XjHosjWZZviMNLcLwkN+GlvUlmXKe8IHcIyvSJ8qXcixf5MuNlPtOR1NwazcR4EY2XGVudhjU79cCj0axZrZ5Yojzurtyne9IO/efFOPrPS4yr5/vGS43nP2LJHnndOF4gPf/kyM49MbK1xwa2eq5n47WuDZbbsWERm4+0Cvx5sa5Wd3PR1QP1qcUfLyIWAD15QTdeTCzSyBPZ3Y2ySS0x6MAmGI1WzXhJtN2ta2wasTEDuMYLmcIDfMDr7BPDwPHs40PhKTg/sJX1ng2XOyrXVB01o74atE3MzO22x1Q5eOk1cE6nxkujARr/616MnKTBD/AH6QDxkhe4Ticqr3LwAX1X17X4VryKzIXaOvVTHaIp+Boo+wVOmXADx8BZ8Ql9gn8VpgL6Az9P4l4WH8AinuoayOBzyUreNzWkkS/OxbqlotOp6CJEdVqJYwr9aUs4gQtAuxGSpnvgMw/cT4VXHk5DBqmPek+E22I9OUZumFDgbu45oHeQoVrDjTARvybcMw4Rh+A2UI4tDEZ5ZKgtPdPpNQ3gpeZuvxVxZKtWr4ngLloryAS3qf+O3VZ34JdMY5vzX2qpeG02ZsWYRtosnoWsxZgqLULGWJAB8CADLNCZd0bt3DGcq4pmFCjpW4bwLvzUG7RstNKxlfW+nSk2wTr7+MjOPTaKDUdWlbase+PVno2Wu8aL87ykzcZhnW7D2MCvKRvckD2sNxJDDnK97SEnZm4WoOHV2Ob8rrjGHvkGIk2IESrQTYvD3Q08qa/eqIXdbbXrkoWG9QZNA5fYbGStd4C78H7kiaXYlJTNglZjQyPhPe4YOGNDE8mpzR3R5tz1qUTVd/RYDlzkrbho44kbm6C0JPc99Wu43DE2OVw5O7C1R4Z29rElgcYjNnrp2/hMz4bqT2/Ysk5X9lJ2tw7t1S/ohS6BrgHIGSB6I7+mw93j5XvGra0x7IkHhvKnxqtdW1Wb64+O8vbUNps2rEBD3euP2oZOqssngobugT3NzSD6ZzceifLWNYYt9bErH+6gvb5Fe2oT/sMPYIOMAf0TXi35K7EpBH1THdRMP7Ism9mIDJ1UDCJZoAH0ZKzpH+31lzpGvfA5fHFWfLLOhyXke9Aum9LATx3Rsy4d6+7Bh9SNTtuXjzgRpNgvoNBnkyKc6bbZ9VQ6OocCNaE+PSCPqleCRp/fmwPlQiaKsQOXXPdm0r3Xw3V4CIfyugzBL5NfQx1T8UPUqwZKTizQuTkip5Sq5nMaCZ+sgIlsSuAsGqdz/SAOxD2lEwfimvEvoOxXiXLZP66J4yMCNnWDh+EtNlXp9hoGT65Il6w/OgyehO/RLwP4XnLSkJx54paqrdyXSW1S8EQq/IFMYwWA2+72xDav7dqVi9sWH+R6/pq98PQVe/aDl+y5D12OD3RdeoWNOXdtZ2vfdnfTsJfQxYpjNi6K6CxSq6CiQEWB1zoF0BO5LZxKJ2U5FLox9GIRRxcdC0KHUVcOmfRcDlmupwvdhn57tVDiHfUX9UYabRa2Pa51L/qJ8r7ZgBfp5InbuiaOD9CUX4rtH8qXwL6fOSdfQz4Nm+cB5+TnrsvvWJMPsCK/p/Sr2OgUP6dd6Hz8FnxQ6nT3sNm0cQBTA9eAaF/XCsHHXfkFlGVNAz+5OfNhW4afg41Z1vrHGfna4MPGnOAXGyXKFuED4rcM5X/35BNRvi5/D/vl7mrbcqBNgIZvA+AeWZSfOPhBr96gaSP5n/hhOT7D8KXPPzG2oJf8JvDh3vJa30YrXRvIPvaEV1s2FP+cPtbKtTHZS9op7fJsPUlz1zKe31MuzwEbmyRJ+Kg1+WLU12w3rKM5cW/YsqF81aHGdCCfrj9qaS7Qyn170bWudg2aqF+mIwL90EcjJE1hojx5f1vGptvwB74vfQvfUHRfld872wBPPmtb61rgAi+ouHEw5sHDkp0MvhW/ZgL6ZG5GX8CpId+BeX1X9B2IXtEmYy7eC/9evEjbtDmWDzIcd62jeT/+ienIVP/1Mpwa16Wc3zSkjCArZarAC9xEAtWqcxZR/PAp/A+S4OlpoQcyS1Un7R9Ajs/BdRa+TH7NPSAzrmMDRJXPwK3ESQ3dChXdrs6KAhUFKgocjwJS+KHn0C8CdDL6JpXOKXUlugi43TV5gMin8tSRSn8BmcJMaVF/2c7hkDxKY959OF/gKMUndNUvN/ccklpi2HjsTVN2jbU2bCxrMNjn8ZlubGZ55pFBrNWwkXdut0a2Lh8HO0I+/J+61uaSxA1b5C5/YdaeLXhMDXzVldwOqF+p1hSCLvI1D4ep0uYh7qdp2AVsQKby0AMbSv+pW6gtiNPdz+5Fk+AszytOmX6jH/QpFT8EqP/08wYaKJ20oAfxYq2DMpnKZqILdQU91Ag0EeWLVo8fzMpThxDMVDdt0PbNoMSnDG+W54Y04ZoWkCnM4c7PF0o+IQygLTFixBXmfRVtINbM0dP14ZP7wFy6uxvy1tB8oSM/DxkLn1x+2KrmBWvyBdcFq/LP8cORPWQLP64nf5R1ZXy7lsrHBubyQWuS30Rrli65k1Db7FDbOa4aUcZEuNMHxht/OOLKQxeEllG+prrqWjtFD7S0foofzBxluNyxsdblV+Wnsk4LjswZzj85Dp99XXMb0sEZfCnTlh9dE37uLrQ8R0vtiUVoMr++3a+K6SxyqbBilAd3eCETT5c8VIbwTRkvw0greV9hpMOjKp8pzEQf1uqoO5BTUzrVms4DBHRxxKnMOvOiqgQaAyl1A2pnUug+F7TlAAAQAElEQVSjVO0HPkojBAKfuWvSUpUDsuC/zBhL/YQOOAKL2ycLSZ15NYpkwROZpWoj2tSaaIQFjhEXXjfFr0hnDMCR/gao/zRAAELXke+6C+7Oge7pNHgGHh8stY25EvM/5ivrkovS7qyID5GNgeZlPc1z4FXsF2XdPSqFXnn/prkNoa9CaqpRIgtySP6m5kulzRuqvli7V/3M1ZmHMkembXh/rOchzKORC+RE1Yl2mUGnUv9OShqKPuk8zGiaRn5ononvMuFFPQFgrnEhuC0oH2XKfPRJgnZAP839wLek39nHhobtPq9nVmc1t8Z2r5XPeSTb9B0dwwbJLT0LQb/UNfevSSck6Bc1AGVpM0B4o0fKMYfeORywqIoIJTd8gprqifmp9EtD+qsl/dLWPLs7aMX/jAw1z0YXMieF1meEG3gCjMXq2YHRn5F0UU9lWsKR+tw92jAd4JXKT2BzaDaJvnppx1j3Zk38lec37KXnrtrLWhu/cmFL6+V78REheHuiMSNMJXPlOKbF2NG/JEkMenT0zAbdNtS6AHyyrHWJsfwj9HNbazgzfMAFKMZIgbiOBAtaNNV//KXRSsfGet41VkgcPcs6Q9Ql2lOoxOO6UHiCayq5nei5AB9EunZ5W2v/fIjrml14AdhQuGGXXt60a5d3bGdzX/5QGrIAncBJGM1OkXEWryIPOAWuG1wPnoM34eFWp2bwF/yHHPWkP7luSA8io56Y5ElgxaG6Qq6RdwFywse3trf2bOPqbgDPlPb0TCmT7EVeyoh5FeSVeB4c+7coSACvomfQkwA8n8L/kk9wQS4Oh6QBk0KusU8BWgt0+UlN+Sb9YdvG0udn5Gvhu6Dj0ffr+DLS/9ieXB7bhr5vqQxrZDmN8g5FX6XD0RHgBhAHbxcdE+lNyrSkq7paYxvIpvGhBT4YQ5v4UNFmMY+KNqUHyYuOdOFK/wHTQb0K7vxJxQLaoc1Gs24drbGi17B3Pfme+Kst6bimdFdpF8ygAwVNh0L9lmd+pV+d7m7UW6slRtmm5plt1U+9Pely+I+PQ3DPRbNE/XZ3i+rtFA7hRF/x+UyN1OSnNsT/4AFOI43BWHod3lg7N4z571i8EvwgWnTlu9OHumxZ4KqxxupJPKRfM8E0h+BTxaWnU0HOg7qvOHySX+u+CpbxSOdaCBIPHgt8p5IoOzhEntlF3De1aXK93JIkMXBrBd81jf7gm8Pb+DPzwJow/hX3x+oz9rUv34E+4oc1Y7xrxv/bJBoXY1xMc3ujrQLAdw5KvOcRphjlaxrfWrHWjs/WlFxB967kA9uKjLBmPdacaEVzIuRkTWsPzI3OyofBZ1mW3QXP4B35EchKojGkDZFNSMUpDB+eU0Mcncr5YaqxzvkoFY9l0oXpISh1IumzOD4oQF6Vi7LixQwdJsKV4xZtHZd0RWZoD9Q0Dm09v4CHxpKZVY0h/lvJe4SkcW847hj+X1t6hTGkrLvnLate8Mnm+Ao7MBVTkSUJPkqsWcqt+AcfdmlF61V63kGbuX5dsnX0q/R8yTcd+Z3Ih4QlfPEZfaCLoLwuQ2gI5NepBd1k6zLREBwB6soRP+Gvm6TKDPlA7vAD8Q3PyBYhn2dll3L/fWzILH2ijyu6v4T/LloiP6GnJRMzua0l0gdu7gITC0HXgKl4aGrgfh3EPTKaygBu0DpRPfgQ0I26sYdt+cMht3o2xlhCe2zYqnBCTqE//+NHnLQY8/Dfm9aWbirH293NdBqH2o+gCIkfBrFq4J3CuxoHxgaYyN6njF/J44rHdRGm8+kaO8qnCuGxoEFUTGu3aJzbtwBKUg11BoCj5CtVmKqtidYBUoUA/BN5xOOlXFM15QlPA9DB9WZi2PKefL+B5jJj6f3Vcz1bl35Fx67q+TVp3OsqT0vyjJzFeGEDrOAj4R19oD/lOEQ/p5KRafBXpuscsoP/o6McoI6GTBdxaGBKk4irATVy5Ckqcwpm5dUOYx1QjrPCCTyhkLEP+SV+U34QvqojcBU+uW9wJAK3vBHsrB93N57Ft6TfkOelMx2Dttiyc08M7dHXLdljrxvbIx+5pLn5MOh/5pG+La93bbTaMWwh9O/06taUz4TsxRhI9znjoP4HueTXwkfwcIRKDFpacbhZkgButbpbvbC/yDFyyPsavWHTGO+ApZaBb2/YMu61ou3E1B272eHuuudqw62ueSv6HN9xSXPbFfESfVp/bGC8j7H++CBoAC0G0hu5vqobPJmoX+YaevqlMWAskBMgyzQ+StNdc/fQk7QFbuBIXcyhl6X7z/C+yuND44Nc5z5C+l9rR/B3/oy9ZR35nvjlqkY8mYlXBeIJ/teuhOAX8UrwDDzE/QJShal4JYXnxftBc3AT3W2RQ/nVVbH81MqxK/tMuyWUuKRqN9LAC9B1pClOCIQvINxynEQtGgiBWgSxG/OW/AR+zPW2tZ5w7fKu1hZ2bXtjz/gfxGhfdFC3yobNNJ6mYwoOwgWa1+QjNPSsqCU7xVh0pGPg85Ln4J+GdFQCj6tsdVYUqChQUaCiQEWBigIVBSoKVBRYhALubm9+85vNvXBGj1GYD+dsb2/Pcl66dMnYgGuWcJsImyF98Rd/8W1y3Z3bfHTlkUceWbixX/zFXzQ2gyp9/4UruIMF3vWud9n3fu/3nqjGv/23/7axcfqJCleF7hMK3J9ofPzHf/xCG6F++MMftj/5kz+Jzvzmb/6m8eG7uLjND/rk0z/902+T67V7u16v29d8zddYc4GPo81Tiw8jfOmXfqn92I/9mN0P+m4et1vFP/ShD8UHFy9fvnyrbDe994Vf+IX25JNP3vTe3Ux85ZVX7Du+4zvu2ccpGHs2hnz++ecX6jY2Fdu6UKEiM/xaRI8d8KHQ8mN+xy50ihl/4Ad+wH7jN37jxC2wsfKJC1cFZxSYTCZ61qKHALOUKlJRoKJARYGKAneDAmzsjy+waFs//uM/vvCHnBZt47j5+ajrd37ndx43+3X5WOc4iT8zXwl1MMeZT7tdHH/oG7/xG21+neZ2Ze70fXzH7/qu7zr2PK5sn4908LGO8vpw6O52EpoyH2CT9sP13YtrNlpnfE46n9rZ2THGOMe9+q0oUFGgokBFgfuJAvgN3/zN33xilL7kS77EVldXT1z+fi/ovvizJ567MKd/6aWX7Jd/+ZeP1UXWhh9//PFj5X2QM0GXf/7P//mJ153wMflI6Jve9KYHmQwL4c4zije+8Y0LlSEz67Jve9vb7ov1cGThX/2rf7UwLu5ufCzoJL40NKjgtUEBPiq96EfbmNf8y3/5L405172i0g/90A+d+GOYdxJnPgZ5Ep36nve85775MDnzVZ4DnYQub3nLW2x9ff0kRW9Z5tX4V1//9V+/8EfC3N2++qu/2j7u4z7ulnjd7CbPIP/ZP/tndjrPdW7W4sObljy8Xat6VlGgokBFgYoCFQVuTwGvuTVaNeNFMV4qHC637Xro5NfjdvECYysPl5RvXMRn94o8upe/6JhfD3V/uNwxXiCcB9IGSy3j5bRWp251NnwQPryY5u63R/4O5HB3q81emKsbL0zyohx4Lq91beVsz3jh8cwjA1t/fGi8xLv26NDWdE06Lz6SZ3m9a+MzXVs60zFezFxa7Rz0l74L6C8wirjoJ1rnceVVGm1S7gC6UedY9VL/8nrPloUPbdI2OJ15dGDgA15nnxgFjqSD01j4015v2LRWt25B3yQxT7z4Z2232x3KqnKJ8YJsu9eITZp7w5b1NW6M8VBjSwgQB4gDQ/Vvdi2egK6UpR7qqzcSS8rxVkPuduoHbSRqq3zhvhEvStYN/u+KTv2lpg1mfesYfRiMOwYMI2zbUH0GBgp5iZiNAXqDluqAzg1rtOvGi8mudmgPsAUOyoFjjU0BRCM+bMFLuH3hR3uDQu5KHOZD4gHQXgCOJd2poy0+KF82TxKzkuRlaHf5oF3oMwNoJkgE9L8m2UzEIy5cZ8jeCscp78byo0wKXPXUVQd9bncbkm+gGWPFmLc7Gi/xAG2YGuDlWoD3ae1OHMLhZtW4u6k5o114ENy64qH+sG1s7sGYDUbt2JSdMSdtdl2mF2Ff8gj/dftNa/ea1mRTmXrNPEnM1YyVYNVxahTQOMM3Ln5jPDsaB8ZraaVjy2u9sCFsznKWzQFlP9YfGSoNGNjq2b6trA+MjauW1/o2PtOzJcF4tWtLK10bLecwJJQOGpYgnToQDJc6FhD6qGMDrpUnQt0fCIbcEwyVPpStibqoW/jRxpj2hCftr5wVTucGxsYiZ84PhKdA16sCbBD54Uf62JKuo7816SoLRrO7eojsIaplGBdg4BbYMB7okIZkAllHRgbS7/SBjyPQp1U2UVDfVgtYWe8bYzZe1TisQPuOQbcBtBNAz4FoDA0GkkHulTCCnhq35TN9o56SltR9hvpFWz4KRn7kFn8DGoYtFO/kWEuHWX7AU0B+deiXTqufifQjOo5xaMmP6slODJfb6kNX/ovwgL/U7iow17eR8Bwtq28A/RJ/0K+B+KWE4Ctdgy952TxqSXQZi1/o36rqi3rVtzPiFeLQDvpSBhrRT3QbtAd60nM96Szule301UbERc9Inw+LvH3pxt6gaehKdBzjmohmjHHoOZGnpBWk0aUeaPB7AO5uNdGLsnXpffwQ6uv0WwaeMzzm8GGMwe0GvIRjT7h1wUm+UStsSd3q0r1JkpiJA2d42CkeRSP0Xd2zWti7uujUlG/dCp+txJ1+BAh30oD5a/pKWj9o3TI2Rc77VYt63d3cAcsPtU27JZCou8aY1GqJQWPo2xOd4J8xvqx4Bx5B1xDCK9wDD+xetA9+GgPipJfANXWhe5BneD4RrdngY7KXxqajbKCxrzjAhiNsqsF9HihYeXgZUTgf12V1VhSoKPBapICHbsMWz/wF+XG9wl6hG2d6SLqJOProdhDlpM8iLMpRdiAf4jQAm42vktfdtoHaxBZHuuI99Qf92ZKvgP7EXjBXMPOwl6HLbc4HUTxO6XpTnqSWWENrNZTvyO7R/6F8iLH0+op8jVV8AcGafNw1+QS53yM/RL4C+n4sGzCW77G03DH8iaH8WsoHjvJBhoLAWbgOiMs3IQ38hxHvGCEbb1JupPJLqm8875cUeJQ+LHissWYjX29Z6yIjtQ3eXdn9drduQQf1y108oD5acQQtot9FwjGCWfaIuN1Ir5bRPnRgnQafCfzWoZcgp9cgfLdlfHLRdaz+MZcYrXSibPS9oMVAfARtCAei2VAwKO5BpxxyP5Z2qQObC1DvWG2saP4BHgD+aYyLaN8Vr7Tk19Q13u4eTAFNZn62FYf6GunKAz81tKaIfe7J7tP+ksacusNHFG+sMj7wg2Cs/oELuJF3qP6AP33J/THNaYRL3Cv6RV5wpBzlmTvlvNfXfGpgqxrnAK2ZjdU2+QeSQfCB/7vy2XJoWU++Tl/AJmfkgS8Iy+s83j6Yi6tP1NFhZpaTYgAAEABJREFUvi3a4ENCH8ZZroiJBAEFZQ4CaMSVQgJo6O4W9GrWrdVuWEdrFF3RvK82cjzUd+ENLeahpAsh+cCfMl1w6jatxKkmXzfBR3Yznfn4mY4SB0XBg6CC1zAFqq5XFDhMgXkdUdxz6ZKa7GRN9qAhHd/S+k9b+qYrOxp6qNRVhIJIwx4pjh6Na8XnQ9KvA/IHSPdhC44FbRtGGenp+TDshe4RLncMOxB2Q/Z0jL8g28eaVm47BnZGtgkbdebc0MJ3kB3hPv4F9qcnvdyWjqbv6FaT/g69WtDnVkHYx0MZVNwS0RP70YSe8snwzXqDpuxNS9C+DubpFvFZXzsGfgPRtquy4NjUmlddzw8YL3e3OG4yppF+D39KlMrQ3c3FZ4lsF/hDF/rTE4/1Bu2w14Ow123DJmIDCQFoAg2IA1z3ZE/hT3xV+JUN+PM1GrXjgui7fN8Ib/JTIsYt5a/NxqtuLdn/GC9wE2+wfhHtaxwIAzfFwSOuizjXRwH5roO5MR4cSxY6dtx8w6gPOnZsWLZT4igaQzdo3xAv1VjX0pgwNmZuJoCnAZs/5uiF79FoJqJTPdahBmoDnw2Zwufl2eUafrnmCauSvVWtUSKL+HP4pWN8Q0DySjlkF38//N9l4YxcyzccCHL8y763RYMDyO+1DRkBQg+ofOkL0w6+9or80RXhsCpczpyXDsAfV3hGemBVPit5KMP4dMPXaljQRnLm7vNUyN0qaAFcd+fQRXEfOhZRc/eAWrGW15HO6Ym/aBe+iVC0vBl/cQ86xz3yaDwpC8x8VukaZCspxlPNBVLgEJGb/JS4mZu5uzG2NclCo1hHRQ66pRyId0o8wIV44C18uL4et7b1JaM9AXW05AfXZV+o312NWXHMEJi7vlla3HbhaJaoPDQEx1bYqkasaUKLEh9wIQ6AG0BaGSLTPdGwP2rFeip6BP+aOqkb/e3uxgH9gBj8w7iRYQ647YkbfQU3xgY6wZvwfs6Dg7BJq+LJFfhP/Mn8DHtEvuFyx+DnoeR4CG2FJ3gDw0jjftfIy/yRctS9rOdM1HdGfL6qes/A3wLmo+OYL3VtWNRHv5lb5NA26NTX+BIO1B4hwHyJMICyAuI98S3ryOgR+jmjm2imUxTJaRc009XshECzizwStM2j8QuP1CV7TeknxgUeQhegK1Zk2/O+iYaSYfRMbtPzuXXoGD2nwQ9Yki+Q65aOBT1DrxCXzlA/qDPoIZoO5oC0oa5nZTQeo+WuRV0rXVuS3hoDoinjhv7IdYzmqaJ96EDhti4duK7ngmvSN+BMmdFyW7auZfSL/iFr0KugVr5Wk5mxWTbr3Kx37+9llk4yY4Pq/5+9N4GzZavq+9euM89jz32633s8QP9qBANBowb5RGaiTGIIGmZEhogiImLAAIFITPJR4qxJMHzyIRo1EkXDkBiTGBE+SiAYDYMMAsp4H++9++7U3f/fd1Xt6tN9u293n+6+9753q/qss3dV7WGt31p77VV1unYFC/qtIzHmO7AHG/TRkc6gPI98HCOVH6Vf+IcH+CePfB2dp42aYhTu/2C76MzV5F+WbuRF+piJ4RI+TGMv92FqpyecsLMBvl04sd8Bc51j7DmJJ3iE4Jf+sUXGSU3zLnbE2DNtGxubxv1/MAAL9rc2tswXmndGVEgfsaPv4nOPQ2CHjmX58quJ5ray5pG67LWpuRr7gTw+lv3w21RJ81eSJOa2HEBFNqO28DP8XrQpu2JMsQD7XXde8MXY7zp70c7fJTp/ydzeGG+yNaOSt0E7B5D6iCWC6kBiwxLxzNhivNfFI3y3xHtLPhTefRxoXGyntdQf58e0r7KUT6mu8zqmcUX9LuNOvg4/NJbfx/+M5YfIQ/gmzg3kr3zsDxvG2KceaUe+rpO1FdOujnGOMYyvGGTt09ZY89ZY88qc0jn1w5yDb6YusiFjVfFDqSQdAEKGS5ZEiE489fb1FUKwMv5J8wc+knmKGIS88ya/hT7gD/2YBf9YtqFy17sy+qRHVSSRHkvlIN9bshr2p98R0vmzZvjziu73UUbdW76JH8/H1HeO/7W7uUSdloQ3Y4M4Bj2gP3TO/0SgN2gs+xhJbwPNowP30w3raW6jbPTV6DH31dN2gT36fsM6so+O5+tZXsfk6zs6jm8HF3io67eEmmI//HpJOglBQEbmYwocyoM1xK6pXJIEjZ3E0FUtGzcd9UnMw7w7kixzusZIY4COYfdzusYfY5PEVFFGzdXYp8s5bJhfZ4hXt3HxS5suu+bJbk5RnrpRLq3T9Lq0Aw+MC8bTQONqICwZY1wDOc7iAd4WFAPMa/4nRkn5I05pGdcbzHvgU62XDL2hP+Rm/rV7wCaV+r3pKIpUaiGxNH6RD8cuGDfYSUv+DZvpZDbWJs0oz0v36MptU7FqS9cWTRFt0Jb7ftkYdhNCULeQEj7ODJmDKVFd9FGTn8B3oCd0jo7HGjvoEr83lg/EBtH3UDFnamMN6w5Fsi94dUKOjHdsyUnn8a3U6eNbZT9xnI5l12PZz1jtzymfxu8t47e1rtppS3YwgVrKQ/DIvmNDfyL2czxVr5MRZcCOmKuu+3z4izg+kd0s+B8pdATo3HRDEqwkPVQz/0tf9I2sHr8jl+RjfMSx4XgKW+J3xvZAePR93DYMnCKmXeHWZYxmsoBHx8dww2La1X7XyzXM0yGpxq78XByztD3QuKUvxi069P97muJrYbVjO+J3le8N69bu1qwh31/R9XZJPlfmIrxMW3B7d7z8S7tZqpP5B3zKXN/IL6a2X7Wov06vYeing3yZDl2P2T7HOc8x+Gh1qs4Ltor9EzuHID7EEd/GtgcPHL6MsnJUL2muwyZol3kTPumP/jvCtyUMOMY5ylAWnadjz4w2LNuIubLsySRqPBHuYMh9GngAP3Q6xrakt7mVto2XUxrpGGOLOY8yqe9uaJzWnXLfL912IewrpjHP/pA624QPh6hD/+BRU1xAHABv8Gi5ErZF5xA2kAhjMAM7xmBdc2WrW3X9t/s166Bz+pctd5R24IF0N6lcS/poYQvtij8XUNXYK8nGBJXNvAUz6qNT5HEedc+qqX66g5qBJfMdOIP3vK51eWbBSfm5DP/xYssoN9Bv9IO5huqJRg0Du5Tqroce8olIe1NYk091pjE8Vl38gtrx9haaRtv4yLH07CSfyTnaZqy0NEfUxHdZcw6y2D4bsoYQDL2gE3TJ/9dzD4S28BPM4fNuX9x/6Phv0vTNOfxJX/xRtjdKZcI2XG/DRiajUmRXuT4yyKfAK22A47zsFppT3JDil8YLfZXrDhvGGGxKHte37l2RYnsd+Qq3kUHdSLvCkRTqZsfyvOzFcZGtNUXMn+i2jL3Id9uhtuC2EVQeTMvCljbqzbLRXks8whd9Q45Bxgf70wRfThlfTdkybfCMREX3mYm56SME9WmzbfggYkvuoVy6uGHnz12ys7dfsNvPnHM6e8dF438M/R6D7r/E8nlv9O2ymvmYle+Hx1avai30oDGRzqdlI56rcP2jOTAkeQtFpkCgQKBAoECgQKBAoECgQKBA4EgIHHXBqHe/+9320Y9+NO+DhaPe97735fsHZVik+9Zbbz2o2FU5z0tXHvvYx87U1+te9zoDi5kqn1AlFnhioScWfDpqkyyyxmJrR61XlL/nIXAaErXbbWMx+cO2zbUxL/u7dOmS/f7v//5hq9kjHvEIw5YPXeEGLPjABz7QvvM7v3NmyVlc/0lPepK9+tWvvqaL/B9WABYQxPY++MEPHrZKXq7ZbNrTn/503YcK+bFrmXnjG994zV5O8Wu/9mtG/0eVnzmVufWo9SjPyxjQAfmj0Pvf//6jFD+1ssdZKPLUmCoaLhAoECgQKBAoELiKCNx88832rGc968g9ci3w3Oc+15hLj1z5BCuw2P0zn/nMmV5+RMz90Ic+9NjccG3DNc5RG/rN3/zNmWK3o/azX/nf/d3ftV/91V/d7/Sex6vVqj3lKU+5YuzdarVsZYaXqH/oQx+yWe6T7MnoMQ5yLfWqV73KuG92jGZOtGrRWIFAgUCBQIHAySDwf//v/7UnP/nJM883/X7/SPdOT4brq9/K/e9/f7vvfe976I7/5//8n/bxj3/cuNfzZ3/2Z4eq963f+q1WLpcPVfbuXOitb32r/dzP/dxMIiRJYr/wC79g/DY3UwN300q9Xs9/P5iFfV7Ida2vT4glebnMBz7wgSOL8LCHPcwe/OAHH7leUeHGQoCXKT3taU87stD89sJLnLDRI1c+ZgXG5cte9rJjtnIy1fEx3/Ed3zFTY7/4i79ob3nLW2aqe1KV0N+s16unFcfwfw8/9EM/NFN8xQu/Z7knBZ78NsVLxpkv2T8K8QLRn/qpnzLubR2l3tUoe3fqI7k7MVvwWiBQIFAgUCBQIHDSCCRJ8EUj6s2KNbtV6w4b/tDiwmrXVu7Vt8m9B7Z276Gt3Wdo69B9R7Z+X+VFHLucBn6e47HceqzzZUNvZ+WWvvFyq7mVtg3mmv6Acb1RtqQc7FpvQSyUyolVaiUDEx5iBJPRQsvmVzq2uNa1pZt6tnxzz5Bj5V4DWxVNblUqrEjBbOKYDXLswGPtPrv3wUPHhKufV51Yd6KyaX7gOlilffVDX5D3LRxXbu47L0vrPVucdJ1HeO2PGv6wbvrgb8X8ob9SMB76C0FpMP1AZgduibDg4d/uoG7jxbbxAO2S5F912xjamuxgHYoyZHk/pvyadL8mXFZv7duK6oAfD5TSHu1WqyVjQZREdmgW7LS3EIKVZGfolwdvW7L5nrAaLbUMDMF1VViD/Zr4j3KsI5/2XU/kRZyjHHWQC3sezjet069ZQ+MJuYLkCkFyQYeQL4RgifRUriSus0arYl3xN15q25J0TX+pbQ2F/cAiX+uylzWnocHXunC/SbQuPlduGbjd8tDuYK4l/upGu6VKycIR+bPT3EIwfQyesAdwIA/5iYP6zhcJmGqnlFhZNlatVyRzNSXppt4sWa1RskotmbK/dFEEHsaNZCexwdc00WYwXywQ3lqdmg3GTcPnLt80sNWboaH8ytAm99qmVeVXbxnq+Mgmtw5t7daR8kNbUfmlNfnU1Z6xUERv2HQ5saEQgqATWVCvQReOSorPiSKArXiD0nEIwcoaV8xnrU7Vuv26dNuwEfPHctsWJh3304uTni2tQX1bWu/bsmjpJuVFy6IV2cEyJN2iXwi7WLl5aKsazymRhwY6RpoSNuN2gq3sItqB0rYGsp2h5o+B0VfaZ8aL7GlR/C1gU/L7A83TXc0BLJxZb5atUk2MMWrbW57L8ciPXP0MN0jgg9RXfpFu4AKeq7WyxkdFumHcNaSbts1pbl+STtDDsvBfFvbgBN4rjuEgw3g73caZYwOjXFpnYMvojXaE44JiqfnljjHv9ceNNN6RD8JOQvS/Gp9bmxqfm6kPcp4t3WRSaSZ+SxZ90j0yIn1U0SyEINQth2MAABAASURBVN2UjPmn3atZX3PHaL5l80sd2V4vtbUom9JV7EkE35532xpmsg4l00BEKkKmnNL9ZcmILc+vdBUfdGyo+a87aPjiuzXFdFCjXbWO5sTeqGnDhXaKtXDBRvFhk3uNbBJ9m/qfEOcI8+1jaV/wuDjp22i+bR31UQdD+faSfHwIieTfiR/6t3wLJmgsCG9wrzcq1hJf8DoEH/QPHuofviI5DxlvMe+p+KPMsuogO4v0IB+LYMAXC4PR4dYe+rQT2KK+Y1O+rx0Wdmk0q4ZcHq9p/C6tS4fiE74nmjMmU3hPpmRb05yyqnPuG6RXxgKyDRQztLo1f9FjSfEgGIYQ1Jvw1vf0B8zhhXRTspsFgyfwqNXLKebDhoEXdgN+6HVFNjgRps6PePJU+2AMxXMch9ZUZk2ycA4/NZZ998Vnp98wYl7me+dVfAa7fIO/eBR+Y75ICwQKBG4MBKZ9QJCf4oPPqGte6SpuG2qemdO8hp8iNnK/I59DOsFPTvkn/ND1RPjLVflIKPX5Q10zjHxeX1CcE68TfL6qV61cLknpwTY3NI3Kb09jQyyyw0dqh/PMbSbQSpoTmOeb7Yp1hFufmEPzPHPH4qSva8++xx3MQ/h7J/n7ZdGK4gmfb5R6fk9MB873KnGBlxtarOMxi455m5rjVpi3oPW+x9TojkURWQxxONew7rBuLcXl8FsW30Fhg+veMrmj7JJRh/yjKcTTQ3+prj7bxbUDXnE+LAnrqubCuIBXX3gRg8wpRlzQfM18tqT7OUvIIJlcNmQUXsjLXMk1PbTT5gY74qhVj2UGRh3y4AuxT5rTTUNdBwyc6BO9MT97PKMYsqF4olwtWwghvX6UPAiXJekxDkxRCEJV2JaEcV1xIHbWk5zEbnOaqxckJ32hrxXJmPIiPsRzKtdAOh/YxO1hoPxQFFPyQ+cXLJbBRm2A09Kkb/OK5eB/oFi7q2sWYhfiYeJ+50UyEdPMLXeN62biHNpwLDWuJ4wb7zftZ5Vjio1ivEE/2BX6Qp6uYlGPORSLEuuEJDGBJVym8MrBkp2ZSPvYRJABVnVvAnwGugdAHLMgnwNf6AleIOct8iT+/BjpLSPhIizATRgw3pCdRWEbrarHbGXdS4IvC+pXfe/4wMeOA8VOgcBMCBSV7kkIRL+gdFusYImunyv6bYT7x+1u3Zgjxrq3taB7HPhx90tTfmrVfRR+dCA/BZE/IYptK93hH2P/pJobOOdziucHxlyDD8fnL3usMPBYAZ8LLcj/zule3Wixaf1Rw1hks6F7Xu5HJX8QmZzplshjoy07cMPXe6EdZYPhl6u6HxVjp8G4ZWPd61+cvj+iuWdVcxBy7CbmRydhsKYyyLaw0jPiiY5isTgHlEolOf+wd3xn13gTJuDj8aTy2FiZGEm4wD/3eriHtaCYAX0ho+tTMq+KJqIUl9S+2J8Ii4li9VXNi8QZHtMsdqyvObbdq1tdMT73JOgroM8gDNQ3fKBT7aUfHUsz6TflWdjX72lp3ieOGCuemZf9L2v+zfmAJ9EEGyQldhUv6fmhXT/pNmZgCYHvssYFYwHcBrJJxoDHzLq3XfL7bUHxjUxK+IBZJLDToRQsfSsMtLJiwKp8Rl1jqKXf27qKyYa6nzyWnS8oVlsUdsRT9IeunITlckb4FcYqfOUElj6eD4ElcTN6EHGPFuxXdGybBhb7WtK9smWNvaX1vmLDnmFz4/z+d83gnxiS321CkNEgbEae+JcEJ1XiHxXzdJ8viub4qUwIwRJhXBbWdd2nZBxz/QI+q5J7gi1hU5JnIlolzzE/N7R0f2hrOk6ea6VlyeWxsWJebJYxxdjC95SJD5PE2CIfpOxHgsc0HyyEYInGDHZAfRb97Y+aNtb4WtC15dLawNDTRP1PNAYnjEXlwX1VPJJO2IfEP2WXMv7mNJZoi3jaMVY/IaR9GhuMRGIfivuk2ldx8WgWVJffOOuKr1v6ja03bBrx+pyus5ak48gHOMEPtCd/4hEMsUPsdLTQMdpC7praLktPiX6z3bJgm1vZmLD9NxVRoew8O8EshGBi18rSBeOE8TaQrxrL9uB3QWMEu3Q7ld1H24WvlOeBeZphimy+D+/CHH8Z6yDHin5LJkUero+HmsP7I811uk9P322NU3QQcYMPdLu83tdY6Wd9DWx1h26HNlH/UMQUPsAaGcAe3GgTnaAbdCTRJb+lG3hESo/s+R3tk9RJpUhpr6LrsLr8e7tXlZ7qNsDXCMd5zYt+bb0mGdahga3Iz4HpinzNiuM6sIgpmMH/waQ6wtjLZW3EtmiX9p3W0z4dQ8/3jXkeHSxk/7sxXmw5v92h7lNIB41W2aq6V4BdIJsFS7cpjDiO/eFnayrbzq5v5xXHLNFPJttqpptV6WyVvGxjEik7hgzwSr0FjeU5jUfskDbruo6v6Hc/+qFP9/VTfKSMpaaNLuJ8HkIw/EWieaCieYC5s6u5E3uI99foc1UYTtxfDG0CX+JxVcdW5dsmykPw5+Q4D43f7EbyOz2N7YbGuGMl/ZfkP039mjZYhFdli889FIH9dIzdVRVH4quxkf6opXi+4b8RMVaYY7BnyjG0sNsUIm/RYxwWXmdh9gvnL9m5u0R3XrSzd16ws7ef9/TCuYt26dKGyqZ10vp7f9M+pZz0tbWlXmWnIUmMOZ//h2rwPz8aH37/WXPVwqQvnzsw7J97UJM9rgcmGi+rjGGlyxob+BjGxrzqD/W7WFe/izHfN+QXW52qdQd16+v+2FC/187pWmdB8wt+ejn6Q7WR+rChpeMtS9W+7+9IB5SxFY+pBobPg2gLf8v8MpL/HXD/Vf02OxVjnCZMeJb6CyV5RrDkeT9+il9BbcNHif8Jk2+r1hLxVjJso6bYq6b5vSKfVZLvQkdSlQVjS7/Jwa/Tln9bkFxpmyX/Lb6udrC/jnSQXntU/XgIQTZDCyKqKsFPxSy7J0XTbU7n4bOi8eE2p+vFPnOl37vvKP7F7vq5Pl2/+GPpmXuT23aQ6n97f+i2mu4PlB+4fWC/Ocl+yDPXMgfOKS4dqd/eSGMTPy6eQkjxAVbnmS+RPjth0QHmGiflQwiWKB5jXGNnDdlbV7IRB8zpmoMxsaBrSf7/hnGyrPkxp2j3mZxpDJDyv6pj8DwR76lsQ5eLPMc4t6oy6TXGwKgbx5CnWT8r2RhbVszrtNZ3rMFhUXPuvK6JuDYaLjStP6pbRzEZ+qkJk7Kui0uSLYRgcZPIV228xD5PNEUAketZqUk27LKkOZyxx9jpj5o2p1gEfFI/NTAwdewVG6xCwj7uT+QLJ1kssSydUmdB8dCYWEFttTp1qylWIgZ1PDVmTZvzQArBi9K9PpSLYxVNhBAsJGbEaTXFScRLfflX/u9rTj4Ye0vj975ha/AOMY5SexnmtoQMKUW7G8qWRJKDOssaf7QBIde82qcf+sOvE7835eOJgYnhmffG8r/Y+4raoE/anwivieM2zMbowHmYgJ2O+1wjWycWnBd2Pj6HTV0D16wmn4bPDEHoQEoiXDHVoT0/ft6/ZLa70iA9VLJroFa3ZsjDuIV/eEAGZIYnxs6KxlROwmVFFOXbH9ehy7kq2RivaTq0tO5A5wbKZ5S1D9bLjFsfs32jfyeNXWxyQfPngsbt3FLLBppTe8O6fmesGfNtVfNH2ecPAaWPmX9hPsaWQUBWgKRJ+h2MesTL/VHD5uQj6XMZnjLd5ddZ0tdEhCykE2wf0jF0Tr3FSd/HEPdssYuKrlvBOwTxow8MOS/+lXIw/e02v+OAGeO0Kr/UbNf022rTsBHm++X1vsHbmmKVlfW+gQ/n6Lut+8bMiWX5siB9hxDMt6yDNNmHCS94+C+aTilYSMxK0kNd96F8fDLX6XprXraNXa3omnhyr76tcr2R/Q/45N5DW4Puo1S0nv2P9VqepsfXdv1v+JrKQutK13XuJqX+/9jCg9925zQP9UdNa+sata6YrKJrFrDcLVkQPvBckQ3V5VdaGtd9+ZU5xWy0syp+J/cemPelfujLSf1xbDdfE8m1ckvPFta6sqeODedb4qFmNbVNP7v7P+4+MpVlZ7TfbFetk83DY/G/KB6WhfkyzzFIjhWlq+IPgk/kirQmGclP62ItyihdgPOaUmjix4XJVB1vT22Trkq/9AUOSzd1bV7jdiQ76I8ajgVjtiK8wd4O3IKFIEJPmq+4nmCu7ijOHWj+nlPbC5OO/EXPeP4B2VYzviayK2TyVDxPnH/saeD6RBaXV+VJvRx1JMeqP08xMPCbX+34/5b2iBV6NfnnqsFDTTolhZeh7u/ABzYOH7TldjJtM8qD6bp44dxatr8q3Szf1LNF3aMgLunJt9V1jXJYewmJWRA+2AJ2HnkayE+Cz+J611al+zXJf9OXjWz9viOLfXPM8+JlXQR/2MIqGKgOY2Asn9uV7vCTxHvowOcm9WtH3Ph/4c2NLdu4tGm82PvC+Q07x/UeL+T64jm748x5fynzhXOXbPOSfJSclT6K47dsy2/+mezBjJiC2ALfz/95tKWXnniEWt2a1eWDGBcl2QzYhBDMDLJiKxC4OyJQ8FwgUCBQIFAgUCBQIHCNEej1enaUBaO+8IUv2O/93u/lXJO/cOFCvn9QhhfD1Ov1g4pdlfMhBGPhbxaOOmqHZ86c8UU3WXzzqHVPojzXHz/7sz9rLPQ0S3ssssZia7PULeoUCBwGgUc96lG2uLh4mKJehgVXP/zhD9t73vMe3z/M142y4OphsNivTLlctu/93u+18Xi8X5FDHX/lK19pD37wg+1P/uRPDlX+WhTiJYksLHsUG5rmk4WUv/qrv3r60DXN4+eZo1hk8moyQn/0S/9H6bff7/ucGsK+96iu2NxgMLBut3vFMnudfNvb3mZ33HHHXqeu2rGPfexjHksRG1y1Tm+gjlZXV48kLXHpXXfddaQ6ReECgQKBAoECgZNB4Nu+7dtmijuZQ7kvwZx6MpwcrRUWfX7qU59qsyx2T0/PeMYzbDQakT0WEbvTVpIc/UdKFiUnjjsWAzNURmfPf/7zbTN9kP3QLTzkIQ+x+93vfgeWP2ocQIOf/OQn7Y/+6I/IXjMilmZBb17mcM2YKDouECgQKBC4dgjco3vm/tPDH/5w+8hHPjKznE94whPsy77sy2auf3epyAsueEHGYfn9y7/8SyOe4SUlzKUH1VtZWbEHPehBdk/fPvOZzxgvKDlqvBVxed3rXmePf/zj4+4NlT7xiU+0vu5ZHlXos2fP2stf/nLjOuGodU+qPOOAl/Yctb0Qgr3oRS+yRqNx1KpF+RsQgb/39/6e3XrrrUeWnOscrncO46uP3Pg+Ffj/hB/8wR+c6WVNdkob90Bmmc/x57w86h3veMcpcXZws7P6GFo+jTgGW/qxH/uxmf7vAT//2te+1vifF/ibhb75m7/ZXvjCF85S1X7kR37E/sf/+B8z1S0qpQgc/S5YWq/4LhAoELiRsM3NAAAQAElEQVQuECiYKBAoEDguAjwMxgNs6cuJatYdNozFM/zhvVv6xsNv/hBc9pDeOqlo+9jA1u+7TfH42n0GFvM8SLf+ZUPzh+10nIchF9e6/kBof56HUmtW4wHvUmLXenM8KokvZFtvVqzVqRoP0Q0XWsbDg0vrXYN4EHL1XgNbvVffVnk4UMTDnukDlgPHjYceJ5LXscgeqoyY7ExVPi839Lo8gAn23h5t09etfaMP71P7K+qbh1mXburZovjyh2xXOjbk4dJx0zr9uqUP5petUitZInxDCKaPmQU7zMYDgzyg2h3WjZdWLax1bFn9rdwycP2iW5eFhyijXdx3KJsYpaRjE5FjJHuCz5H44yFR2oWvsvBOebNT30JixoOkPChZa5T94dXeuGHxAWEwhVd0h2zrkgtak0ypnEOX2/OSC/3wcjZwwT4GsudOv2Y8sFqulAysIx1GOMqWkmDUhUceMu1pTMLfsnCHN+zCbUr9w9c6vEHaJ78unm/SPuMNO+Jh10XGm2wj569ZVh+J8XtwECbhMMydchlkd4KfUrAkkg7q41jafhvPxrKiQDwvDIOINngIuFYvW71VNR4Kb7Qqhr/jhVzVWiIcgiUqqybMF3Wx09lo3wykg4UgUp8sitDsVq0/17KF1Z7hV1ZYVOKWoU3uJbpVpPxqtvC2H9PxNRbN8AUXRrZy09AW11j0oGejhY51Bw1rSNayxlVIzCzYZRsPEV92sDgwMwKOpxQcQrCKcK/J3tJFdmvWHzWkl5bNr7QtXXy0K331bGkN6qeLAa+TDpQX3QT1beXmga0o76lsIrWLgcUFR1bdLoaWpjqu/YnmhVX55m1Kz6/oXFou26ftHdS3ZfUFsXjHkuxpaYJNdW282LbhXNN6w7r7y7p8R0W+jTGDaUlsQ/5Ipo28kmvzcYZMPG2JlE75BeaZquZC/ABz0GCukepmueM6YSERMFi5qW8p7oMsHe6Nu/B2vUg/LC4FeT3Vpx2wXNC4nlP7o4W2bKFp7W7N6ootGJ9gaLIZ8IL8mX7xT9606ZS+9/hQJjusLEK6lLSHv8PHsTBPT7Y3nG8Z/S+KD5ePRWWka+dTtsJcPm0b2/nUpnxftuJ2Jzm9nvZX1May2lpkEanlrtvJQH6sKzsh7qgppqv5OKhau1e3yAsLtoDLBD+GD8PH4c+0733JVjkX856qX/Ckr6Fw7Cq2AUPssFQqCcKpxbsESMTPdmzBIj7w1uzUDBsAH3hals7oKx0rkj3jZxL50T55yqQ00JjRGFnpWq5byVnnBRYaH8GC8b9LJz6nSD7T5om+9En1r0xSSgxcmANGix0DL8YyOluFf8d6aJ7XPnKA9cTxH9lEx7DnZekWHc1LtoFiyVa37jFxSe3TRwhB0mVMqF/lfKzFFPyRG6Pcxrzs8XRf8cxIPgXe6Md5kx3C06rmuYnwXs0Ifi7bF4+TW8WrbIdycaEhtz3ZBXqtye5K5cT1beLVyQLs5Xyyk7FOtqACgQKBGwABfNMOMVO34N4Bn1FvVK3Tb1icF/Av+Cn805p8zgTCBzkN5DOvH1pVPLKKLxVNnIbiTySe4R3fThyA/+3JD/vChJqnWRzNtoLhsyHDMUKWbcrrk84zHNIOOAahVpafrfmibFUj5uiPmpoPW8acio8HvyXFCcuaX5c1r0DEDvj9SCnPQyPdPx7hPDSwdI4eZrGZ9olHbu5rPh6kMbT6o89Fxdjzuu4d654D1749xSYtXW+xuFmpEizxucEkl2TPZEIul1+HOa3k6B/aolaW0iZkwgsbY+Gopq5D272a9RWjjXR/aV4x4uKk64tMM2cTWy2vpzI5XsIux0vx0KrPkQPHDNzS/aH2d5PKZOXBLbYR28xjVmFIf/Oa83fGMxUrK54xgbEjPpVslm2pbOlOCFiFObZuG7rP0lbMG+Wck5wLq11b1jUGtrCsfp0n2avHmC7XbhnivmRROS8vmTwVLt6OdO76JhYVnn3d1+kO6tbuVI3rYWKCumydWHQwbpnjLftAZm+HfjWmwXEylZLfvt4eGuUZQ9g3PqIrX8F9morGgMdHSTD+jE0YgQ3ErtPUMWIjxk5L8VVfPM0pZltQnL603jfGwUTx2qrHZpIfnkQT+CROUn5VFHUKjouKxRnbXY3tyBO6K+leivOkvqNtwxO7zlPxVSBQIFAgIARyn5BndFAfuXVLdP3n9xd0/4K5qzds2sh9VtfwwfhOfJKT/FTqq+S7lOfYRPHJsUn+f5LRqtLVrG1Pye8mzS/MK+7jlY/pch6P9OXTB6K+4T8XNDfNL7U9hhloDkFOrqkr1UTyB5/XwAI/ig81bTFVdt8PZYAUCipFG4n8clX3o5ifOr2GDZgDsoWnkWdC3Jb5f+ah3dh5Gc0BzE/Ed8i5oPl7ONf2GJZ2q7WKlaS3rSvFd+LnWn3Ag5jT75WIx5AkViqXrKL5FP67/YYN59uGXpY1x3vccvMwjXMkOzYANhGLVR1jf+Jz59CYS+el05HuOfSFb9Qn82KivkIIO+drUzgIU6TTpGOJ5vaq+Grq/jp8DXS/ayz7Jx5YVhwCD8zHpE7wMmWPk5Ow/xNsAx7BCgxXxSsp4wOcYyw10L1fYqZavWKOWSmxIBy2hAd681R5QcWQIMmJciVdH1Rl43XdN251qtYd1o025zTG5mWr6JVxl8a822MRHpazMZrqfGDEqvCIncP7ZSRs/Lz7BZXPsM91ko1/2kFOaFl6o/3YH/bCvXl4gr+x203Tuool4Z8YsqJ7/NgCYufya8fzNrWFqfx+2VhvE7sLFkLw8QpuNd3Hws5G+l0HvqK8E+RCXyLPs58R+pzgM+Q7SFcUJy8Lx6hPxlJH9ym5R4wtu06lT9PYc/7Fj+2xcY7DIQRjHoC/isZCS/dRe5oHxpnfgk9wxZ4YgxPx6HlS8ej76CfbT7Hvu++dUxu01WzX9DtKybEIIVjc9mHNT6fnKBvyevH6w3kcNN2PzOv6AP2C5UQYrYJVxosf87xshxQSr8jjGCq+xh56w4a12lWr6dqm4otpJ1KePq5DpSkzztdlXzqnjwqlZ8StWdBHOijLrurZ3DrQ3MPLLud1/bqgfh1X6RG84MdtWHiiX+wbWhWvyLBNA/PjsgHqRFqWzUPgwO/WI/1G0B813Mbb3Zq1NE6bkq+lfH/U1FzYsUX50CX6j2NI1yCrjs/Q7zHEPiccA1OwFX/0AebYXW/QVNs1xw3dhBAshGBmKTkuduUt2iEp5KWpKGJMVnSt2sDX6DofPQ30m/xYvmYB/id947fSpbWB4pW+aGApnn0DT/DjugtMUx+j89OY4l920NAcgwxfMEjrDyxiTftg7bSuPjWHLa31fV4Cm0Vd8y+It3npGT7xjV33NTXDFqrynSXZBbIF4SQxLRKyhxBSfyG5sUd89UDz0rx8K/0sozPpAd4m6EX6mWT7zrv2Sf2cjsP3svhcnPT1u1HX+syZ3brzArYl+X94cR70hQ6UWL5pRx/z4/IpJv4oX/JYp6zf4GuGXvgdZ15jkX7oD54m4mUiHuEn5XdoHF91WxsJaxE8QrJDdDnW/Et72Cv3VXw8ikf6hQ8Hy4rtno6A6zoTMrU9syRJrKq4pcUcJT/WE3X0G1FD80tN94Iq8t3MY0G+N6uqRL8b860GWWSdxdkvXtiwC+c27NxdF+2usxfsrjsu2tk7SC/Y+XOXfPF2+lQ1C3xdidSu2ySpygXVSNQ/46qi+RQ7jr9Lzi11bVG+f1n+mjHAfEWsP/FxMrRVjQPycbzg693f+Pjt2bzq4wuQmZi1rt8m8ens9/W73lD3yeaib1zvGXV9/Gtska667xuY+7QsH4+l6dB5oGykZdVdls9Zxs9N+jaPX+P+q+LIzqCm8V/Vb4klS+QPJP6Oj0PiXzsOn/xO1kcIwflgLqro+q4iX1uDNK/XRTXFX5Vq2ZiX0VEIwQyydEPnkdIj5qeTUmIlxb3Uxc7QKX4Z4pqmrDZDSDwG8PqWbhlb6c4Jf0+37Xl9BdldVfLCH7oZyCb4/7x5zR3Ei8uyOyjqdoV5bocdpPpfZU6ULaY2MZBNDGySHxsqP9SxKZL9ropoF/ue1z3hkX7XJ/ZjrFZ1zZokSTaHCAjxqm8fNqSRHDudI43Xj2bBqMucGWXryu74H5ax7JB4x2MZzcHYqJPkdNsnlf26nErTGAC+B84/4yuVkWPTNLD03FDlBmnesRoaMuZtq33wXF7v637DQNTP4oC+xyULGuvzPl7aNlLc0lcMyG8qzXbFxwx2WColki9ISv1mYdokv77vlh9Yd9IXOkTBQZJwD4AxVJU/xB6wC+b5Re6N6579yk0D4Tw0bAh9TNz2hqmdya4mENf/Og72xFkLqjsiVtAcgA+samyDJ/2EoF6JVcQHPDiJj70+zqdOeEp5NKHqQWMJP1JX7Mk9hv6oYfyuMyfbXlB8l8bvA1vR71Qr2JbGEX41xp2r2k9paPj1lAayJcmq8m6Tsh/kcRuSj2WMYs/0g61g5y3FvYxnru9Iu0P4aLt90S803c9EWKV9DR0/9ieK3f1+kvDjdxritKHuwRBnoQ/8Iv4NmSW+OZncmeOhzJU+KqOPCquQMhFH0hCCVTQnO4adquLEuqXjtmML0h++Al3C07LkXxYeEDJBYEkKkY9yxdRlk7wxjfbjehD+jrGw9rpKaccp9kOfmtcYv+gT/BcUvy9KvwurHZvTXAq/3UEj/V85/caX2lnJEtlHAKggueNH8pNFdmyOXYgigsLAmHmbuAUfmcbz2MPQ4B09TRQvTyQTMk6nE9n/ROfgH37Bbjx9fS2cnafIlzPCV6qaNKc8DGU78OmkfQ4nSWJVj6+q0lXDRrKRec0d9DcRT2uiZeG1oGPu30fgUjPmRPxzIiH1MTbaAwP16B+OnQwFo48QgjHe6dvHp3zrWPqal94W17u2cktfmA78f+wnt/aN/7Oe3HtgEHmn+wx3/P/3+n0GltPUcxDrWX7tvkOdF/n/ZI/U5lD+vmf021f/rW7N6rrer9QSt4/d8oYQDJ9Ska5qikdaGtt9YUj9Jf4fXHPshOcDxOeaeFunP/VFv9A6xyLpHLIsy/8srnVtbqXtL49r8//qioWTPeKx3fwcdT8E8a9rV3hvdioW4845Xsi13jX+d37l5p6wHzj2q/fqm8sjmVZF5MF9cu9hhvtAKRT3t1NkBYNYfiK5nYQNckOr0quT+lkRDkvrPZvTfDtUHNwTrthFXWMWvJMkHCguJSSi6w78qNdoV607qNtQ91Tm8P3yD0vSFfaFPNAqsomvNZdr4HaxJn73JJWBdyfVo+6q9A4tq13sN+dfumzKbyJDVfZC6tcSkm9ROl+esnH6Wv8y2WS0l9g/+8pjS5TxfoQV9bG77rBhDdls6RD2AjYhhAyfxH07L6jqiM8h+MgGl9a6xnMXa1mfPLtA35Af8+PCSPbLMWwBDFeEwdJ610Yawz3xxFxXN7J9/wAAEABJREFU1Zwe71GEEOyoG75tc3MrfSHXhU27yAu5zl60O7903m4/A52zu+686Mc3Njaz+HRrO1WHIQRLSonha+Cnod8KGGPYF9TKXsJX1vUGNoOdqYodnVsrtgKBAoECgQKBAoEbDIFC3AKBAoErIfBN3/RNR1qU7u1vf7tdunTJX4Dx27/921dqesc5FqVi0eUdB6/xzld8xVcYC2/PwgaLbj7mMY+xq/1SLhaleuMb32gsuD0L3yyuxiJrs9Qt6hQIHBaBtbU1w7cctvz73/9+w598/OMfP1SV69GfHIrxa1AIP8dChcftmgWHaYtF6b70pS8dt7kTq8+Ld/7JP/kn9rVf+7X2iU98YqZ2eWEZLy4rl8sz1T+tSmfOnPEXPX3oQx86rS52tMvLzB796EfPtKglcyn2saPBI+zwQq7VI754ieb/+3//7/a//tf/IntNiMWiednoBz/4wWvS/43QafeIL2pjseTPf/7zNwI0hYz7IlCcKBAoELhWCPx//9//Z8997nNn6p65lDmVuXWmBmasdOedd9oLXvAC+53f+Z2ZWnjgAx9oLMI9U+U9Kn3DN3yDPepRj9rjzJUPETfywoH3vve9Vy54gmfB7qUvfamhu6M0G0Kw5zznOXaYlwRgU0dpO5ZlgXiuE+L+1UyPe8/mavJa9FUgUCBQIFAgcHgEmFde//rX29d//dfPfP+J3prNpn33d3+3XW/3oODtpCmEYPx+EsLh/6PpTW9606FfavHQhz7UbrrpppNm+7pqj7jiDW94w8wvjn32s59t3PMM4fA6uK4AOJCZKxfgNwReHHPlUnuffec732m8HAYd7F3i9I7+1m/9lv39v//3bZOHWY7YDfd2H/zgBx+xVlH8RkVgMpkYL4aaRX5+o/7Jn/xJuxpjhPu9T3rSk+y//tf/Ogurp1ZnYWHBvud7vmem9rmG517CtXgpF32i91l8zGnFMfDES7VmARNb5N7MLHVjnRCCv/xylt+4Lly44LEdL9CM7RXp0RBIjla8KF0gUCBQIFAgUCBwz0KAh8F4iLDerPgDxL1R3UYLLZufdM0fILz30HjAkYcdne6rfdG6iIfldlM8HlM/r7Lr9x0ZD9qxT7uLa12bW2nbYK5pPARZa5SNh9PsGm8hBCuVE1/8IMWk5g8aD8FkpWOLaz1buqmXPkjKw408IHmvvvlDksrzoCB48fDk2n0Gwm5oEzC8j3Cbpn2PUWdgtEO9ya1Db9v31f6q+uJBxBWlq+p/5RbxIn4W13u24Jh2XH+8ZIqHHnk4s9ao+IOQpVKwECLZobZSOVi9VfEHTMeLbVuUXSypv9V7DVw29Lou/aLXHamOpQ97Dg0s4B+eF8XjaLFl3WHd22XBEvCOvNkpbyEE16/bvGyu2alZf9TwB6QX17tu86u39vOHftf9gdWh5bJJh+QjoWsecqXu3HLbhvNNf+gY2+GBTMZXCMLczIIdvIUQNA4So26lVjIWVehm/PHwsmOZP8i7zddaxpennh9pvI1sXfl0vPUs8tfu1y3yF5JgIQQzfexabeo7BH3Rv9IQgjlf4s3xS8xCCLbvtsXz+/6VFlFRitNGyR+MLZk/GCsf12hVXfa42A4LtoB10NgwC7rBoLammrIT2njQl8UGSJ03eJR85WrJF6gbjFu2sNq1lZsGtnLzwFhcwRdcuNfI0nRofuyWoU3uJZJfYMEM8pRncYiFlZ6x4Eh30HC7KZdLFkIw/vRF91Zsp4dAqttg4F6Tb2m1q/IF8i/jhvvkeX84vyMf2nNaWusbeoOW1/vmdJNS2YAvMqJ0hUV9nAbGIiG+LxvYXihomNvF6i0qw7lIshNsJ9pNrIu9eJ526UNEf8v0va7+RUua5xZFCytd+caODTRPdwd1jxHwHRXZLWPT2DReSDAwMIB8/xp8bYkJ2MkJZrSjj3MDz9Va2ZrtinX76KZpY81H6GZx0nN9pHoY2LJwAfOI3za+Ax+D0/tpfmDgunrTUKnyqk9bi5oz55Y6bgN92QLxDhiWKyWDnxCCmQYo9+DjArd2mE1CIZ5Edr9FGkLwuZ726ac/athQscuc+l+M8knPqZ+Bz6HsSuS2M7jclmQjyLYim1pRGWwnl09+KpWvZ/OKjcbqYzDXsq78T0vzKmMAYqGEdq9uvVFTGLQ1D3UN+wJXfNiafNwEW1UfMeWc5xVnoAP6hRYkA4u+dPoNa2RxTaJ4LciXbu3CcMsu38Ab3PH/zU7VeYXnedn58vq0/EObRH7gTZTyM8wwSssur/dtfrXncvWGDWt36z6/0IeJn1yfezFjx9+8WX3p440x36F7dDBe7GhO6Rn+Bezg37HW3EEejCOxP0EPknkVPWe2Cy4DzU1t6bOicVMS1mAYQjCJZ3FzO9SOp2Iml1uF4IlFMur1soE5OI0X2oYuV9wWhanb2dAmwtl9ltKJ8zK0fF/H4HciPpFjTXKwjy2N5VvhsyPbw96Y78viNYRg+oiz9OP8pVmGS5YrkgKBAoEbF4Fgpo/JUeAz8J8dXSMxz7AQ3ZLmnBX5Q/c7LFQnPzQR4XuuN3KfCW+7CF+5Jt5X5dvxu+niaE3FczWrax4t61oBEDY3susf+XDbvemY+88sxceHEIy66TxfMe459BXj0D5zB33hn4l1lzW/LitmYC7aSUNbkf9P4wv5e/f7A/l9kfhNMSYfzyn1doZpPfLSz4qImG1Zcwpz3vJ634h54GOsexdDxbC9YV3XW1WD3zLzg+KGYLruk6zI44R82j/2h3Yy2iTdVIvCq6R+a/WS+cJUvZriooYN51s2rxhqQbEEPIMZ/C9LJuRyQs4pSuOioaX4KEXnYBdT8hnl2E7V36ED9cM1BbgtKBZCf8RraTxTtUqlbCEIJ8ngNmCXbxyH/IzKEpMhK/bV6tasP2ooTmrZnOLERclJXy6X+k55GZrzCc+yh1SugU3Yz+yAOBQ+4zm3G5Vdls4h7GxeOI4U8w7GTUsXqKwZ91Gqij9qsnUWnB/IFuZ8MfBeGh+JB9qcgB1En1nKsYliDR8/ij2WVRa7nlPMMZxvq4+6sWgi10TIm8dHlo0lpXzAJhLBB3kWHq3WK4obazYQv2NhsyD8l9YGrteJ+pvAhwgcIOIhjk10Dp4hx0F8cc2G7rrEQbpvV5WdEXslug9iAS5Sou80V3wXCBQIFAhMIaC5ampP2ZC7DnxbVdeBdd1HbXfrmU9vG/PWinzwZMpPkcdXRXLfhV89LqmP2Kan2dyQ5jUP0r7mBPwi5HNGVsb9JHOgfOWKCF++rLiEuQhi7p2X/8W3jzWH9BXLsCA2C1ByTY/8zGuWIYIfhewK2+XnQ166lCT6ralsXLN2FXMOmAN03b446Rt8M+dMNPc4lsi1izg+0TwAUZa5cV5zK/FER+1xvxt9lQ4T3+VcXeWM7A2MiL2YFxPFDmXFSFXdY2xoDmMuY57FxpbX++l9OfQpO5iIcr2TFz4cAzPuEaB/9MqcOhaufeHb0b0oYnzuvSe67x9CMNTpPGS8mDb2laQfHSeD7iv8LuP3dus20L2RsWJLeFsRb6vwJR5InQ94gnSMffi5rijjDQwjf8RiyxrLS7o/Pa+xMNA9Pe7fEcf5GJBuQlAsKNA8rhU2+theWwjBSpVENl7y+2KtTtV6g7ri3aaNl9ryG7pHpesrxh2xC32ir2Ufm31jjMJPSkNLx69S4cz4wN49Fb4uA+k+RN2IPXU81lQ/tJ32N9A9+IHiQZFkXxQt6DeZkfQ7ULzYFd/wX2uWDdsJISjA84/ff8VecrLDbeDmpC/qYv8hBEuSYGWNWeJVxjH3y8Am6shlle58XylyeT6TnfxEfoHjLh8+TvJEfXYkS6NZdb3QT5IkxsYYhI9Ifiz/ImMWxFsiKskOiC+bujfItcKcxteCfA/6Q28T8cUYnEz7Lx2Dp8j/qu7vLt/cF+Z9Q/9cG/RHDfeHbmvqJ4QgS5O9ZQvmw5vt2vxYhmHQOVUxeCyLR+yWmL83bNj2NX3fuH5y/iJPYBfzSicQx0Qr2ZyBnWIPtNWULdd0TeF8lhKpLpjfwxcf2rErbioDz0q8WAjB+QXTun6nZM7BV9EXc5FfL6313fehTyfxhZ9xPD0/tDQ/yNJsH95FyItesHVP1/vCXPevdR3D9VJvVLeufhNp96q6Rq4Zcwf3fZHVfZzGafS/jJ+JdAdGq8LJ+42peOE42NLn0oQ+ugb2tIUu0Am6QUcSXfrVOAIMEbjYARtlIIqRQuRDCDt+/+D/DIbyX+PMNhnTjCOXQ2NiGcIHRCJucBoIw4H7G5dN/mY31hPkFKXnhyo/NHwKPglyHaktT9X+snwqxEvNvF/pE14WhOuC/My8fO2cfOJwvmm9YV3XhFXpoGLcKyjLhwaNBWQ00BJOqY0FSyQz13eUqfn1bd0Gkpn2ltf7hq7RQ+QX3eQk/v24dMcxdAm/8IWtz+l6dKA5s637FHX9phmvcUPQKNN4jP4/5cW2N/GHTpSI22Dwjm1XNHd6rKPrU+wBHulnWfiAIzw4ia9VxzzFFb4mfizbz+wZPhkj3WHTfUY1G48ljccQgowqZQk+0lzxfU9GwG1uStn8X0dV1yst5ijZSH/UtE6v7rYSfTd2iR+SoWoe1y/I1IcEFA+cbGxs2cWLm/7irfP+Qq6LdvbOC3bn7eftLqUX/IVcG/L9WSXVO+gzzWcIwegfPioaH412zboaH0PdE5zTvSz8w7J8x6rGKDH+ZHo+nRoTjBvGkI9fjXufT1Uf/9fh91LFrFzHgEVX839/1DD8/lhjHP+Dr6Af6jupbfzZinwY7e5NA6Ms/g5a4bdvjeVlp77BA2OcMTqQH+Eah9/eq5IzUewN5pZtYHKZH8nOnWaSYq95Qz62WksMH4Jt4EshdFJSLJbyG3JWnF/2ULt29HH2QwhG2ZJiD+oynzdlfx1dj7V7dWO/omubkATZm1yU189SO92NrrwHZfQxZIcXv84Sf4O5ho0V787LbvCty7I79Lssf7uCHSiNdkAMEPNpOjBsNM0PjXQimyWFyO8m2uZe95zmPq7xesOGgVVFYzaEFB9AdWxh2Jnf+RXPeeyq+9MhBJeL+MLj03ZF46luQ82rLpviHcaUy+fzf9/j/mXZLHPlCjYsOd32GQPKwz+0Yw7SOY5F2nFOdRwf0oyWlS6rj23qe9wLHyn1jDiP35zGxAHcf9AYJRZEP8iCTNhWkO0Y2z6YcOpuQfCfkesRptGfqKQ5HNskXugLhzn8lGIlsFqWXa4qPphgXxC6yFKOTeQjiT/JY2OL631da/Zk2x3raw7AB9Z0371cKRn9MA6cDX3BB2xciSgD5WXEbyLiWpfxTYzb172j0WLL4HtR8Z3zLXtzG9NYWhERl7n9KO/2ghySy495fmjuV3WestRBHuSHGDvzsmfu+fdHDbdz7AXM6rq+a2ou6Q0bLje+mLrYNW3SxyTDbDrPsTUdZ67hONdz7jBBiioAABAASURBVMMX2sZ1XqtbM/wi/k0iy4WHFAZh5xml+nh23y8VAD8lcnz+8a8QgqGTuuLYVrdq3CsY6Np7rPGwIB8R4/cl4bickeOpceXpXthFHCUT8uxJwhdssSnSlAbmaWxbNuSYK/X+s/id+HVh0jUwgk/45boDG8jHreYWH7NhJyJRfo56nowQ9URfjPeG5m1sFh+5pL5XZPvoED1NdI0/2SUX+9Cazq3qHDJQDz7nlrrSoXys2gTnJEn8+sGEu9kUc9vM2J4b50VJEnQPoWxuZ1nMsiA9LYvPNfUNgRnYYKM9xWDgUuceiuZHMKFrKPXzajT97NntLAdpO4RgIQQrqc+6rq+5nkFPI+xqtSM/3DX+l36V/7EXTe498P9b5/+71+4ztDXRRJTmB/6/79Pn0uND253y/9fr/uzDyG5Suqa2l9d6Nla/PY1X+KjrHid+Dixs1yaWneeq4qW6rr9anarxv/1zy23x3LPVe/Vtgq8Tb+tT/3NP3nnRsbVIKoNcy7rfsrjWNWJLMOho3ueeVqmU2ElvyISd1cQ7dtwZ1Iw+kX9ROMDL8i19W4Uky6rwQSbSifKTew8NcqxdJxHjgbAW6ZjLybMWkm9N5eM+9ZA3J29vYKu6b7ECqc+l9Z7NS/8jzbXoo6XrXMZsRXgnxKcHARLM7Qo5KY8eqc/9taHanFtpG75h6aaerSCfaFuugU3EN3yuKXW+d8uj49gdZaIcYIMMq2prSbpcgH/NM/DfVnzZUqzZ0O8zzG/YOvodLTSdD54hWL21L0wHti57xCbXZR8Q/U+n6zoPnvSzLP4XZTPjpVb+7AZjyQ6xYcPgUxKe3DcFn66uPwaKx+YVZy6ud21FuqD/m75sJL6GTuyvi7c1SLr1vFJsYVW6hC/0R0yH7Pw/hcdI2YuuLByCud1F8D26qcE136WLG3bh3IadO3vRzt5+wW7/4jm748x5u+uOC3bh/CXb1HUh14dbKk8gz3zGJBYSU0wRrCyfDz/wxTiHx57usUX/l/4uHyzIh4YQbCZ+rdgKBAoECgQKBAoECgQKBAoECgRSBFiU7hGPeES6c4jvP/iDP/BFJ3nxCS/ROUQVL/L4xz/eWJzKd66TrxCCvehFL7JbbrllJo54Kdff+lt/a/tlIDO1cvhKXEfwMq5nPvOZ+h1JN7EPXzUv+eIXv9gmk0m+X2QKBE4DARaV5QU9Ieia9RAdfOELXzjSApd/+2//bZufnz9Ey0UREPiu7/ouY5Fa8self/kv/6UtLi7aa17zGruWL725ePGivfnNbzbmMBbcm2XxwIgFLyybZaG9WP80U15w8PCHP/zUX/7IS60e+chH2uc+97kji7O0tOQvsgjhcON9rw76/b595Vd+5V6nrngMvb/61a82FuW8YsFTOPnRj37U/s7f+TvGS8FOovlPfvKTxostTqKtG7kNFkn/f//v/93IEBSyFwgUCBQIXDMEQkhftMRLoGdhgjn1m7/5m+1qvYyUaxAWuufFD7PwmySJ/fAP/7CNRqNZqu9Zh5dU/cAP/IBVq9U9z1/pIPdovuVbvsWuxku5mG9ZePzf//t/fyWW9jzHPZSHPexhe57bfZBYv9ls7j584D4vMXjLW95yYLmTLrCxsWE/8RM/Yce5ZzPN09mzZ61Y1HsakSJfIFAgUCBw9RHAt//Gb/yGfdVXfZXxIkruRx2HC16Q9DVf8zXHaeJuVfcBD3iAffmXf/mheWYO/+M//uNDlX/c4x5nIcx+L+pQnVzjQn/0R39k//yf//OZuOBeJ/dvK5XKTPXvCZX4jYIX4M0STyI/+IE/v8uxfzWIl9J8x3d8hxEHHrU/5PyRH/kR45riqHWL8jcuAk9/+tMNf3FUBLgvzzXhab+Ui+t2XsbFS/KOyuOJlt+nsSc/+cn2jd/4jfucvfLhM2fO2KMe9Sj7lV/5FbtafgYfw4vA6PvK3O199jTimL/4i7+wf/AP/sFM//fAb8X8/hnC8eMBfnPmpWCJ7vXsLf3+Rz/wgQ/YK1/5Srt06dL+hYoz+yKQ7HumOFEgUCBQIFAgUCBwAyBAHMODchV/eKxs8aHJ4XzTeOhzYdKxxbVuSus9W1zv+YOgHFtaz47H8zH14728LOWgxfWePxQ4Xm7bcIEH+xrGg2o8oMeDjEkS7Fpv4AEfpXJiZTCplcwfJm1VjAfE4bc7aPhDzf25poETD92PF1uO19xKxyAe8pxf7UrejkipsFkQLYrStGdpXulE56donvxqx+ZX2k7ogQdYWdQE3IYLTRuo7/646Xx0hw3joUt4g0d0WG9WjIVFKtWSy1EqJZY++GdH2hLVq9XLkr3mDwIPpTf4QT6XQzpdcuq6PEvrSn2/53aypPyiZEYm6oyyB5Fb3ZrRLhiXhDW8WbBT30IIBhZl4QI+2B649ccNGy21XHcLrrduzr/LIDmW1rsu46LkicTDtvOy55Fw4QHT7qBuzU7VZSuVgqk7s2CWkx2wqWyiemBSrpSs1qgYD3Bia+PljtEfuEOL6z1bXBdPopw35Tm2tN6zJX+Itmfzssmx7BOb4UFh569RtlI5GPxNk12rLdhOXizbdNzMv2y/bcuf5OdR2JRCCJbIblnMoDI1fpvtqkH1Ztl4UBafBwaM9xDSPrZMG1+Qsif5SR/YjS0Go8uyfAwPT/eGdWN8z690DftDz0uTni2u9WxJtLjWVdrVfldpemxJOl5c63n5uaWOjRfbNpAdY8912Q02RB9OsVvSU5CNZm9oyjANAgF7Anv3MbWyMYYb8sfYXqtTM/SDv4a6g7r1hk3ry5cP5lo2FI3mW8biFdjDWP5yTjSvsT8nYiwvaDzPa35YEC1qrtimnm3nu55fyHyZl1V56i7IxubVxpz81hiS3Yzlv+h3yLwy0vw2bFi3Xzd8T0vjpi7+8dcV+U3GVSIfZUHjLZNbYjMKSa4DElMMNkjcaE/f6YexAO9l+daqdINc6IWFDLqSGT0MHf+WjYX7nDCHwMuxFJ5gTJ6UhXbIz4Opl22rXstG8xqL0mVPWHb6DZ8/mZexhYr6LWvcYycGQylr/g3LkO8c8SutFyxJEitLvko1tT1eFoDNuXyjpmFnzFdzks/tSrYA/8jhhE1lciKjH8vKzElGcGGBWHAayG5pt9PTvCc7wc6ZV6OdwEdNc02rU3V7Al/iJfpdlH9bkg9bWuvJp3VtcU2kvpfWlELKUwZf6DyIJ3ju4+O6Vauq3XK55PN5CEHGqI+UDQ5KtGPp5jtpNoQgbBKDR5/7uzXrjxpGXIOOF9XnkmhRPJGHfF+8LkZy3noGX+AGlsiVz62Kl0riC906L+o/pnZSm9rc0ZT29ZHug9Xk+xm3A41ldIXOwA+ZlnK8e4730lpX2JPv5em2TXc0J7V8AQ7GSFVzKWMnUZwuGLe7p+PtPUNWnAEpZBaMeiXFeVX5D8Yc9tgfNgwbGssOiZkXI+5r4gWsxZsf0/FUB/Ca0uI6ac9lQG9zmv+wq4HssSO/5fxKD2WNM/qFZ5vadrC8Y2eqUJEtECgQuGciEMd8TCVlEHHdUNO80lKcxtyNb8c/zSt2WlqTz1nvuZ9cko9aXOt6jBV91PWSRl8JP0trXed3UfwuiXeOpdcJTV+YlmsP5kJ8pG0Fi4tamnDRR4hc/nGfPnUyaD4olRIrK+aoKrapaf4h5gBDfHFX90uYY5mPhoqJYmw7h99XPIH/XlB8saAYKs49zK0LzAHy/fC8oLl/N82rzrzi1zn5fnTk7Sp2G6gP5mPikhjDMh8w78AffJY0F8G3xU3yIBeE7PHwiaRqmzZJaI+5CDuDj4rmVOJq9NCUzbGYInFEb9g0ZAAv5ki/FlCcjqzzGWbzjknHHBdw0j5YgSGpH9exPAUvSPVpZwxuahMbJ/4ZKF6gz470he4aTcVYPoeWLCHe1zwO/y5LFMYPXP4V4wNkZZFK5n3sAjmJTTq67qEvl22hrZi5Y3PSJTp1W0CejBZIMzmQDbkpN+dytA3+uXZh7u8NG0YsD5b0V5U9ErdwLVZWLEAe2bBJ6tEGbYHRosbKomxuaa3ncYWPo7Wuj58lHVvS+Fla6xr8zcl26bM3or+a1XV9VFFsg7xB48GhEkb72RPHoURAwRP2CU/oAF3P697fInKv9cRLz3lw/tT/knhcnD6ucvAPMbb7xMe9mtWcp7KBv/OlvlxT4svT4qtAoECgQGAvBKKPiGlWBj9S1jxfV4zU1DU98zv+Bl+K/0l9Vlc+SyS/5PtKl0Qxf+IpvjBvv7cdk/mc0ZG/7tp8Nu/Na46Zk+8ei/CzzD/43IGuG5k78MH5vYxW1ZhD8OuX+VDhgf9WcrhPxDGmWa2geZX264qZWrqn0R3WDZ7gEZyWfM7pbfv/XM5tfJfWurZMORF1uJfXG2pe6tTyeamUJH4/5DDxXcbaVUnAcAdp4gzitaT7J8zZKS41xUINGytWQY8LisVzW5v0cmzcxoTF0lp6bCnDY15xArEhOu4q7sBu0Ws5iwFDCJI1JVcPX5CO+mcqnyQhf+FLq1vTvZGGDRRv8tvRvPgC/5SP3rYdrnXFY3d7fw8dUu9aUMprV/zBr0i8LmjcgDOxEXFhV/Eg8Um8TkiSxEIIqT2BTUbo0XZtFEuEmce7whud0g740yaxmMeDumeDzbLgN3EhuiK+Qm/4FnTPmJjT+EWfC7pWIA7DFhYz3IkNd2NI7OhEGdF8LlvbF0ofyw/QNn0w7uiXaxVkxrfBH3xih1XFkvCP3SCTAUEmO2LvJT/Hr0ixvlLqQybQwJjfpsAKO+srppuX7Mi3tNbd6V+1v7SmY7KrpbVuqkvZPva/tNY15J+X/5vzcdAycOZFS3l8KL0Qs26Zrv+2xC2k5LJPdlzsGfInme9q6rfxrvTH759gST/YEDFqykMv5Um8XGZv4pmyzp+uR9ABuHMfmXkmBIGsT+TF8Yk7u9Id51RPHytJNjDkuoN2wRGbdh7xHTlO8CjsxM8ifK71NF5FyoOf8yjbwQYHmitoizZpGz7Rl3H9LIzgQ4mR7mLx8l0K6mgUEVyxr4psjWsKbK/drVtXfotxwfUg48Jxlu3OS6fzsusFEbYBwa+n4ndBNA9l+od/5gfa4Tdlt4VuzZClXq8YNl7TNR+EzXOPvNOrW1/2R5+0B9H+ovCDlsBqLcVuaU2p9pcyXBdUBqzBnDamcUM36Mj8y3w7FGZeMv2aLu95AZnILsu61mNedTl0HQSOLclJ/8iMnxnoehcsGfvEAvgC8IHfeeEJbouyhwXh5yRZ2J+mBZ3H7yyovJP8ktuyrt/mZM+0Sdv0gW0PNFcMZD994dkdNqwr3wpPbem41am6HmqKBdyudD0JRvjOBIwkWyp1+o28HKZMVfcR6sRk7Yp1ZStDyTaHfeS8dw27doLnaUJn2l9ak69QeeRH18P5poFVS7jVxVNZcV9IgtQVTF/mW2a/np/6gjfI8vNpnVIpcRvD3tpjrl2kAAAQAElEQVTyGflvAJrbwXgxYixeltZ64jmlbb8hOcQr5RZUFqzBFjxpDz3XhAN+mrGU85nx5jxl+es5KXg7PgLoOtEAwRZqst+W4mHuDWHP5Jva5z6ljzX5C+xFxc2C5RttbG5s2sbFDbsoOn/ukp2784Kdvf283X7mnN1+23njpVwXz29c/kDBVDt5g1MZ2vbxoXKMK/qvaIzVm2UjJuLeEv6Jcbwgv7K01rUl/Opaz5ZEjOWlta4tajws+X7P84wj5oU5+R/q+xiWb8EXVuQn8BXIXNM4qcs3ggc+CJ841P1TiPE/h/9gftHcgW9L/VzqI+hjmuZVBr9BHcbjMPNz9M09TcYlfdEvfgQ/YALbMZjC5MSzYHsAGefp2NNgYisnC6ZPMI6ZtiDa8cn9W3o0hGD4Y/QIzjXZHXLj78CA+dQxUFyioh5D21XecpY9E6wkn+z8at6H16ZsJbWHhg3GLXN70D1adMvvtNjWvOwRe8D2csIGZYvYZX5M+0trXflxkfLTx8kv6NhYNoadEt/Qr2OkuY8xgX1AdsBGGSgWCyEY9XPZFE+hC3TA2O/0iKkaxhgbaD5GRuyWuXosu5/T2EHOBdn1tJ3HPLxPUzw+nfqYUP10XHT8+tWvZxhjPj5a1h+lc2yXOKDXMH4XB3/8ErqIY5YxQxyATPi0EAW9h6ToDjLF0CEEczkVxxHDMXY6ihUGimncL8lewHlR8z+0hN2tdW07RujZko4tyVcurvWMsnOqQ13aoK2m4qRKvWSM1UT9hBAcSefBc4f7iuW9tr7w4Wn8XjLsDd7x5Z1+w2No7GyosTRebOW/d2An84of43haUAy2qHFBCs1rnzLIMCfbdDuVDWG3xJDMadg1/VVl504ay+5/5N85T6w/J5v2PtTe4lrXFoUN/Swqv7SmffWZ5rfxW1IZ+s3j917dsE3adnsMZgZZtrlPyfKHSWJ5pY6l2soxlA+oSg7GAX36PKX+kZlrdOQHT/BAt3Hczuk6GbzAbWEKV5cVGXcRGOOHKDsvv+Z1id9lM3PgrdiU/y0BgwHjVnbY3yd+h0/4ZdwSd2BfJflX7DkzsctQkejb84DvbBehPtfCHdk/PhKfNI/+kEG6WcLGRehpaU06FC2tSX8cgzRGkA+55qT/oWL6rtqCR3xK5GsHb7t4cG72OqYT1Oe3PXy22xm+dKFlzBNL6n9xvWfwjN/L/Xu76tcAyOb9+pcayz77dJWdnT2hG7ctxXrRrlqdqvvc3rBhA+l1tNC08VJL1HYZ5mU/TjwHIcyxE8bI4rqwXu/Z4prSK9F615acerac/T827Q9kP51+zcDNbUVxH7zZri2EYIn8UznyrHstnV7d+sJ5LNuEtwV4gwfxs5TR4nrP+13k+BTB/5xsG3tG3u5Q4znTx1792zE3se/8o2t8ueMuGZjjmOu6g7qBPeOJ+0eMsXwO1jiGVx+P6CHDHxmgxbWeLa5305g3npOsnGOMLFCH+RfSWB6rPdpGdsYB8jP/M7bgpy6+4suvS4xZmD+M/MGMoiEElxU5a4qt0a37LGQcNYz+6JtnIHb4qIx390+75eFcJgc4IMNYcwc44dPBjnGH/+caHf4rivHhoVJNDNtq+e8KDRtpXNLGPP5DOC2pL54RWFoHx15uL0scz47xnAE2Rr9D9YueaA/5EtmlHbgFYRPMY5YkGHNjTTExeGN7KSZtg6+lta546Nk2T11b1LHF9a4fX1zv2aLy8ITNwxdYOk/6vRufVtGcUdZvB+ncFOyoGw/GX7q4aRd0nXfXnRf9Ou/O2y8YxEu5eBHz+bsu2cULm7re28rv8TF3UTdYSONp8VGLNtCpGmO9p7HG/z0gO+Og5NcAqhHMVM2mtyJfIFAgUCBQIFAgUCBQIFAgUCBwVATK5bId5cU5vDCCF3H93u/9nrEQ1mH6q1ar9pjHPOYwRa96mZtuusn+0T/6RzP3y8tLHvzgB/uiyyzQOXNDB1Rksc9//I//sbE4GgudHVB8z9MPfOADjYW29jxZHCwQOGEE7n//+9t973vfQ7eKbzlMYXzW3/27f9dC4KL4MDWuTpkf/dEfdZ5CCEdK19fX7dOf/vSRmTxKhXa7bT//8z9v9773vY9Sbd+yLMD/D//hPzQWqGP+eNe73mWn6f+mGeElYK9//ettZWXFWOzw4x//+PTpI+dZsO9Zz3rWketdzQof+chHjBcX/Jf/8l9OvFvuSfGyAl5+wXw2SweveMUrbNYXb8T+QgjGi8fi/lFSXt7xYz/2Y8Y8eZR6s5YFs7e//e3GnPqe97xn1mYuq8dijbR92Ykb/MAsfgt/d8cdd9zgyBXiFwgUCBQIXBsEePkzC9eHEGZigEWMv+7rvs6Ya09zXnzf+95nX//1X2+/9mu/NhOfVOKlS7zQlPxJ0jd8wzcYLw6YpU1eyoVcxHenhR/3gXhJwC/+4i8emcUkSezlL3+5cX1ymMrEmLwA5TBlp8sgOy82w56mj59m/ktf+pI94xnPsBe96EX6HXi2F6jvxR8x4l7Hi2M3FgKFtAUCBQJXFwHmkY9+9KP+4s2lpSV77GMfax/+8IePzcQtt9zi80QIs8VJx2bgGjQwHo+Ne28n3TUv7XzQgx500s1eV+0RA3C/a5YXM/F73E//9E/7vdvrSqhrwAwvwOMFMrN2TUx52i8cgjf8DjH8t37rt9qsL8rhZcHIS3sFFQgcFgF+45n1JUT8Vv3CF77QXvziFxu/GR22z8OWYy7mN4O3ve1th61y1cv1ej3jt3v87iyd85sGLxzD15wGhpEnfMwv/dIv+QvAZvUxxEQveMEL/PfP2O5xU+R/1ateZX/6p3965Kb6/b5hu+jgyJX3qcAL0p7znOfsc/bKh3/u537OeInrlUsVZ/dCINnr4A18rBC9QKBAoECgQOCGQyB4gBWSYCURD37yYFurW7Ne9hAhD83xACA0Wmga6WEoLzvfsqGIBy7744Z1B3VrdavGA4s8MFiuliw+nGbX+RZCsFIpWLlSMh5KrzUq1mhWjYfsWsKMhzuRrzdsGA+N8+DsYK5hjmGGwXC+aUNw1D55cOE85cCHel1h31UbnX7d2qJWr+p9NNpV48HLar3sCwOmDx8GS6S7YCe/0S4POfKwKgsLwFNqFw2XIdfxQkv7KY2U58FTl1H5oeREPrDoDSWPcKo3K1aplVzv4Ek/gtZOfRNICforJ4bdYX9g2urVrCe84RN9wPMQ3qUnZEGmdL9l0ylle+Om1233a66jKFtSSkyDy9SlWfZtB2xgEKRL57GSOEaMk7b4wy6G2I7wHMKXaKj8NG/knd/Flr9MYygZwB17wpaw03ojtZ0kSSyElDuzmNpV34L6Duo1hJDlzB90ZfHQzY0t29za8n0VufzD0/siFbGtTTJmifBjXDBGahqfdY3PRqsm3Yg0fmr1io/foHKWVlGHWdPaz3InlsDbzsaCSVRRsLLsEH0wtgbyjSPpdLTYtPES1NpO0ScLBSgdk0LLnG/JHps2nG9Yf1y3rnwrD2fzwrGSv3AtmOljdGjaJJ8+yhSfE0UAjLMGwddtV7/Tb0IbZp4qv7VFwWDYaKmUWFljvFpLrCZ/Xm+WrdGuyE4r1tb82OlXrSuf0pPP7I3q0m/DmCMg9D2UrQwXGjZSis2k1PJxP5KdQGPZkp9XmaH7jqa30Zet9Wl3UPeHxVvyye4bWhVj3OAbE/nJwBgxM/h2GTJZkI+xo1P+2UJoz12nX2JQH8mBLNCWubsQ3yEEK2kcVqQL9NBolT0+idj3Na4cc2EYsRyBq2PcNHDlfF+Y9oQpvrrZqVhD+qzVyka7JbC0dMFT58NtAT5EtnMTOzsPHLBHe9NF2Ec/kUIIlsjW4GNavk5mW4Nx3YaKUXLZkDOTjWMun2wH/9SXHXYGNcenKVutScbKVPwmOC1u5IPsB1uqa75vyaa7qjtQbIPtjqOPy/zYmD7l10ZKyY+VH1NG+yPwFl/gDN8N7DSLHxhLIQhbdeyy0zGkfWw0ZtmFH9e1eMbvIkNbOCAXPI3oiz6dWvK/Kc1lvKRpy0acF09DjT/0jq20OlWrg4d0Th9BHeb8KH/in0ywLHFDQr6qcGEsO9aySXzFSLyOkSFiTd5lbeUyjpFJx0eQsHa9S1csqIdc+CrHWjoNIUgckTrXR/mdHz/mX+lxbBH/saUxUMIWhX9NcQhzFfoEw6Hz2LSI8Vh8RHKetO+p+I72Qdk5yRQJOWmLNhutqtGH26f6DEH8msOk7+yzlaVFUiBQIHDDIODDXl/6ZDLLN+iTaJ52/9muGD6kp/mOOWckfxh90Vj+xvP4Ifkkz18nqfvHaV4yHvGT8D3SPvM4CwO1upV0vpIvJj4AiBgTMW8xd3JsL3Lc9EU5CN++ORUb6pTJ1RvzBfMGmOKLmW9bio06up/RVazEvNuP8dV8w4aaT0fCGhqTit+R5gUn9nWe+QydQH3Nb7TD/NtWm021zVzlC1MpnkOuoPlqS8xsbgbbJO4SxRQZtyzbwq402z2xhI5E4OXzofAi9X0dh5cQgu4vJVbJFtOqE4tKJq4HmM+RFczQocdsistGwgS8Rpdh1TSOgxdlI1492XRP2NMesU9TcQuL6jtuih2IE7kuZSyEEEwfUTDfxKc+nr3SFzJxnnSazILRbkX3z9CRyyc7ZKz1FWsg1wA7EMG7y4TesQGlxCQui/TelxzdYc2wJeyKeK4i/j32EtP0uymdb+maKwT6TYRryW0eWwED2hqq3ZHaT2OKpnkKlowjpfn4Ztxrn/J9xcvgCN/EMNg2do5sifoKIUidweK2NQVantexEILl8bHs1/Wr8YCcI/U1VkzmY9fzLRvDk8iP6ZzvO+9NAy903NX9QvCo6ZqyojFQUuzDOHRe1Kc+ni2+CgQKBAoEzOwyENxH6Euf7FwwuW4LSTD8XFXXuMwXfk0vf4Pfxi+m/qhl7kPlp3xf6SijuH+iKf5PvhB/OVLeST59qHkRP8r8B399+VV8fndQt46u+ZlTW5pb/V5CveRzQ0n3gZARYTeJEzRHk+6ep+2Im+OoL32ymsHAE78Mnswf8NHWfTjmZfz4WDIRs42FndOuOcCPxXOam7gGRva+5kbk414icRfzS6K4lg4PG9/ZVd6YEyFNmhZCMPgtK0bgPjZzWYffPyQX+hxJt6Mci2Zqa9rHxsZKc1yECXnq9KV7cG3rHlRD96LApcS8qL70MWnDfMsUlCW7bhaYBbf/kqEv+CKOIAbBviJfI/Tm1DL6hyf4HUVdXUep8wRmEDwrHWkMgRnjhhirLeyxzUoWWyXYUiC+ETwCyvVme286nd9zjeMoTzW2qBtCMNpk7FX8XrhiNMW92C/XKOge3TF24acvOwDvlMem4XdS7Js2Ev853uSxlYwoR7xHXe5B9hQD9wZ1Q75WFgNzPxPbKCtuYmy6YUgI+ITv6WscbNWyjfNZdqaE+pCpwwDJzrh24ToADgd6DQAAEABJREFU7PFZyIu+ooxuW9iS5OSYn2M/p2Zmf8JFGOBTkLmjOBNsib/Lus4A96D+TBs8SFwpVjvxowP6ZHviDn2pPPhUNEYZC+gJLOkDuxnJhpy/bAx6Hj7hTekYkr2NlKI7ZKMu/KEL2kz5Mgsh6Mt2bPAZD0zn/ZjK62PIhF2BIXNVU76+I7/f03UD1xhj9Z9Sy3HK8RNPkb+x8yv8JA98wiO2yLzh1xu6dk75DN51nCembcNPHPDlMghkUifNPbRlFqwkrMvgrDmqrvveTfmwXA6NBWwa/OAvpZaladOmbZ6x47wznnV/I78+YM4Lwa+NsXFTn9heWWMAPYAb1xTITrtjYeEENmCY4ZXj58dbwrTpBNY9YQ7PtIUu0Am6QUfq2sy/LN/AIN85ILOjLBgKO+TYMVazNrDZkuRiXqlrHmjIJpgT4I1rL/gcaK4Y5Lg2DJlHmcwjyQqNs5RzjrHGFzoAI+r2dS3bk8zg7fcmpLNW5mOwG3xMBduRL4Un04a+nW/4xzcq5RjyQdiUxFNJPsGMD7ahMUybtI+foF8wh8c59JProyV97E2uO2SSHPAP3y3FItgbvGLjpi3yAy/a3fczrU54h9DHlq7H0Xk5s2d8W1v+CJ5zvyE+fNw5302b8zTjO56TX5lDNukFHYB7H7w1vrkeR7/wLHgshGDBdm7ws/NIsXdPQiAfJ9J9SWOsrLGGTdT1+1yrU9OcX7feoGF+H9T/J6Rs2EsIwUKAUjRoh4cZNhQ4b1zasIvnLxkLtd9+2zk78/mzdpvoji+dt/N3XbSNS1uKdaC0blCipvS98zNte1sWLITgC9Yn8CnfhF8mtuzIT/cUoxDvMDbGjAPZvafkNRYYt/m+j4fU97tPmm8Y46ql8YXcZfkJ9zXqz3RPbFNjcUspxxiPKT4Va8lP7ehb97qGc5pL/F5j0xhvkejHx578ZY/xN6gJ25r/HwNyVNRnxHVrS2HFlE8z7Vu2cS7LHjtBPKfEhKsJ321KdIxznmZ5KU1z35axED8vXbtwfsMiXVT+0sUN6XbT+P+irWmmLduCqY9gQe1haxXpkP+haOj3x/S+asXwz1XuxymGLscXBljYqzU79U2465N3s7VlBv5b0o25PSQGj/h97AZbxEczJ+BjmR/2ijnG8sVj2aQT9ikaQbuObdtry7Aj7KeX2U5L8yRYYY8hBBmM+QZ/njngi3I5SZ7NPcjUbtDEUFLcU5FfIMZp6HrD7V7zh8up+8qMO3hLZW3YSPcT4HckOVMS/5ItzTd1HmoYY5V6TsQBGsO0CXU0FpsaX8TfYJuOkZKV+F+txLItmNyNMV9uKA4gRTeQSXHIlxW8RyS5PJItCiQVWSIdlTWWao2S+6TeoG5ue/ONFGvpYZz5vDF6kK2RjkmhzFcOFdOgw77iOnTQUsyHziuKQRiv9GMyNZvacp6mjl0p6+XFP6mT7M71pYYT+fWK5KjGe2bqvyM768ku+vKb2AmxY25HyCKesbXIO3Iz9uCfsYj9IAMvQyqVZDgCjP7cVuhT+9g313iMX2JQ7JI+wMdTx69lYDaiTzBTyvl432kkfKlH3/DM+OQauSI/lkguUz8pLgHT9KxgyMetHzjgC7zyIqrM/vS4RS4/Hyy1CY1bfBN8IBs8tcFzUDcw5doevNC54xfH7UJL9wc0RiX3KBLHwHq+YSPNb0Ol6KM/PW7VNtcI+Af3542y/+83viO3H5PI0nnOt8YtfEfKwVG5vT4SWw34JzsdzPQBY+YN+u/LR7qdwK/0NIe+pB/Xl/IjUcxvp5m88w1DLvBBDvexwlFDTP0Eyzcxok++GzN+zL/ikTRNpP90jJY1Riv6La6W6oCYQTyORP4/0sKTa8gW1xS67kJ/YBeSgJiWbppd9+gjPXc63yEEY5yUmQc0P9fFG9cPbcVexIb833RfvA/GTUMO8B/Mt4zUSfYzvAKNVHak8+AADWRjPbXX7tWN+KDWqGzfdxYvtnsLZvgn51E+hPmCsQ9/tDNQXEabg6yfYWYb9DlUv7tpoP77kqU7bJiPZ8XCNdlzRXFakC52d3/a+yGEPfCv+P8X8v/qXY3pruweWfuZr4wyg/9Acg8kkxNYyO4oB1GnJzlpA1nBrKX4oqF7KOiZcVWR3ssaByX50Ch+CMFOagshGLqjn5p0jc7hAX7QAbYFr9sytbbtDHmkK5dDGGCPyMDzCnVdx1Q1nzD2aD+RL1ZXZvpCj+wnkgm7rqvflsZdV3aH7ulrKNxS22jKJ7ZsL3sZyZaGor74gMeedNHSuOD+OfJgl3bABpJO+krEG7wyZ9U1zlqKg9ryrT3mQfUxlL0yRkihkfZJI43Ei+fFOzJAPenXMVF7+JQysbViKXhTlwdwd/lpnje4oGs8Xr71pS/cZbeJ7jhz3tg/d/aiXTy34dcJmxvp9YB77Mxn0R/Yg01NYwo/0tI4x44h9E2K/cErPF7OQXGkQKBAoEDgqiJQdFYgUCBQIFAgcA9D4Kgvzvnt3/5tXyD7sDA85CEPsfvd736HLX7Vy337t3/7sV5UxYJR3/M932MsHP4nf/InJ84/bbKoNi/AmbXxarVq/+yf/TMbjUazNlHUKxA4EgILCwvG2DpSpUMU/ut//a/bLIuyH6Lpe3QRXvz1ute9zpIkOTE5WXCRRfy+9mu/1lhg97nPfa694x3vsHPnzp1YH/y2/qlPfcpY8J8XINHPS1/6UvvsZz977D6WlpbsZ37mZ6zX6x27rdNugJdlsYDxS17ykhNb3JKXBjz/+c83FnqdZXFfZH7oQx9qvJCB/HGJhZRXVlZmaoYXf7BI8Wm/GC5i9rCHPczQyUzM3v0qXVOOK5XKkfv/b//tv9kb3vAGO217ODJjRYUCgQKBAoEbBIHHP/7xdpwXnjLHMtcSpzD3niRsLHDNy10f8IAHzLTgc+SFF0byYqlZ5qnYxn5pCMG+//u/33jRxH5lrnScuI747mlPe5qdJH7E5bwglns7s77IjIWtuT90Jf6nzxGnP+IRj5g+dOg8L+593OMeZx/60IcOXWeWghGXr/zKrzSujWZpo6hTIFAgUCBQIHBtEDhz5ox9+tOfto997GP2n/7TfzJiBF5YXqvV7Oabb/YXbJzE/SekCyH4SyNuuukmdq9XOhW+vuVbvsVC4L+iTq557pHxEpmTa/H6a+nd7363zRpz8WKXb/iGb7j+hLoGHIUQjBfIcB94lu65/32aLxyCJ65RXv3qVx/rHi1j4nnPe96JjzX4K+iej8AjH/lIe+YznzmzoP/iX/wL+5t/828av2XP3MhURe7p/rt/9+/sK77iK+w973nP1JnrM4u/xe8ehzt+2+B3T665ucY8Tlu76/7FX/yFPeEJT7CnPvWpxv8z7D5/2H3ipFtvvfWwxQ9VjhcR8tvfoQrvKvSyl73M+M1w1+Fj7ZbLZeNezyz3Y5gvsANeJHcsJm7AyskNKHMhcoFAgUCBwHWAQMHC9YIAt0t03WpJEoyH+CqVkvEwWatbNR5246G3wXzLBvPN9KG9xZYNF1ppXin53TTa4/iAh+nUBg/38YBkq1szfzCtXs4eSA26oLTrfnOsSolVKolVa2WrN8ouR7NT84VIOv2adQYN4+G73rhhyAs5jjx0KCyHwgE8IyYDHeM85XhgsjdqOPbg1BnU/SFn8Gp1qt4XD6JXa6UMt8RK4gf9nQaAtFtRXzyE2e7VJFfd4A9eh+J7t+6n9+PDlcg5kMz9uYbqNwxZaI8HF3lAkwdHQwhmBtmpbnSDTPRbka1X0V+76rpDZzx4OpCe4BlZogzkIWx7msCAOt1hXXqqG3ZQb6Y2nUw/JGuH3YIlYhJM4BE9M046wp5+nDdhSb/OTzYeyU+T87jY9rHad9zrLiM2FPkrZfyFcPq4234bXTvpSx9MgAUZuCjd3NwyyBfC0UF9LmuFZ2GddJI6W7blfqwcx2ez4mPGH47F50jXNemc84hN3csaPYUDYi9tNeswhGD6GAuxwE+7VzUezh7JTzpJr+Ol1t6Lkek4C2akCzK0jPI+vuRvOvI/LFLBg/sl+QX6CCGkfes761654nPiCAhm8EXXTpvmi+r4Ih0byrMvot8QgqF77BA/yMIpjEsW/GCMYg+MeRZggXqjug3GUENzccOG7gOahu5HLC6iOXesdAdhSzrmZSivfRYpGchO+mqvp3mmO6hbWzbDgh/NdsUa8l3wUtH4if7BLPiCTS6H+Cd1+RDWzM8puX4/4lMf5zPle8vkWozFUuQuLCRBc2jQfJoYstflM1qKf3jxVE84gddAPnQ43zCwxM+SQuSHCw3jPP65xzwgPNFhXViyyBk6TpLE2Lx/YeipmCKFB09VIAR9zfCJ9UkhdASRDyGktlZNXD7mE/iLdgXf8B/lG8lOUmoZL0kaSj63G2FATEM97BN7If5hjsKW1Y2MQR/kMm1KQwDXkoEFNgY+9If9un9bbhtpTpnfm97Hvsc6PhJf6KIjfOk79pv4PBbUcWqn6taQ20lsTH/EjsErdWuaB2iHcdbTWBhJv2ONl7H6csLPTlH0t35OZUaQeGIsYSvYTF22Q9vM3ZaNm2n92klvLqxEz9pNZMsVxWvIRUyS6rVpI/yDZHEZsoWqHGPJQBqPeyoMhpILe+jJ/tFbXbZcVryUCOsEEAU3XdI96V4Uz7ketENKOdrA52E7zWxxqr58GzyyqDj8OMHbXiQ5/PxUCt9z2JLKu40oXgKDqq4vnO+yGNbHeRAv6MQJhgq6yggU3RUIXHsEcAORC1yayV+XkqDr+pIxRzLP9DUvuA+VP8Tn7PBP8j8+B8jnXC9pnJvyVDzCd7xeGMm3+/XgoGYt3U/AB+OLS6XETPITE+Ejp7GxfbZYxssT00CKc9mPvjWoWeZb5iT68viW2EpzeHdQT+8lKB51jIlRRSNhPXJMmzYWv76v+Ys0nZeaRnn8fF/zU29YM3RFTNKSTI1sDi4r3qHvEIJPkMRDvsAlfEISQB8/56lpU1F9n9qHfsDHcRYP8EQevDguFRixAzphIUrskGvXtuYzZERWYjB0CAYRD7AZOVYtGzlWMW3aUJhCLNKdYtYQ7jUjjuvourPVrRiLvKEf4tUKuCn+J5ZIErMQgsUN/mN+v9Tl0ElSKMrmeTWVyNbQDXMz8rUye+hJly6T7r+4XNiA24JkcJmUKkajTF8209fY7A3qfl+DuZ4YhcW+ymo/BMWCGb5ixWUoaWzTL+WIaagPLiPhM1I/Y/VHHOHjhXGj/TyvmCmegzd46A0b1pEdgx3XDegtUR8Bkpz0C7ncZKbIjwlMylYqJQN7eOppXCIb1/PoM/bpfMAPBG+ieG6kYyPpPvJFLNrUOIAn5PUxkPGkLqe4KLIFAgUCBQJ7I7DDV8ifBQuGfytrbmCeYJ7Fz+Bv8FnuQ+WX3FeRyi/hU6dppGOnRWP5QGjEXKH8SD4d/46vdtKc0dOc0R3Uda++pnmjaswI2v8AABAASURBVC3dD2Y+qOk6kXmvrOtEZDSfP4LF+dlTAYLfVuIxgx1x83qxTjAL+qOvsvy/49mqOE/xuh2c3Mdr7omYcmya/LjOUy5e/6KLDvOS2nO5pK+QJOk9Ec2JuQx2fWzwk8cIwiRoriqVEiuL76p+Y2vqviTyIBdz3Ej6HUu/Y9kScjsG0d5IoQwTygwVMzDXo/cWvwEIF+7RJNI1fZl0bUEqzRTkCV+Q7dwSlYUvcIWvtuIn2o28jTO+xuIt5wt+IB2b1t31kJ/m07GER42bkYix01NMhox1YVaploxYIkmChRAEWEhtSji5DndCle7pXK5b5X0cbZiPK89vqh21VYr6Vh813Zdz3yK9txQbtvtVj7N48VlP47eve0WMZ+5Juj1k8dtI2MM36Vh5iLxTJg+2QF3a6Ek2fJfHwLoPhT6Jwyq6f4acITHfxLYRo8NvJOSFKBBT8rMQ9afJBAkYl3SvjXgWvuCTmHAs/VxmV9gWxDlIedelxgBlRxovyA1ejIO2riW4DqtqbGHLifpJpAN4z/lgZ5oEgj5+ROxZSIJRj/pg1lK8yTjg+gK7oU/6nuaD/Wn+/Zz4pSz8oRd8H20xvlwHIQCHGd8ZA/Bou7b8WFaGWqrq9/UZ6/h42nU/onv09IVdxOvinDfx4/mIofZHkOxnJEI+fpNn3sNO0zGRWKLO4AGK9r6LxX13vY7OkjpFH62UthKNjQq+UHNUQ/dhW7LVjnTYkxx9zWnIAuY+FuBVts99e/iNuFKO60Z0xHUG113wX9Z4o30TvtG2yUfdcg3B9afbn+7/ex/CAUzQpetQWDlm6ptj5P247G8kXuCvL17BHh2gC3RSkt0JNvUczLdMd2Dg+0f4inVIoSgLKfuQOrKgMV2uBL/HAx+MLXwMvIFNz/1Lw+DZMY2+RWMIPMeSHSLvJPlIY1kfY9JJX74F/XQH9SzWqBmygzvjBfkr0mmpnIinIEmDbW6JpHNeqgDfMcX3OP8qlX9UJUgg9IQN1nTPI8pB37xAB+zRBeT6iHranUa9KUW/2Ao2Hu0EP1GSDW7Bn3S0NUU5P3tkQkgPqrj7zyhHkiSG36Bd8KAfsEr9W9NGvGRAvFzG9/SxLE8ZsEdfyN1R3INO3X+UMmzhQ8zAt2mLqbLF556KgIxOH5PaLZEdMNbc3jRO3J/JfzI2u/2GNTV3ub1kY5E6XhG7kbHwPygswL5xadNf1HTXnRfsjtvO+cu4eCnXnf5CrkvGedP4NZz2FK7e3tQ+WTVL4sT5kARLRCXxAC/cU8KWfVxkfncsm59j7MqvYvdOOuapjvs5pYz76JP68mdtxbx1yV3RdUbiPjc4h3E8hpAY47GmeKDRKstPVSz2jS9gbDHGaHPkfrBleSr/iK9hXqRs9BvEF8wv+KaS8A9BfUoh7tOUIj9k2mKq7Il91J3llJhJREv2SsOW8X9DGxtbdunSll28sCnaMF7ExcL8Fy9cMn8h18amYQeUhVIAzbdgwfwTgmFrzKmuQ8XMjVbVGsK+ppiWY46H/H4iXVPH2MCD9GpS7DNL0QEEC/CGPTBHMVe1FId3dJ3DvVbsKb/3PN+QHTRFrfQ+vWxx5PbXshF5ETYb7XOvlHLMmT3ZKTbXYiw2Km6PIQQfSpEvO8JGHSeNR59LSf23CbUp4F1GXf9VdK8bvTSkK+6DIyf3xXuav/si7DraP3PjSPP/yMdA02UeZ/N/PEYZxgp1qNvXtQptEdciX1s4Mk8zPuqK5bjuh4eyxj08mWTO+Ra/Pl7gXeTHpS/TRl7JPebj8kg2UteQxkcQYYdug/qNAgzBFXzBeSz7ij7PbUv7nsoGp+P6kXRGbNFXXEYb4F/XmAR3903qJwTv1fGEB88c8iuWJ3WKulKKn0iSxMpuZyVruH+tGraAb4cnl0k8ItMos60037S94/eauf3Ip1T8WjWxoL/UzoOZ8oE+ZVOMYeIhbJp+xtiraDyNFXhBu475b506Bna9fHxWLMWuZInmEnVlIQSLm1ToYzbu751efhTcOEoKbaoht32NAfYhzoeSWUnxe6VeEh9lQ7Y4brlG6WnM9jXmkBXssJWRsB1J5pRauW8aSbZRdhy8IertPW5rmher0l/FsEdwrciPl4RxkP2YBdskPpbOne+pFN4j2RU2ibx9NphaDFYqJVZrlLxvZEMm5BmLb7d1xQL5GJA8Ywhdilx/SrleAQdki/Zf07VkSf4P3lFfCMHYdvDAgSniXJQjptT3Mar2mrqX6nYtW8FmfC5Q/+R7GnvEBq1OzZgPK4o1mCsz6LwX2nfjSTN+7LS/EBscKroOrkqGuuYB4sEW8WG/bj39xgfv/XHTBvpdElkcywP+932ocewkfQxFI2gp/X/snvBp6zqFFyvV4hjWWIKX3fJyLBFI2Fk545F6bfFHO33nqWXwRH/0QxppJD6maSi++9IFdtCRfMha1zxE2/Szu//T3ke+afyxjYZigJZi1rb46wwa1kUHwgwduLyZzNu6aNpAcg0Ui3oZ6QpsoK78QWdQN2QFs5baBj9w595GBf+pcZyAv3AOIR0HWXJs8WmnpLbphz4bsi94aPfqkqtu6MLtSjINxT8ypGlLMjWtr9ifMmDQlRzIwDirKUaqinfGHvgxDuUwjI0+2UemMvOO9NvSfdSu7sHQHn3s93xDtJs8BVfx5liqPv0zRhgv9EF/VyTgFIUQjPIRi7rm36Z8AXrpum4bRp/YL0Q+EvY7nYf3gfjCFuCrpbEArhX5lJJ0WZLPdFsOwY66EeNfOLfhL+D60hfP6RrvLrv9zDnfP3fXRV3/XbKLFzf8Wo+yzO/urvwrGP2iE/TTlK1x7dXWWMcG0V8n8lotW5C9WbEVCBQIFAgUCBQIFAgUCNwQCBRCXi0EjvrinF/+5V+2t771rYdmj4WgG43Goctf7YIsov1P/+k/NRbVPk7fLJLIAmEsQM7CY/4bwDEa/PM//3N7+tOf7ouO0fYxmjIW9GNRsOO0UdQtEDgqAg9/+MOtWq0etdoVy/Pyn16vd8Uyxcm9EcA3sZBhkiR7FzjGURYx/tmf/VnjBU34++FwaI997GN9MWMWNWZx47/6q7/SvZGLe/Zyxx13+CLI/+f//B9785vfbCxcx4u+arWarays+EsdTnLxRTDghT0nvYDgnsKd4EEWZmQxQDCadfHEO++80378x3/cJpOJ/fRP//TM3PFyNBbbbLfbM7cxXZFFqbGZ6WNHyf/QD/2QPeMZzzjRF0/E/nmZxate9SpD5uNgFtvbK2XOv/322/c6dUMfW15etmazeWQMsIdv+7ZvM3DdrzJjCL+Cj9qvTHG8QKBA4GoicPfui5f/4LNCCBbC3Zu+6Zu+yYjNZtUI19csYHzc62vmXObel7zkJfb5z39+Vna8HvEPizwvLi7aS1/60n1jUi98wFe/37c3velNtr6+fkDJ2U+vrq7aT/zETxgx66yt8HIo8COGIZaZtR3ua3B/gziNhf4/8YlPzNQUMSx2US6Xj1T/iU98ooH5kSplhT/4wQ/a133d19nb3/52/5/O7PCJJODyrne9yx70oAfZcXA5iBmwP6hMcb5AoECgQODujMAP/uAPXrPYaTAYGPEb9yN4aRQxwjvf+c5jxQn76YKXlXJfbr/z9+Tj97vf/ezLv/zLT0zEEII95jGPcbs5sUavs4YuXbrkseCFCxdm4uw1r3mNx5Eh3NjXJRE87v/yIpm4P0vKPdCv+Zqvsfe9732zVN+3DrHegx/8YHvlK19ps27Eyq997Wvt7vWbyazSFvVOAwGu4V/xilcY12yztv/e977Xf8v+7u/+bv+dZ5Z24jUW13BPecpT7OzZs7M0c9XrhBDs+7//+/268Didf/jDH/Y2eLnZ7//+7xsvJjtOe9xH4X7KLbfcYr/+679+nKbs2c9+tn37t3/7sdrYXZkXV/E74CYPLu0+ecA+1+Df9V3fdSqxAPdj4jx6ABuXnf7IRz7iv23yu8NlJ4sD+yJw8r9Y79tVcaJAoECgQKBAoEDgOkQgmAc1IQmWlILxMFm9WfGXJvGw22Cu6Q8GTj8QN/2AXDy+I51vGWUi+Tkd84foxg3j4bRWt2Y8RFfjgdRqyR88DkHM2PW9hRDEaxBOJavWSlZrVAw5Wjx816tZp183HrzrjRoG8TClY5jhOPCHLls2FB7QQGl+XmUoTz2oO2wYWLXVbkt48YAffdXVJw9U81Ak+uIhxyD9iTU76Y126YeHMFviI8oGz+g16vhKqcsp2aiDXLRDexXhVyonht2FU+Lf8Zj6CiEY/dEvcoEjmIIxvPGQJ3zC814yIfM0DaRPdOa66tf8wfma9EPb9BNC0Pgys2CH2lTcgrBAp86jMJrmbyB7gbecB/YXWja973zzADikc8jTw5bEHza0F3/hkPwdSogjFqJr+kduUqpzjba5uWWbG1sWFw7i+J60ZcYCASrupxPhV66UND7LxlhptKrGQ8ytTk1pzWr1inGe/oxN9Ul4uNbTU/qCx9gVXYQQjIVY6s2y8eAudjRaaPqCEWPpbrzUsv2IRRhYcIGUOixqQ30W3mh1KsZCLzyobeqDvgq6egi4nqXo1IZNNizKFujAlm0rGLaHfyhXEqtojFcbJcMOWIirKf21ulVra7yyyEh3WDcWNES/g7mGoet0YY6GoXunxdRueJh9B2n8+3nsar5h1KONgeZhFhxikdOO+qG/ZrsiHlLbgS/4CyGYb8izITlEyBBlJPXz1/WXmNfHTL5EDOtjyIC/2LJgIQRLNA+VFYcwbtzfaj7vCpce2GsuB/ORfP3IcZ7C2nFt2lDYgmlP5XnonjFYbwlL6bYsXwSWZsH79f63xA0ku2DfTmCjHQi7206DmfxhqZRYRXxgZ8iHvpEPuxpk8g13yNeUHxJJPo67fLI9txnh0pZ9Yi+1qfjNhKNEMt+U0cew84pwrSumZI4lfsCOh2oX3+Y+bLm1r5+jDBRtGNuFb/om/sJ/JpIvhODdSsUCNs3u9R1CcJ8LT/BOO9g/ckWe6O+wRB3kSf1u1cAWvsDb8RAI+uzFyskeUyfoPFEMT//IxcsdsEl0h90yVzje+8wrnEfukeYex1v2QH30hv7K1cQc62m8D5ACniAfa+LRLFiCLcomarId+HT85Y9GGlv0fyQSr/DtcsmORtpHH7SJLmr1sqHrkvoMIbMRK7YCgQKBAoGdCOAekin/iQ/pjerGnIM/xC9FP0P+7kLuH+Xz4Z3riugfm4px8OvMF/hkk2/GV0M+j9rBG2WJpUiJOyDyuHq8LfNFWTEufdR1nUN821K/zCnEnsy7zDFg7POU4gKwdpIvx5+n1DQ/pjmJchB1kMVjLo9Jarq+qxj9EMfRL/oMKFaywVtcLM95FJOeHizmyZWgzyzm280PnYQQ/P4S1wTMj8xhTV0PEG8R9/QGdYuYgQHkuETcNIeOpiiN3ZrmL+MifhP1xnVfDIxri7bh/H+2AAAQAElEQVRwa0kf9FOTftAT82W5HAzdhRBMHwt2tM1xRdZpktxBLZU0xohFWWiQfukfXlwu8YdM8O1yYQPT1zCSk/Op7utG3AU2xBF1xRPgVlIsH0JIF0jkeoXrLe1jC/Rbz2LRXja2vS/1c6Xx7GNI8QVl4AubpT4+gr5rijPc3vLYKDhg4OCZPb44F0Lw+MR50j2+rq4f+sTjup4YH8CTn6eMaJRhBC7YyTZPJQMPdGnC3oqtQKBAoEBgFgTk0oL8WynO57q/kfturt/km/GP14TwgTk1bSReUmoY927w1/hV7ndwXYzfbsvfNjW3MgcxFzHvTfvK3fMz/jonO4Etw7MiPJk/4AOeeoO6x5xjyUPMxtxzJUw57+U0P41Uh5iI+IpYK42DShb9f+T/sPGdXaVNYYLBG92FECxRjMB8yqKpyIG+0OFI8V+q15aBz364REw4z/wOJjFWYNFX4pxSdk8ghGCWzY3OA8zY3luQ/af6KpnzJRviJanOm2yO/u7uNFIsAWbEEowZ7mdimzG2wpZCADNhdAWsdNY/YOqk+I9rBR9XWZ7jQdgnmb7pA53XFYsSw7QVm9I/uut6bFQ3sIa3oWKkESTcR04t3bPcg/wcPqFh1KEucuW+QL9rtnU/E33SL7aB7bmcptuJkpH7V37tQDwJ7zoG75CKnMxHbdJQCEJEdgYm+CSwx/7h/Si2xRig/EjXA9yn5Bqgp5iXtpAVnMu6J1xiHKg/kx6u6Bcy/gz+RCXVKct3EXe3pKc4DuCTPunf/ZKuPeFjT5K/QndDjWv00pOOW9IF1z7lUqKugtgSmfQARR6U3/1BF/lpVQkhpNdSuteIXlvy9cgOBvCI/4DHPfma5hkeIdkRPGKLyMv1EvrhHjR+wSy4D4MPO+JGnR0kG8PmTG1ih2XJgL6wBfomxsd+GQvMb6Md4wBbF0nvI+E61Dn4Ru7OsGbgG/UP/65/YbW5GQxK+0ysXClZVdc14IbM9IWuRsIC7A7CzbFVWfr3vv1as2LooiJ5uA4MIZhENDZ0BwbkZyHq5gR+Gqs+ZtWwPt5NkvkZ5kX4wMeAB/MlcQGY4huQFb5dXundU8mC7DtIvtLPqQx6AGfq0gZt0SY2h38BR/qjX/ov6356ietsMBB37hvFc0w3JQP5XCaEmAZG0GEbYEmbbheDmv/fCWMdHaEDiPxB+uI8ssA7+obnfK7UNbVlPEZ+7LCb+KaOy6NrcXgul0vm9qzfHB17jXvHWxjv4JX96bGY5ZEJoiw8DxV/9nTdzH0EMKZtsA0hWAjB4gYfMV+k90wEZG7bgkn3+Bl8GTZR172fpuaqdq9uvWHDuv267hlWDT9X1nyjKc3tBYuBsJctOWL+D+XSpU3jBU13nb3gi7Sf+dxZu+3zZ40XcrFY+4bO81AJddLZagcb2ztZLi3HTvA+fVxoPoVPbJi4p6f5Gn8ykh9nfF5xPmWsiEbySUOVxxdRv92rus/F39BHCEHs4euVxPFYKQmDkspVDHy8b41Jfhumf3wbPIzk56bJ+9H80td9O/rinm5L8/eO+UW+g/lxy+cX9Sm/JkhnnivtoE3imQgxQ2JG6npVPk/JiziHztDvxsVN6TelCxcu2YVzovPZC7nQrTNtEoDPlJV5X0H9BGN+qQjLmubNRrNq/N8R/wdQb1Qc3wr/DyA8KBdCsGu6SQS3wSzFP5sFw0bK4pE4uBHjcF3noNt+Zo9D6Ty3A+IM2R2+2Cnz0djrQUQb2Cntdj0+qFqd+7jCMITgNmJH3JBpB2FvU2SZjCXJiD5qjZLxgiO/1hAPzH09bF9zCrwhKzTSmILfUSbvSDJvU9P8nMoMhQ1EXa47kS2PA3St0VIcyvhATsZ6hViIOEDGiUXAO7rYUCwAEcNsiX+OR7J74IZsLpb0HkJwO+ReE9cCHtsodsUXgetIOF/J1ogNoq8cSV9D6QRdoFvaqsuuwT0Bd8WEIYC8xrXGgs2wwfsOkr5wF5bZGvMPMV/d55+Kv6Q12hi8jcSf2494hd+cJCfnkbmnsUf8TlzG/ID98MLmkuw4BI2VzL/GPjlOn5RFbtoZyWavhFscr46d7iexj+/HhmljB3bgJvksbmAHxf0jppfhB4aQ2tTHe3LfpDkS31SXDhlHPm41rhhjxNx9xYHg5fIuNMxxZd7ajW3c55yI8hB1aYO2aLMjnwDmjFuwpF9wZT4lxkyEvYk7xmgcq6SMYY5Fueyom0ySeYK5hDkVnoayB5cHPcrPYufoaDdxPBI6px5ycW8RHTKm8PEhBAshHJWzvHwIwX+/oj3wAaue7JTrj5H4gwbiuSeddBRrtTo1q2sMMPbALoSg/s2Jew9gpVHoH7sKWwhB9wiSXAaur5seH9aM/72Hb4j4ZsD/sM+3bCAaEmMdhlR2pHLoAKIe7bVlr9guuKVYJMIg2O4thGDYAGM5jyt03536tOM8iS/a9X7oa4o4Pk0D6QI/2FPsi65akrWm2IS2Q3J5/3bKWwhhB/7ESsRMLcUb8NcdpHE6ssJ3lNdTYTuIJAz8mNK+YlHKUgc5u2qDtsCsJftDx9hgVTEa2JflT7hGCCFIB+ZkJ7SFEMx1pzm+priGvuEBfuANHuF1IL6RZbiHPJShLPaIDNgn/BO7lBUnlbhuke5CiPwHw08iE3qlLHjShvejvuhnL3vZfQzboQ48dGUz9I8M9E0fdogtBPhKCV6p6zzJ9iIO9EFfjJHIA/tOwmTHMe1THoKvyBNzQjnq0vE4BHO7imxsbNp5xf1n77hgX/rCXbq+u8vu4IVcd5y382fTF3JdurBpG5e2PDZ1f8XklLUDJmXpBF1jx/DW0bUmuusqpmzLBzbaut7UdUCi+TOrViQFAgUCBQIFAgUCBQIFAgUCBQInhsBRFjn+whe+YHfdddeh+l5ZWfEFiu0631hMm0W1WbzuuKyysBUv5mLRJhby/MAHPmCHWXyJ3xg+9alPGQuF3//+9zcWyfo3/+bfHJcdf0HO8573PF2zhmO3dY9toBDsVBBgwdWHPOQhJ9Y245MXBJxYgzdYQyEEe9KTnuQvyTpt0b/4xS/ab/zGb/gLD1jU+KabbrLFxUWrVqvui0IIO9JOp+OLIH/VV32VPfnJTzZeksgC94fxnXbELUkS97N314WQeeEHGPV6PXvRi15kh5ljwPEP/uAP7LnPfa7Nzc15veO8mAEMf+ZnfsYX2Twi/PsWDyE4f4zzfQsdcIIXT/CiMV44xos3Dih+xdMsePn+97/fnvrUpxqLdLMwLjhesdIxTtIfdIwm7pFVeWks+M8iHPEYsVR8QeBznvMcgx772Mfa/Py8+6MHPvCB/oK649rLLPwVdQoECgQKBO7JCJzU9TVzLy8k5cVSvPj1V37lVw79ci5eKvY7v/M7vmh0t9v1F7weJ/5BX8RAv/ALv2B/42/8DXZPlb75m7/ZXve61x2rD/AjhmEuffSjH228hJJFuQ9qNN6b4IW7vECD+xtvectbDqq273niuze+8Y3GPZJ9C+1zgr5ZjH2f0wce/tznPmcPe9jDjJdF8wIFZLMDa+1f4LbbbjPu0/DCua/92q+1d7/73fsXPoEzRXx4AiAWTRQIFAgUCFxjBHhpBPe5eOHJNWblmnRPHMd1+El1TmzygAc84KSauy7b+dM//VMjjr0umbubMsWLZHihzHHYRy9f/dVf7ffX//zP//w4Tdmf/dmfGfemiXWPE09ezeuTYwlcVL7uEeBa7Y26ZuPa7TjM8pvB8vKyPfKRj3Q/xnX5ldrj+owXM/HSvKt1jXUlfmY9x281/LaPDLO2EevxO87Xf/3XG/Pnc/V7Di/nOnfuXDx9xZTrfe6bcP+E+txP4b7AFSsdcJIXtfHCtpOMY/gfkxe+8IXGC6wO6P6y09jokV5CeFkLBx/gN81nPvOZBxfcowT4Ywt7nCoO7YNAss/x4nCBQIFAgUCBQIHAjYNAMAtOwXhIrFxJjIfbeKiMByR5AM+pXTEeJuNBUqeW9vciL6dz7arKK50qw4N4tEv75WrJeFgxKQULSTDTx673TTzCKzzDO1ghBw92Vmtl4yFP5IOQNacpDBzLXfvgnJdtVoz6TvW0TfCqCC+IPukbHhLhBj9BfJ0GdLRLP/QJD/AU+XQ5oo5znVdSnft+Nc1nslKP+rRDe6VSYs6/OtHnNNjfs80QgvebyO7AEUyr0h28wSO6SGVDlkwGl4f9XSTZqENddF+plQzZaDuEYLNsVAshOI8lYYR90Tb9OF/qM0/ha/e+66Tqi8EwTqmX8ycbOi5/dsDGRTYv0+Lh1ksscnN+wx9yPXf2ot11p+gO6ILx0OvZ2y/YndCXztudt4mUp9yFc5fs0oUN29jYMtqizb273bL450/IqlAizCrVxJAZ2RsaTzwcy4PMLKgAluVyyUIIXsWfp/UvVb5Kn6B+1L3zgI4r0gv81hoVX7AAvrHDeqtqnkoGPxZTP65z2T71avgK2XG5UvKH3EMIat8sWLFdTQToiwe1d9CmpbY2ZWchBB/j+EBsoFxODOIheuyBxVaq0qfrFd2KyLuuZSfT6Q7byGxi+th0WdpgDDipffqhP+yG/uElkW8MYdtydsgiGdi3u8EmVuUfhL14zXnWQX229SE5QwiuixI6UPyDz62AjTAHJ8dPuJLWhf1l2NbTOZuyl2GpOdrU/o7+xUC+bye/0TZEy8H0p/7RaUm+ER27je2Sz2VCNkiy+j6p9pE72g24gA/2Al4JtoKMdAYhG6lI3TqusU+350bZUgyrlvo3pU2oYnmf9LsXiRfaKMt/lyRLUL8hBPONfjPy/T2+KBpCsEQ8l1UfGdBXTXpOearY/jzswaP4qakumNBOikdiQXyZNnQAKXuVPsF9v8sl/dbAehrHXfNGLqtiiFQX2/LXVK+KbJqbWBgLPxVCMH3Mgh15iziADW2BFXZYVcwEhs6L81cxz6v/A9Oc76o1VLeh/Ro8S3ZslD7QNX0emeGiQoFAgcANhUAIwbh+wG8QF+FLavLx+dwgH1OHDuObrqcy8AzBk+YE5lB8L3ImSWLhmPMVvj2SB1yWxlxKLIRgidr3+VbxFfMkPh8emF+gmsdPxFApXeb3pQPmIyfykPw8db0d+XvaRaay+iiVEu8zhGCmj8ICm14cD17tGm70Hwk2pvNBWIEXMiCLy6Q5uCIZo7w1yY5d5oRep0n45DbLcfbBmHoQbUG0KyoT84KbiL5DCKYPrKUU0mSWb2TbYRNqOFH8VZKO6Be9MdaQrQaP8ArBdyTt57JSBhlE1KF+uVIybLkk7MDPTAxL6d63adOuZf06ppK5pvo5Rmo/tbmqpWllZ8rYgeBHZeFluu9kN25BfV7pI944TTHwLgt/5MCWaxqfOV/0qZhmf54qVp8+L95oA5sBD9pOJHcIge4KugoIFF0UCNxTEcCNuE8pJRb9KP6mhi/FN14nVJMfvJzibylKdc2Jv8VPIkdJ3BlRCAAAEABJREFU8iSak3zuQEhT/CIfzfwxTTp8oh+6Cuq3pP7LmsPgiXkF3t3nu//fZ07KsdZ5lWs4KX6SLqqSL8qFTCGk/j/KcqJCnEBjO/gSq/CMnZU0r6KjaGPgQgyYYlOx+n73jYTFdJxec0zKvvCu38sQ3rQPLOEI/Hv5JBh8ub6Es/M2PWfneqmY83m32ZcdTfPKGBJuFcmY2lJQCJWSaYs6I9XulT+7xpLtvh8uYF3ncSxkeuceDmOiUi1bjXhV/Pj4UOq2AI/QNN975HeUVV3agCpqk/bRJTKWc7sILo/Y9pT4FTmnKT1xMt+72xUcjnUiPMqKDaviExkObU/EhD4GKqkNCiNiyppkj/LmMavsWZ25IMgLL76zz1fKm04qwxhiLNBmymPZ6Cfn03nYZVe5fnQcPtmf4q9cKRltYg/qwoIdfaOO15VsCRjKnqItVYVBjqXzV7GcX3jJqbp9XPxRB0JO2iphK2o7hGAhBGcS7CDfmeVLCvD6St3maENtO87qDxsF64rGZCqHxgXXQ+Jvhwzah1d8ZU3nvazkrsqOqE87YJxk/JuJf/XJNTL5EIJ5n+AmfVQ1/lyvatfTvTDKj1Wsjl7BVsfgg/4ruuYCN/r2fqUbdUPPdpIb+E0TONK+xCOxoH7pHz6wNfiqijd8AXxC8DxNO7CVTNP70+XSfNlowynDu6L26Ys+S9IjBL4hBDPIpuKNKd8Y5dDpPT8hBEukQ9oFW/Rbk55zHaED10XFpnneNy/91jSX0Q7tleV7uB8WQjC2g/ihzF60o57aQnbahW+wqU3zPI0v/E/vx7zLlI1P57litFGVnZZlr7RNH+rKUs734qo4do9GIBvwIRvv+LuKxmFDNtTu1qw7bFpv1LR2r25N2RnjFZsv8ZIW1bFsw3b5H5TNjU27eHHDzt91ye6647zdfts5u/3MObvjS+fsrjsvmP/fyvkNu6Qymxt0vmXYX9bM/okMlHIhBMNmk8znVvDx8h+Mx3y8is/puDY/Lpn8OOOCPMS40LhCZsYZbTtD6s+0IZf7RvUbQrCS/BLlKO99qy5912gHos29SPMLYw+qil/q0w54J/JNIQTjz7TRJ+T9av/EP2oc7Kf/7+j8XReNF6aho7PSk6d3XPD/P7rz9vPS33n70pm77AwL8Itul07v/BL6vOC6vuj/h7Rp/A/SVmR8K/XX8B/0JRFdd8gNBg3pgZcgYGfYVk0+FVxKwjjJMFE1NeLf1/RLkOV8eF7CYCulJDF0iD+Fd+RCxynJ32ITonyu2cs2DnGspjYYe8y/9EWfCRhFVIR1zB4lRZacpuZUb0MyBo3xRFSSTrgmZOxHOZEVnlxW8QePNckC7SkvZbLzXpZ9jR/aiG15Kv/D9Sx2AuWyig8Nkmhdrg9iMSfJjxzbJ12Ce9aXZHSBslTqMcj1gz8Ublz/1TSOcvw1xuqHvf5HH6qLDtBzjrs6CSF4X97/cb/Ef64r8rSn9l0O2Rk6x8Yq+HbZB/LU8J/ib4cv134NwqZ0HjuqqXxV/hX+83EiuwkhqJfsfxll59hJCMGwb2wbe6Nejpva3NHXXvtT8ww2T/8VYivpYRo7C+r6hD/gN03IQxeCk8TlSuQfwLKs+BQ8Uky3426wcvzAENpLxuwY8u0oC86RhLe3LbnLiivpsyQ9Qug0BAEAibOcZ+kgz4tp8jo90yeEYOAND+gg8ur6w/5dTxXz/Uwez/tx4mMoOw8Okgs5aBP7UPPHUiH1wYH2aLcqu66pD2yNORBynnUMG0QOypakvxCCpZ0rte1NkG3vnHZOXYNDIn7gCxngEV5r8heQ4wm2wht5jkT8f/b0/2OrDfBAl/RDn/QNDykWlwscQjAwphzlqUf9yFvOT95XJf2/e9/flVf/yENd2qhIX2WNIdpWN3bVt2AW5MPoH9ngxeUTX/AHnxA85yQZcpmn8uk9h4rl5Zploy5EW1XGstqlffqhP/oFW3gIwU58o03ax97xHe6rxAP8wFfO65Qc07LF85StTY2haf5T3reZp0+nDFfK+riUPdNe3r7bR3V/W8FuxRd1IHgAw7L8YEk+MITtPg8ETkUpDq/ULcvmKrtwcL7o06livq/+eYYhJfHKfkY7eJJ/dn1KZvqgrwN5ygoQ13N9x7MGvGyL67g7bjtvZz53l9Ptyp+946JdOLdhXFdsXNq0zc1N40XNNEFf9JnIh5SFDXwR+3eHDV1fNoyXcbX8RXBVq0sH2B+8hhCoXtA9DIFCnAKBAoECgQKBAoECgQKBa43Ave51r1N5cRaLLfIilmst32H6Z1FtFtdOkuQwxQ8sw8u1WETsK7/yK61arRovhOAFRSzixAshIrHQNoudlctl4wVmz3rWs+y9733vge0fpgAL+v38z/+8tdvtwxQvyhQInCgCjUbDHve4x51Ymyxgy+JvJ9bgDdhQCMG+7/u+z97whjfYSfm6uxOMyMzLmnjJUgjX5v7KSeHFooXIEucYFrpkPolzCyn78cVDX/d1X2e8VIF6x+WBl0OwaOxx29ldnznrBS94we7DR9rnRRu8qKzb7fqLF970pjcZLzE7aOHJc+fO2Qc/+EFj4dEnPvGJhv/6a3/trxkv+eJ+3pGYUOGj+ipeYvdXf/VXqll8phHo9Xp28803Tx86ch5seUEg8RBE/rOf/WzeDosoH7Q4bF64yBQIFAgUCBQIHBoBrq+Zh5vN5qHrXKngO97xDl/8nkWlS6WSv9yJ+w3EPJFYaJ97G1z/8sJXFgH/5V/+Zf9t7kptH/bcacVAe/UfQrDv/d7vteO+OIC2iWXe+ta3GotKgx/3J8AJvCJ2pOA5fW+Cxb95WQBtHId++Id/2HgJ5ixthBCM2G5paWmW6nmdt7/97cYLFJDvpS99qf3hH/6hnTlzJj+/V4bfgVnQ/Hd/93ft5S9/uRHfsfj305/+dPvwhz+8V5UrHuOeEHTFQrtOngT+u5osdgsECgSuIgJFVwUCvJiDlzJwbXsjo0FMxm8fJ4EB94eJZ06ireu1jf/wH/7DgXHK9cr79coXL5J5zWteY9x7PC6PvGzllltusfvf//7G+OZ3QOLGK7XLecpxb5aYEvr1X//1K1U51LmreX1yKIaKQndrBLiGP6nfyHmpIL6f63KugXiZMdeckbgWvVn3fJkbSLlGm+UaazAYXDeYr6+vG/dAuGY8Caa4XsVn8HIufqvgPge+g9+2Io6kj33sY21tbc3/D4H58UlPepJx/+QkeKC9f/tv/63ffzmJ9mIbP/VTP2W/+Zu/GXePlP7AD/zAzPcXDtsRcwb3AIjjDltnutzLXvYy++M//uPpQ0X+CgiczH/lXKGD4lSBwFVCoOimQKBAoECgQKBAoECgQOCaIsDNp3RBnA27yIu47rpovHTr9i+e84dbv/iZO+0Los//5Z32+U/faZ/71B322U/ebp/5i9vtrz7xJc9/8bNnfZEcFj6KD8Dy8CsLG4Swxz9Z8gS/iL4RvlQKvvBmrV6xRlPUrhov4mop5SHfar3kiw/ZVjBf8IQFFKh4FUnsmulLH0OuTfGweclsY5ouaj/S9HHyu45vbqisyNtRW7QJxT6uomhFV3sggJ7RBadyveig21+Wojv2SV2f0qOn0uuGyO1D6Q4bwRb2OsbxaZouo7y3q/OkkfK+1S9551MMx1TZe85HmO+lD8de8kdMHHfhRZrjzr6wy/fJx2NK8zZoR/04fkodPKX6ePZqfNF3TvAzTeIVuZCVNJeH48i0m3QcG6R8pGgn9OHySDh9POtf2uFcjonayPuh/V1+bMc5zkearqf8ZtZu1KH3Ffzb9poi0jNyudTTjvOkvPOl9nbIH/s8bKr6joewjXhM83UlfsTKcT+X1XfZxAs8XYbnfnjH46RTctMGGOVyqTfBJiCVmfWjBuCRNmmbPnI+6R+a4iE/d8hjtEe7tE8/rgv1OSu7Rb0CgQKBGwcBfAbkc0Lm23MfhG+CDumL8nrXujw8Qxkf+EcIOSH3kZmKjztfuav1LzWolPYhn7Ozecl9tLAFH/KOdcbbjvwBx4hHKE8bTrSf0d3F/4ONkMo/7EPoJydhhXxRVlKwc9I5TyNWpPsc8zay855XOVKniFums5whZeBHycwfNZnGDGRE6MZlm+rfZdC+p/A4TdPHyUOcV+rtZLy7jdG+OI08azftOzvm5VXPMSSlnYOIsQPFcqoXMUMW+oLURTqUvFP29qEsVuUs9ZwnZFC7O+SnTyj2u186XY92RPAFM7RPPwUVCBQIFAgcBwHcGv4E2uGzpv3Pfj7qah6f5oc8pP7x2fh9Uif5ySgH/hK58JlOxwHqKHUFKv3Sv/OS8erzAL4fEu++f3ma3jOmDKTzLpfa8DbV9m5ZjhvfHUW0w5bdwVPkWWnEBJ3lJBmviAXnwQIiDwmPiC1tTmOjbg7LZlpOFbwNbId2RQfyAw93N0IukduTZAWzaVuKOotpCs7hvgXhdkxGFdrPiBjOdaV9+kbvMQXn6Tz7nPf0SvhKjryM8rENUif1hU7pGzmhXFYxqw9cnhpFDGMa+4YP50v8wWcuw5Vk5Ry2H4n9SJnstAl5PwgHZdLlPGT7uxN4isfIg5nzprYv428vHiIv02msqxS+nOBJpE/s7tCp19EX/EFuT2o7T2PfM/CHrBDtOu3i6iD8dhXfc1esp+ODjAg8nPfMDug/t3vJdRnu08eU9/KSmdSJdkS06zLQhyhnRnk/rjKx37wPtZfn1eae+SlcuUbP+1Rd2vO21Qf2R5L3ewoZb9+/1LhSlzmTi/w0b2DKPmkul3jO8/vJy3HKQcrnbWgfeWmP1Ek8kNI3ODgGOibuXOcx6/uH+VIFbwuZ6E90KH7F517lcn2pnR18HoaXfcrsGBPwmxHt51jtw89ePObHxCPYQrRDe45F1r5juw9PxeF7KALofko0H2PZflIKVq2XrdWpWn/UsP64ad1BI30pV7tqtUbFePEIL8Xih0T+p4T/PdnUJIdtbVzasosXLtm57KVcd37pvEEs4H7HbeeMFzyxoPvFCxtGPbqNth9Tju2gKX7h1e13v7E85VfzMbDfuMnGRj4u1I/3q1SfmDXvUweQz0n1qMOY8j60n+f36kvnvbzOkTrBv8hlUduxD+/0FL/QE9ijA3TB/x3d9oW7jP8p+vxn7rTP/eUd9tlPp/SZT91un/nk7faXn7jNPv2x2+xTH/2iffrjZ+xzn77dznz+TrvjtvPS80W7cH5D11ibjlOwMMW9BGNPh5IkGLbFgvy8cKPVqVlv2LCObKspu6rWykYZY8uq4Zvy3XiMA9eAvHv/UudK0ZdM3twepEfS3Aak7zwvne/Is39EcntRm/QB0TckTtKP8E0zx/yWXN4CqYg+nJCP/jNyecgjh1IfA+QjHeEYc2neHvVEyOgkHkjjGIn2QKpTzuohvu4ZRaKOsxS9IBipk3BzHNEBedIr0S4/6XpQebc16TvH3NN6WC8AABAASURBVDvxsIvciZHrj6+M6A9dO4l/+LiiPCqT253yXn6Kf29HcjBGHR9xTqrEP55X37HfvC+1kbd7pfwUfmBH/96neKHN2D626h2e4pfE2FaQdrx/ZBeRn+YNOdknzeUUz3l+P5mnyyift0Fe/dCey688mJOn74iDp2AAf6QnSPQDP9AOOaKOSHfLxTFo93HJQ3tO4hX9kRyHXWSnPTCBx0hb9OW0ZX5MwG1uaB5VSh36dlLnx+VBTRSfAoECgQKBIyHA9d3mxpZtXNzUdd2Gx/s8r/ClL5zza4Yzn73L7jij64A7L9rF7EXLm3J01Nl0P7ZlIQQrlYOuG0tWb5at1a167D9cbNlwoaVrgLq/9KxcSSzoOiEEM4Os2AoECgQKBAoECgRmRqCoWCBQIFAgsC8CLOb0tKc9bd/zs5xgkeenPOUpFsLdJ5B9whOeYCzYzUtbZpH5SnV4IcT//t//2/7Vv/pXxgshIr3zne+0T37yk7qPrhtHV2rgiOdYKOq3fuu3jEXAjli1KF4gcGIIPOxhD/MXzZ1Eg7wkhwX6TqKtG7mNEII9//nPtze/+c3GwnI3ChbI+q//9b922UO4/uYlXlZxnLnn05/+tDGfxLmFlP3pFw+dhK5f+cpX+sshQjh5DEMI9sIXvvBEFsfd1H24t73tbfad3/mdPg8Sk5RKJV88kgUqI/HCshCCv4DrPve5jxEL/eqv/qru5+kHkhkAw854qRcLVaLTwzZx9uxZ+9jHPnbY4jdMORZtve9973uq8p45c8a+8IUvnGof16jxotsCgQKBAoFrjsCjH/1oY05kfjxJZpjnuYbmJYvEPJG4lv/IRz5id95550l252299rWvtRe/+MVX9f4GuP3kT/7kibyUy4XIvnhRKTiBV8SOFDzBFXyzosdOfvRHf9S+7/u+71i43XrrrfaKV7zi2LzQAC9CeP3rX28PetCDjMXbQwjGAvExNowpsSOxOQuQP+QhDzH0f5yXY/HykA984AP2mMc8BjYOTejp9ttvP3T5omCBQIFAgUCBwPWDAPfmeSFmcW/e/D7P/e53v2Mrh/vCvGjk2A1dxw187nOfM174dEQWi+KHQIB7gP/xP/5HY2weoviBRd773vfas571LP/tA9tcXV21xz72scYLciKxz3HOr6ys2HOf+1w7Tkw5zdSzn/3sU7tHO91Pkb+xEHj84x9vP/7jP25cC52U5Pw2/q53vWvH7+Jci370ox891u/iD33oQ+15z3veSbF5Iu3wUrP//J//s53US7mmmeI+B/7jl37pl3ZgyXX8Jz7xiZl/z5juYzqPDPyPwQMe8IDpw8fO/+Ef/qHxgsRZGvrGb/xG13kIJ//b1G5+iN9e/epXz3Qv44x+b3jJS15it9122+5mi/09EEj2OFYcKhAoECgQKBAoECgQ2BeB4kSBQIFAgcDeCPCg/cbGZvqA6/kNO3f2ki9SdPuZc3bmc2ftC585a/4yrr+80z736TucPvupOyx9Idft9tlP3mE8BHvnbeft/LlLdunihtHe5ubWdod7XIvxYC19c52WlBJjUaVao2yNVlVUMRbFabYrxgu6WBynVE5sy4JuCJhRz8mu7rZFd/qKixmw6IPT7kUUDtrfMGOhBhY9oP7mZipT1jxJQdcBAlK12xqsuL3pgKfSFzrLSfr0vFLXp/QfdYuec8rO5/sqd8U85afK0CbkfcCDztMv9uh8ZfxFfknvcSQZ5QhcLy63cCAFB8dFmJDmuLI/haEfj8eU5niSz9qKWIId3ZFebYo8IBs0k3zIjVyQZKMN3DLt0b7jGAVDUJE+KbbKUB4sHSPaOiqpX6+f9U2falbOLnZqhv+3gzZV8rpZO/DlPNH+DDxRN1KORcbDofjJyp5EItFSvJENeaCjykT5WE8psiFXrl86mZFZx131SbEd2nadqh8fS/R9XFJbvhiQMKAfaEZ2i2oFAgUCOxC4Z+/gKyCfE+Q/3D/9/+zdCZjkW13f/8/5/Wrrrt7XmTtz79xl7s5mFBD/+hg3RMU1oPJohGDyoCjmUUNixEiASB5wSZTEGB9RiHlwSUQFlQdRUSNREBISNIosd5t9732tqv/5nKrqW92370x3T890d827pk7/lvr9zu+cV327pqv7W+f49Si+puza65Pr28PiPqUS++fXdfe3/azuyv9Xfn13hV62S7zWmmlcb7/mux3rXK/m7MdcOu3idqrDy1iv132ddr/cNxc3Zz+Xdhu9TCX2xUv3pd2ntIz9tN2ambc7PTrX/ZhL57643llPWve1YvG1NnNzO3bDLoZCqsb1tYuv6eI+uS1X7dfGvsTtdE5r6Xra7ffPKuli/hIvHO/p58R1143nXfV60Wrt8c71eJ4HqWy3uX1dX7N9HV/2miWkJj3l57XUp87rbXU9tmtdm2Jj3F+3o730OgUBBBDYkUB8TUmvc3Hp1xS/VrWLX3s2fb3c6uvXbh/n18POOr0di9vrtvp12+tetv/fcJ9cdmSzg5N8rXbZtffD7mP7//PW8xQXqXW78vNdqmn3v2xs25pLqy9+ztbiK/Zxbb3zOX6adT/PPt/PtYvrdg/aLl7fSvF57eJ6XFK9bo/L01x/O23d82M7+mE397HdZxt53UuXjc+Z92212N6l8/UkfR+2nu/2tb1sG6f1TuOOtl7TrfPYuO66XOKfq+Sl++mS2hAblvrppTsUl17cyNJp2b6c27D2utDZ7+2ux/7aZ10/40Vcf2efOtvQuX/jevs8L+1lN9ft58nX2VZptc3nug7X5Xp9zdhEL3ZU2ue6LrfRJdXfvt5WDdvHtc+LS9eVii8Si6/hRm7Vz8deq8Rq0yGuu11s49K28jJZxzalZbutXm7Y5777GJ+f2h6/z9r1pgu1v8QLx3vzfUlc8bHpOq7PxXVvs/jaLq4rlVivL9daePXGlXiReE9vttr9dRvs4DZ56f6ldffPpd2/zvX2vo3Ljcd4O5bO+nyNtB3Nve7rr7UlNS42Ly7jfVsOnXW4Xpd2X7z0872tEtvt89pt3ayd22pgx8Gd3xup3S0Lt9nX83W31daO56F9fqorIrp+XzquekG51QTiEx/v8ZtqfcfzLFPZE3INlDU40qvh1oRc1cGyevpKqvQUVCzlyvOQ/pboOKrHL55cyzkotdV6mqBpaWFF87PLKbdldnpJLjNTS/LkXEsLzbwV56S0Y35tqae5xcbGe2pvvFzKS3Es+3sixXZHrF/ze8Tfw63jfa7rcZ0u6WctNyFdLK54GYsfc/GxLmvX7agrXdfbnaV1HT/ma6Vl/L5OrxtetuqOV9r1e9hQo739HKUJueLz4+di2nlHFxd06cK8Lp6d04VW3lGalOvUrM6enNHZJ6bTRFwnPSHXY1d03hNyxeP9nHpir+WlVfl5j12ROi5qr0YEDSEoZCHGTKZiMY8xVFQ1xtfAcI8GY+ntL6sUYy7LM3XeXJ9LrKJz956tp7bEq6d+xQ0/h46F9LzG57y99HO8VuL+tfWOWNjyvtb5rtvF10zF149t6fT25nWXWK/rWNfHuM/XdF9T3Md+uC1eX9cPt9UlPr5uf3vbj7m0t72M265r7ffF8XvC2+3rebnWltgOx4IXXrqdt1QJ63vbdrCRnxu7rT0n0XXT58DmT1Pa53fmBti5fZ31V7/+rVRvrKbz+U39iDHgfrTbk/qxWX827PPx60qsxzau3/2Il0r3tB3XvHRJ19xQV7rm0zht9lj7uul6vm7sXLzHq9yEe7xQvK/93+g+uR3tfnnZ9nQ7vb7Wh+30u/PYuO66XFyfr+H1tHT/XWKjUlvi0gpp3Su7XFyvr+t2pH7FtqXlNp6/dHw8r90H1+lmtpru1R0V17NWoonb6eLnpxHbl77X4nXTz0+1Rvy5pln8f3WjM2h3dPWbdBKXQQCBrhTwa5cn11qN7+v8vsHv3eZmljVzeTF9DuHy+XnNeEKu+RWtLtdV82uYS/ylrF/TfH6IP9bn8Wf7YnzfWI7vH/2z/+Boj0Ynq09OyFUtxveVmbL4PiG4xJ91QizihgACCCCAAAIIIIDADRDwQEYeYGi3qn7BC16gZz7zmbtV3U2rx5Nyvec979F2JtLQTWvd1i7kQQUZ8HNrVhx1YwVuv/12+bXleq/ywAMPyAOhX289nN8UCCHopS99qT70oQ/Jz1Fzb/d+9UD6f/Inf6Lv+I7vUAj78xcr/r/n3/7bf7uvnwRPxvW6170u/h27eMPa6cFxPXGlB3zc7YvU4x8fPMmEB6hsl92csMyvUx/96EdTnHmQXcfddvrwsY99bDuH3zLHfvmXf/kN7asHhXVc3NCLUDkCCCBwCwt4QG+/N70R/7ffDNYsy/S2t71NP/RDP6Q8z5uXvIlfPSmXB0R/1atedROvujuX8s+O3//9378rP39/53d+565PTNbupX8WaP9s2F560rL249e7fMMb3qD3vve9OnTokB566KFtVffpT39au/nz6rYuzsEIIIAAAjsW8ESMf/qnfypPKrnjSrroRE+C+cIXvvC6e/Sc5zwnTe513RXt4wo8ydPf/M3f7OMWHuym+Xvyv/7X/6rdfm/S/p2jJ8bxRLft4m3/zsmP76acfzb2ewS/V9jNeqkLgRCCvud7vmfXJ+XabVn/DdzfZ/39/btd9VPr2+YeT8r1wQ9+8ED/3c2vkZ6My33ZZvevevjU1JR++Id/WJ6w6qoHbvKgczZ+/Md/XIODg5s8emN2+fdZL3/5y3dU+R/+4R/qZ3/2Z+XPuuyoglvopOwW6itdRQABBBBAAAEEEEDghgn4zUf6gOtKXStLq0oDF6UPuC7pyoUFXTo7p0vn5tLgOBfPzMqTcZ0/OdOakGs6bs/oyvl5zU4txXNXtRrrqa025A/4y59+jS1vpls2v8ZNxUe9UPtxT7blD8dWeoqqVIvqbU3KVe0vqSdul8u5fIzizVW6xEri+XHHTb772i4eKKE94EIaPGG1OcnWltdrzeNdj61cp8tN7g6X24KAn5dU6jHkGh0lbtfbJT6ffi5dUlzE7acstxsjPn5jPXGfr5FKvHZn7KQ2ttq3hW4d2ENiF9NLR7u/nc9B+v7rNItead/GZfuYuH+jZT1eoF33XiC1r91epv7F9rqdqS9xfS22YvvTvo3LzmPius91PWvx4tiJ/XzK62jcl64bH0/nxHOvea2N1+7cjue7Hl83Xd/1bxO13Z720vVt2ufO615tvaNN7Tq93Gazdufw6OF4s82ac2zfjvrXOs91uT8u6fm9zpa6nlQcEy6+jsvVjLf6WKzHz+dam2P96VrR5TqbzekIIHALCPj/Fhe/jqTXzfiakpZbfQ3a78fF/rhv7mP7tdHLXX1q4+ut61xX4muxX5d9bZdkGtuy7f+nNjnH9aUSr7GuX95utWVX+3cDKluzarfZy1jaZsnJsdXZf29fq3Qe37HuQUKTWdzna6xza5m5TbvZVdfn4p9GljyKAAAQAElEQVRR0vXcP18/ltS/9vLp+tR+vL2Mx6U+xHpSfW631+NyXbvjtq+bjomP+5x18RfrSdtbXcbrt/1Sna36d/LzUWpXPN/Pgdu15rDVtnQe53bF4jYl41iv619nwQYCCCCwQwG/nqQSX0fT60x8vUmvWZ2vQ/tlvd229tLtiut+nU2l1YfUH79WetvLWHbIs+3TOq+97v8At3UHJfUr9jE9N7Efrn8n/y9tuyO7eILb7JL+D4vPifuUYiz2Ky234+Jz4vGuw76u1zZe7qTJPi+VVrtc77bbFNuzrZ83bvbxNnOJ13X/klfsr/u9E7OnPacVn653rfg6sfi58rXbJXm5TZ0lti/t3+py47lxO9Xful7q54Y27dX3TqeH23jdMRb76jpc18Z+Pu3zc5UH1toXvfxcue61stXno31cq20+33W1677K5bf0UKonPrdeul73PcWLr9e+9naW8TzX4bpcZ9txS43ZwUHpGvaNJV0r9iVdP7ZjrR/t9c364cc6Svvctfa73lZpNy9uPvXvIe06NrvGtfb53HhMunZsf+pTa9m+5g1fxk6l63YuYxvskNrlNrrEdjoG14q3t1J87sbi8+K+dv3pWvGa6Xlst8PbrfWdGqz1K9bVvlZqv6+/kxLb7PNTXbHOdv07bd/G89r1pWWs39dJsbyTtvqczvbG9U7fjdc+CNu0cZcE/H3VWVXczvIgT45U7S9rcLRHQ2O9GhzpUd9ARb19JZV7PHB6rifzQxrptdCTctXjD6O1Wl0euH1xYVXzsytpAi5P/DQ7tahUZpa0uLCilZWaPGC74i2E+KV9j+vx3t5av4ztS98TXra+L9L3Roxpfz9u63uk4xzXkb4nYp2uf+PPM96Xih+Pxce7pOu162kv/f3WWdr7W0ufl0qsJ9XpvrTK+s5e31YyjF+etI0XiVX6OUrPz/yKZmeWNX15UVOXFuSB9Z17dME5Ry6nZnXO5eSMznhCrsemdOqRK2lirjQh18V5zU4vanF+OeUx1VZbHVK8aLxO82rxa7zHTWWxIVkWVChlqnhQfsdXjCtPyuW4KpULymLsNc/2Ga3SOr+1teeL9nMWQ11pPXY7/b/l59fPu5edxfuut7i+WMfGuLlRGKlf0T19T7SW7T66Del7zW3aWGIb0/fEtZYbz2ttu+5UWqZr12+1od2ujd+fN8ph39drl1bx87PuebnWc7Dx8c7nIPon69byRnqn68Q+pO8nXy+WFANuj9vopYvXNyt+rLPEY9L5sZ61+PF6vEbn87nxuj4n+cXztxTDncf5+nHbdfh5SHXHa95It86+pPXYv3TdzmVsg9uT2uU2usR2pn563cXb2yk+p118Xlxv15+uFa+55u62eNvLWFI7d/lLu8++dnreYnvS0m3bTvF5reK62vXuRnPbdbleW61NwhWv1/wbWUPOCU4lfiOk46Ob42eNbW1lN1pEHQgggMC1BfxaVIuvSWlCrqVa+szB/PRyet9w+dy8rnhi3iuLWphbje/p6vF1LJZ4vN9nuCi+iIUQ5PeLhTQhV7E5Ge9oRaOHqhqZ7NXAcEX+3EGhmCvE9wghBIUQ9HQ39iOAAAIIIIAAAgggcL0Ct912m1784hdfbzVr57/kJS9RX1/f2vZBWvmar/ka/fEf//GBHDDr8z7v8/RHf/RHDPh5kAKui9taKBTkActCuL73sx7I1hP1dDHVlru2mwc+97nP1V/91V+lCYR2s979VNfXfd3X6ROf+IRe8IIX7KdmPaUtIQS99rWv1Vve8panPLbXO9oTUXhShZsx0KsHevyFX/gF+bp73fetXv/Vr361PBnXs571rHSKBwO966670vpWv3z4wx/W3NzcVg+/ZY770i/90hs64LbHpfnMZz5zy3jSUQQQQGAvBDy54kEckNqTa37gAx/Q937v9+7p3+d6enrSpGBvetOb9uLp29E1/TPtv/pX/2rXJnL1z6AefNvvC3fUoD04yRMf+/dKP/qjPyo/h27CdifkOnPmjD75yU/6VMotKkC3EUDg4An8s3/2z9YmYjx4rb9xLf6qr/oq+ffE13MF/83Gk3tdTx37/Vz/zOzfU+z3dh7k9vn3jv4Z3z/rH8R+eKLet73tbWs/Xx7EPtDm/S0QQnNSrl/91V/dtfdzu9ljTxblifWOHTu2m9Xual2eQNITc/rv9bta8U2ozO9j/X/RF3zBF+zq1fx/myeo8kRVO6n4R37kR+TX752cu9Nz/HsI/03s7rvv3lEV//pf/2v92Z/92Y7OvZVOym6lzl6jrzyMAAIIIIAAAggggMCOBTxYgQev8aA4S4s1LcytaHZqSVMXF9JkXBdOz+r8SZcZnVtbzqSJuDw516Uzc+nDsAuzK3Id9dW6PLCRy/pGtT7B31qkx4LkQXHyPFOxlKtUKajSU1S5p9AslVyl1mRcPk4KsW5JsY54jyt7c/eHglOpx6ZcT4mdSPW0lnvTG666HYHO5+uq69cTF1c7txUrm117O/040MdGA7d/nYHN4v60z+tbLe1zOpZ+fXH9e11SXzra1dpOr4F+3d5y2aSOq/Zt4/FbtXy641r1XfWaW3hwrf+t+rbc/83a1a4jLrdw6Rt7SGzDWt82a+t29nXUtZuNXmtfu/7ttOlax7brjMvdbDN1IYDArSGw7vXpWq83B/Hx+NrY7uMNf0Y7rtW+5tpyN+yuUv8N79sNusCaz2Z92w0z17FZ3a19N6hbT1bbus66frpN2y2b1PPkRTZfu+5rttvYce3r/Rl/19rktrXadb1t2lyPvQgg0EUCO+tK6zVm7XXLrzsHoWxs94btnWFc/1lrju32XK9lq54D/39Aqx/J53pMOuuJ69f7jKX2xHrWltfTtv18bkcfr9fsmud3XGvNdeO+3bTaWHfH9n76vlmz2K2+t/q5W31ca5/rvd42uo5WuWa8bOOAdW10/dfTTp/fKttowvUd2rredfdjk3qu1rB119slM9d5tWve8Mc2MXCb1sr19LPz3GtdJz6+W31da3usM613tmMn6+16WsvdamdnPamdrfrT+k7a2XlOR1279drW2V7WD6BAjIkUC3EZ7wohyAOjlyrFNAFX30BF/UMVDY72ani8qpGJZvF6KmNVDY/1xtJcDo1WNTDco/7Biqr9JVV6iyqmyZYyNWO4IQ/Unta1w1tsaDq/veyM8e2ut+uIy6u2Jj6+7prt7eu4Xru+q153pw+GzU+0/crSaivvaHFtMq6LZ2d13rlHp2Z0/mQsp6Z13usup+O2y5kZXTrn/KN5zc0saWlxVSvLdXkSNtfr/qTLpi/N64csKC9kag7GX4jxUIpxVY6xUVafY2SgHPfFGCnladIutW/RN8Vle3vvlptfObbP/X1K2W48bPX4DdfbvFG7v/cp/Wu3Y6vt3upx7XqfZrn7PeueGtc9R1v1frrjOvxvqlDHda+rP5vUc9V+dB7/dCZb2d9ZT1y/6jVv9IPx+usMN25vpT9bOWZjvZts3+iuuv51fd1Ku692TEcfXPdulXVt9DXchrhM/8fFZcqtigfFe/w5qdHevVuXpx4EEEBgBwJ+cWoWf2DcFbR/pi/Gn9nLfp8Y3+f1D5U1NNaj4fj+0GVkoleebGtksqqRQ9U0+ZYn4HIZmezV8HhvPL43vVdME/JWWhPyBsX3oOKGAAII7AcB2oAAAggg0MUCIQR927d9m0ql0nX38siRI/IAiddd0R5W4IlqPvKRj+ggDfj8ile8Qh7w+ejRo+KGwH4R8KBzDz744I6b48Fav/VbvzW+L45vjndcCyc+ncDAwIDe8Y53yAPh3XPPPU932IHb7369613v0rvf/W4dOnToQLQ/hOakXB5UNcuyfdFmD07rQWpv9kQU3/RN3yQ/f/vF4emeDH/P+HvnP/yH/6Bqtbp2mCckbU/OtbbzGiv/+3//bz3++OPXOOqmPrwvLjYxMSFP6BFCuGHt+eu//usbVjcVI4AAAgg0BZ7znOfo4x//uPx/fHPP/v7q3wP4/2ZPDLkfWuqBoF/3utfpt3/7t9Xb27sfmrRpG9w2t9ETzeZ5vukxO905ODioX//1X9eXfMmX7LSKm3aef3b2xMdf/MVfvO6ax48f18jIyLp919p43/ved61DeBwBBBBAYB8I+PcD/luCJ5BsT8S4D5q11Sbc8OOe+cxn6nM/93N3fB3/zeorv/Ird3z+QThxbm5OH/7whw9CUw98G/33Ck+W88ADDxyovrzpTW+Sf2/Ma8yBetoOZGNDCHrpS1+qD33oQ/IETfulE+2/VdzsiZl20v8777wz/b3+Fa94xU5O35Nz/HsQ/yzznOc8Z9ev/wd/8AfypFo7qfiLvuiL9OpXv3pP/kZ8Z3we3/zmN+/o2svLy/ru7/5unTt3bifdvmXO2R9/Cb1luOkoAgggYAEKAggggEA3CvhDrbXVhjyZ1tLCquZnltMEWx7oxhNxnX1iRmefmNaZx2d05rG4jNvnT8zqwqk5eTKuKxcX0gReSwsrqq3U1f4Af9MqxDdFzTV/9bUacSWEoCxzyZTnmQrFTM0P0xZUKhfSuvfleVCWSz42nqL2zXWkEQLaO1gigAACCCCAAAII7KIAVSGAAAIIIIAAAggggAACCCCAQPcL0EMEEEAAAQQQQODmCHTmeIQQ5FyQvJCr3FOQJ+Qanajq0O2DOnr3iO44Pqo77xvT3Q+O656HJ9bK8Ycndc9DE3H/hO56YEx33j+m2+8Z0eSRAQ2PV1UdKMf6iiqV8lh/phD/Kd6aOSxxxffYkHj3GuUGCNRrdS0vrWp+dknTlxd05cKc0mRcp2Z09sSUzjwxpbMnp3XO5dS0LpyZTZNwXbk4r5l4/Oz0khbnV7SyVFO9Fp+p+OTFe8pDcnMbrUSh4I1YnEvkXKOe3mKahCtN1BbjoDpQSRNz9VRLKpWLKhRiPMS4EzcEEEDglhWg4wgggAACCOy9QIjv0YI/O+DPDcSf0f1+cGC4orHDVd1216CO3T+iux4c0z3PGNfxZ43rvmdPpHLvsyd1b1y/91kTOv7Mcd398JjufmhMd9w3osPHBjV6qE/9w2X1VIsqx/eY/vyB3yuIGwIIIIAAAgggcMsJ0OG9EvDAiC94wQuu+/Lf8A3fIA9SdN0V7XEFnsTl/e9/v376p39axWJxj1vz9Jf3xDO/+qu/ql/8xV9cNyHI05/BIwjcPAEPkufB+3Z6RQ/W6temnZ7PedcWCCHIkw184hOf0Fvf+lYd9EE9PQD+E088oZe97GXxb+35tQH20REhBH3P93yPfvM3f3PPJ1v4xm/8RjkmHBs3myiEoG/5lm/Re97znj13eLq+O87+1//6X+l7J4TwlMOe//znP2Xf1XZcunRJHgz4asfcqo958pZ//I//8Q3r/qlTp7S6unrD6qdiBBC4lgCP3yoCnojIEyq9/e1v37fvr/3e+l3vepf8e4CjR4/uq6cmhKCv+7qvkyeSPLfKEQAAEABJREFU3I3f2+x255773OfKk5i5jSE89Wej3bieY8g/J7/kJS/Zjep2vQ5PxvKHf/iH+pmf+Rk5ljZewL9juvvuuzfuvuq267tw4cJVj+FBBBBAAIG9E7jjjjv0a7/2a/rkJz8p/1+4dy3Z31f2xJovetGLdtzIz/mcz9FDDz204/MPwonT09P61Kc+dRCa2hVtfPDBB9NkQ/6d037vUHvSW0/Qu5//Trk1R446SAL+f+3jH/94mpxrr9vtCfT8u3NPqLfXbdnq9avVavq7/Xvf+95N3x9utZ4bfZxfV/x3wfe9733ye9bdvt6JEyf0fd/3farX69uu2q9/P/7jPy7/HLHtk3fpBP8/sdPfQfj3N69//ev528NVnovsKo/xEAIIIIAAAggggMBBFqDtN1XAg9fUVutpQJvFhZXmhFyXFnX53LzOn5zR2cenn1LOxf0XTs/q4tk5XbmwoLk0KM6qXI8n3WqNgfM0/WgoxEf892B/4DUrZCoU8zQJV6lcUCqluB3357H4mJB++g/yrbH2xSsUBBBAAAEEEEAAAQQQQACBAytAwxFAAAEEEEAAAQQQQAABBBBAoPsF6CECCNzSAu0cj7RUUOgcgL1SlCdRGp3s0+E7hp6ckOv+8TTx1j0PTeiehyZ13MvW5FyeqOvOB8Z17L6xdPzE0QENj/Wqb6CicqyvUCoozzMpBDkfxkWtW7MNrQ0WOxKIrE97nifRWl6qaWF2WTOXF3X5/Jwunp3VhdMzWpuQ68RUmpDr/KkZXTgzszYh13Q83rlHC3MrWlmupQm5/Ny5NC+4/tkLISjLgzwBW8UTcg2U1TdYkeOg2l9OE3RVeksqlQvKC7lCjLur5zKJGwIIIIAAAggggMD1CnA+AlcTCJI/E+CSFzKVKwV5Iq2xw306cveQPCHXnQ+OyhNu3fvMieYkXM+e0H3PiaU1KdfxZ46nCbvuemhUd9w3rEN3DGj0UFX9QxX19BVVquTyZxKCf/6/Wlt4DAEEEEAAAQQQQACBXRTo6+vTTgcVajcjhKAXv/jF8U8bob3rQC/zPE8DRX32s5/dF4OObcT0hCCeeMYTl4TQHeYb+3hDt6n8pgh87dd+7Y4n1fGkQIODgzelnbf6RTwR12tf+1qdP39e//7f/3uNj4/rIN1e8YpXyK/Vb3vb2/b1AIfXMg0h7OlkC+2JBH7jN37jhgzAeK3+dz7+NV/zNftu0glPMOj/d68VZ3/v7/09edKIzv5ca90TTCwsLFzrsFvucQ8K6oE3r2fw7quhPfbYY5qZmbnaITyGAAIIILBLAn5//cpXvjL9zOaf3Xap2uuuJssyveY1r5H/j9/vk7p68vP/8T/+hzxx2GaTPl03xjYr8P/Tb3nLW/Qnf/Inuu+++7Z59vYP93tDT0i+o4nTt3+5LZ3h901+PjwZy5d+6Zc+7e/DhoeHtd3J1P7mb/5GH/3oR7fUDg5CAAEEELh5Ap6k5Hd+53fSzzTf/M3fLP+Mc/OufjCv9JVf+ZUqlUo7avyt8PvhU6dOiUk4dxQeOz7Jv7fb7xMGf9mXfVma8O9GTnq7Y0BOvCUE/H3iiSf9Hmyv3n/69/Ef+tCH5In0Dhp6CM2cCf+uwb9z8O8e9lMf/P+r/6bmvwv6vf1ut21lZUVvfOMb9bd/+7c7qvpHfuRH9LznPW9H52qXzrLLm9/8Zh0+fHhHNf78z/+8fvu3f3tH594KJ2W3QifpIwIIIIAAAggggAACN1qgUW+kibSWl2taWljV3MyyPNDNpXPzOndqVmefmNGZVKZ1xpNzPTGt9oRcl87MaerCvGanltK5npArjWjUanR8X7vuD59psi4/FiR/2DXLQ/zleKZCMVOxVFCpXJA/YFss5WlfXgjyMVkIsR41b+vH2Gnu4ysCOxTgNAQQQAABBBBAAAEEEEAAAQQQ6H4BeogAAggggAACCCCAAAIIIIAAAnsk0FCaB8kTK8VVOf8jz0PKCSn3FNLA6SMTfTp0+6CO3j2iO+4d1Z33j+nuB8Z1tyficnl4Uve4xHVPyHXX/eO6szUh1+SRAQ2PV9METJWeokrlXFkhk0K8ri+o5s3Xb67xdTcEQvRt15Nso3W93tDy4qrmZ5c1fWVBVy7M69LZWZ0/Pa2zJ2J5Yqq5PDmt86emdeHMrC6dm015R9OXF+QJuRbnV+RJveq1ejP9KNbrlXSN9gXjtX39PAsqxue7PSFX/2BZfbFU+8vq7Supp7eocrmQYi0e2jzb9TXX+IoAAggggAACCCCAAAI3USDEa4UQ5PeDeXzPVo7vBweGK/KEXLfdNag77h/RXZ6Q6xljOv6scd377In15VkTOv7MCd0TH7/7oTEdu29Eh48NaHSyKtfTUy3Kn0HwZxJC8NXErYsF6BoCCCCAAAIIILDfBDz5xZEjR3bcrOc973nbHmB4xxe7iScePXpUHpzPg0Z5gKqbeOlNL+U2uC3XmhBk05PZicBNFnjooYf0RV/0Rdu+6tDQkPyatO0TOeG6BKrVqv7pP/2nOnnypN7znvfo8z//86+rvht5sicR++f//J+nAWt/6Zd+SXfddZf262277fJkC57Y4K1vfas86N92z9/u8R5Q82d+5mf0iU98QlebSGC79V7v8XbYD5NOtP/f9c8C/pngWv1yLG73e+eDH/ygPv7xj1+r6lvycU++8d//+3/XjZi85cSJE7p8+fIt6UqnEUAAgb0S8P+l/tnN72n9f+xetSPLMr361a+W/y/wz0H+eWiv2rKd6+Z5Lk8c5kG93/SmN8k/E2/n/N069ru+67vkiS398/jNbIP7/33f931pEpS9jB9PxPX2t789Gfj5cLuuZbvdyRQ8rt073/lOra6uXqtqHkcAgX0kQFO6U+D+++/XT/zET+jMmTP6yEc+kn5nuZXX/u7U2H6v/Pvhz/mcz9n2ib29vfryL//ybZ930E7w7yUWFhYOWrMPfHv9PfzKV75yz3+u3Ajp9yWe8PX973+//N5p4+NsI3AzBUII+pZv+Rb5/ecb3vCGm/K3Cvev/X3wK7/yK/LEYN53UIv74t85+HcP/h2Efxexl33x3y3+4i/+Qr/xG79xQ19j/PdFv2feSV/9N2VbhRB2cvqunnP8+HH573Q7qbRer8u/M3n00Ud3cnrXn5N1fQ/p4K0gQB8RQAABBBBAAIF9IVCvN9KkXCvLdS0v1rQ4t6L5mWXNXllMk3PNXIpLl8uLmoll9sqSPAmXj1mIxy4vrmp1pSbX40Fw/AfKq3UshKAQgvwG1x+qLRRy+QOwaSKuUq68kCnLs3RMPEwK4oYAAvtUYN14VfEFoOHh1OLOeG+1OO2Je70nlnj3gFlxh9qlvau93XygdToLBLpDgF4ggAACCCCAAAIIIIAAAggggED3C9BDBBBAAAEEEEAAAQQQ2EzAfxDu2B9CUAhBhUKmck9RfQNlDY72aGSiqtHJPo0f7tPEkQFNHn2yHGqte//EkX6N39av0UNVDY32ypMw9VSLKlUKKhRz5VmQ/8m3eO34Z2yvUW6gQGROOUOrq3UtL63KE2vNzy5pbmZJs1OL8oRbLjNXFtL2TNw3O72YJu9amF/R0sJqOm91pS5PxlVvPWkN+V+z4TFklHkytxg3hVKeYqe3r6z+wYqGRno1mGKhot7+UnqsGI/Ji5myGA+KEdGqUtwQ2AUBqkAAAQQQQAABBBDYrkCQQib5Z/o8/lzvn9d7qqU0mZbfC/p94PiRvvg+sF+Ttw/o0B3ry2Tcnjjar3G/H4xlZLIa3wP0qDrgn/8Lcn15fK/gn/9DEDcEEEAAAQR2Q4A6EEAAgS0L3HnnnfqKr/iKLR+/8cBv//ZvlydN2Li/W7Y98Oa73/3uNPnLW97yFnkA5pvVt6GhIf3AD/yAHn/8cbkNbsvNujbXQeB6BDw4+z/8h/9w21V82Zd9mR544IFtn8cJuyPgSaC+9mu/Vn/+53+uK1eupEkJX/jCFyrLst25wA5rcbs8AOSf/dmfaWpqSn4tHh0d3WFt+/s09/W1r32tTp8+rde85jU3xP6ee+7RO9/5zjSgtK/h79f9ppLnzUknTp06pV/4hV+4af/33nbbbSm+Lly4sO3/dyuVirb7ure8vCwPzMmEC5tHoCcL/MVf/EX96q/+qjyI6eZHbX+vX0cuXry4/RP37xm0DAEEEDgwAn5P6/e2/j/+da973U37P94//3hCsOnpaf3H//gfdfjw4QNj1tlQ/3/4Iz/yIzp//rzcH/er8/Ebse6fFT2YtH8++k//6T/tqZ0nJ/iN3/gN/fVf/7Vu1sRcfi/01V/91frQhz6Ufkb3BA422ar1c5/7XD3vec/b6uHpOH+P/OVf/mVa5wsCCCCAwM0T8P+rngDyAx/4gGZmZuSJRH/wB39Qk5OTN68RXXQl/83oRS960bZ75Ak5PJnXtk88YCd4Mq5rjXO7SZfYtUsC7Z8r/8//+T/X9ffR622Of7737wY98d/LXvYy+Xei11sn5yOwWwKOzx/90R+94X8f93W69fvAv3vw7yD8u4ib9R6+/fz7b02veMUr0vvn//k//6ee//znK4Qbl5jsCaj8u4N6vd5uwpaXpVJJP/ZjP7av8k38N8mXvvSlW+5D54Gf/exn06RcKysrnbtZjwJ7+9fm2ADuCCCAAAIIHBwBWooAAgg8vYAHnEklvv9q1BtpgJxaraHaSl2ryy41razUtBrLyrKX9TR5Vz0eU4/HN3yeR9ZxWbvMU98wpl9edhyTZUFZHuIvsDL5A7AeFCmVQtzOM4X4uOLN9avjvLiLOwII7BcBf2+m0mjOsRXX/T3r73e/nrj4dzterr3OxJV4V3NfQx5Iq72eznPfYj2elMsLF++iIIAAAggggMBWBDgGAQQQQAABBBBAAAEEEEAAAQS6X4AeIoAAAgggcAAFOv7w678Xpx6EoDwPKpQylSsFVXoK8sRaPX1FVQeK6usvqW+gFNc3lLjfg6739pVUqRbSeaVyrkIxi/VlymKdCvKfnEk3iQw38+6/+TuXqLZaT7lFzjXyJFteNnOP6vJ2enwt78jB4eKWNprPWdxsrXmn/HyGLFOxmKdY6a2WYlyUNTDco+HxqkYP9Wtkoi9t9/QWUyxkWVAMMcWv6rytxV/nTtYRQAABBBDYlwI0CgEEEOgmgfiTefwBPYSQ3rPlhaBifB9Xiu8F2+8D/R6vJ77P643v+VLxuou34/tEv1f0seXegsrx/WOhlCsvZAohiBsCCCCAAAIIIIAAAnspEEKQBxUKYfs/m46MjMgT6Oxl+2/WtT35iweSOnv2rB555JE0YcfDDz+865c/duxYGqTp//2//5cGOfvJn/xJ3X777bt+HSpE4EYLfMEXfIGOHDmyrcu85CUvUaFQ2NY5HHxjBDxorgebe//73y9PGuTXJA8c6Nf84eHhG3PRVq1ZlumZz3ymfviHf1i+rgeo9YQ8/9//9//Fv7cWW0JLWPYAABAASURBVEd198L/53gQysuXL+snfuIn5EGhr6fHnmjK/4d98pOf1Kc+9Sl9x3d8h7YzkcD1XPt6zvWETN/5nd+ZJj/4v//3/+pVr3qVJiYmrqfKdec61jxBgo39f/uJEyfS/8H2X3fgFje+5Eu+ZNuTCjLhwtVxQ2j+nOqJW3Zr0FK/pjzxxBNXvzCPIoAAAghsIrB7uzwo9b/5N/8m/R/vn/f8c4rfC+/eFaTP+7zP0y/8wi/Ig9t/+tOflgei9s8Wu3mNvarL/XB/3K/HH398138/4fr9e6I/+7M/09TUVKp/pz8f7bZRCEGepMM/Q125ckW//Mu/nCa88s91u3Ut/7z58pe/XO973/s0Nzen3/3d35Xf3+Z5vu1L+H3Vt3/7t2/rPL//8nuB1dXVbZ3HwQgggAACmwv4/wj/jtK/Y3/2s58tT6742te+Vr/yK7+iD3/4w+l38PV6Xf5/9ad/+qf15V/+5err69u8MvZuS+Brv/Zr1dvbu61zXvziFx+I31ltq1McvC8FQgh61rOepd///d+Xf6b+gR/4gZsWe5609T3veU96/XnNa15z0667L58IGrVPBZ5s1sDAQPqd+enTp/WhD30o5RR4sqcnj9j+mv9v/uqv/mr5708XLlxQt38f+D12+z28f0fh31X47xJ22L7e05/h97L+G8qf//mfp/ey/n263z+HsP0ckKe/ylMf8e/b/Rx6IqqnPnrtPf6d0Bd+4Rde+8CbeIRj/PWvf73GxsZ2dNX/9t/+m97+9rfv6NxuPinr5s7RNwQQQAABBBBAAAEEbp5AI16qoTQoTqOheq2eyupqXR4QJxVPxOXiSbpc4mM1Hxd/EZ4m0vHEXK7GRU//pjE9HL+EEBSyoCzP5A/U5oVMBZdic5nl8fEQYpu0VtKIO/FccUMAgX0n4G9Nv4asldZrQppsK76upP1pXyN+T8cS1/1YfAlRcwKv9vd6rKl1fPN7Pm7vu97SIAQQQAABBBBAAAEEEBAECCCAAAIIIIAAAggggAACCCDQ/QL0EIHdFoh//o33VGv8s3BaOm/EE2l5Qq1Kb0E91YJ6+4ry4OvVgaJc+uKys3hftb8YjynG44tpIPZSJVex1MxBybKgEOLfoMXtpgrEJ9c5RHVPtFWry3lHtdW4XKmt5R+lSbniPu+vx2W93lDKJ4jnrrW1HRztHfG59Kqf10IxV6mnqJ6+kvoGKxoY6UkTco0d6tfoZJ8GhiqqVEsqFDOFTDEOQvyitdvGqtceYAUBBBBAAAEEEEAAgVtZ4Cb0PfhHcxe/X4slz7P4Hi5P7+cq1WJ8f1dKP+d7Uq614om4WsXvAXriz/qVeGyltyhP5FX0hFzpMwfihgACCCCAAAIIIIDAngu86EUvUr1eb/3Ou/2772svL168qAcffHDP238zGxBC0J133pkGH/urv/qr+PeEVXlSBw8G7YE8v/7rvz5NoOUBxp+uXZ7MxgOAPv/5z9d3f/d3p0HCP/GJT8gDVj366KNpsGu75nn+dFXc9P2f+7mfmwbvav5d5Nqx4eP+xb/4Fze9nU93QT8fjz322LZi/J3vfOfTVXdd+/dTW66rI7t8sgfg/6Iv+qKnr3UfPeLYdoxvtzgG/fzvo65sqSl+LfJr0qtf/Wr9wR/8gS5dupQm6fLkRR4w0RN1/ZN/8k/Ufv3z65tf565WuR/3ce2BkN/ylrekwRc96eHq6qo8+dKP/diPpf9jfP2r1dXNjw0MDOgHf/AH06DQHpjSA7X6ebDb+Pj4U7ruQQLt6onT/H/S7/3e76WBXU+ePJn+b7nvvvuaf4N+ypn7e4djwJO0/dzP/ZwcIzMzM/rgBz+Y+uTJxe6///40AWCWZZt2xFZ2cYzaxf9n+/9uT3bgwbdt7P/bQ4i/ANy0hq3tnJyc1N/8zd9s6/+apaUlveAFL9jaBTY56qD//7xJlzbdtXHQ0l//9V9X+3vBA6tv9ty3vx/8/eIB1/0647jx99I3fuM3bnoddiKAwK0n4J/5t/szXTcd/8d//Md7OuGE/4/3z5l+jfZ7Yb8n9ntjD07t98p+z+z/w/3/wGbR6f1+3D/7ePBnT6zhyTT88+Rf/uVfyhN7+v/nzc7tln3uvwev9u8n/LPN3/3d36UJRuxhFz9up8362/6Z3D8j/eiP/mj6edz/T87OzuogTIg7ODgoT3bln+fcdz/3joHOvruPm/V9488Jfk/jevxzpn/efMc73iH/rqxSqWx2+rb2fe/3fu+2fj70a4z7sdPJqvv6+vTH8Xvb9Wy1+Hift62O3ciDqRsBBPa1wE7eh2719ehGHFer1eTfYXnCnY9//ONpcoS3vvWt+tZv/dY0qaMnnQzh+n4fcDOfMP9u0b9j3I6VJ5j083Yz2+lr+Zq+9nba6v83fe7NLP4/0P8XbqedPtYTju20nT7XdVCaf2uyv5+HnXpe73n+mfknf/In02S0nsjGE9p4Ypvrrbd9vn9v5cl3/D7Hk/F85CMfkWPAP5O2j9lvy5281jie/beTG9GXnbTH7/dvRFt2UudBb7/77PfvnqjY7xX9O23/zaHzd7Tuo4/bWPy7ef/+3r/H9/suv3ddXFxMEx+/8IUv1Fa/DxxbjrGtFP/f4/+DNrZlP2z7dxT+XYXff/p3F37/6b+z+T35N3/zN+vuu+++6t86/P7er1nt33nb1HW138v6byif//mfv2XX3TDp6enRe9/73m2/720/l29605v25d+tHn74YZ0/f37H/fqu7/qu3eDtqjo2/QteV/WQziCAAAIIIIAAAgggcJMEPOBMelNVb6geS221rtpqTasrda20JuJaietpcq6VWnysruYAOg15Up10fmxr5/g4cbN598614hXFN22xZEGZS54pL8RSzOQBcfK4zOK+EPxL9takXGKgpEjAHYF9J9BozprV/AaN397ptaC9jK8lzcm24lFpn5ex1NV83YjL9LoTT3pyqfSLE3c0nuKFdzSXG76yiQACCCCAAAIIIIAAAggggAAC3S9ADxFAAAEEEEAAAQQQQAABBLpMIP4hOP6JOP5dWAohpLyRoidZquQqpwm5ivKEXJ5wqzpQ0tMWD8reV1RPb1GVnoI8oZcHYy8UslSnFMTt5go0FP/FJ7der6tWi2W1rlWXlbrSRFzON4pl1flIcb+Pqcfj6g2p3dIYHmm10aorbcQvIT6fIQspr6hcKainWkoTcg2O9GhovKrRQ30amehT/3BPfKyoonOP4vExxNS+xaa1V1kigAACCCCAAAIIIIDAHgiEEBRCkD8/kMf3bn4PV47v53qqxeZkXH6fd5XS4/eA8VhPyOXzfL7rCSGIGwIIHAwBWokAAggggAACCGwmkOe5jh49Kk/s4IE8f+u3fkse3PPUqVPx70nxLwbxF/xPfvawue3JbHzMX/zFX+hnf/Zn0yDhz3jGM7QbAz1v1kb2IbAXAh4AzgPybfXaL37xi3Xbbbdt9XCO22MBD5LoSXA8YKInxfn5n/95tV///Prm17mNr32d237cx7UHQvYkAq7LA52GwO9KNnt6PUC0B2r1AIt2O3fu3FP+n/FEBHb1xGn+P+mrvuqr5PM2q+8g7/MAvX//7//9NDmmB1b927/92zS4tgfZ7oyz9rqt7OIYtYv/z/b/3f4/fDMH9u1vAQ9a+tKXvlTt7wUPrL7Zc9/+fvD3y9vf/vYUL44bf0+EwOvM/n6WaR0CCNyqAn5P7PfGHpza75X9ntn/h3uCqPb/651L7/fj/tnnZ37mZ9LEGvfcc49u1f/j/TP6vffemxzsYRf72KnTrb3e/pncPyO94Q1vkH8e9/+TBzH+/Jz7uffkKp19dx/b/e1cbvw5we9pPEmCf848iP2nzQgggAACOxPgLAQQQKBTwD9PeyIbT2jjSXI8wY3/zuHfQb3yla+UJ8DxRDg+rvO89vrw8LD8+Jd92ZfpNa95jTxZ0RNPPCH/7Ol6/D7Hv9dqH88SgYMqEEJIf8/r/B3t0/1d3L+b9+/v/Xt8v+/yJEdP9z10UD122u4Qgvw3Mb8X93vyX/u1X9NnPvOZq/6tw+/v/T6//Ttvm/JedqfPAOfdbIHsZl+Q6yGAAAIdAqwigAACCCDQhQIdiU9pNX1RiP/c2eAvsYQQFIKLFLKgLMT1+NN5XDy5P2jt5sFyOkv7gRCC0vlZkD9Y65LnWVoPcV8IevLmCp7cYg0BBPaJQFCILYnF91bJ/Hrg7+FYMpf4zZx17AtxPfP+domPhxAUQoivJ0pLBS/VvMX9zRW+IoAAAnsiwEURQAABBBBAAAEEEEAAAQQQQKD7BeghAggggAACCCCAwB4JhPh3YxfnixTyTB5MvVDMVXQpxWVn8b5Y/HjB+9N6PMfnxeK/Q7su8TfmPXo2m5cNCnElpK9xJd2bW0GKz01Q/Be8GuTnLJU8NJ/7QqZC0SVXqVyQB9nv6S2pt7+kvsFymnBraLRXIxPVVIbHqvL24HBPetwD+ZdibLhOddwa5B11aLCKwC0tQOcRQAABBBBAYI8F4lsChRAU4nvBrP0+IP4M78m1tlIK7feB8b2Dz3c9CnvcKS6PAAIIIIAAAvtNgPYggAACCCBw4AUWFxf1y7/8y1vuRwhB3/AN36AQeJO8ZTQORAABBBBAAIGDLkD7EUAAAQQQQAABBBBAAAEEEEBgnwp4slZPdOMJbzzZuyfA8UQ4nmCrc7LX9rong/XjnhjXk8R6sqKjR496wuB92kOahQACCCCAwM0TyG7epbgSAggggAACCCCwVwJcF4GbI+Ac21TSh1uz+MunLA1wkz7YWs5ViqUYS6lcUDEuU2l9+LVQylQo+JwgD2gTQlC866q30Hy0tUgb6Zy4I4SgkPbwBQEE9r1A/GaN37Lpez/L4+uAXwsKeXpNKKRBsjIV0off8zRgWsGPtbbTa0da9zHNksfH81hPlmUKITSLuCGAAAIIIIAAAreCAH1EAAEEEEAAAQQQQAABBBBAAIHuF6CHCCCAAAKdAp4jyRMludTr0lqpSTVvx2W9s8R96/bH7XROrMh1uCiud16D9ZsnEEL8G3/KOwrKnTuQcgZypdyjVo7Rk+uFtL+wYX+pUlC5t6SeaknVgbIGhns0NN6r0UP9mrhtQIeODurQHUO67c5hHb59KO7vS8ekibjKuZyT4NwFxbakeBA3BBBAAAEEEEBgLwS4JgIIIIAAAggggAACCCCAAAIIdL8APUTgxgk88sgj+ou/+IstX8CDWj73uc/d8vEciAACCCCAAAIIIIAAAgggsFUBjkMAAQQQQAABBBBAAAEEEEAAge4XoIcI7F+BbP82jZYhgAACCCCAAAIIIHCABEKQB6IJHhTHJQ9pYJxCMVOx5JLHZSzljtIxIE6hmKfjPaBNlslVSQpytdrKLah1bFwRtz0T4MII7FBg42tH3jGwlgfPKsTXEQ96VYj7C/F1pRBfMwpPWeYqeDKueEzztSTE14UNClcJAAAQAElEQVR2UVwXNwQQQAABBBBAAAEEEEAAgd0QoA4EEEAAAQQQQAABBBBAAAEEEOh+gYPSQ0+eFYsnTnLx5FoNT8DlibbisrZJSRN0+XGX+Hg6J677/FTc91inF5SbL5CFoCwLygsh5QAUnRvQzjEqF5r5R95OeQO5inHZLqVyrnKlqEpPUZ5gq9pfVv9wj4bHqho71KeJIwOavH1Qhz0h17FhHbpjUKOTfRocrsTjSyrFep2L4OurdXNMtFZZIIAAAggggAACCCCAAALdJ0CPEEAAAQQQQAABBBBAAAEEulLgD//wD3Xp0qUt9+0bv/EbNTg4uOXjOfCACdBcBBBAAAEEEEAAAQQQQAABBBDofgF6iAACCCCAAAIIIIAAAggggMAmAtkm+9h1gAVoOgIIIIAAAggggMDeCIR42VRCUMiCPBlOXshUKOYqlHIVy81SKhXkwW/SMu73YwVPtFPMlMfj8zwoBBfFpeItxPL09/Ro/BLvawfF01vnelfnI96mIIDAfhNofs8Ghfja0XwdyFSIrwfp9cOvIWsl7t90PVfzWD8eSzw3jyXLM3mQrBAUb/7iEle5d4UAnUAAAQQQQAABBBBAAAEEEEAAge4XoIcIIIAAAggggAACCCCAwFYEPGFSKp5UKxZPsJUm3fJkW9cq8fiGS0NKdbSXW7kwx+y6gP++H7Ig/72/EP/mXyhmKhTz5qRb5YI8YVaxVFCxlXPkZWcpxWPKlYIqvcU0wVZ1oKwBT8g1XtXYoX5N3DagQ0cHdfjYkI7cOaTDtw9pbLIvHeMJvJzTVIjXzPIgKaSYULw5NuKC+w0SoFoEEEAAAQQQQAABBBBAAAEEEOh+AXqIAAIIIIAAAgggcPMEFhYW9Du/8ztbvuDQ0JC+5mu+ZsvHcyACCCCAAAJPJ8B+BBBAAAEEEEAAAQQQQAABBBDofgF6iAACCCCAAAIIIHCwBLKD1VxaiwACCCCwTwRoBgIIIIDABgEPiJMXsjTgTblSUG+1qP6higbHejR6qE/jR1z6NXG0Xfqa+27r09jhPo1M9GpguKKevpJK8XzX5cFtQvyJ3XVLDW3lFtJBza9qLdIuviCAwN4LbPg29qZLCCG9dvRUS+obiK8boz0aGuuNrwtVjfn143B/XMbiZXy9GE+lX+Nxu1183Nhkv0Ym+zQ0Xk2vP72xPg+2VSjmSq8pWVAITw6Yte5lxQ0RNwQQQAABBJ4iwA4EEEAAAQQQQAABBBBAAAEEEOh+AXqIAAIIIIAAAt0gEP/m60mTrrd0A8VB6YOfq3ZbQ1yJf85XlmVP5g8MOn+gV8Pj1WbukXMEjgxo4rYN+QJx/1i7HOpXWj/kfKS4HrfHXeLjzi/wY6OTfRqJdbregZEeVQfK8gRexVIuTwSWtXIL1L7F2GqvskQAAQQQONACNB4BBBBAAAEEEEAAAQQQQAABBLpfgB4igAACCESBj3/84/rgBz8Y17Z2f9GLXqQHHnhgawdzFAIIIIAAAggggAACey9ACxBAAAEEEEAAAQQQQAABBBBAoPsF6CECCCCAwC4JZLtUD9UggAACCCCAAAIIIHADBA5OlSELaUCcSrWovsGyhsZ70+RbR+8Z1t0Pj+neZ0/ovufE8jkTuv9zJlO57zmTaf/xZ4zr2AOjOnTHgIbjeb19RTUn0cnkQW4Ub2kQHn/xIDcucd9m9/SQv7TLZgexDwEE9kTA35btSbD87ex1Lz2gVU+1pMGRXk0cGdCRO4d1x/FR3XX/uO55OL5OPCOWZ7oc0vFnPFnuTfsm475J3ROPufuhCd394Hg699DRQQ1PVNPAWeVKIb0++TprHY+Niffm5tpKc5OvCCCAAAIIIIAAAgjcfAGuiAACCCCAAAIIIIAAAggggAAC3S9ADxFAAAEELOA8AS/XFc/GFXfkhUy9fWUNjTp/YFC3OX/g3lHd9cC4jj/zkO571iHd2yrHn9HMF0jLhyd0PJa7XR4cT8ffed9Yyh84ctewDt0+pInbBjQ60afBkR71DZRV7nEuQaZCvGY7P0nx5va5xFWlvIa0whcEEEAAAQQQQAABBLYqwHEIIIAAAggggAACCCCAAAIIIND9Avu7h+9///u1vLy85Ua+7GUvi38zK2z5eA5EAAEEEEAAAQQQQAABBBBA4NYQoJcIIIAAAggggAACCCCAAAIIIND9At3fw6z7u0gPEUAAAQQQQAABBBC48QIemKZYztXTW1CakGusJ03Idfs9Q80JuZ41kSbkuv85k7r/78XyOZO69zkTOv6scd3zzHEdu39Eh44NaniiV739JbmuQjFXlodW4xse46a1fu0F8+tc24gjEFgncJM2/L3ZHrjKS5c8z+JrR6k1oNaAbrtrWLcfH9WdHlDr4Qnd+8xDqaRBtFoDaqXJuJ7R3O91D6x1z0MTuvuBiTSg1uTtgxoZr6raX1a5pyi/nuTx9SSE+JoSGxHvzR6vrTQ3+YoAAggggAACCCCAAAIIIIBAVwvQOQQQQAABBBBAAAEEEEAAAQQQ6H6BA9BD5wqkZq77m32QJ8fq6StpcLRX40f65cm07jg+qrsenJBzA+5/1qHmpFwpj2BSKY/g4ebynrh03oCPvev+cd1533jKHzhy14gO3zGocU/INVmVJ+Sq9pdUSRNy5co7JuRyu1zUuq1rXmsfCwQQQAABBBBAAAEEEEAAAQT2hQCNQAABBBBAAAEEEEAAAQQ2ETh79qx+7dd+bZNHNt/1wAMP6PnPf/7mD7IXAQT2XoAWIIAAAggggAACCCCAAAIIIIBA9wvQQwQQQAABBBBAAAEEEEDgBgpkN7BuqkYAgW0IcCgCCCCAAAIIHGyBNCFXKVelWlTfQFnD471pQq6jx4ebE3I9e0L3PWdS933OpO53+XuTui/uu/dZE7rnGeM6dv+oDt0xkCbk6ukvpQm58mKmLI8/sgcpDXbTiMstTMsVDxM3BBDY3wL+nk6lLmVZpp5qSR5Qa+LIgI7cOZwGxbrr/jEdf3gyDap17zPi0uWZcemyYd3H3f3QhO56cFx33BtfT24fjK9DVVXj61G5UlAxvj7leXw9iSy+bnop4cUianBH4OYLcEUEEEAAAQQQQAABBBBAAAEEEOh+AXqIAAIIIIAAAggggAACCFxLwH+77/yzfQiSc4V6+0oaGuvVxJFB3eb8gXvHdPcD43LewH3PPqz7WpNxefv4MybSpFxpMq6HJ+UJue5+cFx3xuPvvG9Mnszr6F3DOnT7UKxvQCMTfRoc6W3mEvQUm7kEhUwhC7G5oZmfFNd8d/u8pCCAwNML8AgCCCCAAAIIIIAAAggggAACCHS/AD1EAAEEEEAAgYMl8MEPflB/+7d/u+VGf8u3fIsmJye3fDwHIoAAAggggEB3CtArBBBAAAEEEEAAAQQQQAABBBDofgF6iAACCCCAAAK3pkB2a3abXiOAAAIIIHDLCtBxBBC4QQIhBOV5ULGYq1TJ1eOJuQbLGhytaGSyV2O39WnscJ/G43LiSH/c7k/r3jd2uJom4uofrqg3nlcq58oLmbIsKFYrbggg0N0CIX6vF0q5enqLaUK/wZEeeXAtD4Q1eqhPY4f6NXa4Vbzu0toeb637uNHJqkYn+zQ81qv+ofh60ldSqVxQoZjF16dMvk4Iobsx6R0CCCCAAAIItAVYIoAAAggggAACCCCAAAIIIIBA9wvQQwQQQAABBBDoMgHnChU3yx+Y7Et5A+O39Tdzjlo5AymfIOUVxMfjMuUOTPRpZKKq4fFeDY32amC4RwNDlZSP4Mm+yj2FZi7BWm5SUAjhScmG1k3M9eQDrCGAAAIIIIDAHglwWQQQQAABBBBAAAEEEEAAAQQQ6H4BeogAArsgsLCwoHe84x1brmloaEgveclLtnw8ByKAAAIIIIAAAggggAAC1ynA6QgggAACCCCAAAIIIIAAAggg0P0C9BABBPaZQLbP2kNzEEAAAQQQQAABBBA4mAIel8aD08RlCEHxLg+Sk2VZmggnz+Oy8GQpFILyju20nsfzXOLJ8S4FHeAbTUcAga0LBIUQ0muGJ/bL0+tFUB5fJwrxdcITaqVle72Yad2297vE/T4nj+uuJ8tCrFOKlcfiexA3BBBAAAEEEEAAAQQQQGB3BagNAQQQQAABBBBAAAEEEEAAAQS6X4AeIoDAzRMI8U/8If6tP8h/989b+QPOMyoWM7VzBXKvb1acL5ByDYLy1rrrCZlive0S0oRbjY6Jt7wu37zPSwoCCCCAAAIIIIAAAgjcggJ0GQEEEEAAAQQQQAABBBBAAIGDLfDRj35UH/zgB7fciRe96EV64IEHtnx8dxxILxBAAAEEEEAAAQQQQAABBBBAoPsF6CECCCCAAAIIIIAAAggggAACCLQFsvZK1y3pEAIIIIAAAggggAACeyAQggfGkUKaCCcoy108EVdQmignbnugm+agN839zcl2QvPYeJ6C5OKFl+KGAAJdLRDiN3sW352H+P2f+TUiDY6VyQNp5cWgdSU+ll5LNu73QFuFrHlOPCaL9bi+EEJ6GQkhKK2oC290CQEEEEAAAQQQQAABBBBAAAEEul+AHiKAAAIIIIAAAggggAACCCBwCwj4T/ub5g+knICgYjGo4FIISrkDmyxTrkFrIi/nKGXORYjFdYcQ1L55Eq528b607pW9LFwbAQQQQAABBBBAAAEEEEAAAQS6X4AeIoAAAggggAACCCBwAwQWFhb01re+VcvLy1uqPYSgl7/85SoUCls6noMQQAABBLYpwOEIIIAAAggggAACCCCAAAIIIND9AvQQAQQQQAABBBBAAIEDIJAdgDbSRAQQQGBfC9A4BBBAAAEE2gIhSM0S4jKWLCjLgzy4Te6BblwKmfKOUih2bMfHQzwnhKB0i4t4T6t8QQCB7hYIISgNgrX2mhHia0WQXyO2VuLxxVZp1eH6QudrirghgAACCFyPAOcigAACCCCAAAIIIIAAAggggED3C9BDBBBAAAEEEEAAAQT2WiCEIP+9P2v97b898VY7d6BYzK6aS9A+3vlKriOVLKQ6teGWJuFqSF5ueIhNBBBAoKsF6BwCCCCAAAIIIIAAAggggAACCHS/AD1EAAEEELh1BBrxj11ve9vb9Du/8ztb7vTznvc8veAFL9jy8RyIAAIIIIAAAgggsD8FaBUCCCCAAAIIIIAAAggggAACCHS/AD1EAAEEEEDgegSYkOt69DgXAQQQQAABBBC4eQJc6SAJBCmslaCQbV48eE4IrcfiUvGn8xDidvD58Yt8ay+9/vSlse6hzq3O9XUHsYEAAvtMIH77x9eOoHWvGSFub7fE15xYke/NHgYp3sUNAQQQQAABBBBA4EAI0EgEEEAAAQQQQAABBBBAAAEEEOh+AXqIAAIIIIDAVQVC/CN/CEEpfyAEpRyjrLUdl97O4v4Q4r6NJYv72iU9pk1vDVKKNnVhJwIIIIAAAha4/v8ng6uJJS7jLvWxcAAAEABJREFUPSXwtZdxL/dbRoCOIoAAAggggAACCCCAAAIIIIBA9wvQw30g8O53v1v/8l/+y2215Hu/93s1ODi4rXM4GAEEEEAAAQQQQAABBBBA4JYVoOMIIIAAAggggAACCCCAAAIIIND9AvSwSwWyLu0X3UIAAQQQQAABBBBAYN8LNOR/UqMRl7HETW90tNufvvdme+n1jtKIh3szLn1uqiJ+ifdWnX6QgsB2BTh+rwT8vZu+l+vxezt+X3t7pyXVE+tIfYnLeE+rfEEAAQQQQAABBBBAAAEEEECgKcBXBBBAAAEEEEAAAQQQQAABBBDofgF6eFAFnCvQ/ru/1xudeQRed2lcI7eg4xg7uB4vXTrXvU1BAAEEEEAAgc0EnNsb9/s/zvj/rryMm74779fLTUsI8gRcIbSWat7iVlppL9MGXxBAAAEEENgVASpBAAEEEEAAAQQQQAABBG5NAf+e7r/8l/+il73sZarX4x/HtsjwwAMP6Cu+4iu2eDSHIbBfBGgHAggggAACCCCAAAIIIIAAAgh0vwA9RAABBBBAAAEEEEAAAQQQ2G0BJuTabVHqu34BakAAAQQQQAABBG4FgfTh/NhRL+tPDpAT96zdt/She5/fPsPrqbQGAUgj8zQf3FJdzUP5igACeyDQHqvDy90q7kaqyysUBPajAG1CAAEEEEAAAQQQQAABBBBAAIHuF6CHCCCAAAIIIIAAAggggAAC2xLw3/l9gpfrivOLXBpP5hmte/wa+12ni8/xkoLArgpQGQIIINCNAvH/1pSGG5fx3uyhV7bxn2nK3Y1fQohfmjXwFQEEEEAAAQQQQACBgytAyxFAAAEEEEAAgRsg4Em1arXatmt+5JFH9A/+wT/Qy1/+cq2srGzr/O/5nu/R5OTkts7hYAQQQAABBG4ZATqKAAIIIIAAAggggAACCCCAAALdL0APEUAAAQQQQACBW0iACbluoSebriKAAAIIrBdgCwEEENhrgebn8puTZ7U/n+99222Xz01Fsa54stfjQnHT97TqL3yc3woUBPavgL9314oH0XKJLwpr+7a63nHe/u0tLUMAAQQQQODmCXAlBBBAAAEEEEAAAQQQQAABBBDofgF6iAACCCCAAAIIdJPAWp5A6+//9U3yBTbbl87zOS6bnOPHu8mJviCAAAII3HoCN6XH8f9QX6e5aH5V/E803uUs3dYeH3L14qTdWDrn4oqba+d0rq/tZAUBBBBAAAEEEEAAAQQQQAABBAQBAgjcWgJXrlzRF3/xF+v5z3++Xv/61+v3f//3deLECS0uLq6D8HGf+tSn9J//83/Wc5/7XN199936zd/8zXXHbGXj4Ycf1jd/8zeLGwIIIIAAAggggAACCOytAFdHAAEEEEAAAQQQQAABBBBAAIHuF6CHCCCAwH4QYEKu/fAs0AYEEEAAAQQQQACBbhZ4+r61PpXvD+i3DwohKGRBWSzBJUghFrVuHatpT6MRz3apx2Us9VpD9bSsqx73K5ag1oXSGXxBAIEDJeBv3+2WA9VBGosAAggggAACCCCAQNcI0BEEEEAAAQQQQAABBBBAAAEEEOh+AXqIAAII3HyBVs5AIy47S0oHivuesrz5LeSKCCCAAAIIdJdAaCjl5qZc3Ibqtbqcl9uI26nE/5DjfV2fO3N7ve683xCC1ucCp0fkW3zICwoCCOxfAVqGAAIIIIAAAggggAACCCCAAAI3SaCnp0eDg4P6yEc+oje+8Y36yq/8St1+++3y/hCCQmiW4eFh3Xffffqu7/ouffSjH91x637oh35IExMTPp+CAAIIIIAAAggggAACCCCAAALdL0APEUAAAQQQQAABBBBAAAEEEECg+wWu2sPsqo/yIAIIIIAAAggggAACCNwwgRCaVYcQFO/pg/f+8H2eZ8piCWlCrtA8yF/TakjHetMf6PeH++u1hmq1umqrLjWtrtbkbe/3oAA+1vUryHdxQwCBbhWgXwgggAACCCCAAAIIIIAAAggg0P0C9BABBBBAAAEEEEAAAQQQQAABBLpfgB4igAACCCCAwM0UCPFizrN1iatSo5Em4Vqt1bWacnPjMq7Xag2l3FxPzhWP8bHNc2IN8e5tlxCCnA+cZZnaOcFxVSGTQug4UNwQQAABBBBA4NYWoPcIIIAAAggggAACCCBQqVQ0NjZ2UyC+4iu+Qt/wDd9wU67FRRBAAIEnBVhDAAEEEEAAAQQQQAABBBBAAIHuF6CHCCCAAAIIIIAAAgggsF8Fsv3aMNqFAAIHUIAmI4AAAggggMD2BVqfqw8hpA/ZZ1lQlgflsXg9xG113oI30hd5si2Xer2ePuBf84f9/cH/lXoaAMD7/Xg6I54SLyHFpbghgAACCCCAAALXI8C5CCCAAAIIIIAAAggggAACCCDQ/QL0EAEEEEAAAQQQQAABBBBAAAEEul+AHiKAQFMgSM6xTUWej6uheisnd7WVk1tbda5uLK3JuFrzccWjfXJctO/ejBU5B7idC+x15wPH3WvXUTwulfZ5LBFAAAEEEEAAAQQQQACBGyVAvQgggAACCOxzgYceeuiGt7C3t1dvetOb1NfXd8OvxQUQQAABBBBAAIE9EeCiCCCAAAIIIIAAAggggAACCCDQ/QL0EAEEEEAAAQS2LcCEXNsm4wQEEEAAAQQQ2GsBro9ANwkExX8h9iiWEH86z/JMeZYpSyWo/eH7eMTa3fvSRkOq1/2h/4bak3Gt1upaXa2p5g/+x8fSB/5DPNolLtK9cz3t4AsCCCCAAAIIIIAAAgggsP8EaBECCCCAAAIIIIAAAggggAACCHS/AD1EAAEEEEAAAQQQQAABBBBAYE8FOnJqU35u3HburfNzV1efzMlNebq1Rpqoy4+p0Wx1Oqe5mr7G0xUyxRKUcoLzLC7jehYUQpDiXfEW2itx/Va400cEEEAAAQQQQAABBBBAAAEEEOh+AXqIwE4Fjh49utNTt3ze61//ej3vec/b8vEciAACCCCAAAIIIIAAAgggsLkAexFAAAEEEEAAAQQQQAABBBBAoPsF6CEC3SSQdVNn6AsCCCCAAAIIIIAAAgdGIMSWxpI+Wx+/ZHlQnmfKC5kKpWbJ43bIWgepeYtbzZX4tdFoqFFvpA/3ewKu9MH/5ZpWYlmNpbZST4/5mPYH/+Np3LcuwJEIIIAAAggggAACCCCAAAIIIND9AvQQAQQQQAABBBBAAAEEEEAAAQS6X4AeIoAAAggggAACCCBwbYGGUl6uJ99aXa3JubgpJ3elJufk1ladl9tIxziHt11hZ26vnBOchZQTXChmKpRyFQqZsjwoi/tDCPGQIMW7uCGAAAII7LYA9SGAAAIIIIAAAggggAACCBxAgZGRkRva6i/7si/Tq171KoXAL+VuKPTNq5wrIYAAAggggAACCCCAAAIIIIBA9wvQQwQQQAABBBBAAAEEEEAAAQR2RYAJuXaF8UZVQr0IIIAAAggggAAC3SwQQlDwh+tjyfJMeTFTsZSpVCmoVM5ViOt5HhSC1t9a2424t95oqF5vKH34f6WWJuNaXqxpaWk1rXuSrlqtkY6Jh2ptYq5WHbEK7ggggAACey5AAxBAAAEEEEAAAQQQQAABBBBAoPsF6CECCCCAAAIIIIAAAggggAACCHS/AD1EAAEEEDhQAu1c2obkHNt6XXLOrSffWlmua3lptVmWa1pdranmCbnqDTl3N57S7Gq7juaWQgjK8qyVD5y38oHzJyflCorHxCIproobAggggAACCCCAwEEUoM0IIIAAAggggAACuykwMTGh3t7e3axyra57771Xb3/72zU4OLi2jxUEEEAAAQS2JsBRCCCAAAIIIIAAAggggAACCCDQ/QL0EAEEEEAAAQQQQKDbBZiQq9ufYfqHAAIIbEWAYxBAAAEEbrqAP0Qf4pcQgrIsKM+DCp6Qq5yrVHEppO28kCmEeKCk9PXJL2o0GmrUG6rV6vKH/FdX6mkSrjQAwGItrXtfPU3I5cECGuvn40p1iRsCCCCAAAIIIIDArSJAPxFAAAEEEEAAAQQQQAABBBBAoPsF6CECCCCAAAIIIIAAAggggAACCHS/AD28foGgZl6ulHJrGw2pXm/IOberq42Ug7vkCbkWV7USl6srNaV83Vo95e46hzeeGu+uKMS6Qlp3ym8zJzhXqVxIOcHFUqa8mKV84ZAFhRAUv4gbAggggAACCCCAAAIIIIAAAlcV4EEEEEDgFhGYnJzU8PDwrvfWk3H93u/9no4dO7brdVMhAggggAACCCCAAAK7JkBFCCCAAAIIIIAAAggggAACCCDQ/QL0EAEEEEBgzwSyPbsyF0YAAQQQQAABBBC45QTo8EaBkD5P7w/XZ3mmQiFTsZSrVGl+AL8Q17O8eYx8C80v/hy+1zwCQPrwf72h5oRcteYAAIur8qRcK8s1eVCAmifkajRUr0tPDgAgtaoTNwQQQAABBBBAAAEEEEAAAQR2U4C6EEAAAQQQQAABBBBAAAEEEECg+wXoIQIIIIAAAggggAACCCBwYAWCmjm0at4a7cm44rJWk1ZX6ikfd9n5uLGkfNy4r7ZaUztv1zm8PnstpzfW2dwOSjnBxUylSh5LIeUGO0fY+4Mn5HIJ0rpGiBsC+1OAViGAAAIIIIAAAggggAACCCCAQPcL7HUPK5WKBgcHd7UZDz/8sDwZ1/Hjx3e1XipDAAEEEEAAAQQQQAABBBBA4KAK0G4EEEAAAQQQQAABBBBAAAEEEOh+AXr4VAEm5HqqCXsQQAABBBBAAAEEELjxAkHyh/D9wfosC8rzIE/AVSoXVOkpqBxLqZTH/ZnSgfJkWvHL2if447Y3XRoNNVqTcq0s1bS0uKrFhZVYVrW0sKrlxZpWlupp0i4fF0JDIVYrt8HnUxDoPgF6hAACCCCAAAIIIIAAAggggAAC3S9ADxFAAAEEEEAAAQQQQAABBBBAoPsF6CECCCCAAAIIILDrAsE1xi/OpXVObaPezLFt5+A6D9f5t6ksrqbJuTxJVzxMajR8djubN62nL83dCrHevJCpWM7lXGDnBJfKBRWKuZwrnMUD4l3cEEAAAQQQQGCdABsIIIAAAggggAACCCBwCwt4Qq7x8fFdE/imb/om/emf/qmYjGvXSKkIgd0SoB4EEEAAAQQQQAABBBBAAAEEEOh+AXqIAAIIIIAAAggggAACCOwrgWxftYbGINA1AnQEAQQQQAABBBC4lkBQCM3SnJArU7GUyx++76kW1dNbVKmcKy9kCvLn91uf1I/r7bv3hxAUQki7arWGlpdXtbSwooXZWOZWND+7rLmZZS3E9eWlVdVr9Xi8lOWxZErr4oYAAggggAACOxTgNAQQQAABBBBAAAEEEEAAAQQQ6H4BeogAAggggAACCCCAAAIIIIAAAt0vQA8RQOBWEnDabZYp5dJ6vVaryzm2zr2dn1lWKrPLWohlcX5FnqjL+bc2CiEohFi84eL03vG94EwAABAASURBVFganqLLk3XFxwqFTKVyQT3VUirlnkLKEU45wVlonh+Pk4K4IYAAAggggAACCCCAwM0U4FoIIIAAAgggsB8F+vr6dOzYsetu2sDAgN71rnfp13/91zUyMnLd9VEBAggggAACCBxUAdqNAAIIIIAAAggggAACCCCAAALdL0APEUAAAQQQQACBrQlkWzuMoxBAAAEEEEBgXwrQKAQQONgCQQrxJ/KQBflD9mlCrkpBzQ/gF1UsF+QP5Yd4nD+n3y7+vL58i/vjXSH4q1RbrWtluabF+VV5Ai5PxjU/u6K52eW07QEBPGhACA3l8boeTCCdGk9fq9P1UhBAAAEEEEAAAQQQQGB/CdAaBBBAAAEEEEAAAQQQQAABBBDofgF6iAACCCCAAAIIIIAAAggggAACN1Qg5cqGeIlYQiuPVqEhT7a1vFTT/Nyy5jwhl/NuXeZWtLSwmnJza7VGPFEpZzeervW3+Jjvsfix3BNyVQqq9BbV01dUuTUhV5ZnyrIgXzsEKd7FDQEEEEAAAQQQQAABBBBAAAEEulCALiGAwLYFXvjCF+qee+7Z9nk+wee9853v1JkzZ/Syl71MeZ57NwUBBBBAAAEEEEAAAQQQuLEC1I4AAggggAACCCCAAAIIIIAAAt0vQA8RQODAC2QHvgd0AAEEEEAAAQQQQACBAyiQPkgfpCyuZFlQngcVS1n60H1PtahKb0mlSi5/KF/x1qhLjUYjzckVN+M9yP8Uzw8hpP31WiN96H9xYUULc8tamF3WvAcGiGVhdkXLS6tp0ABPyJXl8qnxS7rLt1i9F5sWdiKAAAIIIIAAAggggAACCCCAQPcL0EMEEEAAAQQQQAABBBBAAAEEEOh+AXqIAAIIIIAAAggggMCtKNCZIxuClAWpmUvbUK1W0/LiqpxrmybkmlnW/OyKnIu7OL+ilaWa6qtO5JVCCP7SXCquK94a7dKQHy54Qq5yrp5qKZVypaBCKVdeCArxwiEEKd5TETcEEEDgxghQKwIIIIAAAggggAACCCCAAAIHSeDbvu3b9OlPf1pXrlzR7/3e7+n7v//79exnP1vDw8PrupFlmY4cOaKv//qv18/93M/pkUce0ac+9Sl9x3d8h3p6etYdeyts0EcELHD48GE99thjzbEo4i/D05gU11h6EjufS0EAAQQQQAABBBBAAAEEENj/ArQQAQQQQAABBBBAAAEEEEAAAQR2LpDt/NSbeiYXQwABBBBAAAEEEECg6wSCP0kfJH+uPsuDCsVcpUpBlWpRnpSrHNe9L88zhUzxuKCgjlvcCC7+cH7c7Qm5VpfrWl5c0cL8suZmlzU7vaTpy4uaubKo+bjtAQNqq3U16o14RqNZn+tolbiTOwIIILCXAlwbAQQQQAABBBBAAAEEEEAAAQS6X4AeIoAAAggggAACCCCAAAIIIIBA9wvQQwQQQAABBPaVQMq37ciVbSj+qzfknNqlxVXNzy6lXNvpSwuamVrS3MxSmpDLj62s1FSPx8bTFUKIZUPXWvtCFuSc30Ipk3OAnQtc6S2m3GDvy7KseW6QQvwnbggggAACCCCAwMEXoAcIIIAAAggggAACCOyqwODgoL7qq75KP/VTP6WPf/zjunTpkjonF6rVajpx4oR+67d+S6961at05513KoSwq22gMgQQQACBpwiwAwEEEEAAAQQQQAABBBBAAAEEul+AHiKAAAIIIIAAAggg0JUCWVf2ik4hgAACOxbgRAQQQAABBG6iQJBC/JfuWVChkKlUzlXpKcofwC/3FFSq5CqUcuWFXFkeFOJxQc2blyEEZbEoVlKv17W6UtPyYk0Lcyuam17U9KV5XT4/p8sX5uSJueZml7S0sBqPq6tWa3g4gXi+lOWxZLGWIG4IIIAAAggggMAtIEAXEUAAAQQQQAABBBBAAAEEEECg+wXoIQIIIIAAAggggAACCCCAAAIIdL8APUTg2gJOs80yNXNlQzy+0VB9taHV5XrKqZ2fWU45tpfOz8ll+vK85qaXtDC/ouWlVa2u1NOEXIoVZVmIi1hiNe17SHVnygtZyvktlQtyDnCltyCXYjmXc4SzeJyC4j19ETcEEEAAAQQQQAABBBBAAIGtCnAcAggggAACCCCAAAIIIIAAAgh0vwA9RAABBBBAAAEEEEAAAQQQQACB7heghwgggAACCNxcAX+U5+ZekashgAACCCCAAAIISBgg0BZIn6kPyrKgvJjJH7r3h+8r1aLKlaJK5UL6cH4hPpblmUJIJ6h5C2k7xHO9u15vKE3ItbSqxfllzU4vaeryQnNCrvNzmonrHjRgaaGmleW66rW61GgoZA3lueIyltAs4oYAAggggAACCCCAAAIIIHD9AtSAAAIIIIAAAggggAACCCCAAALdL0APEUAAAQQQQAABBBBAAAEE9q1AaOXFhkytXNmG/K9Wq2tlpZ4m5JprTch1+fxcyrmdurSg2elFLcw1J+SqrdaaE3LFXoYQUu5u/BK3mvcs7svykCbdKpSylAucJuSqFlXpLapUKcg5wiEL8r/4RdwOoABNRgABBBBAAAEEEEAAAQQQQACB7heghwgggAACCCCAAAIIIIAAAggg0P0C9BABBBBAAAEEEEAAAQQQQAABBLpfgB4i0BLIWksWCCCAAAIIIIAAAgggsFcCQfKH7P1he0/AVe4tNj+A31NIH8ovFjPlhVg8IVcWJH8SvxG/xtXQKoq3hifkWq1reXFFi3PLmpte1PSlBV1qDRAwfWVRHjRgcXE1TdxVW22o0Wgoi+8K2sX1xaq4d5EAXUEAAQQQQAABBBBAAAEEEEAAge4XoIcIIIAAAggggAACCCCAAAIIIND9AvQQAQQQQAABBBBAYGcCzo1t58l6qUZD9VpDq8s1LS7UNJ8m5FpIk3E553bq8oLmppe0OL+s5ZRzW0/Hu56QSWmp1i1uhCwoyzM5D7hYylWqxNJTSLnA5d6CSuVchUKmEI9TEDcEEEAAAQSuKsCDCCCAAAIIIIAAAggggAACCCDQ/QL0EAEEEEAAAQQQQAABBBBAAAEEul+AHiKAAAIIIIAAAggggAACCOy9QLb3TaAFXS5A9xBAAAEEEEAAAQS2IBBCUJ5naQKusj+EXy2op6+o3v6SegfKcb2UPqCfPpCveGvI4wHEFSmE5qfzG3Ffvd5QrdbQigcJmF/R3MximpTrysV5uUxdXJDL9OVFzc8uaWlhRasrNdXrdXlCr1hrrM91bijihgACCCCAwFUFeBABBBBAAAEEEEAAAQQQQAABBLpfgB4igAACCCCAAAIIIIAAAggggED3C9BDBBBA4MAKOJvWKbUbi3NjnSPrXFnnzC4urGhuZknOpXVO7ZVWbu2Vi/OavtSajCse41xc5+TW6401kxB8FdcYd8Xd3vREXOWeXD19pWbeb1z2VIuq9BbknOBCKVfuCbl8cDyNOwIIIIAAAggggAAC+0CAJiCAwP4ViO82n2xcwx8afXKTNQQQQAABBBBAAAEEEEBgOwIciwACCCCAAAIIIIAAAggggAAC3S9ADxFAAAEEEEAAgZsmsEku07pcp5vWkG1cKNvGsRyKAAIIIIDAPhagaQgggMDBFvBn7P1h+0IxU6lcUKW3qGp/Sf3DFQ2P9WhotJK2S+U8TZhVbzTkNyBxofSuwxUEKd7lVe9fWalrcX5Fs9OLmrq0oMvn5nT+zKzOnpjW2ZMzunRuXh5MYH52RcuLNa2u1uRBA0JoKMulLL5bCC4h1ttexnVxQwABBBBAAAEEEEBgzwS4MAIIIIAAAggggAACCCCAAAIIdL8APUQAAQQQQAABBBBAAAEEEEAAge4X2L0eOm82lXaua1w6B9a5sM6JdW6sc2SXFmtyzqxzZ51D61xa59ReOD2jS+fnNHV5IU3UteTJuFZqci5uO482tTZexDm73u8cXufyxl1ybm9vf0mDoxUNj/ek3N/qQCnlAjsn2LnBWZ6l/F5xQwABBBBAAAEEEEAAAQQQQODqAkudDy8uLnZuHsB1mowAAggggAACCCCAAAIIIIAAAt0vQA8RQAABBBBAAAEEEEAAAQQQQKD7BeghAgggIG2Sy7Qu12k/GmX7sVG0CQEEEEAAAQQQQACBfStwgxoWQlCeBxWKuUqVPH0IvzpQ1sBwRUPjvRoc7ZE/rF8sFxRCUKPekD/Qr423EHf48fjg6nItTcg1N70kT8jlwQI8aIAHDzh3YkaXzs6lCbkWZpe1vLiq1ZV6rLMe65fSQATx3UIWpBCXwctYxA0BBBBAAAEEEEAAAQQQQACBW0GAPiKAAAIIIIAAAggggAACCCCAQPcL0EMEEEAAAQQQQAABBBDoGoF2nqtzXp372s6D9f5Go55yZJ0rOz+7nHJnL56b07mTMzr7xLQunJnV5fNzmr60IOfcLs6vaHW5rkb8F0KQ4j0VPXlrNCTn8oYQ5Em3qv0lDY31xNKbcn+r/eWUC1ws5yk32DnCIYQnK2ANAQRungBXQgABBBBAAAEEEEDgYAnMdDZ3amqqc5N1BBBAAIGnE2A/AggggAACCCCAAAIIIIAAAgh0vwA9RAABBBBAAAEEEEAAAQQQQACBPRXYJJdpXa7TrjRulyvJdrk+qkMAAQQQQAABBBBAAIEdCPgz9lmeqVDK0gfzK71FVQdKShNyjfWkCbmq/aX4WC4f6w/xNxoNucgf+JfS/hBCWnr/ykpNiwsrmp1Z0vTleV0+P6/zp2d15olpnT05LQ8mMH15UQuzK1perKkWj3e9IWsoy9Us8R2DByaI1aZ601LcEEDgZghwDQQQQAABBBBAAAEEEEAAAQQQ6H4BeogAAggggAACCCCAAAIIIIAAAt0vQA8RQAABBBBA4MYJhFh1ym2NK1465zVNxtXKg3VObL3e0OpKTUuLNc3Prsi5s5fOzensiWmdicW5tZfOz2vq8oJmZxZT7q2PV6PRyp0NzWW8lnN2naObSqzX1/SkW70DpZTrOzTeo/7hinr7S2lCrlK5oGIxk3OEfWyqgi8IIIAAAggg0JUCdAoBBBBAAIFdEjjfWc+5c+c6N1lHAAEEEEAAAQQQ2GMBLo8AAggggAACCCCAAAIIIIAAAt0vQA8RQAABBBBAAAEEEEBgc4FNcpnW5Tptftbe7s329vJcHQEE9rEATUMAAQQQQACBmykQgrIsKPekXMVMpUqunmpJfUNlDY31pNI3VIn7iiqWc2WFLB0fQvBn+9Xwv4bSzbu8Uq/VtbpS1/LiqhbmVjQ7taipSwvyIAIXz8zq4tm55vr5OV2+0BpIIB4zP7usxfkVLcXzPKlXLdbjwQg8eEC8jBQv6WtcrfgYcUMAAQQQQACBgyBAGxFAAAEEEEAAAQQQQAABBBBAoPsF6CECCCCAAAIIIIAAAggggAACCHS/AD1EoPsEtpqv2pCc4+pcV+e8OvfVObDOhXVObMqfvbyQcmVTDu3ZOV084zKb8midWzvQuFsSAAAQAElEQVQ3vajFuRWtLNZS7m29Xk+ezpX1SsPXcBJtXIYQUg6vc3mLpTzl9vYNVlKur3N++4fK6u0rpXzfgvN982bOr+J54oYAAggggAACCCCAAAIIXJ8AZ3e/wMnOLj722GOdm6wjgAACCCCAAAIIIIAAAgjcGgL0EgEEEEAAAQQQQAABBBBAAAEEul+AHiKAAAIIIHDgBDbJZVqX67QfO5Ttx0bRJgQQQAABBBC4lQToKwIIrAm0Bw7IgvwB/EpvQX0DZQ2O9mhorFcDwxVVB8vq6Sup3FOQP8Sf5cEf71e93tCTt6D2v/RgfKhWa2hpqSYPLDBzZTENKnDhzIzOnpjWqUev6OSjl3X68WmdPTmj86dmdfn8vKYvL2p+ZllL7cEFYh2NWGHIpCxvFa+3SohLjxWwVjZuh9hCl7jgjgACCCCAAAIIIIAAAreaAP1FAAEEEEAAAQQQQAABBBBAAIHuF6CHCCCAAAIIIIAAAggggAACCOxAIEhruaft9Y05qHE76yytPFbnrjq3tV5rpIm0lhZqmptZTjmwl87Pp5zYsydmdPqxKZ185LJOPnpFZ09Myzm0ly/Ma+bKohZml7W8WJPraKh9iw1RuzT3OVfXj2d5SDm8zuV1Tm/fYDnl+DrXd3C0V9WBcsrzLRQzhSwoBEku6pYb/UAAAQQQQAABBBBAAAEEELiBAo901v2pT32qc5N1BG6iAJdCAAEEEEAAAQQQQAABBBBAAIHuF6CHCCCAAAIIIIAAAggggAACCCDQ/QL0EIHdE9gkl2ldrtPuXWn3asp2rypqQgABBBBAAAEEEEAAgZ0K+MP2qWRBWSz+EL4/qF8dLGlorEdD4z3qH6moL2739BWbH9QvZfKH+hVvjYbU8Je47nrSB/dD3Ij3hhqq1+paXlpNgwZMX1nQ5QtzunBmVmdOTKXBBU4+ckWnH5/S2RMzOn96VpfOzafBCOZmV7S0uJoGKajFOnyNEBrK4juJVHIpc2lth7j09TtLZ1tCbE/7sbX9aacf6ChxddfvVIgAAggggAACCCCAAAIIIIAAAt0vQA8RQAABBBBAAAEEEEAAAQQQQKD7BeghAggggAACCCCAwMER2CxHtLWvnU/qzdQhr8Sytr+9nkkpZ9VL56y6eD0W57Q6t9U5rqsr9ZTzOt+ekOvcfMqJPXtyOuXIejKuU2lCrqmUQ+tc2pmpBc3PLaccW9ehjlzcdjvcNl+j9ZCyPKhQylMub29fSVVPyDVSkSfkGhrtUd9AWZXeogqFXFkWFFyCFGIRNwQQQACBrQtwJAIIIIAAAgggcGsK/E1ntz/xiU90brKOAAIIIIBA9wnQIwQQQAABBBBAAAEEEEAAAQQQ6H4BeogAAggggAACCCCAAAIIINAVApvkMq3LddqPncz2Y6O6tU30CwEEEEAAAQQQQACBqwmEEBRCLFlQXszTh/GrA2UNjvamD+kPDFfSh/bXJuSKx/iD+ulD/vVGawyARqxDsQSt3RpSrdbQ8uJqGjRg5sqiLl+Y14UzMzp7YlqnHr2sE7GcfswTck3r/Om51oRcS/KgBGlCrtWa6vEaUmsyrlzKsg0lKO0LcX/sRmxDbEFQWsZFXNG6W9q3bk/HxlUf7DiOVQQQQGAfCtAkBBBAAAEEEEAAAQQQQAABBBDofgF6iAACCCCAAAIIIIAAAggggAAC3S9ADxFAAAEErlPgKrmgT3ko7oj3lHOquNLOQ3VOaspXjfvSMpPWlq1cVifQ1msNra7U0oRcc7Mrmrq0qEvn5nT+9KzOnphpTsj1yOWUM3v2xHTKob1yYV4zVxa1MLus5aXVVp7sk30OISje446GL6FG3cuGsjyoWMrShFw9/cU0AdfAcE/K9R0c7Um5vuWeggrFTCELsY5miRVxRwABBBBAAAEEENiHAjQJAQQQ2GcC/7ezPR/96Ec7N1lHAAEEEEAAAQQQQACBHQpwGgIIIIAAAggggAACCCCAAAIIdL8APUQAAQQQQAABBBC4sQKb5DKty3W6sVffWe3Zzk7jLAQQQACBfSxA0xBAAAEEDrBACJJLnj6s35qUq7+k/qGyBoYrGhzpSR/YHxipqDpQUrm3qEJrYq4sSCH+U0NSw1/iIq767km7arW6Vpabgw0szC1rdmpJU5cWdOn8nC6emdWFWDzwwPnTM2kAAm9fPDeny+fm5UEHpi7Oa/ryQhp8YG56SfOzS3I9iwsraQADD0awslRL16it1uVSj9f0RF51t8fFjWmXILmvFByIAWKAGCAGiAFigBjYUQzwsxQ/TxIDxAAxQAwQA8QAMUAMEAPEADFADBAD3R8DPMc8x8QAMUAMEAPEADFADBADxAAxQAwQA8RA98fALfkcKz6v6rw1GnKuab0Wl7V6ykFdXamnnNTlpVqaMGtpcVWL8yspd9U5rLPTSymndfrKgqYuzadc18vn53Xp7KwuxOKc2HOnnBM7o5QTe2Y25cxOXVqQ82AX5pdT/uvKSk3OsXWubWeTUi5uQ7GpQc7RzeIX5+xWeoqqDpTlybeGxnrT0nm9zvXt7S+r0ltUsZzLE3e1c2LEDQEEEEAAAQQQQAABBBBA4FYX2Gr/P9J54F/91V/pzJkznbtYRwABBBBAAAEEEEAAAQQQQACB/StAyxBAAAEEEEAAAQQQQAABBBBAoPsF6CECCCBwSwo4h8m5TBs6vy7XacNj+2Iz2xetoBEIIIAAAggggAACB1CAJt9IgRCC8kKmYjFXqVJQT19J/cMVDU/0auJIvyaO9mtkoip/eL+nWkgf3PfxIf6E32goDUrgpXyLdYU0HIC/eofUqDe0ulrT0uKK5meXNTO1KE+4dencrM6fmtHZJ6Z0+rErOvnIZZ347CU98ZlLOhHXTz5yRacevRIfm9LZkzO6cGZOHrzgyqUFTV9ZlAc3WIj1LcytaGlhVR4EYXW5ptpqXR4kwYMVxOYoi+3MgloDFMSlt2PxY2vF2+0SpLX9rGNBDBADxAAxQAwQA8QAMUAMEAPEwE2MAd6P8X6UGCAGiAFigBggBogBYoAYIAaIAWKAGOj+GOA55jkmBogBYoAYIAaIAWKAGCAGiIFdioF23qeXHX/XTXmjcV9axv0phzRu2925pc4xda7p6kot5Z46B9WTbznH1bmpzlG9cnFBl87Pp9zVsydmUi7ryUev6MRnL6fyxGcvxeUlnYz7nAPrXFjnxF46N5dyZGenFuUc1+XFFfk6zqVVvMXmKLT+yQ2K+5yD6wnCvAyxnc7R9SRbPdWi+ofLzXzeo/3NfN7J3rivknJ9S5VchWKmPM9iVSHWxB2B/SRAWxBAAAEEEEAAAQQQQOAACMzGNn44lrX7H/zBH6yts4IAAghcW4AjEEAAAQQQQAABBBBAAAEEEECg+wXoIQIIIIAAAggggAACCCCAAAIIdL/A/urhJjlMznFyrtP+auiG1mQbttlEAAEEEEAAAQQQQACB/SAQpCwPKpSy5oRc1aIGhisamaymD+97Ui5PzuUJuSq9RRVLufJClj6874EJGnXJSzWkICmND5BWmuseIGB1pa6lxdU0Idfs1JKuXJrXxXNzOn9qWmdOTOn041d06tHLaXCCNCGXByzwpFyP+rFpnUsTcs2mwQ2mLi5o5spSmpBrfnZFHgTBda8s1eTr1FYbqtdjY3zh2Ci3J5VMSoMreBn05HrcDi6h2d607u3tlPa5LNPzn7wPqgXt5jkkBogBYoAYIAaIAWKAGCAGiAFigBggBro/BniOeY6JAWKAGCAGiAFigBggBogBYoAYIAaIge6PAZ5jnmNigBggBogBYuBgxcB2cjbbx7af47i9lh/q9bi/vZ1yQuO28xqlZm5pvV5XbbUuT5Tl3NPFhVUtzK/IOalzU0uavuw81wVd9oRcp2d19uSMTj8+pVOPXNHJWDwpl3NdXU4+ejk+diXlwp4/Pa1LZ2flPFfnyi7MLafcWee2OqU1tSG2RbF4PS5aTWqonYsbQkg5us7VrVQL6h+qaGSyV5OtCbmGJ6opx9eTdZUqBRVKubI8yHWKGwIIIIAAAreiAH1GAAEEEEAAgesVWDcD1+/+7u9eb32cjwACCCCAAAII7L4ANSKAAAIIIIAAAggggAACCCCAQPcL0EMEEEAAAQQQQAABBBBAoCWwSQ7Tuhyn1mH7bpHtuxbRIAT2oQBNQgABBBBAAAEEbrZACEF5nqlYzFWq5OqpltTvCbkmepsTch3t10hc9z5/gL9YzpUm5MqCPEBAPU1+pXhrKH2gP9YX72lV8ebJujxowZIHLJhb0czUYhpswIMOnD81ozNPTOn0Y1d08pHL8uAEHqjAxYMWnHr0ijyIQXNCrjldPjevqUsLmr682JqQa7k5IVese3mpppWVuuqrscQ2+bohXj+1JZPagyt4GVrb6bEgxa6ovT/Ex9ZKkNrHXHXZPmerx3Pc1lxxwokYIAa6OAau+v8K/Sb2iQFigBggBogBYoAYIAaIAWKAGCAGiIGuiAHe/2/xd+zEO/FODBADxAAxQAwQA8QAMUAMEAPEADFwgGOA9/+8/ycGrjMGtpt/2T6+tXTup3NA28+Dt50D6mW7eDs9Lsm5pc57da6pc06Xl1bTpFmLcyuan1lOuanOUfWkWpfOz+v8mVk5h/X0Y1M6+eiVlOt64rOX9MRnLsvLU49cTjmwZ5+YknNiL53zhFzzmp1aTBN8LS+uanW1pka9Ea8uxZc7uS3pizfSJGGS2+Sc3BA74xxd5+r29BbVP1zWyET1yXzeyd64r6KevqJK5VzFYtbM6U2VihsCCCCAAAIIIIAAAgjcIAGqRaCLBd7X2bd3v/vdWlhY6NzFOgIIIIAAAggggAACCCBwywjQUQQQQAABBBBAAAEEEEAAAQQQ6H4BeogAAggggAAC+1vAuUvOYdrQynU5Thse2zeb2b5pCQ1BAAEEEEAAAQQQQACBNQF/Bt8f4M/yIH+I35Ny9faVNDBc0fBEr0YPVTUyWdXweK+Gxno1OFJRdaCkSk9BxVKmPJ4XQlAaHCCNFxC/NO/ybW3wglpdnphrZammxYUVLcwta3Z6UTNXFnTl4rwun5/TxbOzOn96Rh6U4PzJmTSIgQcycEn7zszqQiw+7uLZePy5WV06N6dL8Vyff8XLC3O64hLrdL1Tl+Y1nSbxWojXWpQnBJubXpLL/OyS5meXmyW2x21ql8W4vTi/onUltnvpactqGpRhaZElBsQAMUAMEAPEADFADBAD+yYG+BmVn8+JAWKAGCAGiAFigBggBogBYoAYIAaIge6PAZ5jnmNigBggBogBYoAYIAaIAWKAGCAGiIEDGAMrsc2xPG1O5oqca7ouh9M5nXPLKf+0nes5H7fX8kBnm7mhzg91rujMlUVNX16Qc0idS+qc0lQuzOtyLCnn1HmnrVzUi3GZclPPzqZc1ZTPenp2XS7ruVMz8v4LZ2ZSzqvzVz151/SVBc1NL6a2h8+DJQAAEABJREFULS2syrmytZWaarV6moyr4Ym3pObXRlzxmpchKISQcnGLpTzl5jpH17m6Q+O9Gh6vamSyVyOHqhqZ6NXAcHMyLk/Y5ZzfrJXDG6sQNwQQQAABBBBAAAEEEEAAAQR2IPCheM5nYkn35eVlvetd70rrfNkTAS6KAAIIIIAAAggggAACCCCAAALdL0APEUAAAQQQQAABBBBAAAEEEECg+wXoIQII7FDAuUvOYeo43blNznHq2LU/V7P92SxahQACCCCAAAIIIIAAAsEEISjEZZZnKlZy9VRL6h8sa2i0R/4w//iRfh06NqDJ2wfSJF0DI5V0TLFcUKGYKcuCGg2pXlNaeqwASfEWFEIs8fEsax4XN9MxjXpDtZV6GnjAgybMzyxrdmpRHgDBgx5cSoMbzKbBC86dmtbZJ6Z0+vEpnXrsik49elknH7msE5+9pBOfuaQnYnn8Uxfl8tjfXVRnefzTl+Ixl+Oxl3XqkXjuY1M688R0GiQhTfR1ekYXTs+mARSagynMKS092ZeLB1w4P68rsVx28UAMFxd0pVU8mMLUpQVRMCAGiAFigBggBogBYoAYIAaIAWKAGLg1Y4DnneedGCAGiAFigBggBogBYoAYIAaIAWKAGOj+GOA55jkmBogBYoAYIAaIAWKAGLhBMdDKxWznZHqyLOdqtnM2L52f06Vzc7rocjYuW+XCmdmU++kJspwLeu7kTMoNPfXYVMoVPfHZyyl31Dmkj23MK23lmz7xaeefxuMeuRTPuayTj17W6ceupFzVsynPdDpeY0YXz87K7bhycT7luDrX1Tmvzn1dXlpNubD1eiPlxipIwTmzeaYsBIUQi4LSrdHMsW3n2mZZSDm4zsXtqRY1MNKTcnSdq3vojgGNH+nTyEQ15fL2DZZViceUygVlWaZYraSg5lLcEEAAgV0SoBoEEEAAAQQQQACBW1DgVzv7/Eu/9Eudm6wjgAACCHSlAJ1CAAEEEEAAAQQQQAABBBBAAIHuF6CHCCCAAAIIIIAAAggggAACCBw8gU1yl9blNu3nHmV70jguigACCCCAAAIIIIAAAtcWCFK8xy9BeRbkD+v39BXVN1TR4FivRiarmjjSJ3+4f/L2/rTd7wm54jGlcq68kCmEWIMHCqg31BxUwBuK+5sli49neVCWBfmfRx3wcaurdXkwgsWFFc3NLmnmymIarODKxbk0eMGFMzNpMINzJ6d1Jk3IdSUNdnDq0SvNCbkeuawnPntJT3z6oh53aQ2S0Bw84UKamMv7n/jMZZ34bDzn0ak0UMKZE9M6e2JG507N6Pzp2VQunpnTxTOzuujBGs7NyQM4uFw+N6/L5+diiUtPxnVhQVe8vLiQJuG6cmlBV7xO0RQGGOxVDHBdYo8YIAaIAWKAGCAGiAFigBggBogBYoAY6P4Y4DnmOSYGiAFigBggBogBYoAYIAaIAWKAGCAGuj8GeI55jokBYoAYuKViwLmXzsH0ZGdp3bmZFxZ0OS4vn59Xyt08N7+Wz3nx3Fwzx9O5nmfmUu6nc0CdC+qcUOeGnn58SicfnUo5o84dffzTF1Mu6WN/55zSC3r8U60S9z/xmUvxuEs6+dnLOvnIZZ169IpOPXZFZx6/orMnpuTcVU/4dfHsrC6fm9VUbNfUpcWU6+qcV+e+rizVVFutq1GT1JBCCFrLl82CFO+pxMcajUYzx7bujfhQPNY5uM7F7ekrybm5I5N9ShNyHRvU+G3NnN3B0V71DVbUUy2pWMqV581K4+nihgACCCCAAAIIHEgBGo0AAgggsJ8EfrmzMR/60If0gQ98oHMX6wgggAACCCCAAAII7EyAsxBAAAEEEEAAAQQQQAABBBBAoPsF6CECCCCAAAIIIIAAArsk4Jwl5y5tqG5dbtOGx/bVZravWkNjEEAAgV0WoDoEEEAAAQQOvECQ/MF8DwKw9sH+obKGxno0eqiq8SP9OnRsQJN3DGh0sqqB4R550q5SJVehmMkTba0NFNBoeL4tjysg30IIClmQJ/vycQppzAHVa400CEGakGt+RfMzy5qdWmxOcnVhPg2g4AmyPJiBBzXw4AZnHp9Kgx2cerQ5+MGJz17Sic9ckgdFeOLTl/TYpy62ygU9+nfN9cfjfj9+ojVYggdb8ORervO8J+SK5cKZWaXiybha5VJcXjof23F+Tl5ejutpIq7YtssXPAnXfJqIy4NAeCKq9qAQHhiCspCeRxxwIAaIAWKAGOi2GKA/xDQxQAwQA8QAMUAMEAPEADFADBADxAAx0P0xwHPMc0wMEAPEADFADBADxAAxQAwQA8QAMUAMdH8M8Bzv/XOcci4vLqzlYV65OK+Um3lhXs7VdM6mczcvtXI4ndN58excmpDrQlymnM8zs2rngTon1LmhzhE99egVOWfUuaPOIXVuaTun1OsuT6Tc0ospB9W5qCcfvazTj8Xy+BW5njMnpnT+5LQunJ7RxTMzcjvcxunLCynX1TmvS/Mrcg6sJ+Sq1xspdzYEybmyzsf1MoQg3xrxSyN+6cy19ePOwS1VCikn17m5ztF1ru6hOwZS7u7IZFWDoz3qGyqrp1qUc3xdd6tacUMAAQQQQAABBBBAAAEEEHh6AR7ZksAn41HvjmXt/u/+3b9bW2cFAQQQQAABBBBAAAEEEEAAgf0uQPsQQAABBBBAAAEEEEAAAQQQQKD7BeghAggggED3C2ySs+ScJuc2HYjOMyHXgXiaaCQCCCCAAAII7HMBmofADRcInjirkKVJttIH/KtF9Q1W0of5/SH/scN9Gj1clSfpGpns0/B4rwZGKqoOlFSJx5YrBRVLufJYR5bJc2+1igcUcGnu82xd7UEFPDHX6mpdqys1rSzXtLy4qsWFWOZWND+7rLnpJc1cWdT05UVNXZrXVBp0YV6XL8zr0jkPrjCbJtPyxF0e+OD8qWmdPzkjD65w9uS0zp2IJW17X7OcPzUjH+9y4fSs0nbcd8Hl9IzSvrhsP+6BG86fae73ugdX8NLFk4Z5SWk+DzjgQAwQA8QAMUAMEAPEADFADFx3DKT3ODjiSAwQA8QAMUAMEAPEADFADBADxAAxQAx0dQzw/v8Mzy/f48QAMUAMEAPEADFADBADxAAxMKtmDuZMeo+0lpvpvE7nbPp9g9c78znjunM91/I+Ox73vnMb8kWdQ5pySU9O67xLK0805YfG+i+em025qJfPz6e8VOeoOld15vKCZqYWNTezlHJZF+dWtLiwknJcnevqnFfnvjoHtl6XnBOrdTfnzIZWDq3knNpCIUs5ts619eRa1cGyBkZ6Ui6uJ95ybq5zdMecq9ueiCse42NL5YIKxTzl54YQxO3ACNBQBBBAAAEEEEAAAQQQQOAgCPzHzka+733v03vf+97OXawjgMDVBXgUAQQQQAABBBBAAAEEEEAAAQS6X4AeIoAAAggggAACCCCAAAIIIIBA9wvQwz0ScK6Sc5Y2XH5dTtOGx/bdZrbvWkSDEEAAAQQQQAABBBBA4GkFQmh+WD/LM5XKuXr7SuofqqQP/Y8d7tehOwZ09J6hWIZ1+Nigxo/0y4MBDHhyrv6Syj0F5fFcuR4Xz8AVS6PhQQcUb3Elfk33oHhYUMg6SpDkIqleb8gDFnjwAg9isLxU05In7Zpf0WIsC3Mrmp/zgAdLmp2JxRN4TS1qOk3itaCpSwu6kibxmtOl87Gcm9XFs7PrJt3yIAwu507N6NzJ6SfLiWmdPTG1Vs7E9TNPTMnl7ONx+fgVnU7bV3TG63Hf6a4oU6IfGBADxAAxQAwQA8QAMUAMEAPEADFADBAD3R4D9I8YJwaIAWKAGCAGiAFigBggBogBYoAYIAa6PwZ4jnmOiQFigBggBogBYmA/xcAVnW7lWp55fEpnnojbsXg95WSmfMy4/8TUWt6mczg9qda63M5TM3LOZyqn43osF07PptzQS+dmU67o5QtzKXfUOaTTlxdSTunM1JJmp2OZWdb8bLMszK2kXFRPtuXcVOeoOld1daWecledwyrfghRC0Ppc1xB3quPW0Po82YbiSak4p7bUU1C1v6yB0YpGDlU1caRPh48N6Ojx4ZSPe+iOAY0f7tPweI+cs9vbV1SpXFCWB/kWmguvUhBAAAEEENggwCYCCCCAAAIIIHBdAn8Uz/7dWNbub3jDG9bWWUEAAQQQQACB/SJAOxBAAAEEEEAAAQQQQAABBBBAoPsF6CECCCCAAAIIIIAAAgggcOsJbJKr5Fwm5zQdGAwm5DowT9U+aSjNQAABBBBAAAEEENhzgRCCsiyoWC6op1pU/3BFQ+O9Gr+tT4eODaYP/3sQgEPHBtOgACOTvWmQgN7+ksqVgvJClsYRUOvWHmSgEVfiPe2Nl4jHhHgdxeJls4QQ4n6lW6Mu1Wp1eXADD3KwvLSq5cVVLS2saCFNyLWshdllzc3E4oESppY0M7WomTQh12JrQq45XfZkXOdn5cEWLp6Z1YUzM7pwekbnT03r/OlpnYvLzgEbzp6c1lp5Ykpnn4jbcXlmY2kPDpH2X0kDRJzxABEULIgBYoAYuHYMYIQRMUAMEAPEADFADBADxAAxQAwQA8QAMdD9McBzzHNMDBADxAAxQAwQA8QAMUAMEAPEADFADHR/DPAc8xwTA8TAlmJgKjq5NHMtT3tSLpeUf+n9zXI2bp9t5Wyu5XGenFZnjqdzPp376RxQ54I6J9S5oc4RvXR+NuWMXrk4l3JIpy87p3RBzi2dnVrU3PSSnHO6MLesVBZWUk6qc1Odo+pcVeesOne1UW9Ick5rs2SZOvJd4yOd+a7x0HaObDtPVvEWD0k5tc6trQ6UNDjao5HJqsaP9OvwnYM6es+Qbo/Fk3ON3daXcnX7h8vqqZZULOfpeq5D3BBAAAEEEEAAAQQQ2GsBro8AAt0s8G87O/exj31Mb37zmzt3sY4AAggggAACCCCAAAK3igD9RAABBBBAAAEEEEAAAQQQQACB7heghwgggAACCCCAwD4RcI6Sc5U2NGddLtOGx/blZrYvW0WjEEAAAQRueQEAEEAAAQSuLpDlQaVyrp6+kvqHKhoe65U/7H/4joE0AIAHAfAAAB4UwIMDDI70yIMFlCu5fK4HAAiSGi7+ktbiRsc9HRO/+HiXkAWlEkI6yoMT1GoNra7W5EEOPNjB0uKKFhdimV9OgyHMzy5rftYDJCxpdnoxDZowc2VB05cXNHVpXlcuxnJhPg2wcPHsnC6endWFM7M6f9plRudPuUyvTcrlARzOnYjbJ6Z0NpVpnYlLFw/0cOaJKZ1Jg0d46XJFHhiCMoXD4xjwfUAMEAPEADFADOzHGKBNxCUxQAwQA8QAMUAMEAPEADFADBADxAAx0P0xwHPMc0wMEAPEADFADBADxAAxQAwQA8QAMUAM7PcYcK6lS7OdZ1IupnMwXTxJ15RSjmY7X/PEdMrhPBe3ndPp3M40KdepaZ1PZUbnT7vMppxQ54ZePAEJUw4AABAASURBVDuXckWvXJhPuaPOIXUu6cyVxZRbOpsm41pKOafOPfWEXIvzyykn1bmpzlF1rqpzVmu1utoTa4UQlHJbsyDnurqEEPcFbXJrpPOcNuuH42HK86ByT0G9npBrpCLn3E54Qq5jgzp6z3Aqh+4YSDm6ztV1zm5PXzHl8Ppam1yEXQgggAACCCCAAAIIIIAAAgjspsCHYmU/H8va/XWve50+8pGPrG3fzBWuhQACCCCAAAIIIIAAAggggAAC3S9ADxFAAAEEEEAAAQQQQAABBBBAoPsF6CECCCBwNQHnJjlHacMxzmFyLtOG3ft7M9vfzaN1CCCAAAIIIIAAAgjcUIEDW3kIQXkhU7GUq1QpyB/u7xssa3C0Jw0GMHa4L334f/xInyZi8XL0UJ+GJ6saGuvVwHCPqvH43r5SGkigGOspFLNUZ5YFhc4S4nYqUlDz5sEIPCFXo95QvdYstdWGaqv1VFZX6nJZiUsPgLBWlmpajmVpcVUui/OrWphf0cKcy7LmZmOZWdLc9JI8uMLs1KJmpuJ6e8CF1jINwBDXp68saObyoqZd4roHZ5jy+qUFTa+V+bhOmb6EAQbEADFADBADxAAxQAwQA8QAMXDLxgDvC3lPSAwQA8QAMUAMEAPEADFADBADxAAxQAx0fwzwHPMcEwPEADFADBADxAAxQAwQAzuOgc6cy/XrKSfzctyXcjQXmzmbcX3mSlx3mVrU7Lrlkpz76RxQ54LOOSd0dlkLcy4rKWfUuaPOIXVxTunKUk1reabLcX2lnnJQnYfazkutrTbW8lUbdSnlsDZTWlNuawhBIbRKRw6sc2Kdb+scWefKpsm3+koph3ZgpEdD470amezV2KGqxo/0r+Xcjt3Wp/Hbqukx5+Y6R9e5us7ZdT2uM4QgbgggcNMFuCACCCCAAAIIIIAAAreiwA/HTp+PZe3+6le/Or03XtvBCgIIINBdAvQGAQQQQAABBBBAAAEEEEAAAQS6X4AeIoAAAggggAACCCCAAAIIIIDAPhTw53Wcm7Shac5dcg7Tht3X3NzzA7I9bwENQAABBBBAAAEEEEAAgesWCCGoUMjlD/r3VIvqGypreLxX47f16/CxQR25e0hHjw/rdpd7h3XkniFN3t6fBgoYGK2oOlBSJZ5XquTyoAN5HuRBCFxi1XKRb8FfXDwll5dPluYxzQO8HjIpC1KIXzaWznrjIR4ZIX0A5MkJvuqq1+qqebIvT/Ll9bSsqRaXqy4r8XEvV2taXalpJRYPvtBe9zal6YLDfnCgDcQhMUAMEAPEADFADBADxAAxQAwQA8QAMdD9McBzzHNMDBADxAAxQAwQA8QAMUAMEAPEADFADHR/DPAc8xwTA8QAMUAM3Fox4JxM52b6eU/rq7VmHudKXc7ldE5nrdbcV6vVVV+tq+bcT6+n0pBzQ/2BPDUacs5oiF9cUi7pZjmmfjyTfIzSLXSspx2tL43mMrQWcelzXK+Lc2GdE+vcWOfWVgdLGhytaPRQrybv6Jdza2+/dzjl1zrH1rm1h+8c1PhtfRoa61F1sNzKrS3IObohBHFDAAEEEEAAgVtFgH4igAACCCCwrwQuxtb8QCxr94997GN65StfubbNCgIIIIAAAggggMBOBDgHAQQQQAABBBBAAAEEEEAAAQS6X4AeIoAAAggggAACCCCAwHYEnJPk3KQN5zh3yTlMG3bv/81s/zeRFiKAwK4IUAkCCCCAAAIIdLWAJ7zKi5lK5UL68H/fQFlDY70au61PHhzg6D3DOnrPUBo0wIMHeBCBydsHNHqoqsGRSho0wIMN+HwPPuCBCFw8dkAIQb41v3qtOYBB51fvdfGhIQSF0CpZUBbXU8nieipae1ytm+tq1KV6vZFKczCGuF6rq+aSBmiI616mwRw8eENNHuShs6QBH5bjfopWMcCAGCAGiIFbMwZ43nneiQFigBggBogBYoAYIAaIAWKAGCAGiIHujwGeY55jYoAYIAaIAWKAGCAGiAFigBggBogBYqD7Y4DnmOd4H8VAys30BFwdpdaRy9mclKuV41mrq55KQzVPzNXKC3WOqHNFW2mja3mkWSZlKbc0rOWbhrgdQlg7Jq5q/a2hJ+tqroXWASGEeJ6U5SGVQilTuVJQpa+o6kBZA6MVjRyqyjm0zqt1Tu3tx51jG8vdQzp8bDDl3g6P96pvsKJKtZhyc51bG2K7xA0BBBBAAAEEEEAAAQQQ2E0B6kJg6wL/NR7687Gs3d/xjnfo9a9//do2KwgggAACCCCAAAIIIIAAAvtUgGYhgAACCCCAAAIIIIAAAggggED3C9BDBBBAAAEEukDAuUjOSdrQFecsOXdpw+6DsZkdjGbSSgQQQAABBBA4KAK0EwEE9kYghCB/2L9UyeWJtfqGKhoa79V4a0KuI+3JuI4P6/Z7R+Ttydv706ACA56Qa6CUzivH8wvFXHmeyQMchCykgQmkkO6Kt+bQBXHlae6xKVpXMqlZT4jL1nqqN26HoHSLlTYaDTU88IIHYIilVqtrXUmTccV9reVqXK6u1rS6sr544AdKTRhgQAwQA8QAMUAMEAPEADFwI2OAuokvYoAYIAaIAWKAGCAGiAFigBggBogBYqD7Y4DnmOeYGCAGiAFigBggBogBYoAYIAaIAWLAMbAxTzPlbq7WVdtYNuR91msNuTg31Dmi7Vm0QggKIRbnkqaijm2vry+6yq3Rfix4JcR6JOesOgfWubDOiV3LrR0saXCkotFDVR26vT/l0jqnNk3IdXwobR++c0Djt/VraKxXfYPllFvr8/NiFusO6sYbfUIAAQQQQAABBBBAAAEEEDgwAq+KLf1wLGv3N77xjfqpn/qptW1WEHg6AfYjgAACCCCAAAIIIIAAAggggED3C9BDBBBAAAEEEEAAAQQQQAABBBDofgF6iMCNEnAOknORNtTvXCXnLG3YfXA2s4PTVFqKAAIIIIAAAggggAACTycQgpQGDyhkSoMHlPM0CEB1sKyB4Z40MMDIRFWjh6uaONKniaP9zXKkuRy/rU9jsYwe7tPIZFXDE73xnJ50bt9gRdWBknr6Sqr0FlSuFFQs5bFk6Vp5vGaeB7WL27G+ZMri46lkcT0Ligu5zQpSKnry5kEXUqkrTdCVBmKoN9J6PS5bRY3WQA3tbQ/aQGmkwStwwIEYIAaIAWKAGCAGiAFigBggBogBYqBLYoD3ue3ff7AkFogBYoAYIAaIAWKAGCAGiAFigBggBro3BnhueW6JAWKAGCAGiAFigBg4KDHQzuGM7XVu51r+Ztzv7fVFSrmgjbUps5qJoq28UeeQOpc0SzmlmVKOqXNNs7ie9gVlrWU7PzUtC5mcJ1ssZSqWcpV7CnJuq3NcnevaN1TR4EhPyoF1LuzoZFVjh/vkPNlUnDfrspZH25dya51j60m4nHPreirVokrlPF0rj9d0W9xmcUMAAQQQ2KkA5yGAAAIIIIAAAgjsjsDLYzXnY1m7/+AP/iCTcq1psIIAAgggsMcCXB4BBBBAAAEEEEAAAQQQQAABBLpfgB4igAACCCCAAAIIIIAAAgh0mYAn43IO0oZuOUfJuUobdh+szexgNXc/tZa2IIAAAggggAACCCCwjwWC5A/+ewCArBBULGVp0IFqf1n9wxUNj/dq/LZ+HT42qKPHh3Xs/lHd+cCo7npwVHc/PKY7HxrT7feN6Mg9Qzp0bEATR/o1OlmVBxvoH2pN0FUtpTpLlTzWn6tQiqWYKy9kG0pQ3hoUwe0JWRbbFhS8L8Rlqygo3eKm2usdK1p32zA+Q3rM+ygSBhgQA7scA/EVBlNMiQFigBggBogBYoAYIAaIAWKAGCAGiIEujwHe//N7RWKAGCAGiAFigBggBogBYoAYIAaIAWKg+2OA55jnmBggBoiB646BSLh29+/N1zY2rDgR1DmhsXg1PZrWg0IIymJxDmkIcTvLlGVxXyzONc0LYUMOaiZPwOUc1WIpl3NWPQlXT7UkT5zlnFbntjrHdeJovw4fG9CRu4d0x30juuuhMd3lnNgHx3TsgdGUK3v78eF4zKDGbutPubQ+v7e/nPJhC6VMmScFiyVkkoK4IYAAAggggAACCBw4ARqMAAIIdL3AJ2MPvzWWde/MPSDO61//+ribOwIIIIAAAggggAACt4IAfUQAAQQQQAABBBBAAAEEEEAAge4XoIcIIIAAAggggAACN0PAOUfOPdpwLecmOUfJuUobHjpYm/540MFqMa1FAAEEbjUB+osAAggggMCOBIJCFuRBCvI8U6GUq9JbUG9/SQNrE3L16fCdA/LgAsfuH0kTcnkirjQAwYOjaTACD0pw6Nigxo/0a+RQVYNjPeofLqd6eqrFVGepXFCxnKtYzFUoZqnknpQrXtfXzuKyWUJqj9vkEkJQiG0MQWoWr0hqLbxUusUdadn64rdjrdW08LZL2pAa/EMAAQQQQAABBA6iAG1GAAEEEEAAAQQQQAABBBBAAIHuF6CHCCCAAAIIIIAAAggggAACCCDQ/QJd2MNWeqYTNNdWN11xuqcTQlsPejPlgsaVEILivVlS7miQc0nXSh63W/mmzj1NpZCpnZfqHFXnqpbKhZS72tNXTLms/UNlDY31aPRQNeW6Hjo2qCP3NCfkuvPBMd3tSbkeHE05snfcP6qjx4d16NiAxm/r09B4r/qHK6r2l+RJvnwN57uGVvukIG4IIIAAAggggAACCCCAAAIIbCqwtzv/KF7+G2NZd3/jG9+of/SP/pEajY4PW647gg0EEEAAAQQQQAABBBBAAAEEENiWAAcjgAACCCCAAAIIIIAAAggggED3C9BDBBBA4BYVcI6Rc42cc7QJgXOTnKO0yUMHa1d2sJpLaxFAAAEEEEAAAQRulAD1dpdAc9CCoCwPymPxIAHlnmIaNMCDBwxP9GrsSJ8OHxtsTsj1QHOwgbseHNVdD4/JgxDccd+ImhNyDWj8aL9GJ6saGu1V/5AHHyjLgxm4zpIn4yrlKpSyNPBBXsjULlke1+P1M5csU5aFVEJcphKkEPwlLqXmuuKtuUuKS6Vba2XjZ0E2bHsyLnkfpTnwBQ44EAPEADFADBADxAAxQAwQA8TAhhjgPVN8k4kJ3xfEADFADBADxAAxQAwQA8QAMUAMEANdHgO8/+f9PzFADBADxAAxQAwQA8QAMUAM7GYMpNzMSJrufj+VVjZ8SWme6Ut6IK2lL1IIQUHxFr+EEBTvSjmkWVA7rzTLMjnXNHe+aZ6pnYfqZZqUq5SpWMpVquRy7mpPtajqQFnOiR0c69XIoaomjvanybac++oc2JQT6wm5YrnzgVEdu38k5cw6d3bstj4Ntybk6k0TchVVKOYp5zaL7QohpHaKGwL7WICmIYAAAggggAACCCCAwC0t8Nux998Qy7p36u94xzv03Oc+Vx/5yEfiQ9wRQKAbBOgDAggggAACCCCAAAIIIIAAAgh0vwA9RAABBBDrADEOAAAQAElEQVRAAAEEEEAAAQQQQACB7hfYTz10bpFzjJxrtKFdzkX6hrjPuUlxcfDv2cHvAj1AAAEEEEAAAQQQQACBzQRCkEIICllQlgcVipmK5VzlSkE9vUVV+8vy5FqeZGtkvFcjk1WNHe7T+G19mjgSl0f60+AEE0cHWktv92nc+9eKj+2Xz/G5o/H80UN9qS5P+jU83qPBsVhGezQwUpEHPugbLKtvoByvX5IHMfDEXj3VkirVoio9BZVdYhtLsZRj8eAJnvSrVC7IpRj7kEopT/0pxmXBxf0r5rGfLllcUvyc78PCcxNjleeF709igBggBogBYoAYIAaIAWKAGCAGiIEujwHe//P+nxggBogBYoAYIAaIAWKAGCAGiAFigBjo/hjgOeY5JgaIAWKAGCAGbokYyFVMuZnxbzuluN4uzuX0elyWWvmdKdfTE2Y597OVC+qcUOeGOke0p1qSc0adO1rtL6VcUueUOrfUOaaDoz0aGuuRc0+dg+q8Vuekjh7u68hv7ZdzXCdaeawpp/VoXzPPNe0bSOtpf9z20nWMTPbJubLOmXXubLW/LOfSOk815aHG59K5tiELzdzbIG4IIIAAAggg0BTgKwIIIIAAAgjsXwEPfPPlsXnnY1m7f+xjH9Pzn/98vfnNb17bxwoCCCCAAAIIIHANAR5GAAEEEEAAAQQQQAABBBBAAIHuF6CHCCCAAAIIIIAAAggggEDKKXJukXOMNnA4B8m5SM5J2vDQwd3MDm7TaTkCOxXgPAQQQAABBBBAAAEFKcR3Ax48wCUv5mlyK0+CVektqnegpIHhiobHezV2uKrJo/06fOegjt4zrGP3j+iuh0Z198NjuueZEzr+7FZ51oTuecZ42n/XQ2O684FR3RGPvf34iI7cPaTb7hrUoWMDmrxjQOOxPk/iNXqoqpGJarxOj4ZGezTgMtwjD67QP1yWB1pol+pgSakMlNNEXh6QobevlAZn6KkW07ISl5VqQRUvYz/cF0pRGGBADBADt2YM8LzzvBMDxAAxQAwQA8QAMUAMEAPEADFADBAD3R8DPMc8x8QAMUAMEAPEADFADBADxAAxQAwQA8RA98cAzzHPMTGwZzHgXMxWTqYn0mrnajp3M5WBkqoD5Vi8LD2Z8zlUVr/LcEUDwz0pN3SoNdGWc0adO+ocUueSOqfUuaXOMXWu6dHjIyn31Dmodz80prufMZZyU48/a6KZrxqXzl11DutdD42mnNaj9wzrtjsHNXl7f8p5HRrvjdetpFzTSm9B5UpBnnTLubLOmXVxDq1zacUNAQQQQAABBBBAAAEE9okAzUAAgR0K/FE874ti+XAs6+6ve93r9Hmf93l673vfu24/GwgggAACCCCAAAIIIIDA3glwZQQQQAABBBBAAAEEEEAAAQQQ6H4BeogAAggggAAC+1HAOUTOJXJO0Sbtc+6Rc5Cci7TJwwd3V3Zwm07LEUAAAQQQ2OcCNA8BBBDY1wJBIcSSBWV5pkIhS4MNeNABD5hQ7S+nwQg8KMHY4T5N3j6QBis4etwTco3qzgfHdPfD42mQg3ufNaF7PSnXs8Z1/Jnjad/dHuTAE3LdN6Lbjw/pyD1D8mAJh48Nxrr6NXG0X2O39Wn0UJ9GJnrlib8Gx3o0ONKjgZGK+ofapRzXy/JEXH0DcTlQUrW/WZoTchWVBnXoK6qnWoqlqIoHgPBkXK1lOa5TisIAA2KAGCAGiAFigBggBm5QDPDzJj9rEgPEADFADBADxAAxQAwQA8QAMUAMEAPdHwM8xzzHxAAxQAwQA8QAMUAMEAPEADFADBADt1AMVGJfO3MxnVfaUy2pt6+Vs9kfl61czpTTOVhKk3E517N/sKxUWnmgzgkdHO2Rc0SdKzoy2ZtyR51D6lxST6Ll3FLnmB69ZyjlnN5x34jufHBUnnDrnofHU27q8WeNp1zVe581oXueOZ5yWJ3Leuz+UTm31XVMHB3Q2OE+DY/1qn+4PSFXUaWePOXIOlfWObMhCymHVgpad2MDAQQQQAABBBBAAAEEEEAAgYMp8MnY7M+P5edjWXf/2Mc+pq/7uq/TV3/1V+sDH/jAusdu2Q06jgACCCCAAAIIIIAAAggggAAC3S9ADxFAAAEEEEAAAQQQQAABBBBAoPsF6CECCGxJwDlDzh1yDpFziTY5yTlHzj1yDtImDx/sXdnBbj6tRwABBBBAAAEEEEAAgZ0IhCCFEJRlQXkeSzFTsZyr3FOQB1LwZFf9IxUNj/do7HBVacCDOwd19J5heaCDu9KEXGNpUIPjzx6XBzg4/swJ3fOMcd398JjuemhMd7Ym5Dp673BrQq4hHTo2EOsa0MSRfo2nCbmqGpmsami8V0NjvRocraSJwPqHy+ofKqvPZTAuY6m6DJTVO1CS2+fS019ST19RHuih4gm4YunpGAiiHLfdH0oxPa844EAMEAPEADFADBADxAAxQAwQA8TAwY0BnjueO2KAGCAGiAFigBggBogBYoAYIAaIAWKg+2OA55jnmBggBogBYoAYIAaIAWJgP8TAWu5ltai1nEyvV1s5m31P5nE6p7M6UJZL32A5Tczl3E/ngDoXdGC4osGRioZGezU00SvnjI4eqqYcUueSHrp9IOWW3nbXUMo1vf3eYR27b0THHhjVXQ+P6e5njMkTcB1/1kQzV/XZ42k75ao+OJZyWp3bevjOQTnXdfRwVUPjvfJ1q/2llDtZrhRSjmxezFLOrHNnQwiKd3FDAAEE9kKAayKAAAIIIIAAAgggcIMEXhXr/YexnI9l3f1973ufXvjCF+oLv/AL9fa3v10LCwvrHmcDAQQQQGD3BagRAQQQQAABBBBAAAEEEEAAAQS6X4AeIoAAAggggAACCCCAAAIIILAfBZwb5Bwh5wo5Z8i5Q5u00zlGzjVyztEmD3fHrmwXukEVCCCAAAIIIIAAAgggcAAFPJBACEEhC/LgAnmeKS9kKhQzlTw5V6WgnmpRvX0l9Q2U1e9BEUYrGh7v1XBrUISxQ1WNHe7T+G39Gj8Sl6l43cXb/fKACS7jR+L60c3LZNzfLANqLyeOen1AE7f3a/L2uIzHTMSS1lvbkz7G6+mYeFx8fMLbadncnmw/xjI6RhMccNh5DGCHHTFADBADxAAxQAwQA8QAMUAMEAPEADHQ/THAc8xzTAwQA8QAMUAMEAPEADFADBADxAAxQAx0fwzwHPMcEwPEADFADFw9Blo5mBNpOaDJuHQu5kRyi9vO04zrE3E5eXRAE/Fxl0mvx/1pGde9TOd6Pe3vXzt2onXO2tI5prE413TcjzkfNeWm9mv8tr5W6U85q85d9cRezmV1TuvgSCXluDrX1TmvPdWCSpVCmoTLObF5IXtyIq4sKAQXcUMAAQQQQAABBLpdgP4hgAAC/z979w4jWZbeB/47N94RmdU9Pd3Np0jOiyJFDkfmGvIErLWQs5YMGQIEyBbkrruusLYsGTRkrSOstYA8GusSxAJrrLEiKc501/udVZkRe76bmdVV1dXd9crXl787ceLeuHHvOef/izOY7sFFfgSup8Bf9th/2tt/7O1br7/6q7+Kf/Nv/k18+umn8S//5b+Mv/zLv4xf//rX37rOCQIECBAgQIAAAQIECBC4MgImSoAAAQIECBAgQIAAAQIECNQXkJAAAQIECPygQD4DlM8C5TNB+WxQPiOUzwp9x435bFE+Y5TPGn3HJTVODzViSEGAAAECBAhcDwEpCRA4T4HWcrQW475F37do+YcIeptMWkxOC3hNh8g/WDCfT8Y/YLBcT2O9mcXmxiL2P13Ejc9W8ennq/jsy3X8+Lf3xj+KkH9A4bf+4Eb87h99Er/300/j9372o/j9X/wo/uCPfxR/+I9/HH/0J7396XH7yZ9+Hj/5Jz+On/7Z5y/az/788/jZn38RP/tl3//yi/j5X2T7Mn7+qy/jF7398Un7xT89/pznNBbWgDVgDVgD1oA1YA1YA9bAVVkD5mmtWgPWgDVgDVgD1oA1YA1YA9aANWANWAP114Df2G9sDVgD1oA1YA1YA9aANWANWAPWwKVdA//0y3jxHOavvhyfzfz5X/T9X3wRP/tlb6fPcL70XGc+45nPeuYzn3908vxnPguaz4Tms6G///Mfjc+K/t5PPh2fHc1nSPNZ0s9/d298tjSLa33y+So++WwVe58sxmdQ13uzyGdS56tp5DOq+azqdDocP7+az7BO2ovnWltrEfnqLQ/yY9gugYApECBAgAABAgQIECBAgMAFCNzqY/7b3v5Zb/9Hb996PXv2LP7zf/7P8a/+1b+K3/md34lf/vKX8a//9b+O//Af/kP8l//yX+Kv//qvx0JdT548id1u9637nSDwqoBPBAgQIECAAAECBAgQIECAQH0BCQkQIECAAAECBAgQIECAAIH6AhJeZoF8hief5cnCW/lsTz7jk8/65DM/+exPPgOUzwLlM0H5bNB3ZMlnifKZony2KJ8x+o7L6pwe6kSRhAABAgQIECBAgACBjy1w/AcJWuQ+29DfhkmL0zbJP2zQW/6Rg9liEovlNJbrWaz25rG5MY/9T5dx47NlfPr5Oj4bC3Jt4ovf3Y/f+v39+O0/uBG/80efxO/+5JP4/Z9/Gv/o5z+Kf/THn8Uf/uPe/uSzsSjXT/70x/GTf/L52H7a9z/9sy/Golw/6/v8ow4//+WX8fNffhG/6Ptf/MWXMbZf9f2vfit+0dsfZ/unvxV//K7N9cysAWvAGrAGrAFrwBqwBqwBa8AasAasgfprwG/sN7YGrAFrwBqwBqwBa8AasAasAWvAGrAG6q8Bv7Hf2BqwBqwBa8AasAasgXdfA786fgYzn8P8RT6Tefp85i+/HJ/ZzGc3f/bnX0S2n/755/HTf/JFb5+Pz3qOz3z+6Y/HZ0D/8E8+G58JzWdD8xnR3//Zp/G7P/1kfHY0nyHNZ0nzmdIf//ZmfMb008/X4zOn+ezpZn8+Pou6XM3GZ1Nni0nks6qT6RDZhnyWdWgxnLTWYnzWtb+f7MNGgAABAtdJQFYCBAgQIECAAIE3CfxVP/k/9fbPe/vfe/vO19/8zd/Ef/pP/yn+/b//9/Ev/sW/iF/96ldjoa71et3/3Xvo/67dtP5/PrTGoTUGrTFojUFrDFq7AANj+t9ja8AasAasAWvAGrAGrAFrwBqwBqwBa6D+GvAb+42tAWvAGrAGrAFrwBqwBqwBa8AaeOMaGIYh8lmeLLyVz/bkMz75rE8+85PP/nzng0HHX+SzQ/kMUT5LlM8UHZ+9Bu/DNch4JSOaNAECBAgQIECAAIHLItD/HfSbfwk7+cMF+YcMJpMWY5sOMZ1NIv/YwWI1PSnINYvNjUXsf7qITz5bxaefr+JHX24i/2jCF7+7F1+OBbk+id/5w0/i9376afz+z34U/+gXP4o/yIJcf/Lj8Q8xZDGuP/rTzyP34x9oGAtyfR5jMa6TP+Tws19+fvzHHf7iHBcZtAAAEABJREFUi/h5by/+8EP+AQgtRg8OHKyBS70G/Pf0S7+P/45aA9aANWANWAPWgDVgDVgD1oA1YA2UXwP+/d+//1sD1oA1YA1YA9aANWANWAPWgDVgDVgD9deA39hvbA1YA2XXQBbj6v8/dj6jObZffhH57GYW4xqf58xiXH/2+avFuE6e/fyjP/lx/GFv+WxoPiOaz4r+3k8+HZ8d/e0/+GR8ljSfKf3xb2/GZ0zzWdMbn63GZ0/zGdTVZjY+k7pYTsdnVPNZ1cl0OH52ddIin2UdhvbNM64tj8NGgAABAgQIECBA4MwEdEyAAIErKvBf+7z/597+pLf/tbf/tzcvAgQIECBAgAABAgS+Q8BpAgQIECBAgAABAgQIECBAoL6AhAQIECBAgACBayCQzwjls0L5zFA+O5TPEF2D2K9GHF796BMBAgQIXDMBcQkQIECAwFsLtBbxTWvR8o8Y9JZ/zCD/qMFkMkT+oYPpbIjZfBLzRW/Labwo0rWZxXpvHuv9+Visa++TRex9uoj9Hy3jxmfL48JdP17FJ5+v4tPP12P70Rd931vuf/TlOsb2W8f7z/rnz77cxGe/ddx+3PfZPv/tzVj4K/9Ag8bCGrAGrAFrwBqwBqyBcQ345yP/jGgNWAPWgDVgDVgD1oA1YA1YA9aANWAN1F8DfmO/sTVgDVgD1oA1YA1YA9aANWANWAPWgDVQfw2c+288PpN58nzm6fOa47ObX65feaZzfL7zi3V82ls+83n6HOj4TGg+G/rZanxWNJ8Z3ft0EfkMaRbdymdK89nSF8W3VtOYL48LcM3mk8hnUidjEa4hhizCNbQXz6+21o9bvHi2NWwECBAgQIAAAQIECBAgQKCGwFml+H96x/9Lbz/v7Z/1ln9w5//qey8CBAgQIECAAAECBAgQIEDg/AWMSIAAAQIECBAgQIAAAQIECNQXkJAAAQLnLZDPAuUzQflsUD4jlM8K5TND5z2PSzPecGlmYiIECBAgQIAAAQKFBUQj8GaB1to3X+Rhb/31zR9H6B9aa/2z1hqD1hi0xqA1Bq0xaI1BawxaY9Aag9YYtMagNQatXRYD82iNQWsMWmPQGoPWGLTGoDUGrTFojUFrDFpj0BqD1hi0xqC1CgYytMagNQatMWiNQWsMWmPQGoPWGLTGoDUGrTFo7dggWkQ/PG7Rt/45svXDfLX20oc8oREgcAkFTIkAAQIECBAgQIAAgeICf9Xz5R/c+R/6fr+3f97bv+vtP/b2f/b2f/f2dW9Pe9v15kWAQEkBoQgQIECAAAECBAgQIECAAIH6AhISIECAAAECBAgQIECAAAECRQTyGZ58lief6clne/IZn3zW599FRD77k88A5bNA+UxQPhtUJPaHxVCQ68P83E2AAAECBAgQIECAwAcKtNaitdZ7OWl5PLbo57WRotPYv+VaYOW/N9aANWANWAPWgDVgDVgD1oA1YA1YA9ZA/TXgN/YbWwPWgDVgDVgD1oA1YA1YA9aANWANWAP114Df2G9sDVgD1oA1YA1c6TUQ/feL0wcfY/wQrbWxhY0AAQIECBAgcCpgT4AAAQIECFwGgYd9Ev+1t/+tt3/b2//Y25/19mVvq97y79K0vtciGDCwBqwBa8AasAbeZw24x7qxBqwBa8AasAasAWvgItdAvLZd5FyMHf7/pQgGEQwiGEQUNJDJ/85ZA9aANWANWAPWgDVgDVgDZ70G8hmefJYnn+nJZ3vyGZ981ief+clnf/IZoLC9KpBor57xiQCBDxJwMwECBAgQIECAwPsJtP6vjK+2Fq1prTFojUFrDFpj0BqD1i6PQWvm0hqD1hi0xqA1Bq0xaI1BawxaY9Aag9YYtMagNQatMWiNQWtX36A1GVpj0BqD1hi0xqA1Bq0xaI1BawxaY9Aag9YYtMagNQatMWjt6hu0JkNrDFpj0NpZGET0bl+0sBEgQIAAAQIECBAgQOCCBAxLgAABAgQIECBAgAABAgQI1BeQkAABAgQIECBAgAABAgQIEKgvICEBAgQIECBA4F0EFOR6Fy3XEiBAgACByyNgJgQIELjeAq3H/5728h9wcBwv/pgFCxbWgDVgDVgD1oA1YA1cuTXgn+X6P/dbt9atNWANWAPWgDVgDVzVNRCxi2y73S52u21st0dxdHQYh4evtjyX3+U1u35t3pPtquY27/DP8f453hqwBt51DbjemrEGrAFrwBqwBqwBa8AasAasAWvAGri0ayD6b/O9LWxvKeAyAgQIECBAgAABAgQIECBAoL6AhAQIECBAgAABAgQIECBAgEB9AQkJECBAgAABAgQIECBAgACB+gISEiBQREBBriI/pBgECBAgQIAAAQIEzkZArwQIECBAgAABAgQIECBAgEB9AQkJECBA4GMLZGGtbNvtNo6OjuL58+dxcPAsnjx52tuT19rT8bu8Jq/Ne/LebB97XvojQIAAAQIECBC4zgKyEyBAgAABAgQIECBAgAABAvUFJCRAgAABAgQIECBAgAABAgTqC0hIgAABAgQIECBAgAABAgQI1BeQkAABAgQIECBAgAABAgQIEPhQgctfkOtDE7qfAAECBAgQIECAAAECBAgQuPwCZkiAAAECBAgQIECAAAECBAjUF7gmCbOQVrbtdhfZssjW8+eHY9GtJ08P4vGTp6+0PJfFuvKavDbvyZZ9ZLsmbGISIECAAAECBAgQIECAQBUBOQgQIECAAAECBAgQIECAAIH6AhISIECAAAECBAgQIECAAAEC9QUkJECAAAECBAgQIECAAAECBOoLSEiAAAECBAgQIECgsICCXIV/XNEIEHg3AVcTIECAAAECBAgQIECAAAEC9QUkJECAAAECBAgQIECAwHkIZCGtbNvtNrLI1vPnz+Pg2bN4+vRpPHny5JWW5/K7vCavzXvy3mznMVdjEKgoIBMBAgQIECBAgAABAgQIECBQX0BCAgQIECBAgAABAgQIECBAoL6AhAQIECBAgAABAgQIECBAgEB9AQkJECBAgAABAgQIECBAgACB+gISEiBAgACBixBQkOsi1I1JgAABAgQIXGcB2QkQIECAAAECBAgQIECAAIH6AhISIECAAAEC11Bgt4vIIlpZUOvw8CienRTgevT4Sdx/8Cju3r0ft27fjZu37rzS8lx+l9fktVmgK+/NPrKv7LN3fQ1FRSZAgAABApdewAQJECBAgAABAgQIECBAgACB+gISEiBAgAABAgQIECBAgAABAvUFJCRAgAABAgQIECBAgAABAgTqC0hIgAABAgQIECBAgAABAgQI1BeQkMArAgpyvcLhAwECBAgQIECAAAECBKoIyEGAAAECBAgQIECAAAECBAjUF5CQAIHLIjAWzdrtxoJch0dHcXBwEI8ePY579x/E7dt34quvb8U//Pqr+Lu//4f4b3/7319peS6/y2vy2rwn780+sq+X+74sec2DAAECBAgQIECAAIHzFDAWAQIECBAgQIAAAQIECBAgUF9AQgIECBAgQIAAAQIECBAgQKC+gIQECBAgQIAAAQIECBAgQIBAfQEJCRAgQIAAAQIECBAgQOCyCCjIdVl+iYrzkIkAAQIECBAgQIAAAQIECBCoLyAhAQIECBAgQIAAAQIECBC45gK7XcRx28V2u4ujw6N4evAsHj0+Lsh16/bd+PrmcUGuv/37f4j/72///pWW57IgV16T144Fufq92cfR0VFse+djUa7u3Ifq7xfwMiQBAgQIECBAgAABAgQIECBQX0BCAgQIECBAgAABAgQIECBAoL6AhAQIECBAgAABAgQIECBAgEB9AQkJECBAgAABAgQIECBAgACB+gISEiBAgAABAgQI/KCAglw/SOQCAgQIELjsAuZHgAABAgQIECBAgAABAgQI1BeQkAABAgQIECBAgMDlFcgyWbsYi2bttnF4eBQHBwfx8NGTuHfvQdy+cze++vpm/MNvvoq/+7t/iP/2t//9lZbn8ru8Jq/Ne/Le7CP72m23Y9/97bjy1+WFMDMCBAh8sIAOCBAgQIAAAQIECBAgQIAAgfoCEhIgQIAAAQIECBAgQIAAAQL1BSQkQIAAAQIECBAgQIAAAQIE6gtISIAAAQIECBAgQIAAAQIECNQXkJAAAQJXWUBBrqv865k7AQIECBAgQIDAeQoYiwABAgQIECBAgAABAgQIEKgvICEBAgQIEHgvge12F9vtdizG9fz583jy9CAePXoc9+4/iLt378ed03bvpeM3nMtr7z14ON6bfWRfh0dHsT3axnaXhb/ea3puIkCAAAECBAgQeFXAJwIECBAgQIAAAQIECBAgQKC+gIQECBAgQIAAAQIECBAgQIBAfQEJCRAgQIAAAQIECBAgQIAAgfoCEhIgQIAAAQIECBAgQIAAAQL1Bc4koYJcZ8KqUwIECBAgQIAAAQIECBAg8L4C7iNAgAABAgQIECBAgAABAgTqC0hYSWC328VxMa7DyAJaTw+exePHT+Lho0dx/8HDsT3qn58+PejfH8bR0dEr7fnzw8jv8prx+vsP+72P4/GTp5F95feHR4djUa4cq5KdLAQIECBAgAABAgQIEKgtIB0BAgQIECBAgAABAgQIECBQX0BCAgQIECBAgAABAgQIECBAoL6AhAQIECBAgAABAgQIECBAgEB9AQkJECBAgAABAgQIEKgmoCBXtV9UHgIfQ0AfBAgQIECAAAECBAgQIECAQH0BCQkQIECAAAECBAgQIEDgowjsdhFH220cHh7Fs+eHcXBwEE+ePI2HDx/H/fsPI4tsPX70JJ7281lc640FubKIV7/m/oNHcf/+g/He7OOgn3/2/PnYd46RY32USevk+ghISoAAAQIECBAgQIAAAQIECNQXkJAAAQIECBAgQIAAAQIECBCoLyAhAQIECBAgQIAAAQIECBAgUF9AQgIECBAgQIAAAQIECBAgQKC+gIQECBAgQIDAuQkoyHVu1AYiQIAAAQIEXhfwmQABAgQIECBAgAABAgQIEKgvICEBAgQIECBAoLrAbreL7dFRHB4exvNnz+PpwbN4nAW5Hj2OeycFuR49fhwHT5/F4fPDeL0gV547eHoQjx4/ifsPHsa93h4+ehSP++fs6/mzw973UWy329j1/1T3lI8AAQIErqaAWRMgQIAAAQIECBAgQIAAAQL1BSQkQIAAAQIECBAgQIAAAQIE6gtISIAAAQIECBAgQIAAAQIECNQXkJAAAQIECBAgQIAAAQIECBCoLyAhAQIRCnJZBQQIECBAgAABAgQIVBeQjwABAgQIECBAgAABAgQIEKgvICEBAgQuUGAXWZTraLuNwyzM9fx5PHv2LJ4eHMTTp097O+ifn0cW7MprtttdvNzyXH73LIt5PT2Ip096O3gWz3o/h9mODsciXrvefx/oAnMamgABAgQIECBAgMCFC5gAAQIECBAgQIAAAQIECBAgUF9AQgIECBAgQIAAAQIECBAgQKC+gNckdF8AABAASURBVIQECBAgQIAAAQIECBAgQIBAfQEJCRAgQIAAAQIECBAgQIDAhQooyHUu/AYhQIAAAQIECBAgQIAAAQIE6gtISIAAAQIECBAgQIAAAQIECNQXeHPCLMiVbbvdRhbYyv326Ph4/Lzbxa7f2lqL1r7d8rttvyavzfby/Xmcffevew9eBAgQIECAAAECBAgQIECAwNkLGIEAAQIECBAgQIAAAQIECBCoLyAhAQIECBAgQIAAAQIECBAgUF9AQgIECBAgQIAAAQIECBAgQKC+gIQECBAgQIAAAQIE3iygINebXZwlQIDA1RQwawIECBAgQIAAAQIECBAgQKC+gIQECBAgQIAAAQIECFwqgSyUlS0LZ522LKqVLYtybbe7yIJaOenW4g0FuWLcdrttbLe9HR3FUbbxuH/OfR+g9zIW9Rov9kaAQH0BCQkQIECAAAECBAgQIECAAIH6AhISIECAAAECBAgQIECAAAEC9QUkJECAAAECBAgQIECAAAECBOoLSEiAAAECBAgQIECAAAECBAjUF5CQAAECBK6cgIJcV+4nM2ECBAgQIECAwMULmAEBAgQIECBAgAABAgQIECBQX0BCAgQIECBA4O0FxmJZu11sXxTVOi6kNRblyoJaL4pytW8V5IpoY8Gubb9m2699cc/RUWy32bax6+d3vX8VucJGgAABAgQIfGQB3REgQIAAAQIECBAgQIAAAQL1BSQkQIAAAQIECBAgQIAAAQIE6gtISIAAAQIECBAgQIAAAQIECNQXkJAAAQIECBAgQIAAAQIECBCoLyDhxxNQkOvjWeqJAAECBAgQIECAAAECBD6ugN4IECBAgAABAgQIECBAgACB+gISEiggsIvY7WL8T+7f0F4O2dqrRble/i6Lbr2x9d5zjD7Qy5c7JkCAAAECBAgQIECAwFURME8CBAgQIECAAAECBAgQIECgvoCEBAgQIECAAAECBAgQIECAQH0BCQkQIECAAAECBAgQIECAAIH6AhISIECAAAECBAgQIECghICCXCV+RiHOTkDPBAgQIECAAAECBAgQIECAQH0BCQkQIECAAAECBAgQIECAwIcItH5zi/xP9PextTjeTvfHn97u/fSecZ9vrffa+r2nrR96vYeAWwgQIECAAAECBAgQIECAAIH6AhISIECAAAECBAgQIECAAAEC9QUkJECAAAECBAgQIECAAAECBOoLSEiAAAECBAgQIECAAAECBAjUF5CQAAECBAgQIHC2Agpyna2v3gkQIECAwNsJuIoAAQIECBAgQIAAAQIECBCoLyAhAQIECBAgQIBAXYGsldXTjbvTt77vr2j97bi1aP2a1195rrUW/XXc8oJ28tb3/ZUfIl4chI0AAQIELrOAuREgQIAAAQIECBAgQIAAAQL1BSQkQIAAAQIECBAgQIAAAQIE6gtISIAAAQIECBAgQIAAAQIECNQXkJAAAQIECBAgQIAAAQIECBCoLyAhAQLXVkBBrmv70wtOgAABAgQIECBwHQVkJkCAAAECBAgQIECAAAECBOoLSEiAAAECFyhwUjRrLK6VFbTGz+Pb8aReOjw+0d9fOdc/jK8W2Uf/NqKFjQABAgQIECBAgMC3BJwgQIAAAQIECBAgQIAAAQIE6gtISIAAAQIECBAgQIAAAQIECNQXkJAAAQIECBAgQIAAAQIECBCoLyAhAQIECBAgQIAAAQIECBAgcP4C512Q6/wTGpEAAQIECBAgQIAAAQIECBA4bwHjESBAgAABAgQIECBAgAABAvUFJPwOgVfrZ7366Ttuee30N/d8c/TaJT4SIECAAAECBAgQIECAAIHzETAKAQIECBAgQIAAAQIECBAgUF9AQgIECBAgQIAAAQIECBAgQKC+gIQECBAgQIAAAQIECBAgQIBAfQEJCRAgQIAAAQIECBB4SUBBrpcwHBIgUElAFgIECBAgQIAAAQIECBAgQKC+gIQECBAgQIAAAQIECBAgQIBAfQEJCRAgQIAAAQIECBAgQIAAgfoCEhIgQIAAAQIECBAgQIAAAQL1BSQkQIAAAQIECBAgQIAAAQIE6gtISIAAAQIECBAgQIAAAQIECNQXkJAAAQIECFwNAQW5rsbvZJYECBAgQIDAZRUwLwIECBAgQIAAAQIECBAgQKC+gIQECBAgQIAAAQIECBAgQIBAfQEJCRAgQIAAAQIECBAgQIAAgfoCEhIgQIAAAQIECBAgQIAAAQL1BSQkQIAAAQIECBAgQIAAAQIE6gtISIAAAQIECBAgQIAAAQIECNQXkJDABwooyPWBgG4nQIAAAQIECBAgQIDAeQgYgwABAgQIECBAgAABAgQIEKgvICEBAgQIECBAgAABAgQIECBQX0BCAgQIECBAgAABAgQIECBAoL6AhAQIECBAgAABAgQIECBAgEB9AQkJECBAgAABAgQIECBAgACB+gISEiBAgAABAgQIECBAgMDVFVCQ6+r+duc9c+MRIECAAAECBAgQIECAAAEC9QUkJECAAAECBAgQIECAAAECBOoLSEiAAAECBAgQIECAAAECBAjUF5CQAAECBAgQIECAAAECBAgQqC8gIQECBAgQIECAAAECBAgQIFBfQEICBAgQIECAAAECBAgQIECgvoCEBAgQIECAAAECZyCgINcZoOqSAAECBD5EwL0ECBAgQIAAAQIECBAgQIBAfQEJCRAgQIAAAQIECBAgQIAAgfoCEhIgQIAAAQIECBAgQIAAAQL1BSQkQIAAAQIECBAgQIAAAQIE6gtISIAAAQIECBAgQIAAAQIECNQXkJAAAQIECBAgQIAAAQIECBCoLyAhAQIErpeAglzX6/eWlgABAgQIECBA4FTAngABAgQIECBAgAABAgQIEKgvICEBAgQIECBAgAABAgQIECBQX0BCAgQIECBAgAABAgQIECBAoL6AhAQIECBAgAABAgQIECBAgEB9AQkJECBAgAABAgQIECBAgACB+gISEiBAgAABAgQIECBAgAABAvUFLklCBbkuyQ9hGgQIECBAgAABAgQIECBQU0AqAgQIECBAgAABAgQIECBAoL6AhAQIECBAgAABAgQIECBAgEB9AQkJECBAgAABAgQIECBAgACB+gISEiBAgAABAgQIECBAgAABAvUFJCRAgAABAgQIECBAgAABAgTqC0hIgAABAgQIECBAgAABBbmsAQL1BSQkQIAAAQIECBAgQIAAAQIE6gtISIAAAQIECBAgQIAAAQIECNQXkJAAAQIECBAgQIAAAQIECBCoLyAhAQIECBAgQIAAAQIECBAgUF9AQgIECBAgQIAAAQIECBAgQKC+gIQECBAgQIAAAQIECBAgQIBAfQEJCRAgQIAAgUssoCDXJf5xTI0AAQIECFwtAbMlQIAAAQIECBAgQIAAAQIE6gtISIAAAQIECBAgQIAAAQIECNQXkJAAAQIECBAgQIAAAQIECBCoLyAhAQIECBAgQIAAAQIECBAgUF9AQgIECBAgQIAAAQIECBAgQKC+gIQECBAgQIAAAQIECBAgQIBAfQEJCRB4HwEFud5HzT0ECBAgQIAAAQIECFycgJEJECBAgAABAgQIECBAgACB+gISEiBAgAABAgQIECBAgAABAvUFJCRAgAABAgQIECBAgAABAgTqC0hIgAABAgQIECBAgAABAgQI1BeQkAABAgQIECBAgAABAgQIEKgvICEBAgQIECBAgAABAgQIELhiAgpyvccP5hYCBAgQIECAAAECBAgQIECgvoCEBAgQIECAAAECBAgQIECAQH0BCQkQIECAAAECBAgQIECAAIH6AhISIECAAAECBAgQIECAAAEC9QUkJECAAAECBAgQIECAAAECBOoLSEiAAAECBAgQIECAAAECBAjUF5CQAAECBAgQIECAwMcSUJDrY0nqhwABAh9fQI8ECBAgQIAAAQIECBAgQIBAfQEJCRAgQIAAAQIECBAgQIAAgfoCEhIgQIAAAQIECBAgQIAAAQL1BSQkQIAAAQIECBAgQIAAAQIE6gtISIAAAQIECBAgQIAAAQIECNQXkJAAAQIECBAgQIAAAQIECBCoLyAhAQIECFwDAQW5rsGPLCIBAgQIECBA4PsFfEuAAAECBAgQIECAAAECBAjUF5CQAAECBAgQIECAAAECBAgQqC8gIQECBAgQIECAAAECBAgQIFBfQEICBAgQIECAAAECBAgQIECgvoCEBAgQIECAAAECBAgQIECAQH0BCQkQIECAAAECBAgQIECAAIH6AhJepICCXBepb2wCBAgQIECAAAECBAhcJwFZCRAgQIAAAQIECBAgQIAAgfoCEhIgQIAAAQIECBAgQIAAAQL1BSQkQIAAAQIECBAgQIAAAQIE6gtISIAAAQIECBAgQIAAAQIECNQXkJAAAQIECBAgQIAAAQIECBCoLyAhAQIECBAgQIAAAQIErqmAglzX9Ie/rrHlJkCAAAECBAgQIECAAAECBOoLSEiAAAECBAgQIECAAAECBAjUF5CQAAECBAgQIECAAAECBAgQqC8gIQECBAgQIECAAAECBAgQIFBfQEICBAgQIECAAAECBAgQIECgvoCEBAgQIECAAAECBAgQIECAQH0BCQkQIECAAAECl01AQa7L9ouYDwECBAhUEJCBAAECBAgQIECAAAECBAgQqC8gIQECBAgQIECAAAECBAgQIFBfQEICBAgQIECAAAECBAgQIECgvoCEBAgQIECAAAECBAgQIECAQH0BCQkQIECAAAECBAgQIECAAIH6AhISIECAAAECBAgQIECAAAEC9QUkJECAwFsLKMj11lQuJECAAAECBAgQIHDZBMyHAAECBAgQIECAAAECBAgQqC8gIQECBAgQIECAAAECBAgQIFBfQEICBAgQIECAAAECBAgQIECgvoCEBAgQIECAAAECBAgQIECAQH0BCQkQIECAAAECBAgQIECAAIH6AhISIECAAAECBAgQIECAAAECV0HgwwpyXYWE5kiAAAECBAgQIECAAAECBAh8mIC7CRAgQIAAAQIECBAgQIAAgfoCEhIgQIAAAQIECBAgQIAAAQL1BSQkQIAAAQIECBAgQIAAAQIE6gtISIAAAQIECBAgQIAAAQIECNQXkJAAAQIECBAgQIAAAQIECBCoLyAhAQIECBAgQIAAAQIfJKAg1wfxuZkAgfMSMA4BAgQIECBAgAABAgQIECBQX0BCAgQIECBAgAABAgQIECBAoL6AhAQIECBAgAABAgQIECBAgEB9AQkJECBAgAABAgQIECBAgACB+gISEiBAgAABAgQIECBAgAABAvUFJCRAgAABAgQIECBAgAABAgTqC0hIgAABAgSqCijIVfWXlYsAAQIECBB4HwH3ECBAgAABAgQIECBAgAABAvUFJCRAgAABAgQIECBAgAABAgTqC0hIgAABAgQIECBAgAABAgQI1BeQkAABAgQIECBAgAABAgQIEKgvICEOvJrEAAAQAElEQVQBAgQIECBAgAABAgQIECBQX0BCAgQIECBAgAABAgQIECBAoL6AhATOXUBBrnMnNyABAgQIECBAgAABAgQIECBAgAABAgQIECBAgAABAvUFJCRAgAABAgQIECBAgAABAgTqC0hIgAABAgQIECBAgAABAgQI1BeQkAABAgQIECBAgAABAgQIEKgvICEBAgQIECBAgAABAgQIECBQX0BCAgQIECBAgAABAgQIELhOAgpyXadf++WsjgkQIECAAAECBAgQIECAAIH6AhISIECAAAECBAgQIECAAAEC9QUkJECAAAECBAgQIECAAAECBOoLSEiAAAECBAgQIECAAAECBAjUF5CQAAECBAgQIECAAAECBAgQqC8gIQECBAgQIECAAAECBAgQIFBfQEICBAgQIECAAIFLIaAg16X4GUyCAAECdQUkI0CAAAECBAgQIECAAAECBOoLSEiAAAECBAgQIECAAAECBAjUF5CQAAECBAgQIECAAAECBAgQqC8gIQECBAgQIECAAAECBAgQIFBfQEICBAgQIECAAAECBAgQIECgvoCEBAgQIECAAAECBAgQIECAQH0BCQkQIEDg+wUU5Pp+H98SIECAAAECBAhcDQGzJECAAAECBAgQIECAAAECBOoLSEiAAAECBAgQIECAAAECBAjUF5CQAAECBAgQIECAAAECBAgQqC8gIQECBAgQIECAAAECBAgQIFBfQEICBAgQIECAAAECBAgQIECgvoCEBAgQIECAAAECBAgQIECAQH2BK5tQQa4r+9OZOAECBAgQIECAAAECBAicv4ARCRAgQIAAAQIECBAgQIAAgfoCEhIgQIAAAQIECBAgQIAAAQL1BSQkQIAAAQIECBAgQIAAAQIE6gtISIAAAQIECBAgQIAAAQIECNQXkJAAAQIECBAgQIAAAQIECBCoLyAhAQIECBAgQIAAAQIE3l1AQa53N3MHgYsVMDoBAgQIECBAgAABAgQIECBQX0BCAgQIECBAgAABAgQIECBAoL6AhAQIECBAgAABAgQIECBAgEB9AQkJECBAgAABAgQIECBAgACB+gISEiBAgAABAgQIECBAgAABAvUFJCRAgAABAgQIECBAgAABAgTqC0hIgAABAgQIlBJQkKvUzykMAQIECBD4eAJ6IkCAAAECBAgQIECAAAECBOoLSEiAAAECBAgQIECAAAECBAjUF5CQAAECBAgQIECAAAECBAgQqC8gIQECBAgQIECAAAECBAgQIFBfQEICBAgQIECAAAECBAgQIECgvoCEBAgQIECAAAECBAgQIECAQH0BCQkQOB8BBbnOx9koBAgQIECAAAECBAi8WcBZAgQIECBAgAABAgQIECBAoL6AhAQIECBAgAABAgQIECBAgEB9AQkJECBAgAABAgQIECBAgACB+gISEiBAgAABAgQIECBAgAABAvUFJCRAgAABAgQIECBAgAABAgTqC0hIgAABAgQIECBAgAABAgTKCyjIFeV/YwEJECBAgAABAgQIECBAgACBQECAAAECBAgQIECAAAECBAjUF5CQAAECBAgQIECAAAECBAgQqC8gIQECBAgQIECAAAECBAgQIFBfQEICBAgQIECAAAECBAgQIECgvoCEBAgQIECAAAECBAgQIECAQH0BCQkQIECAAAECBAhcnICCXBdnb2QCBK6bgLwECBAgQIAAAQIECBAgQIBAfQEJCRAgQIAAAQIECBAgQIAAgfoCEhIgQIAAAQIECBAgQIAAAQL1BSQkQIAAAQIECBAgQIAAAQIE6gtISIAAAQIECBAgQIAAAQIECNQXkJAAAQIECBAgQIAAAQIECBCoLyAhAQIECBB4g4CCXG9AcYoAAQIECBAgcJUFzJ0AAQIECBAgQIAAAQIECBCoLyAhAQIECBAgQIAAAQIECBAgUF9AQgIECBAgQIAAAQIECBAgQKC+gIQECBAgQIAAAQIECBAgQIBAfQEJCRAgQIAAAQIECBAgQIAAgfoCEhIgQIAAAQIECBAgQIAAAQL1BSS8WgIKcl2t38tsCRAgQIAAAQIECBAgcFkEzIMAAQIECBAgQIAAAQIECBCoLyAhAQIECBAgQIAAAQIECBAgUF9AQgIECBAgQIAAAQIECBAgQKC+gIQECBAgQIAAAQIECBAgQIBAfQEJCRAgQIAAAQIECBAgQIAAgfoCEhIgQIAAAQIECBAgQIDAWwooyPWWUC67jALmRIAAAQIECBAgQIAAAQIECNQXkJAAAQIECBAgQIAAAQIECBCoLyAhAQIECBAgQIAAAQIECBAgUF9AQgIECBAgQIAAAQIECBAgQKC+gIQECBAgQIAAAQIECBAgQIBAfQEJCRAgQIAAAQIECBAgQIAAgfoCEhIgQIAAAQIErr6AglxX/zeUgAABAgTOWkD/BAgQIECAAAECBAgQIECAQH0BCQkQIECAAAECBAgQIECAAIH6AhISIECAAAECBAgQIECAAAEC9QUkJECAAAECBAgQIECAAAECBOoLSEiAAAECBAgQIECAAAECBAjUF5CQAAECBAgQIECAAAECBAgQqC8gIQECBM5QQEGuM8TVNQECBAgQIECAAIF3EXAtAQIECBAgQIAAAQIECBAgUF9AQgIECBAgQIAAAQIECBAgQKC+gIQECBAgQIAAAQIECBAgQIBAfQEJCRAgQIAAAQIECBAgQIAAgfoCEhIgQIAAAQIECBAgQIAAAQL1BSQkQIAAAQIECBAgQIAAAQIEagq8XJCrZkKpCBAgQIAAAQIECBAgQIAAgZcFHBMgQIAAAQIECBAgQIAAAQL1BSQkQIAAAQIECBAgQIAAAQIE6gtISIAAAQIECBAgQIAAAQIECNQXkJAAAQIECBAgQIAAAQIECBCoLyAhAQIECBAgQIAAAQIECBAgUF9AQgIECBAgQIAAAQIEzllAQa5zBjccAQIpoBEgQIAAAQIECBAgQIAAAQL1BSQkQIAAAQIECBAgQIAAAQIE6gtISIAAAQIECBAgQIAAAQIECNQXkJAAAQIECBAgQIAAAQIECBCoLyAhAQIECBAgQIAAAQIECBAgUF9AQgIECBAgQIAAAQIECBAgQKC+gIQECBAgQIDAqYCCXKcS9gQIECBAgEA9AYkIECBAgAABAgQIECBAgACB+gISEiBAgAABAgQIECBAgAABAvUFJCRAgAABAgQIECBAgAABAgTqC0hIgAABAgQIECBAgAABAgQI1BeQkAABAgQIECBAgAABAgQIEKgvICEBAgQIECBAgAABAgQIECBQX0BCAldAQEGuK/AjmSIBAgQIECBAgAABApdbwOwIECBAgAABAgQIECBAgACB+gISEiBAgAABAgQIECBAgAABAvUFJCRAgAABAgQIECBAgAABAgTqC0hIgAABAgQIECBAgAABAgQI1BeQkAABAgQIECBAgAABAgQIEKgvICEBAgQIECBAgAABAgQIEPg+AQW5vk/n6nxnpgQIECBAgAABAgQIECBAgEB9AQkJECBAgAABAgQIECBAgACB+gISEiBAgAABAgQIECBAgAABAvUFJCRAgAABAgQIECBAgAABAgTqC0hIgAABAgQIECBAgAABAgQI1BeQkAABAgQIECBAgAABAgQIEKgvICEBAgQIECBAgMAVFVCQ64r+cKZNgACBixEwKgECBAgQIECAAAECBAgQIFBfQEICBAgQIECAAAECBAgQIECgvoCEBAgQIECAAAECBAgQIECAQH0BCQkQIECAAAECBAgQIECAAIH6AhISIECAAAECBAgQIECAAAEC9QUkJECAAAECBAgQIECAAAECBOoLSEiAAAECH1tAQa6PLao/AgQIECBAgACBDxfQAwECBAgQIECAAAECBAgQIFBfQEICBAgQIECAAAECBAgQIECgvoCEBAgQIECAAAECBAgQIECAQH0BCQkQIECAAAECBAgQIECAAIH6AhISIECAAAECBAgQIECAAAEC9QUkJECAAAECBAgQIECAAAECBOoLXKOECnJdox9bVAIECBAgQIAAAQIECBB4VcAnAgQIECBAgAABAgQIECBAoL6AhAQIECBAgAABAgQIECBAgEB9AQkJECBAgAABAgQIECBAgACB+gISEiBAgAABAgQIECBAgAABAvUFJCRAgAABAgQIECBAgAABAgTqC0hIgAABAgQIECBAgACB8xBQkOs8lI1B4LsFfEOAAAECBAgQIECAAAECBAjUF5CQAAECBAgQIECAAAECBAgQqC8gIQECBAgQIECAAAECBAgQIFBfQEICBAgQIECAAAECBAgQIECgvoCEBAgQIECAAAECBAgQIECAQH0BCQkQIECAAAECBAgQIECAAIH6AhISIECAAAEC11xAQa5rvgDEJ0CAAIHrIiAnAQIECBAgQIAAAQIECBAgUF9AQgIECBAgQIAAAQIECBAgQKC+gIQECBAgQIAAAQIECBAgQIBAfQEJCRAgQIAAAQIECBAgQIAAgfoCEhIgQIAAAQIECBAgQIAAAQL1BSQkQIAAAQIECBAgQIAAAQIE6gtISIDAZRVQkOuy/jLmRYAAAQIECBAgQOAqCpgzAQIECBAgQIAAAQIECBAgUF9AQgIECBAgQIAAAQIECBAgQKC+gIQECBAgQIAAAQIECBAgQIBAfQEJCRAgQIAAAQIECBAgQIAAgfoCEhIgQIAAAQIECBAgQIAAAQL1BSQkQIAAAQIECBAgQIAAAQIEviVQriDXtxI6QYAAAQIECBAgQIAAAQIECJQTEIgAAQIECBAgQIAAAQIECBCoLyAhAQIECBAgQIAAAQIECBAgUF9AQgIECBAgQIAAAQIECBAgQKC+gIQECBAgQIAAAQIECBAgQIBAfQEJCRAgQIAAAQIECBAgQIAAgfoCEhIgQIAAAQIECBC4SgIKcl2lX8tcCRC4TALmQoAAAQIECBAgQIAAAQIECNQXkJAAAQIECBAgQIAAAQIECBCoLyAhAQIECBAgQIAAAQIECBAgUF9AQgIECBAgQIAAAQIECBAgQKC+gIQECBAgQIAAAQIECBAgQIBAfQEJCRAgQIAAAQIECBAgQIAAgfoCEhIgQIAAgY8ioCDXR2HUCQECBAgQIEDgrAT0S4AAAQIECBAgQIAAAQIECNQXkJAAAQIECBAgQIAAAQIECBCoLyAhAQIECBAgQIAAAQIECBAgUF9AQgIECBAgQIAAAQIECBAgQKC+gIQECBAgQIAAAQIECBAgQIBAfQEJCRAgQIAAAQIECBAgQIAAgfoCElYXUJCr+i8sHwECBAgQIECAAAECBN5GwDUECBAgQIAAAQIECBAgQIBAfQEJCRAgQIAAAQIECBAgQIAAgfoCEhIgQIAAAQIECBAgQIAAAQL1BSQkQIAAAQIECBAgQIAAAQIE6gtISIAAAQIECBAgQIAAAQIECNQXkJAAAQIECBAgQIAAAQIEzkxAQa4zo9Xxuwq4RVFoAAAAEABJREFUngABAgQIECBAgAABAgQIEKgvICEBAgQIECBAgAABAgQIECBQX0BCAgQIECBAgAABAgQIECBAoL6AhAQIECBAgAABAgQIECBAgEB9AQkJECBAgAABAgQIECBAgACB+gISEiBAgAABAgQIECBAgAABAvUFJCRAgAABAgQIXEcBBbmu468uMwECBK63gPQECBAgQIAAAQIECBAgQIBAfQEJCRAgQIAAAQIECBAgQIAAgfoCEhIgQIAAAQIECBAgQIAAAQL1BSQkQIAAAQIECBAgQIAAAQIE6gtISIAAAQIECBAgQIAAAQIECNQXkJAAAQIECBAgQIAAAQIECBCoLyAhAQIELpWAglyX6ucwGQIECBAgQIAAgToCkhAgQIAAAQIECBAgQIAAAQL1BSQkQIAAAQIECBAgQIAAAQIE6gtISIAAAQIECBAgQIAAAQIECNQXkJAAAQIECBAgQIAAAQIECBCoLyAhAQIECBAgQIAAAQIECBAgUF9AQgIECBAgQIAAAQIECBAgQKC+wNslVJDr7ZxcRYAAAQIECBAgQIAAAQIELqeAWREgQIAAAQIECBAgQIAAAQL1BSQkQIAAAQIECBAgQIAAAQIE6gtISIAAAQIECBAgQIAAAQIECNQXkJAAAQIECBAgQIAAAQIECBCoLyAhAQIECBAgQIAAAQIECBAgUF9AQgIECBAgQIAAAQIELr2AglyX/icyQQKXX8AMCRAgQIAAAQIECBAgQIAAgfoCEhIgQIAAAQIECBAgQIAAAQL1BSQkQIAAAQIECBAgQIAAAQIE6gtISIAAAQIECBAgQIAAAQIECNQXkJAAAQIECBAgQIAAAQIECBCoLyAhAQIECBAgQIAAAQIECBAgUF9AQgIECBAgQOD9BRTken87dxIgQIAAAQLnK2A0AgQIECBAgAABAgQIECBAoL6AhAQIECBAgAABAgQIECBAgEB9AQkJECBAgAABAgQIECBAgACB+gISEiBAgAABAgQIECBAgAABAvUFJCRAgAABAgQIECBAgAABAgTqC0hIgAABAgQIECBAgAABAgQI1BeQkEBJAQW5Sv6sQhEgQIAAAQIECBAg8P4C7iRAgAABAgQIECBAgAABAgTqC0hIgAABAgQIECBAgAABAgQI1BeQkAABAgQIECBAgAABAgQIEKgvICEBAgQIECBAgAABAgQIECBQX0BCAgQIECBAgAABAgQIECBAoL6AhAQIECBAgAABAgQIECBA4OMKKMj1cT0/Tm96IUCAAAECBAgQIECAAAECBOoLSEiAAAECBAgQIECAAAECBAjUF5CQAAECBAgQIECAAAECBAgQqC8gIQECBAgQIECAAAECBAgQIFBfQEICBAgQIECAAAECBAgQIECgvoCEBAgQIECAAAECBAgQIECAQH0BCQkQIECAAAECBK6NgIJc1+anFpQAAQLfFnCGAAECBAgQIECAAAECBAgQqC8gIQECBAgQIECAAAECBAgQIFBfQEICBAgQIECAAAECBAgQIECgvoCEBAgQIECAAAECBAgQIECAQH0BCQkQIECAAAECBAgQIECAAIH6AhISIECAAAECBAgQIECAAAEC9QUkJECAAIGLF1CQ6+J/AzMgQIAAAQIECFQXkI8AAQIECBAgQIAAAQIECBCoLyAhAQIECBAgQIAAAQIECBAgUF9AQgIECBAgQIAAAQIECBAgQKC+gIQECBAgQIAAAQIECBAgQIBAfQEJCRAgQIAAAQIECBAgQIAAgfoCEhIgQIAAAQIECBAgQIAAAQL1BST8HgEFub4Hx1cECBAgQIAAAQIECBAgcJUEzJUAAQIECBAgQIAAAQIECBCoLyAhgcsu0CJab/GRtrGvj9jfR5qWbggQIECAAAECBAgQIHC2AnonQIAAAQIECBAgQIAAAQIE6gtISIAAAQIECBAgQIAAAQIECNQXkJAAAQIECBAgQIAAAQIECBCoLyAhAQIECBAgQIAAAQIELqeAglyX83cxq6sqYN4ECBAgQIAAAQIECBAgQIBAfQEJCRAgQIAAAQIECBAgQIDAmwRaRH/Fx97GPse3j92z/r5XwJcECBAgQIAAAQIECBAgQIBAfQEJCRAgQIAAAQIECBAgQIAAgfoCEhIgQIAAAQIECBAgQIAAAQL1BSQkQIAAAQIECBAgQIAAAQIE6gtISIAAAQIECBB4RwEFud4RzOUECBAgQOAyCJgDAQIECBAgQIAAAQIECBAgUF9AQgIECBAgQIAAgasm0OKbilwvH8e7b/32OO3s5eOwESBAgEA1AXkIECBAgAABAgQIECBAgACB+gISEiBAgAABAgQIECBAgAABAvUFJCRAgAABAgQIECBAgAABAgTqC0hIgAABAgQIECBAgAABAgQI1BeQkACBOgIKctX5LSUhQIAAAQIECBAg8LEF9EeAAAECBAgQIECAAAECBAjUF5CQAAECBD6SwFg3q/eV+9PWP77X6/T+3GcHp/s81ggQIECAAAECBAi8h4BbCBAgQIAAAQIECBAgQIAAgfoCEhIgQIAAAQIECBAgQIAAAQL1BSQkQIAAAQIECBAgQIAAAQIE6gtISIAAAQIECBAgQIAAAQIECHwEgUtekOsjJNQFAQIECBAgQIAAAQIECBAgcMkFTI8AAQIECBAgQIAAAQIECBCoL3CdEraI/oq+nez60du/XtwzHoxvb3+zKwkQIECAAAECBAgQIECAwIUKGJwAAQIECBAgQIAAAQIECBCoLyAhAQIECBAgQIAAAQIECBAgUF9AQgIECBAgQIAAAQIECBAgQKC+gIQECBAgQIAAAQIEagsoyFX795WOAIG3FXAdAQIECBAgQIAAAQIECBAgUF9AQgIECBAgQIAAAQIECJyRwDdls/pRf320Yca+xrfTGl8frWsdESgrIBgBAgQIECBAgAABAgQIECBQX0BCAgQIECBAgAABAgQIECBAoL6AhAQIECBAgAABAgQIECBAgEB9AQkJECBAgAABAgQIECBAgACB+gISEiBAgACBCxJQkOuC4A1LgAABAgQIXE8BqQkQIECAAAECBAgQIECAAIH6AhISIECAAAEC11Hg7IpmHfecpt8c5SeNAAECBAgQuFgBoxMgQIAAAQIECBAgQIAAAQL1BSQkQIAAAQIECBAgQIAAAQIE6gtISIAAAQIECBAgQIAAAQIECNQXkJAAAQIECBAgQIAAAQIECBCoLyAhgdcFFOR6XcRnAgQIECBAgAABAgQIXH0BCQgQIECAAAECBAgQIECAAIH6AhISIPAeArvdLrIdHR3F88PDePbseRwcPIunTw/iyZOn8fjJk3j8+N3ak7zn6dPjPg4Oxv6ePz+Mw8Oj2G63sRv/88OT3fVL8tq8J+/NPnJuT3qfOb/HfYxxrHecX2bKbNlH9peZM3sapEW2PrQXAQIECBAgQIAAAQKXU8CsCBAgQIAAAQIECBAgQIAAgfoCEhIgQIAAAQIECBAgQIAAAQL1BSQkQIAAAQIECBAgQIAAAQIE6gtISIAAAQIECBAgQIAAAQKXSEBBrkv0Y9SaijQECBAgQIAAAQIECBAgQIBAfQEJCRAgQIAAAQIECBAgQIDA1RDIolOnLQtRZVGqLFL18OGjuHf/Qdy5dz9u37kbN2/dia9v3Y6vb35Hy+96uzm2O+P1N2/fidu378btO/fi7t17cf/Bg3j06PFYmCsLa223u7EIWI4f0aK1V1uey++y5bV5TxbOyj6yr7u9z+w7x8ixbvY5Hrc+xz6PH5pvXnu7Z8uMmTUzZ/Y0SIsc97TFGzcnCRAgQIAAAQIECBAgQIAAgfoCEhIgQIAAAQIECBAgQIAAAQL1BSQkQIAAAQIECBAgQIAAAQIE6gtISIAAAQIECBAgQIAAAQIECNQXkJAAAQIECBAgQOBtBBTkehsl1xAgQIDA5RUwMwIECBAgQIAAAQIECBAgQKC+gIQECBAgQIAAAQIEPoLAadGpLEL17PnzyKJUDx4dF+Q6LXp1K4tdZTGu00JXr+1v9u+yfZ3X9e+y2NWtW3fj9u07cefu3bh7937cv/8wHj1+Ek8PnsXh0VHsttvedj+YYJeFu/q1eU/em31kX9ln9p1j5Fg55s0+9jiHF/N5qTjX+N3x55xrZrp9Uizs3v0HkZkzexqkxanLD07QBQQIEDhrAf0TIECAAAECBAgQIECAAAEC9QUkJECAAAECBAgQIECAAAECBOoLSEiAAAECBAgQIECAAAECBAjUF5CQAAECBAgQIECAAAECBAgQqC8gIQECBK64gIJcV/wHNH0CBAgQIECAAIHzETAKAQIECBAgQIAAAQIECBAgUF9AQgIECBCoKXBacOp0f3S0jWfPno0FuR4+fBz37z8YC2ndvnM3bt66E1/fuh1ZyCrb1zdvR7Y8zjZ+d/p9v/ZWP751+07c6vfevnMv7ty9H1n06tHjx3FwcBCHh4exzUJbu13k+CncWovWvml5Lr/LltfmPXlv9pF9ZZ/Zd44xjtXHzHnmfG7243FOfZ75OeeaLY+zjd/1ed7u88vCXpk1M48FubpBWuS4L7ecj0aAAAECBAgQqCwgGwECBAgQIECAAAECBAgQIFBfQEICBAgQIECAAAECBAgQIECgvoCEBAgQIECAAAECBAgQIECAQH0BCQkQIECAAAECBAgQIECAAIH6AmeVUEGus5LVLwECBAgQIECAAAECBAgQeHcBdxAgQIAAAQIECBAgQIAAAQL1BSQ8Z4EsNnV4ePSiCNejR4/jwYOHcffe/bh9+27cunUnbt7uLfe3Topx9f1xMav+uR9n4aux3bwdX59eN54/vu/27Xtx5+69sc/s+/HjJ3Hw7FnkuNvd9kUxru+LnvPMa/OevDf7yL5yntl3jnFzHDvHPJ7XOJc+p5vjXI7P5fHXp59ffNfv6Rkz6+2eOfvMvtPitDhXjptz+L45+o4AAQIECBAgQIAAAQIE3lrAhQQIECBAgAABAgQIECBAgEB9AQkJECBAgAABAgQIECBAgACB+gISEiBAgAABAgQIECBAgAABAvUFJCRAgAABAgQIECBAoKCAglwFf1SRCHyYgLsJECBAgAABAgQIECBAgACB+gISEiBAgAABAgQIECBAoL5AFpfKdnR0FE8PDuLBw0dj0awsWPXV17fjq69vxq+/+jp+/Zub8dVXN+Prr2/F1zfvxM2ToldZvOq0jeeyoFW2/n2eH8/duj0W9Lp95+7Y97179+PBg0eRxbQODp7FYR97u92OBblyLq1FvKnld9ny2rwn780+sq/scyzI1cc4Hvf2OMc8Hluf02lBsfHzK/O7M2bKbJkxs2bmzP5VN8gM2feDh49Ho7TKeWQLWwEBEQgQIECAAAECBAgQIECAAIH6AhISIECAAAECBAgQIECAAAEC9QUkJECAAAECBAgQIECAAAECBOoLSEiAAAECBAgQIECAAAECBAjUF1p3Ff4AABAASURBVJCQAAECBAgQOE8BBbnOU9tYBAgQIECAwDcCjggQIECAAAECBAgQIECAAIH6AhISIECAAAECBC5I4LSgVO6zyNTBwUE8PCnI9fWtLFJ1K37zVW+/yYJcX/fjm/HV17fi5q3jYlc3+zVjcavbd+LWaevn8vyLdlK8K7/Pglx3796Pu/fux/2HD+Px46eRRbWODg9jt91FzuMbitYPX279Y3/lNXlt3pP3Zh/ZV/aZfecYOdY4/snY43Gf1/fP9faY7Tdf3Yxf97y/ydazf33zdnzd897p806bNEqrnEefzmtzzjMaAQIECBD4DgGnCRAgQIAAAQIECBAgQIAAgfoCEhIgQIAAAQIECBAgQIAAAQL1BSQkQIAAAQIECBAgQIAAAQIE6gtISIAAAQIECBAgQIAAAQIECNQXkJAAgVFAQa6RwRsBAgQIECBAgAABAlUF5CJAgAABAgQIECBAgAABAgTqC0hIgACBNwmcFpY6OtrG06cH8eDh47hz995YdOurm7fGIlxZoCrbb766FV99fTu+Pil0lQWubt6+06+9E3n8estCWLdu3x6/z+Pbt+/GnTv34t79B/HgwaN4/ORJPDt4FoeHR7HdbsfiVqfzaS3i5RZ9y++y5bV5T96bfWRf2Wf2nWPkWNlOx359Xvk5v8+5nx5npsyWGTNrtt98dTO+6gZ5bZo8ePhoNEqrPp1xvrnXCBAgQIAAAQIECFwmAXMhQIAAAQIECBAgQIAAAQIE6gtISIAAAQIECBAgQIAAAQIECNQXkJAAAQIECBAgQIAAAQIECBCoLyAhAQIECBAgQIAAAQIECBC4aAEFuc7+FzACAQIECBAgQIAAAQIECBAgUF9AQgIECBAgQIAAAQIECBAgQOASCmSRq6Ojozh49iweP34S9+4/jLv37se9ew/68XG7/+BBPHjwMB4+ehSPHj0er3vUr82W9+T+pMXx/vHx/tGTF9c/fvI0njx9Gk+fHMTBwUE8e/Y8Dvu4WWAr55Dth3jymmx5T96bfWRf2Wf2nWOM8+lzfJRjj3M8mct43OfT9+M1fZ9zHY/79Q97tsyYWbPA19i6wWjRTfK6gz7ntMo5/NBcfU+AAAECBAgQIECAAAECBAoLiEaAAAECBAgQIECAAAECBAjUF5CQAAECBAgQIECAAAECBAgQqC8gIQECBAgQIECAAAECBAgQIFBfQEICBAgQIECAAAEC3ymgINd30viCAAECV03AfAkQIECAAAECBAgQIECAAIH6AhISIECAAAECBAgQIPBDAllQ6uV2tN3Gs+eHY8GsR1mc6uHjePz46Vg463k/f3h4FEfbo8hCWLvdtu93sdv1tt2Nx9t+/HrbjdcdX7vt1+36GLnP63b9+ojd2McPzfW7vn+5j+wz+34xRh9v28fb5Rz6WOP3L+/797tseW7c5zy3Y8bMmpmz0FcW4XrYLdLkydODeP78eb9mO8571+89bd81R+cJEDhLAX0TIECAAAECBAgQIECAAAEC9QUkJECAAAECBAgQIECAAAECBOoLSEiAAAECBAgQIECAAAECBAjUF5CQAAECBAgQIECAAAECBAgQqC8gIQECBAhcRQEFua7ir2bOBAgQIECAAIGLFDA2AQIECBAgQIAAAQIECBAgUF9AQgIECBAgUEBg1zNkUamjo208f/Y8sujUwyzI1dvjJ0/i6dNn8ez58zg8Ooqjfk227VjAaveiEFfePxa3yvMvtbzuuBDWNrYnhbHGa8dCVhF910f/sFf2cdx2vb9dHyfbN+PlHN40t5zHtt84fn+yz2zZDnvWzJzZHz95Gg8fPertcbd4Gs+60bY75P0fNnN3EyBAgAABAldGwEQJECBAgAABAgQIECBAgACB+gISEiBAgAABAgQIECBAgAABAvUFJCRAgAABAgQIECBAgAABAgTqC0hIgAABAgQIECBAgAABAgQI1BeQ8KMKKMj1UTl1RoAAAQIECBAgQIAAAQIfS0A/BAgQIECAAAECBAgQIECAQH0BCQmclcBpMa4sLnW0PYrjIlQH8ejRk3j08HE8efI0Dg4O4nkW5Do8jKOjo9hut2PLe8a23cVY2CqLWr3e8rs3tLFAVr92vL/v3zff6f3j/g3jbE/P9THeNMeX57E9yZUZD3vWzJzZnzx5Mlo8evR4LFaW59NqHLP3+75zdx8BAgQIECBAgAABAgReF/CZAAECBAgQIECAAAECBAgQqC8gIQECBAgQIECAAAECBAgQIFBfQEICBAgQIECAAAECBAgQIECgvoCEBAgQIECAAAECBAgQqCKgIFeVX1KOsxDQJwECBAgQIECAAAECBAgQIFBfQEICBAgQIECAAAECBAgQqChwUlAqC3NFf8siU1mYaixKtT2Ko6Pj4lvb7S7G7/r1uU+K3Pez/bb+fnJ+PPfy8fG34735XfTP2fod47ns52O07Dv7zL6zjZ9zHn28PP/ic557ub30fc4jr8vCXeO+Z95ut6PB4WhxUoys399vy8vHlteOBzXepCBAgAABAgQIECBAgAABAgTqC0hIgAABAgQIECBAgAABAgQI1BeQkAABAgQIECBAgAABAgQIEKgvICEBAgQIECBAgAABAgQIECBQX0BCAgQIECBAgMCZCyjIdebEBiBAgAABAj8k4HsCBAgQIECAAAECBAgQIECgvoCEBAgQIECAAAEC5yrQWrQ+YGstWmsxGYaYTqcxm89iPpvHdDaNyWQSw3D8fX/v18W49ctj/Jzv/UNr/dPrLb/LdnI++nG21o6vjb71o/7+fq/Te1vrR73Fa/33s/1Mf+/ftfaG/fG30b+K3HLfr+qf25g5s6dBWszns0ibyTCM37fWIrfWjvd5rBEgQIDA2wq4jgABAgQIECBAgAABAgQIEKgvICEBAgQIECBAgAABAgQIECBQX0BCAgQIECBAgAABAgQIECBAoL6AhAQIECBAgAABAgQIECBAgEB9AQkJELjOAsN1Di87AQIECBAgQIAAgWslICwBAgQIECBAgAABAgQIECBQX0BCAgQIEBgFTktJ5X4Y2lh8K4tOzWezyAJUs+lJQa42nBShihf7fnT86jf3V7yx9ZNZr+r1Fidby7vayYf32fV7W/Zxcu/r47z43L9vb2qnJ3sfx9e2ON0PPXMW5EqD0aKb5HGea92qd+dFgAABAgQIECBw2QXMjwABAgQIECBAgAABAgQIEKgvICEBAgQIECBAgAABAgQIECBQX0BCAgQIECBAgAABAgQIECBAoL6AhAQIECBAgAABAgQIECBAgMCFCAznOaqxCBAgQIAAAQIECBAgQIAAgfoCEhIgQIAAAQIECBAgQIAAAQL1Ba5CwtbaOM3WWgyTIWbTSYwFuWazyOJcxwWohmitjS361loeR7Q42cbPLVp7txbt5P4P2fU+WmvR2ru1fsM4auvv/db+MY9i3LfWog3DqwXKRo9JPzeM10TfWmv93YsAAQIECBAgQIAAAQIErruA/AQIECBAgAABAgQIECBAgEB9AQkJECBAgAABAgQIECBAgACB+gISEiBAgAABAgQIECBAgAABAvUFJCRAgAABAgQIECBA4FWB4dWPPhEgQKCEgBAECBAgQIAAAQIECBAgQIBAfQEJCRAgQIAAAQIECBAg8IMCrbUYhiFm01ksFotYr1djWy7mMZtNXxShaq29KEYVJ1tr/dzJ8VXatT7ZFq2/f/NqrUVrx20yGcbsy+V8tEiTtJl2o6FbtdbCRuASCZgKAQIECBAgQIAAAQIECBAgUF9AQgIECBAgQIAAAQIECBAgQKC+gIQECBAgQIAAAQIECBAgQIBAfQEJCRAgQIAAAQIECBAgQIAAgfoCEhIgQIAAgSsjMFyZmZooAQIECBAgQODSCZgQAQIECBAgQIAAAQIECBAgUF9AQgIECBAgQOCqCbTWXhSfaq3FdDKJxWIWm/UqbtzYixv7e7HZrPu5RUyn07FgV2st+k2R2y7fetvtTo/6hyv22sXx3L+J0Hq8NmadTqaxXCxis17HJ90jW9qkUVq1dnxta8f7sBEgQIAAgWshICQBAgQIECBAgAABAgQIECBQX0BCAgQIECBAgAABAgQIECBAoL6AhAQIECBAgAABAgQIECBAgEB9AQkJECBAgAABAgQIECBAgACB+gISEvhwgeHDu9ADAQIECBAgQIAAAQIECJypgM4JECBAgAABAgQIECBAgACB+gISEiDw0QVaOy4oNcmCXPN5rLMg1/7+WIQqC1AtF/OYTicxDP26bH0Gx2Ws+kGhVxbl6hTHBbn6QWZe9OxpMBYou7EfebzoRmnVWvforRCBKAQIECBAgAABAgQuj4CZECBAgAABAgQIECBAgAABAvUFJCRAgAABAgQIECBAgAABAgTqC0hIgAABAgQIECBAgAABAgQI1BeQkAABAgQIECBAgAABAgSutMBwpWdv8ucmYCACBAgQIECAAAECBAgQIECgvoCEBAgQIECAAAECBAgQIECgikBrx0WlWmuRRaZeL0C13qxjsVjEdDKJYRhi6NdFtujbbhcVCnP1GBmmt3y1MWNmzYJcy5590w0+2d+PG/t7sd6susd8tGrtG7uwESBAgAABAgQIECBAgAABAldSwKQJECBAgAABAgQIECBAgACB+gISEiBAgAABAgQIECBAgAABAvUFJCRAgAABAgQIECBAgAABAgTqC0hIgAABAgQIECBwNgLD2XSrVwIECBAg8F4CbiJAgAABAgQIECBAgAABAgTqC0hIgAABAgQIECBA4NwEWmtjwa3ZbBbL5SL21qvY26xj0/er1WI8N5/PYjqdxmQYorX2SjGuq1iY67gQV4xbHrfWxmyZMbNmMa7MngZ7e+vusYo8l0ZZsKu1FjYCBAh8BAFdECBAgAABAgQIECBAgAABAvUFJCRAgAABAgQIECBAgAABAgTqC0hIgAABAgQIECBAgAABAgQI1BeQkAABAgQIECBAgAABAgQIEKgvICEBAgSuncBw7RILTIAAAQIECBAgQCAQECBAgAABAgQIECBAgAABAvUFJCRAgAABAscCrbWYTiYxFqNaLmO9XsYm21iYax3r1SoWi3lMp5Pol8a4ZSWrPDjd5/GVabuTomLH5cRaazGdTcaM6/UqNpm7tzxer5ax7CZpM+1GrSnGFTYCBAgQIEDgigmYLgECBAgQIECAAAECBAgQIFBfQEICBAgQIECAAAECBAgQIECgvoCEBAgQIECAAAECBAgQIECAQH0BCQkQIECAAAECBAgQIECAAIH6ApcnoYJcl+e3MBMCBAgQIECAAAECBAgQqCYgDwECBAgQIECAAAECBAgQIFBfQMJLL9CGFpPpZCzItVotxgJcWYxqs16Nxany+Lgg1zSGNsTpdlzOKmJ3hYpyvZhrn3x/jVFazz+dTmOxXERm3dtbR2bP41U3WPbzWZArjfLa8SZvBAgQIECAAAEurRuGAAAQAElEQVQCBAgQIPCqgE8ECBAgQIAAAQIECBAgQIBAfQEJCRAgQIAAAQIECBAgQIAAgfoCEhIgQIAAAQIECBAgQIAAAQL1BSQkQIAAAQIECBAgQIBAFxh68yJAoLCAaAQIECBAgAABAgQIECBAgEB9AQkJECBAgAABAgQIECBA4LsFhtZiOpnEfDaPLD61Xi/HolxZlGqzWfXjZSzm85hNp9FaywpcMW4vFeJ6Uehq/OJyvr06x+NyXLvYRebPbMvFfCzEtdmsY91b5l+vlrHKglzdJo3y2suZzqxSQCNAgAABAgQIECBAgAABAgTqC0hIgAABAgQIECBAgAABAgQI1BeQkAABAgQIECBAgAABAgQIEKgvICEBAgQIECBAgAABAgQIECBQX0BCAgQIECBA4HILDJd7emZHgAABAgQIXBEB0yRAgAABAgQIECBAgAABAgTqC0hIgAABAgQIELiyAsMwxHQ6GYtuZfGt1WoZWZjqxv5e7O9tYr1axXw+i8lkOC7KFfFiH1dxay1an3drLYaeKbNl5r2edX9vL/bW67EQ12I+7y7T3iYxdKOwESBAgACBCAYECBAgQIAAAQIECBAgQIBAfQEJCRAgQIAAAQIECBAgQIAAgfoCEhIgQIAAAQIECBAgQIAAAQL1BSQkQIAAAQIECBAgQIAAAQIE6gtISIDAewoM73mf2wgQIECAAAECBAgQIHABAoYkQIAAAQIECBAgQIAAAQIE6gtISIAAgY8r0FqL1o5bFp2aTCaxXMxjs17HJzf245NPbkQW58pzWbQrrxmG9q1J7Ha7b527LCden1vOvvUMk2EYi5Atl4vY2/S8n+zHp71tNqtYLBYxmU4i87bWXhiFjQABAgQIECBAgMC5CBiEAAECBAgQIECAAAECBAgQqC8gIQECBAgQIECAAAECBAgQIFBfQEICBAgQIECAAAECBAgQIECgvoCEBAgQIECAAAECBAgQIEDg6gkMV2/KFzxjwxMgQIAAAQIECBAgQIAAAQL1BSQkQIAAAQIECBAgQIAAAQIEygm0dlx0KotuZTGqvSxQlQW5etvbrCKLVk2n0xiGvG4YC1RdVYTWWgxtiMxymjeLjn1640ZkEbI8XizmMZ1Mx5yttbARIECAAAECBAgQIECAAIGSAkIRIECAAAECBAgQIECAAAEC9QUkJECAAAECBAgQIECAAAECBOoLSEiAAAECBAgQIECAAAECBAjUF5CQAAECBAgQIECAwEcUGD5iX7oiQIAAgY8ooCsCBAgQIECAAAECBAgQIECgvoCEBAgQIECAAAECBAicj0Br7UXhqclkGlmMarNZxaef7I9tb7Pu5xZxXJBrOLn2eG673e744Aq8n861xx0zDMMwZlou55EZP+l5s2VBruViEZPJZLyutTbuw0aAwJkI6JQAAQIECBAgQIAAAQIECBCoLyAhAQIECBAgQIAAAQIECBAgUF9AQgIECBAgQIAAAQIECBAgQKC+gIQECBAgQIAAAQIECBAgQIBAfQEJCRAgQOB6CAzXI6aUBAgQIECAAAEC3yHgNAECBAgQIECAAAECBAgQIFBfQEICBAgQIEDgRKC1Flmkaj6bxXK5jCxMtbe3Gffr9bKfW8R8Po/ZbDpe1+LqbC+XDRuGyZhh0bOslotYr1axWa9jb9Oz9n0W45p1g2EYFOK6Oj+xmRIgQIAAgR8S8D0BAgQIECBAgAABAgQIECBQX0BCAgQIECBAgAABAgQIECBAoL6AhAQIECBAgAABAgQIECBAgEB9AQkJECBAgAABAgQIECBAgACB+gISXrDAcMHjG54AAQIECBAgQIAAAQIEroWAkAQIECBAgAABAgQIECBAgEB9AQkJXA2BNrSYTCcxn8/GAlzr1TLW69VJwap1bDarWCzmMZtOI6+Nvu12L5e76icu46vPMWeZc571fFl0ayw4ttnE3mY9Zsysy+VizJ4Gee1ljGJOBAgQIECAAAECBAhcZgFzI0CAAAECBAgQIECAAAECBOoLSEiAAAECBAgQIECAAAECBAjUF5CQAAECBAgQIECAAAECBAgQqC8gIQECBAgQIECAAAECBK6vgIJc1/e3v37JJSZAgAABAgQIECBAgAABAgTqC0hIgAABAgQIECBAgAABAgR+QGBoLaaTScxns8iiVavTglybdezvbWKzXo/np9NptNbishfjyiJccbrtduOcp7NpLJfzyIJcp5k261Vk1syc2dMgLeIqbuZMgAABAgQIECBAgAABAgQI1BeQkAABAgQIECBAgAABAgQIEKgvICEBAgQIECBAgAABAgQIECBQX0BCAgQIECBAgAABAgQIECBAoL6AhAQIECBAgACBSyigINcl/FFMiQABAgSutoDZEyBAgAABAgQIECBAgAABAvUFJCRAgAABAgQIELi6Aq21mEwmMcuCXMtFrFaryGJVe5t17G02/Xgdy34+i1q11uKVbffKp8vxoc+pv+K0tdYii4ktFoueZRV7e5lrHeueM1sW5MrsadDaa/kuRyKzIECAwKURMBECBAgQIECAAAECBAgQIECgvoCEBAgQIECAAAECBAgQIECAQH0BCQkQIECAAAECBAgQIECAAIH6AhISIECAAAECBAgQIECAAAEC9QUkJECAwLsIDO9ysWsJECBAgAABAgQIELg0AiZCgAABAgQIECBAgAABAgQI1BeQkAABAgTOSGAYhphOJ71NYzGfx3K5jM1mHfv7m7GtVsuYz2cxGYZ4uWZVFr2KS7q1Pq+c62SY9LnPxwJc+/t7caO3zHaaaTqbxnQyiWHIO8JGgAABAgQIECBw8QJmQIAAAQIECBAgQIAAAQIECNQXkJAAAQIECBAgQIAAAQIECBCoLyAhAQIECBAgQIAAAQIECBAgUF9AQgIECBAgQIAAAQIECBAgQOCKCAzvP093EiBAgAABAgQIECBAgAABAvUFJCRAgAABAgQIECBAgAABAgTqC1yvhK21aO24ZWGuyXQSy8U8NutVfHJjf2x7m3U/t4gsXpXXjMWr+j3RIi5TUa5xLn1OrbVoQ4uc63R2kmez6ln24kbPtO7ZFj3jJAtxtX5tth6mH4WNAAECBAgQIECAAAECBK6LgJwECBAgQIAAAQIECBAgQIBAfQEJCRAgQIAAAQIECBAgQIAAgfoCEhIgQIAAAQIECBAgQIAAAQL1BSQkQIAAAQIECBAgQOBDBRTk+lBB9xMgcPYCRiBAgAABAgQIECBAgAABAgTqC0hIgAABAgQIECBAgACBcxZorUVrLaaTSSwWi9hs1vHJJ8cFufJ4uVzEdDodi1y1NkSLk223uxRFucZiXH0uOauc29DnmAW5Zn3OOffMkMW4btzY69lWPeO855lEG1q01iL6a2xhI3COAoYiQIAAAQIECBAgQIAAAQIE6gtISIAAAQIECBAgQIAAAQIECNQXkJAAAQIECBAgQIAAAQIECBCoLyAhAQIECBAgQIAAAQIECBAgUF9AQgIECBAgUFhgKJxNNAIECBAgQIDAOwm4mAABAgQIECBAgAABAgQIEKgvICEBAgQIECBAIAVaa9HacZuMBbnmsVmv45Mb+5FFufJ4uVjEi4Jcp0Ws+s2nhbDGff98Ea9x7N03hcFa61n6HCfDMM45554FucY8PVPmWSzmkVlb69eetLARIECAAIGiAmIRIECAAAECBAgQIECAAAEC9QUkJECAAAECBAgQIECAAAECBOoLSEiAAAECBAgQIECAAAECBAjUF5CQAAECBAgQIECAAAECBAgQqC8gIYGLEFCQ6yLUjUmAAAECBAgQIECAwHUWkJ0AAQIECBAgQIAAAQIECBCoLyAhAQJXRKC1FsNkiNlsFsvlYizKtbdZx2azivV6Gat+LgtZzabT8bo42U4LYp18PP/dS8W4cvAxQ59jzjXnnHPfrFcxZlmvx2yZMa9rrUX0V9gIECBAgAABAgQIEPhQAfcTIECAAAECBAgQIECAAAEC9QUkJECAAAECBAgQIECAAAECBOoLSEiAAAECBAgQIECAAAECBAjUF5CQAAECBAgQIECAAAECBK6ZwHDN8oo7CngjQIAAAQIECBAgQIAAAQIE6gtISIAAAQIECBAgQIAAAQIECLyNQGstJpNJzGbTWCznsVotI4tZbTbr2N/fi9xnsa4sytVai91uF/0tLnzr89jtdtFai5xbznFvsxnnnPvMkFkyU2bLjK21C5+2CRAgQIAAAQIECBAgQIAAAQLvKuB6AgQIECBAgAABAgQIECBAoL6AhAQIECBAgAABAgQIECBAgEB9AQkJECBAgAABAgQIECBAgACB+gISEiBAgAABAgQIXBaB4bJMxDwIECBAoKCASAQIECBAgAABAgQIECBAgEB9AQkJECBAgAABAgQIXHGBobWYTiYxn81iuViMBbnW61VkUav9vc24z2JX0+k0+qWRBbl2EXHa+uG5vk7HHfe73TinnFvOcS+LiPU5ZxGx9Xo9ZslMmS0zZtZznazBCBCoIyAJAQIECBAgQIAAAQIECBAgUF9AQgIECBAgQIAAAQIECBAgQKC+gIQECBAgQIAAAQIECBAgQIBAfQEJCRAgQIAAAQIECBAgQIAAgfoCEhIgQIDADwooyPWDRC4gQIAAAQIECBC47ALmR4AAAQIECBAgQIAAAQIECNQXkJAAAQIECJyVQGstJpMhZvNZLBbzsYhVFrM6LW6V+yxqNZtOovX/ZEGu2O3iRYtz3l4aO+eSc5pNp7FaLMfiYft7e32/js16NWbJTLOeLTO21sJGgAABAgQIELjMAuZGgAABAgQIECBAgAABAgQI1BeQkAABAgQIECBAgAABAgQIEKgvICEBAgQIECBAgAABAgQIECBQX0BCAgQIECBAgAABAgQIECBAoL7AVU44XOXJmzsBAgQIECBAgAABAgQIEDhHAUMRIECAAAECBAgQIECAAAEC9QUkvKYCwzDEZDKJLGy1mM9jtVzEZrOK/f293jaxXi9j3s9PJkO01qK/xYVvfR6ttT7voc9tFqs+x/39TdzobbNZx7JnyCyZadKzDT1j2AgQIECAAAECBAgQIEAgBTQCBAgQIECAAAECBAgQIECgvoCEBAgQIECAAAECBAgQIECAQH0BCQkQIECAAAECBAgQIECAAIH6AhISIECAAAECBAgQIEDgvQSG97rLTQQIXJCAYQkQIECAAAECBAgQIECAAIH6AhISIECAAAECBAgQIECAwLkKtBZZYKu1Fm04Lsy1WMxjvV7HjRt7cWN/Lzb9OAtcTWfTmAxDDK1f21v0bbfbRfRXPzzbVx9jHKuP0lob5zAZhpj1OeXcNuvVONec87ofZ4YsxNX6Na21yIxjC9vlEDALAgQIECBAgAABAgQIECBAoL6AhAQIECBAgAABAgQIECBAgEB9AQkJECBAgAABAgQIECBAgACB+gISEiBAgAABAgQIECBAMQcQTAAAEABJREFUgAABAvUFJCRAgAABAgSqCSjIVe0XlYcAAQIECHwMAX0QIECAAAECBAgQIECAAAEC9QUkJECAAAECBAgQGAVafx9ba5GFtqaTSSzm8/imwNV+bDbrWCwWMZtOYzIZYjgtchXH2y4rcu2Oj8/kvfc9jnHSeWttnEPOJee07HPLOWYxrv2xgNgqMkNmyUyttWgRYwsbAQIECFwvAWkJECBAgAABAgQIECBAgACB+gISEiBAgAABAgQIECBAgAABAvUFJCRAgAABAgQIECBAgAABAgTqC0hIgAABAgQIECBAgAABAgQI1BeQkACBcxNQkOvcqA1EgAABAgQIECBAgMDrAj4TIECAAAECBAgQIECAAAEC9QUkJECAwFUQaK1Fa8dtMp3EYjGP9XoVN/b3xpbFuZbLecxm0xgmkxiG42ujb7vdrr9HvFwwazzxEd9O+z4dq7U2zmHS55JzyrnlHE/nm3PPDJmlteO5ttbCRoAAAQIECBAgQOCsBPRLgAABAgQIECBAgAABAgQI1BeQkAABAgQIECBAgAABAgQIEKgvICEBAgQIECBAgAABAgQIECBQX0BCAgQIECBAgAABAgQIECBwHQSG6xDyezL6igABAgQIECBAgAABAgQIEKgvICEBAgQIECBAgAABAgQIECBQX+CDE2a5qtZaDMMQs9kslotFbNbr2Nusx/16tYrVctnPZ2GuWUyGIU6300JZp5/PYn86RuudT4bhZI7zcU45t5zr5mSuOffMkFlaa9HCRoAAAQIECBAgQIAAAQIESggIQYAAAQIECBAgQIAAAQIECNQXkJAAAQIECBAgQIAAAQIECBCoLyAhAQIECBAgQIAAAQIECBAgUF9AQgIECBAgQIAAAQIXKjBc6OgGJ0CAwLUREJQAAQIECBAgQIAAAQIECBCoLyAhAQIECBAgQIAAAQIVBFprMZlMYjabxmIxj9VqGev1Kvb2NrG/vxd7m00sl4uY9u9ba3FaKCt20Y/jo2+73m/2nR2PY/Uxc+xVn0POZZxTn9umz3G1Wo1zzrlnhtZa3qYRIPBRBXRGgAABAgQIECBAgAABAgQI1BeQkAABAgQIECBAgAABAgQIEKgvICEBAgQIECBAgAABAgQIECBQX0BCAgQIECBAgAABAgQIECBAoL6AhAQIECBA4M0Cw5tPO0uAAAECBAgQIHAlBUyaAAECBAgQIECAAAECBAgQqC8gIQECBAgQIHCmAkNrMZ1MYj6bxXKxGAtyZbGrvc06bmRBrr31WJBrNp1Gay22u11koaz+HnFaOasffbxX9txbHyfHaq1Fjp1FwbJI2DinPrcsGrZeLcc559wzQ2b5ePPQEwECBAgQIHCuAgYjQIAAAQIECBAgQIAAAQIE6gtISIAAAQIECBAgQIAAAQIECNQXkJAAAQIECBAgQIAAAQIECBCoLyAhAQIECBAgQIAAAQIECBAgUF9AwisnoCDXlfvJTJgAAQIECBAgQIAAAQIXL2AGBAgQIECAAAECBAgQIECAQH0BCQlcV4HWWkwmQ8xms1gs5rFermK9Wcfe3jr29zd9v4nVYhHT6TRy222zWFYenW3b7SJyrNaHybGXi+U4l/2xSNgmNn2Oq+VynHPOPTO0llf3G7wIECBAgAABAgQIECDwHQJOEyBAgAABAgQIECBAgAABAvUFJCRAgAABAgQIECBAgAABAgTqC0hIgAABAgQIECBAgAABAgQI1BeQkAABAgQIECBAgAABAgTeXkBBrre3cuXlEjAbAgQIECBAgAABAgQIECBAoL6AhAQIECBAgAABAgQIECBA4EIEhmGIyWQSs9k05vNZrJaL2KzXsb+319smVuvVeD6vGYYW51H3KsfIsXLMxXwe6/VynEvOadPntuxznPe55pzzmsxwIXjvPqg7CBAgQIAAAQIECBAgQIAAgfoCEhIgQIAAAQIECBAgQIAAAQL1BSQkQIAAAQIECBAgQIAAAQIE6gtISIAAAQIECBAgQIAAAQIECNQXkJAAAQIECBAgUEJgKJFCCAIECBAgcGYCOiZAgAABAgQIECBAgAABAgTqC0hIgAABAgQIECBA4GWB1j+0aC3bEJPpJBanBbD2N7G/vxeb9SrGAliz2Vi4K4tftdYiosVuFxHZ+u6DXr2P3dhZRGstcozJWCRsNo6dRbhyLvt9Tuv1cpxjzrW1IVprEXHawkaAAAECo4A3AgQIECBAgAABAgQIECBAoL6AhAQIECBAgAABAgQIECBAgEB9AQkJECBAgAABAgQIECBAgACB+gISEiBAgAABAgQIECBAgAABAvUFJCRAgMDZCgxn273eCRAgQIAAAQIECBB4KwEXESBAgAABAgQIECBAgAABAvUFJCRAgACBKyGQtayOW4thaDGdTGK+mMV6tRqLcd3Y37woyDWbT18qyHX6CMbuuB7XLt5/6/ee9DL2MfQJTYbheC59zCwGtl6vIucyFuTqc1ss5uP3w9CitWzR92EjQIAAAQIECBA4bwHjESBAgAABAgQIECBAgAABAvUFJCRAgAABAgQIECBAgAABAgTqC0hIgAABAgQIECBAgAABAgQI1BeQkAABAgQIECBAgAABAgQIECgrcPrXoKJsQsEIECBAgAABAgQIECBAgACBFwIOCBAgQIAAAQIECBAgQIAAgfoCEn64QGtZ0Oq4TSaTWMznMRbA2tuMRbnWm3VkUazZbBbT6eS4KFe/J/q22/W3eLmcVn5+t3Z69+64s2itxTAZxrFyzBx7szkpELa3F6v1MuZ9jjnX1o7n3VoLGwECBAgQIECAAAECBAjUFZCMAAECBAgQIECAAAECBAgQqC8gIQECBAgQIECAAAECBAgQIFBfQEICBAgQIECAAAECBAgQIECgvoCEBAgQIECAAAECBAicv8Bw/kMakQCBay4gPgECBAgQIECAAAECBAgQIFBfQEICBAgQIECAAAECBAhceYGsZ9VaGwthZRGsxeK4KNfeZh2b9Wps69XypDDXdLyuXx6RxbhOinL1D+/9+qYYV4wFv+az2ThWjrleL/v468i5rPtclotFzGbTkzm0OJ7Hew/tRgJvK+A6AgQIECBAgAABAgQIECBAoL6AhAQIECBAgAABAgQIECBAgEB9AQkJECBAgAABAgQIECBAgACB+gISEiBAgAABAgQIECBAgAABAvUFJCRAgAABAgReElCQ6yUMhwQIECBAgEAlAVkIECBAgAABAgQIECBAgACB+gISEiBAgAABAgTOXqC1FpPJEKcFsVarZWw2q9jbbOLG/t64Xy2XY0Gs6Nt2t8uSXNF3Y+un3ul1el/W9Mq+IlpMZ9OxGFeOud/H3O9j5xxyLsvlvM9tGtPJJIY+17ARIECAAIFyAgIRIECAAAECBAgQIECAAAEC9QUkJECAAAECBAgQIECAAAECBOoLSEiAAAECBAgQIECAAAECBAjUF5CQAAECBAgQIECAAAECBAgQqC8gIYGrITBcjWmaJQECBAgQIECAAAECBC6pgGkRIECAAAECBAgQIECAAAEC9QUkJEDgWgu01mIymcRsNovFYhHrLMi1Xsfe3mYsyLXf98vlIqbTabTWYrfbjS0iS2pli3fc8p7jPna7be8zxr6Xy+WLMXPszXoVWZAr55Rzyzm21t5xLJcTIECAAAECBAgQIPBCwAEBAgQIECBAgAABAgQIECBQX0BCAgQIECBAgAABAgQIECBAoL6AhAQIECBAgAABAgQIECBAgEB9AQkJECBAgAABAgQIECBAgMAPCAw/8L2vr4CAKRIgQIAAAQIECBAgQIAAAQL1BSQkQIAAAQIECBAgQIAAAQIELkZgaC2mk0nM57NYLuaxWq1is17H/l5v+3ux1/er5SJm02lEi9htT4ppxbtvp3eMJbmysFfvK/r4s+kkcowca/9kzHWfQxYHyznN+twmk6Ff2idw2ok9AQIECBAgQIAAAQIECBAgcCkFTIoAAQIECBAgQIAAAQIECBCoLyAhAQIECBAgQIAAAQIECBAgUF9AQgIECBAgQIAAAQIECBAgQKC+gIQECBAgQIAAAQJXV2C4ulM3cwIECBA4ZwHDESBAgAABAgQIECBAgAABAvUFJCRAgAABAgQIECBA4A0CwzDEZDIZi26NhbmWi8iCWPv7m9jf28RqtRwLduU1bWhjYaz2hn7e9lTe21qLdjLufD4fx8ixbvQxsyBYFujKuUyn07FgWM7xbft3HQEC114AAAECBAgQIECAAAECBAgQIFBfQEICBAgQIECAAAECBAgQIECgvoCEBAgQIECAAAECBAgQIECAQH0BCQkQIECAAAECBAgQIECAAIH6AhISIECAwBkIDGfQpy4JECBAgAABAgQIfICAWwkQIECAAAECBAgQIECAAIH6AhISIECAAIErJNBaRG+ttcgCWdPJJBbzWaxXy7EYVxbJ2qxXMRbIms1iOp3EZBj6LS1y2+12kS2Pv6/lNdnymtba2Ef2tZjNxr5zjBxr77UCYFmIq7U2jtdaCxsBAgQIECBA4PIImAkBAgQIECBAgAABAgQIECBQX0BCAgQIECBAgAABAgQIECBAoL6AhAQIECBAgAABAgQIECBAgEB9AQkJECBAgAABAgQIECBAgACB+gLXK+FwveJKS4AAAQIECBAgQIAAAQIETgTsCBAgQIAAAQIECBAgQIAAgfoCEhL4CAJZ4mpsrcXQ22Qyifl8HqvVMvY2m8gCWev1KpbLxVioa9a/n0yGsUBW9O20yNbpvp/61uv0u9N9ay0mvZ/ZZNrHmo195xhjQa4+Zo6dc8hrWmsvxgobAQIECBAgQIAAAQIErqOAzAQIECBAgAABAgQIECBAgEB9AQkJECBAgAABAgQIECBAgACB+gISEiBAgAABAgQIECBAgAABAvUFJCRAgAABAgQIECBAgMA5CQznNI5hCBB4g4BTBAgQIECAAAECBAgQIECAQH0BCQkQIECAAAECBAgQIEDg6gu0dlz0qrUWk2EyFslaLZext7eO/f1NZLGsLMg1n81iOp32a4YYhhan22mhrdPPb9q/fE3eOxmGsa/sM/verFfjWPt9zHUfez6f9XEmYzGu1tq4D9uFCRiYAAECBAgQIECAAAECBAgQqC8gIQECBAgQIECAAAECBAgQIFBfQEICBAgQIECAAAECBAgQIECgvoCEBAgQIECAAAECBAgQIECAQH0BCQkQIECAAAECCnJZAwQIECBAoL6AhAQIECBAgAABAgQIECBAgEB9AQkJECBAgAABAgTOWKD1/ltrMUyGmM1msVjOx0Jcm/U6sljWer2K1XoZWTxrNhbLOn4k4+VCW7tdfGt7+dzptZNhEtlH9pX9Zv+bcZz1OOaij51zyLm01r7VpxMECBAgUFZAMAIECBAgQIAAAQIECBAgQKC+gIQECBAgQIAAAQIECBAgQIBAfYH/n71/iZE0Sw+DvfW4DvwAABAASURBVPd8EZFZWVVdfZ3pnhuHwyFNwhC0GYBazI4AF8QPwgBXgkAD0xDAjTcWd6YBCgRM72jvBAgQRBhayBvDBmFoIfjHP4C5+AVpIwjGT80MOT3T0z3Tt+nu6a6qzLh8n897IiJvndVdl8yqzC+f6Hjju1/OE29mRmaft44WEiBAgAABAgQIECBAgAABAuMX0EICBAgQIECAAAECBAgQIEBg/AJaSIDAJRZY/+tPl/gG3RoBAgQIECBAgAABAldFwH0SIECAAAECBAgQIECAAAEC4xfQQgIECBAopcRkMomd2Sxu7O7G3t5e3Lp1M27fuhV3bt+O27dvxd6N3ZhOp5GPvu+jH4ZYD7Z1xohcsd6W++S+ecx0OmnnuH37ZjyX56znvnlrL/Jaec289rTeQ1fvJfcXBAgQIECAAAECBM5XwNkIECBAgAABAgQIECBAgACB8QtoIQECBAgQIECAAAECBAgQIDB+AS0kQIAAAQIECBAgQIAAAQIExi+ghQQIECBAgAABAgQIECBAgMBZAuMakOusFlpHgAABAgQIECBAgAABAgQIjEtAawgQIECAAAECBAgQIECAAIHxC1ziFpZS2oBcs9ksdm/sxs29G3Hz5s1og2c9dztu37oZN3ZvxHQ2jSjRBuLKwbgy4gGP3LaNPCaPzYG3bt+6Fc89d6ue+1bcqtfIa+U189o5KFgp9QIPOKfVBAgQIECAAAECBAgQIEDg0gu4QQIECBAgQIAAAQIECBAgQGD8AlpIgAABAgQIECBAgAABAgQIjF9ACwkQIECAAAECBAgQIECAAIHxC2ghAQIECBAgQIAAgSsm0F2x+3W7BAgQuBQCboIAAQIECBAgQIAAAQIECBAYv4AWEiBAgAABAgQIECBA4CyBrpSYTiaxszOLHDRr7+Ze3Lp1M9aDZ91ug2fduLEb0+k0x9aKfhjaoFzxBY8ckCv3LXW/PDbPcXyQr7xGXiuvOavXNiBXhfIkcA4CTkGAAAECBAgQIECAAAECBAiMX0ALCRAgQIAAAQIECBAgQIAAgfELaCEBAgQIECBAgAABAgQIECAwfgEtJECAAAECBAgQIECAAAECBMYvoIUECBAgQOC8BAzIdV6SzkOAAAECBAgQOH8BZyRAgAABAgQIECBAgAABAgTGL6CFBAgQIECAwBUU6LoSOSDWbDo9HJjr5s29uH3rZhucKwfTym1dd9QtYxiiDcyVA299NuLwkcfksXmOHIQrB+XKc+dAXDkIWA7WlQOCdfUeDg8yQ4AAAQIECFx2AfdHgAABAgQIECBAgAABAgQIjF9ACwkQIECAAAECBAgQIECAAIHxC2ghAQIECBAgQIAAAQIECBAgMH4BLSRAgAABAgQIECBAgAABAgTGL6CF10Dg6F9+ugaN1UQCBAgQIECAAAECBAgQOEvAOgIECBAgQIAAAQIECBAgQGD8AlpIgMC5CZQSUaOUEqUrMekmsTObRg6YlQNn3dzbixxMKwfPmkwm0dV9SuRjaANy9f0QxyMH54oYotT/cjCuPCaPzXPcurkXt+r5dnd3Y1avMek25yt1703kmQUBAgQIECBAgAABAgTWAl4JECBAgAABAgQIECBAgACB8QtoIQECBAgQIECAAAECBAgQIDB+AS0kQIAAAQIECBAgQIAAAQIExi+ghQQIECBAgAABAgQIECBwkQLdRZ7cuQk8tIAdCRAgQIAAAQIECBAgQIAAgfELaCEBAgQIECBAgAABAgQIEBiBQKltaFFKdDUmky5ms1nc2N2JHJArB9G6sbsbO3XddDqp+3RRSol85OBbw9DHyRhyU90n2r7T6bQdmwNy5eBeec4bN3baNfJapZS6b2nHXMoXN0WAAAECBAgQIECAAAECBAiMX0ALCRAgQIAAAQIECBAgQIAAgfELaCEBAgQIECBAgAABAgQIECAwfgEtJECAAAECBAgQIECAAAECBMYvoIUECBAgQIAAgWsq0F3Tdms2AQIECFxTAc0mQIAAAQIECBAgQIAAAQIExi+ghQQIECBAgAABAgQuWqCU0gbFKqVEDpI1m01j98ZuHA2gtRuznVndNomu69q+UR99P8RZUTe1fbqutGN26rE5qFcO7tUG5GoDfE2jm6zPVcr6+uFBgACBayyg6QQIECBAgAABAgQIECBAgMD4BbSQAAECBAgQIECAAAECBAgQGL+AFhIgQIAAAQIECBAgQIAAAQLjF9BCAgQIECBAgAABAgQIECBAYPwCWkiAAIHLJtBdthtyPwQIECBAgAABAgRGIKAJBAgQIECAAAECBAgQIECAwPgFtJAAAQIErrlAqe0vpURXuphNp7G7sxM5eNatmzc3071oA2rt3Yjd3Z2Y1n1y8K5SSht8q5T1NNfltt3d3TagVx6T57h1q54nY29vffxsGl3XtWPDgwABAgQIECBA4GkJuA4BAgQIECBAgAABAgQIECAwfgEtJECAAAECBAgQIECAAAECBMYvoIUECBAgQIAAAQIECBAgQIDA+AW0kAABAgQIECBAgAABAgQIEBi/wEO3sHvoPe1IgAABAgQIECBAgAABAgQIXDIBt0OAAAECBAgQIECAAAECBAiMX0ALL7tA15U22Nbu7k7s3bgROZDWneduxwvP34mXXnwhXnjh+Xju9u022NbObKftmwNwbSPX3dzbq/vcihfrvnnM8/XYPMftWzdjLwf02lkf15Vy2TncHwECBAgQIECAAAECBAg8loCDCBAgQIAAAQIECBAgQIAAgfELaCEBAgQIECBAgAABAgQIECAwfgEtJECAAAECBAgQIECAAAECBMYvoIUECBAgQIAAAQIECFwFge4q3KR7JEDgEgu4NQIECBAgQIAAAQIECBAgQGD8AlpIgAABAgQIECBAgAABAg8UKKXEdDqJ3Z2duLl3I27fvhl3nnsuckCuF198IV588fl47rnbsXfzRsx2Zm3f3H8bO3XdzbrtTt3nxRfvxEt1/zw2j9kOyLWzuxPTySRKMSBXeFycgDMTIECAAAECBAgQIECAAAEC4xfQQgIECBAgQIAAAQIECBAgQGD8AlpIgAABAgQIECBAgAABAgQIjF9ACwkQIECAAAECBAgQIECAAIHxC2ghAQIECBAg8EQCBuR6Ij4HEyBAgAABAk9LwHUIECBAgAABAgQIECBAgACB8QtoIQECBAgQIEDgKgqU0sV0Oo3d3Z3YywG5bt2MO3dux/PP34mXckCuF56PHGzr5t5e5OBbue/xmO3M6nF7bdCuF+u+ecwLzz/XjrlVz5Xn3N3ZadfIa4UHAQIECBC44gJunwABAgQIECBAgAABAgQIEBi/gBYSIECAAAECBAgQIECAAAEC4xfQQgIECBAgQIAAAQIECBAgQGD8AlpIgAABAgQIECBAgAABAgQIjF9ACwmMVaAba8O0iwABAgQIECBAgAABAo8h4BACBAgQIECAAAECBAgQIEBg/AJaSIAAgXMVKCWi67qYTidtwK0bN3YjB9J6/vnn4uWXXohXXn6pTV+q8znY1osvPh/HI9flfhnbffPY27duRp5rZzZr585r5LXCgwABAgQIECBAgACBhxGwDwECBAgQIECAAAECBAgQIDB+AS0kQIAAAQIECBAgQIAAAQIExi+ghQQIECBAgAABAgQIECBAgMD4BbSQAAECBAgQIECAAAECBAicu0B37md0wicUcDgBAgQIECBAgAABAgQIECAwfgEtJECAAAECBAgQIECAAAECBMYkkANllVKi60rMptO4uXcjnr/zXLz88ovx6pdfia+89uX42ldfi298/Svxa9/4aotv1mlGrsttuU/um8fcufNc7NVz5LnynKWUqM/wIECAAAECBAgQIECAAAECBC6bgPshQIAAAQIECBAgQIAAAQIExi+ghQQIECBAgAABAgQIECBAgMD4BbSQAAECBAgQIECAAAECBAgQGL+AFhIgQIAAAQIECFwnAQNyXad3W1sJECBwXMA8AQIECBAgQIAAAQIECBAgMH4BLSRAgAABAgQIECBA4MIFSsnBsrbRxXQ6bYNp3XnuuXj5pc2AXF/JAblejRx865vf+Fpk/Fqdtvj6V+JrX301vlL3aQNy1WOer8fmgFx5rlK6KGV7/hIeBAgQ+IyAFQQIECBAgAABAgQIECBAgMD4BbSQAAECBAgQIECAAAECBAgQGL+AFhIgQIAAAQIECBAgQIAAAQLjF9BCAgQIECBAgAABAgQIECBAYPwCWkiAAAECl0KguxR34SYIECBAgAABAgRGK6BhBAgQIECAAAECBAgQIECAwPgFtJAAAQIECFx3gVJKGzSr60rMZtO4uXcjnr9zO155OQfkejlee+3L8bWvvhbf+MZX49eOxTfrfK7LbV+p+7z65Zfj5XrMnXpsniPPlecspbTzX3dn7SdAgAABAgSerYCrEyBAgAABAgQIECBAgAABAuMX0EICBAgQIECAAAECBAgQIEBg/AJaSIAAAQIECBAgQIAAAQIECIxfQAsJECBAgAABAgQIECBAgACB8Qto4ecLGJDr831sJUCAAAECBAgQIECAAIGrIeAuCRAgQIAAAQIECBAgQIAAgfELaCGBSy1QynrQrK7rYjqbxe7uTuzt3Yjbt2/F88/djhdfuBMvv/hCG3ArB93KwbpymutyW+6T++ZAXHnsrJ4jz1XK+rzhQYAAAQIECBAgQIAAgeshoJUECBAgQIAAAQIECBAgQIDA+AW0kAABAgQIECBAgAABAgQIEBi/gBYSIECAAAECBAgQIECAAAEC4xfQQgIECBAgQIAAAQIECFxage7S3pkbI3DlBNwwAQIECBAgQIAAAQIECBAgMH4BLSRAgAABAgQIECBAgAABAl8sUHKXHEirTkspMZlMYjabrgfpurEbezVubGI9+Na07VNKiXyUsp7mvHgWAq5JgAABAgQIECBAgAABAgQIjF9ACwkQIECAAAECBAgQIECAAIHxC2ghAQIECBAgQIAAAQIECBAgMH4BLSRAgAABAgQIECBAgAABAgTGL6CFBAgQIECAAIFHFzAg16ObOYIAAQIECDxbAVcnQIAAAQIECBAgQIAAAQIExi+ghQQIECBAgAABAldeoA2pVUp0NaaTSezMZnFjd6fG7mHs7e62QbpmdVsO2lVKiVJKeBAgQIDANRHQTAIECBAgQIAAAQIECBAgQGD8AlpIgAABAgQIECBAgAABAgQIjF9ACwkQIECAAAECBAgQIECAAIHxC2ghAQIECBAgQIAAAQIECBAgMH4BLSRAYFQC3ahaozEECBAgQIAAAQIECJybgBMRIECAAAECBAgQIECAAAEC4xfQQgIECBC4WIEcWquUEjnYVg66tbu7G3s3juJGnc91uS33KSWPCA8CBAgQIECAAAEC5yrgZAQIECBAgAABAgQIECBAgMD4BbSQAAECBAgQIECAAAECBAgQGL+AFhIgQIDzRA7BAAAQAElEQVQAAQIECBAgQIAAAQLjF9BCAgQIECBAgAABAgQIECBA4HwELvOAXOfTQmchQIAAAQIECBAgQIAAAQIELrOAeyNAgAABAgQIECBAgAABAgTGL3CtW1hKia4rMem6mE4mMZ1OT0ZdN+m6tk8pJTwIECBAgAABAgQIECBAgMAVFXDbBAgQIECAAAECBAgQIECAwPgFtJAAAQIECBAgQIAAAQIECBAYv4AWEiBAgAABAgQIECBAgAABAuMX0EICBAgQIECAAAECoxcwINfo32INJEDgiwXsQYAAAQIECBAgQIAAAQIECIxfQAsJECBAgAABAgQIECBAgACB8QtoIQECBAgQIECAAAECBAgQIDB+AS0kQIAAAQIECBAgQIAAAQIExi+ghQQIECBAgAABAgQIECBAgMD4BbSQAAECBAgQIECAAAECBAgQGL+AFhIgQIAAgWcnYECuZ2fvygQIECBAgMB1E9BeAgQIECBAgAABAgQIECBAYPwCWkiAAAECBAgQIECAAAECBAiMX0ALCRAgQIAAAQIECBAgQIAAgfELaCEBAgQIECBAgAABAgQIECAwfgEtJECAAAECBAgQIECAAAECBMYvoIUECBAgQIAAAQIECBAgQIDA+AW0kMAZAgbkOgPFKgIECBAgQIAAAQIECFxlAfdOgAABAgQIECBAgAABAgQIjF9ACwkQIECAAAECBAgQIECAAIHxC2ghAQIECBAgQIAAAQIECBAgMH4BLSRAgAABAgQIECBAgAABAgTGL6CFBAgQIECAAAECBAgQIECAwPgFtJAAAQIECBAgQIAAAQIELpeAAbku1/sxlrvRDgIECBAgQIAAAQIECBAgQGD8AlpIgAABAgQIECBAgAABAgQIjF9ACwkQIECAAAECBAgQIECAAIHxC2ghAQIECBAgQIAAAQIECBAgMH4BLSRAgAABAgQIECBAgAABAgTGL6CFBAgQIECAAAECBAgQIECAwPgFtJAAAQIECBAgQOAhBQzI9ZBQdiNAgACByyjgnggQIECAAAECBAgQIECAAIHxC2ghAQIECBAgQIAAAQIECBAgMH4BLSRAgAABAgQIECBAgAABAgTGL6CFBAgQIECAAAECBAgQIECAwPgFtJAAAQIECBAgQIAAAQIECBAYv4AWEiBAgAABAgQIECBAgAABAuMX0EICBAhcfQEDcl3991ALCBAgQIAAAQIELlrA+QkQIECAAAECBAgQIECAAIHxC2ghAQIECBAgQIAAAQIECBAgMH4BLSRAgAABAgQIECBAgAABAgTGL6CFBAgQIECAAAECBAgQIECAwPgFtJAAAQIECBAgQIAAAQIECBAYv4AWEiBAgAABAgQIECBAgAABAuMXuMAWGpDrAnGdmgABAgQIECBAgAABAgQIPIqAfQkQIECAAAECBAgQIECAAIHxC2ghAQIECBAgQIAAAQIECBAgMH4BLSRAgAABAgQIECBAgAABAgTGL6CFBAgQIECAAAECBAgQIECAwPgFtJAAAQIECBAgQIAAAQIECBAYv4AWEiBAgAABAgQIECAwTgEDco3zfdUqAo8r4DgCBAgQIECAAAECBAgQIEBg/AJaSIAAAQIECBAgQIAAAQIECIxfQAsJECBAgAABAgQIECBAgACB8QtoIQECBAgQIECAAAECBAgQIDB+AS0kQIAAAQIECBAgQIAAAQIExi+ghQQIECBAgAABAgQIECBAgMD4BbSQAAECBAgQeMoCBuR6yuAuR4AAAQIECKSAIECAAAECBAgQIECAAAECBMYvoIUECBAgQIAAAQIECBAgQIDA+AW0kAABAgQIECBAgAABAgQIEBi/gBYSIECAAAECBAgQIECAAAEC4xfQQgIECBAgQIAAAQIECBAgQGD8AlpIgAABAgQIECBAgAABAgQIjF9ACwkQ2AoYkGsrYUqAAAECBAgQIECAwPgEtIgAAQIECBAgQIAAAQIECBAYv4AWEiBAgAABAgQIECBAgAABAuMX0EICBAgQIECAAAECBAgQIEBg/AJaSIAAAQIECBAgQIAAAQIECIxfQAsJECBAgAABAgQIECBAgACB8QtoIQECBAgQIECAAAECBAgQuAQCBuS64DfB6QkQIECAAAECBAgQIECAAIHxC2ghAQIECBAgQIAAAQIECBAgMH4BLSRAgAABAgQIECBAgAABAgTGL6CFBAgQIECAAAECBAgQIECAwPgFtJAAAQIECBAgQIAAAQIECBAYv4AWEiBAgAABAgQIECBAgAABAuMX0EICBAgQIECAAAECnydgQK7P07GNAAECV0fAnRIgQIAAAQIECBAgQIAAAQLjF9BCAgQIECBAgAABAgQIECBAYPwCWkiAAAECBAgQIECAAAECBAiMX0ALCRAgQIAAAQIECBAgQIAAgfELaCEBAgQIECBAgAABAgQIECAwfgEtJECAAAECBAgQIECAAAECBMYvoIUECBAgcEUFDMh1Rd84t02AAAECBAgQeDYCrkqAAAECBAgQIECAAAECBAiMX0ALCRAgQIAAAQIECBAgQIAAgfELaCEBAgQIECBAgAABAgQIECAwfgEtJECAAAECBAgQIECAAAECBMYvoIUECBAgQIAAAQIECBAgQIDA+AW0kAABAgQIECBAgAABAgQIEBi/gBaet4ABuc5b1PkIECBAgAABAgQIECBA4MkFnIEAAQIECBAgQIAAAQIECBAYv4AWEiBAgAABAgQIECBAgAABAuMX0EICBAgQIECAAAECBAgQIEBg/AJaSIAAAQIECBAgQIAAAQIECIxfQAsJECBAgAABAgQIECBAgACB8QtoIQECBAgQIECAAAECBEYkYECuEb2ZmnK+As5GgAABAgQIECBAgAABAgQIjF9ACwkQIECAAAECBAgQIECAAIHxC2ghAQIECBAgQIAAAQIECBAgMH4BLSRAgAABAgQIECBAgAABAgTGL6CFBAgQIECAAAECBAgQIECAwPgFtJAAAQIECBAgQIAAAQIECBAYv4AWEiBAgAABAgSehoABuZ6GsmsQIECAAIEHC9hCgAABAgQIECBAgAABAgQIjF9ACwkQIECAAAECBAgQIECAAIHxC2ghAQIECBAgQIAAAQIECBAgMH4BLSRAgAABAgQIECBAgAABAgTGL6CFBAgQIECAAAECBAgQIECAwPgFtJAAAQIECBAgQIAAAQIECBAYv4AWEiBwzQUMyHXNE0DzCRAgQIAAAQIErouAdhIgQIAAAQIECBAgQIAAAQLjF9BCAgQIECBAgAABAgQIECBAYPwCWkiAAAECBAgQIECAAAECBAiMX0ALCRAgQIAAAQIECBAgQIAAgfELaCEBAgQIECBAgAABAgQIECAwfgEtJECAAAECBAgQIECAAAECBJ6VwNMbkOtZtdB1CRAgQIAAAQIECBAgQIAAgacn4EoECBAgQIAAAQIECBAgQIDA+AW0kAABAgQIECBAgAABAgQIEBi/gBYSIECAAAECBAgQIECAAAEC4xfQQgIECBAgQIAAAQIECBAgQGD8AlpIgAABAgQIECBAgAABAgQIjF9ACwkQIECAAAECBAgQ+IyAAbk+Q2IFAQJXXcD9EyBAgAABAgQIECBAgAABAuMX0EICBAgQIECAAAECBAgQIEBg/AJaSIAAAQIECBAgQIAAAQIECIxfQAsJECBAgAABAgQIECBAgACB8QtoIQECBAgQIECAAAECBAgQIDB+AS0kQIAAAQIECBAgQIAAAQIExi+ghQQIECBA4CoJGJDrKr1b7pUAAQIECBC4TAKX/16GiKGvsRpiyFgO0S9qzGsc9NHvr2N1v48W9+r0eNyty2fFp3V9jeWnqziMT+q8iCUDBnJADsgBOSAH5IAckANyQA7IgbHlgPbIaTkgB+SAHJADckAOyAE5IAfkgByQA+PPAe+x91gOyAE5IAfkgByQA3JADsgBOSAH5MBVyYFjfdhXn677ta/O6vOe6473jb/Xr/vM31/3oW996bNPffatXwwxLGtkn/uMPiKGGp4ECBAgQIAAAQIECBAgQIDAVRNwvwQIECBAgAABAgQIECBAgMD4BbSQAAECBAgQIECAAAECBAgQGL+AFhI4FwEDcp0Lo5MQIECAAAECBC6JQBb+1hgy+k1R8GKI/mBYFxBnYXEWIf9qFYuPa3y4iQ+Wsagxf38ZLd5bxHwTB+8uosU7dbqNX9T5jJ/XqYgDBgwuNAd8nfkakwNyQA7IATkgB+SAHJADckAOyAE5MP4c8B57j+WAHJADckAOyAE5IAfkgByQA3JADow/B7zH3mM5IAfkgByQA3JADsgBOXBuOZB92TO2/dtzuun3vu0H36ab/vHZV75F9p//aNX60i9/tYrVpzVy4K4cqOtgiGFRow3KlR3yYz0wV52tc54ECBB4SAG7ESBAgAABAgQIECBAgAABAuMX0EICBAgQIECAAAECBAgQIEBg/AJaSIAAAQIECBAgQIAAAQJXXcCAXFf9HXwa9+8aBAgQIECAwJUSyMG4or4MfcSwHKJf1Djoo7/fx+reKpaf1vhVjRyQ66NlLH6ZsYr5B3VaY/7+ItqgXO8v4+C9Zcwz3q3TGgdZqJyRxcs5ANF2mvOb2K9TsQgGDOSAHJADcuDK5YCf4X5+ywE5IAfkgByQA3JADsgBOSAH5IAcGH8OeI+9x3JADsgBOSAH5IAckANyQA7IATkgB8afA95j77EckANyQA6MLAc+M4jXtg97TrNve435u+v+7tn3vfWBf78ut1hEDsTV+sr/chWLD5ctlh+vYvlJjU9XsbrbR39/iP6gxmJoffAj++IPQ0R9XqliAjdLgAABAgQIXB8BLSVAgAABAgQIECBAgAABAgTGL6CFBAgQIECAAAECBAgQIECAwPgFtJAAAQIECBAgQODCBAzIdWG0TkyAAAECjypgfwIEnlxgXe875HhcNep0NWwG5Bpitd/H6l6NT/tY5oBcORjXR6tWUJwFxi3eX8aiRhYiz99bxPzddRzUaQ7GNX9nGQfbwuWc/nwR2wLn7aAj22XTIxsWLOSAHJADckAOyAE5IAfkwFEOsGAhB+SAHJADckAOyAE5IAfkgByQA3Jg/DngPfYeywE5IAfkgByQA3JADsgBOSAH5IAcGH8OeI+9x08rB87sp5592d+p70Gdtj7uOf/uuu976wOffeHf2/SNz/7xHywj+8svfrmMxUerWH68bH3qV5/2sbq3an3t+4M+hhyQazVEjsWVg3HVuSfv5O8MBAgQIECAAAECBAgQuMICbp0AAQIECBAgQIAAAQIECBAYv4AWEiBAgAABAgQIECBAgAABAuMX0EICBAhcRwEDcl3Hd12bCRAgQIAAgcspkKNp9RFDFvAuh1bM2x8M0W8H0rrbx/LTVSw/qZEDan28asXAiw/r9JfLdYFwFgtnvFeXM96t03cXkQNqZaHxPAuNf1GX63Q/p8cG67GpiAAAEABJREFU1NoWRO+/Xbf/fB7r6WI9retyef/t9fqcHpxYN4+Dt9axX6eXPML9zRnIUzkgB+SAHJADckAOyAE5IAfkgBwYew5onxyXA3JADsgBOSAH5IAckANyQA7IATkw/hzwHnuP5YAckANyQA7IATkgB+SAHJAD1yAHDvupt77s82P929fz2bd9/+1FbPu3Z7/4tnysT3yuO8j+85tofenfWcbBO4uY12n2s5+/W5dr5HR+xoBebTCv7LvfBvTa9OnPvv2frmJ1t4/Vvb71/e/nQ6sFaHUB/RA5sNflLGC4MnflRgkQIECAAAECBAgQIECAAIHxC2ghAQIECBAgQIAAAQIECBAgMH4BLSRAgAABAgQIECBAgAABAgTGL3CpWmhArkv1drgZAgQIECBA4FoLZK1tDsa1GCIH4sqC3Bx8Kwfcmr+/bINqZSHw/luL2H9zHvd/UuONg7j3Dwdx90c1frgfn/5gP+7+9xp/t45Pc/4HdVvGj+q6ul/uf+8f6rE/rlGPb+f5ycH6fDn9aV1fY7/G/RrtWptpzm/j/s/msd+i3s/P1nF/M903rTZrExYc5MB1zgFtl/9yQA7IATkgB+SAHJADckAOyAE5IAfGnwPeY++xHJADckAOyAE5IAfkgByQA3JADsiB8eeA99h7LAfkgByQA3JADsiBZ5kDn+2jPo/72Y/9zXnrV3/Yv33T5731ga/zOW2RfeQ3fe/vv1GPzT70P563fvj3/v4g7mb8qE6zL37Gf9+PT4/3x//hftzNqPtlX/z7eXw9X7vuW4vIPv4H7y5i/sEyFjlY1yerWN3vW03AsBgiB+YyKNe1rhTReAIEroyAGyVAgAABAgQIECBAgAABAgTGL6CFBAgQIECAAAECBAgQIECAwPgFtJAAAQIECBAgQIAAAQJrAQNyrR28EhingFYRIECAwJUSGIZ1sW2/GKI/6FsR7urTVSw+Wsbig2XM31nEwS9qvD1vBcT3f3oQWRCcRb2tEPiHB3H3B/uRg3BlAXBGG5yrrruXBcA/Oojcr8U/1Pkf19gWFP+knjMLjX86j+1AXFl8vJ1vxcJv1n1q5Pz9Nxexn5GFzDWyoPn+W/XYOr8vgoFckANyQA7IATkgB55qDvj85fOXHJADckAOyAE5IAfkgByQA3JADsiB8eeA99h7LAfkgByQA3JADsgBOSAH5IAckANyYPw54D32HssBOSAHHpgD2Vc9+6wf9st6cxHrPu1Hfdz336zzD+gPfz/7ymef+TcO4l4OxpV96bNPfcaP9uPujw7i7qY/fuuD/3f7rV9+m2/98Q/iXt3nXj0u+/C3vvz1/Tp4e976+Gdf/8X7y1h8uIxVDsh1r281AVkbkANyZa3AlSpucLMECBAgQIAAAQIXJ+DMBAgQIECAAAECBAgQIECAwPgFtJAAAQIECBAgQIAAAQIECBAYv4AWEiBAgAABApdewIBcl/4tcoMECBAgQODyC7jDcxIYIoZVjTYg1xCre30sP1nF4qNVzN9fxMG7y1asu//Wog2GlQNmZUFvDsh190f70Qbd+sF+tKLfv7sfn/4vm/lc98ODur3Gjw7i7t/PWxHx/R/P4/6P67oclGtbYJxFxtv5n9btNbaDcuX19n+6aIOBnShk/lm9n23kvW3nTWOfAQM5IAfkgByQA3JADsgBOSAHRpQDfsc59vuv99XXthyQA3JADsgBOSAH5IAckANyQA6MNAf8/u/3fzkgB+SAHJADckAOyAE5IAfkgByQA+PPgSv3Hh/ro34//ybzZr5H8/r3qfm6b3v2cf9pna+xXyP7vbc43jd+M38v+86/cRDZl/7eP8zXfev//iDu/Wg/7v6wxg8O2kBc2Rf/07+7v+6bn/3xc/vf70f23b+Xx9fr7Od91Hs7+MWi9fWff7Boff+zBmB1v4/+YIhhUWMVEUMNTwIECBAgQIAAAQIECBAg8BQFXIoAAQIECBAgQIAAAQIECBAYv4AWEiBAgAABAgQIECBAgAABAuMX0EICBB5fwIBcj2/nSAIECBAgQIDAFwtk4ewmhtXQCmqzsDYLbFd3+/WAWx+vYvHhMuYf1Hi/xnvLOHh30QbfOvh5ndbYz3h7HgdvL2K/TvffmkcrhM5pxs8W0YqL6zTXt/lc/1buX6Me3wp936nnr+eeZ+S1aizyuh+sYvHLZYv5L+v8h2fER3V7jWXdtvyobs+o957zy5xm1HWH87ksgsfqPA2cy9eUHJADckAOyAE5IAfkgByQA3JADsiB8eeA99h7LAfkgByQA3JADsgBOSAH5IAckANyYPw54D32HssBOSAH5IAckANyQA7IATnw8DlwvI96nV9Uu0Wdtn7sH2a/9nU/90XOn4rWN37bTz77zGff+feXMc94bxHZr/7gnWUc9ttvffUX0frrv7loffRb3/w6n/309382jxbZTz/769f9D/v4v71Y1wDkAF0Z7yxi/l69Vka97uLDZeS9twG77vaRNQVZW7AetGtYD9pVJwbv+uIyDXtcGQE3SoAAAQIECBAgQIAAAQIECIxfQAsJECBAgAABAgQIECBAgACB8QtoIQECBAgQIECAAAECBAgQuJICBuR6pLfNzgQIECBAgACBRxAYIoaMfojtYFyre30sf7WKHATr4J1F7L+1iPs/mce9vz+Iez88iLs/3I+7P6jx32vkfK7/8UHbZ//Nedz/2TyyYLcV/P5iEfN3ljF/t8Z7y1i8XyMLdX+5jGUOnJVFxvVay1/1sfpkFcss2q3Xb4W7+0Os9vvIAt4W8yH6jMXQBg1rRb11vl8OkTHU6bCs7cnIgcVqxCaGbfvqcpvPZREsBga+DuSAHLjCOeB7mJ9jckAOyAE5IAfkgByQA3JADsgBOSAHxp8D3mPvsRyQA3JADsgBOSAH5IAckANyQA7IgfHngPfYeywH5IAckANyYDQ5kH3VM/ohDvux53JG9nFvMbS+763/+2I47Bff1/nWVz77yx8M0W/70t8fIvv3r+72ra99DpSVfe+zv//yo1UsPlrG4pc1PljGPOO9Os2++zUOfrGI1qf/7UXr49/6+mddwD8cxN0f1ciagIxNXcC9Hxy0moGsHcgagoN3FpE1BXmtvIfWfz/bUtuXNQgG5XqEug27EiBAgACBQECAAAECBAgQIECAAAECBAiMX0ALCRAgQIAAAQIECBAgQIAAgfELaCEBAgQIECBAgACB8xUwINf5ejobAQIEzkfAWQgQGI/AMMTQRxuQK4t4s1g2i2azMDeLaPffmsf9n6yLaw8H48rC2xqHRbebAbnuv7mI/Z/VeKvGzxeRx2fM313E/P2MZcyz4PfDVSxqLD+u0xp5veWnfawy7q6iPzYoVxuM62CIYd6vB+TKIuMsON5EK+xtg3HVfXKaRb6rbM9RRF2O2sYTketENBsOHOSAHJADckAOyAE5IAcelAPWyw05IAfkgByQA3JADsgBOSAH5IAckAPjzwHvsfdYDsgBOSAH5IAckANyQA7IATkgB+TA+HPAe+w9lgMXlwNn9FMfqvfJ2PR1z/7uGZu+8G0grpzPPvI1Wp/5gyFaH/ocjOt+v+5bf3fV+tpnn/vW9/7jVSwyPqzTjByM6/1lzN9bRPbdzz78OSDX/s8XsZ99+3+2iOzrn4Nt3f/xQRt4694PD+JuDsb1g/24m/Gj/bY+awf235q3WoCsKcjrrfI+6n0O2Vc/2zsM46mn0BICBAgQIECAAAECYxLQFgIECBAgQIAAAQIECBAgQGD8AlpIgAABAgQIECBAgAABAgQIjF9ACwkQIEDg2ggYkOvavNUaSoAAAQIECDwTgayF7YfIgt8s6M1i2Rwoa/7BKubvLOPgrUVk4e3dvz+Iu1l0m/GDOv/fa/xwP+796CDu/Xge9386j/03a/ysxtvzOPj5IrKI9yDP8e4y5u8tY/F+jQ9q5KBcH61iUSOvtfpkFS0+rdO7feSgYH0W7e730e/30W8G42qDb2Uh71mRhcmnIwt+HxTZZhEDAwZyQA7IATkgB+SAHJADckAOyAE5cAlywO+ngzyUh3JADsgBOSAH5IAckANyQA7IATkw+hzw+7/f/+WAHJADckAOyAE5IAfkgByQA3JglDnwoP7quf50//ZcPqsv/GZdPx/WfeezD33G/b71rV9lH/vsa7/pd5998Ftf/I9WkYNmzbN//vvLmNc4eG8ZrQ//LxatT//+2/PYzz7+b85bn//s+581AG0QrqwJyNqAbY3A3x+02oGsIchagqwpaANy3esjaw2GHIyr/g0nsgbhAcUPVhMgQIAAAQIECBAgQIAAAQLjF9BCAgQIECBAgAABAgQIECCwEfj1Ov1ejZzWyTN/XqZ7eeYYT3oDjidAgAABAgQIECBAgAABAgTGL6CFz17AgFzP/j1wBwQIECBAgMBIBLIAdlgO0Qp19/vIwtwskM1i3PkHy5i/t4iDd2q04tt5tOLbt+dx8NY89jfR5t+u+7QBt5Zx8F497v1lK+RdfFinH68iC3yXn9TpJ329xqpGH/29Ol+v2e8P0eKgrpv3MbSi4boup5tC4rzHFlmE3CLagGE5aNiJ6Ov605HFvaLC1KTlwEEOPEoO2Fe+yAE5IAfkgByQA3JADsgBOSAH5IAcGH8OeI+9x3JADsgBOSAH5IAckANyQA7IATkgB8afA95j77EckANyQA7IATkgB+TApcuBob4nrS//6b7vq3qrZ8YQQ/ajX9ZpxmKIHBCr1QFkv/sWfayyT/7BEP39IVb3+2h99jeDdy0/6aP16f94FYuM7Ov/y+XRoF2/WG4G7FqcUS8wb7UEBz+fx0HWFryziPm7NbJu4KNVO2/WIvRZH1DvpfX9r20LDwIECDw9AVciQIAAAQIECBAgQIAAAQIExi+ghQQIECBAgAABApdf4I16i/+yxv9U41kOhpXX/nG9h7yXvKc660mAAAECV0TAbRIgQIAAAQIECBAgQOBaCxiQ61q//dep8dpKgAABAgQuSGCo563RinhXQ/QHQxsgK4tq5+8vWxHt/Z/M496P9uPuDw7qtMaPD+L+G/PYf7NGDr71zjIW769i8WGNj9cFtMss1M2i3U0RbRb3DstYF/5mMW1GXrRePkp9qVEy8tNdjdKVyIg2H3W+RonI5e3+dSmilGiPnDxE5C6Psn/kASI4RDCIYBDBIIJBBIMIBhEXZxDh3BEMIhhEMIhgEMEggkEEgwgGEQwiGEQwiGAQwSCCQcTVN4jQhggGEQwiGEQwiGAQwSCCQQSDCAYRDCIYRDCIYBDBIOLqG0RoQwSDCAYRDCIYRDCIeKBBRNvUXh6m33rUx+k+9Nnnvh5bcloj+9yXM/rjt2vUw9sz+/L3EW0gsNUQ2dc/+/y32O/bAF5ZE5CDdmVtQasVeH8VB+8sY//tRaslyJqCe/9wEPf+/iDu/jCn+5G1Bwd1e9Yi5HFtYK6DIdoAYkO98jbqrCcBAr/vjtgAABAASURBVAQIECBA4OoLaAEBAgQIECBAgAABAgQIECAwfgEtJECAAIEnFHi9Hv/rNf66xtMemGs7EFdeO+8h76XehicBAgQIECBAgACB0wKWCRAgQIAAAQKXUyBLRC7nnbkrAgQIECBwFQXc87UUyFraqC9Z5Nof9LG6u4rlR6vIItj9ny9i/6fzuPejg7j3w/3IYtlWNPvGPO6/uYiDt2q8s4j5e4tY/HLZjsui2zzHqg3INUSec1gMMSyHiDYoVxbu1vn6TPBWD9yViBYRZVKjfsorm4g6jbat1A3rKKVEKTUi6rRGRJSIddSZuinOiqjbWkQ+Ngtn7WhdBAMGckAOyAE5IAfkgByQA3JgvDngvfXeygE5IAfkgByQA3JADsgBOSAH5IAcGH8OeI+9x3JADsgBOSAH5IAckANyQA7IATkgB8afA97jq/kex6Yfe9THZvZz38qj3aLtl8t1ppR68Da2/e27iG0//O006rrI7aW04yMfw7pP/7CqC9nHfzlE9vnPvv/9/tAG5MqagKwNWH60arUCWTNw8M6i1RBkLcG9n8yj1RZkrcEP9iNrDrL2IGsQshYhj8tz5DmzVqHVLNTr1it6EiBAgAABAgQIECBAgMCjCNiXAAECBAgQIECAAAECBAgQGL/AeFv4/dq0N2rkMwfFysGxLnpgrtMDceW18x7yXnJeECBAgAABAgQIECBAgACBZyPgqgQIEHhEgSwHecRD7E6AAAECBAgQILAVWNezDlnbGllMuzoYYvlpH4uPVzF/fxEHP1/E/Z8cRA7EdfeH6+m9Hx+0dftvzmP/7XnM31nUfZex+OWqHbf6pI/V3T76ezX2+xjqObM4NwfkaoW0fb1qfbZ72ExLiVgX/JY6rTE5FqXOl7r9WESdP4yoj9PLddXh9uPbDufrTH22fXLfjO2yaTSXC3ZwjQgGEQwiGEQwiGAQwSCCQQSDCAYRDCIYRDCIYBDBIGIMBtoQwSCCQQSDCAYRDCIYRDCIYBDBIIJBBIMIBhEMIhhEjMFAGyIYRDCIYBDBIIJBBIMIBhEMIhhEMIhgEMEg4oRBbB6H/bTrTH2e2Of48mb3E9tz3bF9Sp0/GSXK8b74XV3OKBGlRuRj04c/ctoPkX38W1//RZ0/GKLf71stQNYEZG1A1hZkrUAOspW1A1lDkLUE9984iKwtOKw1+NFBqzPIGoSsRcjjsjYhaxSyVmHI69WLtkneh7hSAm6WAAECBAgQIECAAAECBAgQGL+AFhIgQIAAAQIECBAgQOCCBF4/dd6LGpjrrIG4tpc+fQ/b9aYErp2ABhMgQIAAAQIECBAgQIAAAQJXR+BxB+S6Oi10pwQIECBAgACB8xTI6tU+YqjRL9bFslnkuvx4FYtfLtvAWvN3F20groO367TG/iayMPYgB996bxmLD2p8uIzlr/pY5gBcm8G3+izAPeijnXs5RCvMXdXrZdRr5nUj72EbWdS7jfxkd1ZMKsA2Tm0vdX2ZljiMWZ3P2Dk2zfkT0UXZLdFt40adzzi9nOtEdAwYyAE5cLVzwPvn/ZMDckAOyAE5IAfkgByQA3JADsgBOTD+HPAee4/lgByQA3JADsgBOSAH5IAckANyQA6MPwe8x95jOSAH5IAckANy4OrmwOl+6pvl7NNedrooJ/q6l/Xy8T7xOX+8z/wkIrpTkeu2cXrbdrnUY7ax7c9fp9nHv0X2+c9YDtFnZL1B1gZkjcB+H6t7fasdyBqCxYfLVlMwf28ZWWOw//NFHNYdvL2IVotQ12VtQg7klbUKWbOQtQttwK967rzmYW1BvTVPAgQIECAQERAIECBAgAABAgQIECBAgACB8QtoIQECBAgQIHD9BL5fm/xGjdPP8xqY6/MG4spr5rXzHnJeECBAgAABAk9HwFUIECBAgAABAgQIEDgHgSwHOYfTOAUBAgQuSsB5CRAgcIkEWrHsEMOqxmKILGRdfLSKLHK9/+Y87v34IO7/w0Hc28T9n8xj/615ZJHs4sNVLH+1itXdvh43tAG3hiy27fOk2cYSkc8a0ZUo9VNaRpTS1kedRH1sJnWuPrcLOa37t33afInSzrGZTup0G8cKibssLN4WIGdR8l6JLuNmF12Nya0uDuN2na8xfW4S0+e6FpM7dV2LSUyeFwzkgByQA3JADsgBOSAHniQHHCt/5IAckANyQA7IATkgB+SAHJADckAOjD8HvMfeYzkgB+SAHJADckAOyAE5IAfkgByQA+PPAe+x91gOyIELzoE79fytD/u6T/u6b3tdd7uLScaxPvDZJ75F9pGvsR7Aq0QO4tX60h/rW18mdf02jvXFz779R/30I9p81EepsXkezuZMixKlixZ5fCkR6+PqTJYP9ENkLUHfahKGVmOw+tUqsuYgaw+yBiFrEQ7rErI+IWsV3pxH1i4sPl5F1jIMy6Gep0Y9XxuYKzwIECBAgAABAgQIPC0B1yFAgAABAgQIECBAgAABAgTGL6CFBAhcMoHXP+d+Hndgri8aiGt7yc+79nYfUwIECBAgQIAAAQIErqSAmyZAgAABAuMW6MbdPK0jQIAAAQIECDykwMPsNtSd+lgXrS6HWN0fYvnxKg7eXcb+T+dx/8cHkYNy3fvxfD194yD231rEvG5ffriM5ad9rO71rfg1i2fXBbD1fHneeur2LBHrgtvNTJ1EjfrMSd0Yxx51be68iVJKlCz+LXWX/JSXMYn1um1x8PGi4TYgV4kuB+O6Uac3uuj2atwsMblZp9ti5FaYPInJ7YwuJs9toy5vCpqnd7qYPr+NSZ0X0+cZMJADckAOyAE5IAfkgByQA3JADly6HPC7mt/Z5YAckANyQA7IATkgB+SAHJADckAOjD8HvMfeYzkgB+SAHJADckAOyAE5IAfkgByQAyPLgU0/9TtdTFpMYvLc5Khfe/Z3z77ut+q6nL/VRVej9Ym/WdZ95LOvfPaZ3y1RdmpkX/rjfesndV1GVyImEdGto5SIdR/9nDkW69790R65us7USbTVOVPqS436XK+L9WMYInIwrqwlyJqC1f66xiBrDRYfLte1CW8t4t4bB+uahE1twv0fH7SahaxdWH60itX+EHmOYZUnXJ/bKwECBAgQIECAAAECBAgQGJ2ABhEgQIAAAQIECBAgQIAAAQJbge/XmTdqfN7zYQfmetiBuPJaec28ds5fTDgrAQIECBAgQIAAAQIECBAgMH4BLSTwjASyNOQZXdplCRAgQIAAAQJXS2Cotzu0Abki+uXQBtZafLSK+TuLuP/mPO69UePHB3HvH9Zx/yfz2H97EfN3F7H4cBWrT2rc62N1MMQwr5HFr/V8kScu9eRZbdumEaV+Sit1vkWc8cgNubruk0W7bbEek/NZ/Fu6EttoBcGTiJIFw1kknNMsIN7Gbolut4uSBcZ7XUxqdDfrtEYrRN4UJk8PB+Kq204NxDV5fhJHUbefWD6+zfyRE4vraqHdcl8OyAE5IAfkgByQA3JADsgBOSAH5MD4c8B77D2WA3JADsgBOSAH5IAckANyQA7IATkw/hzwHnuP5YAckANyQA7IATkgB+TA08iBk33Tp893MW2DctX12ad908e99XVvg3FNjg3GVffJvvE1Wl/57DO/W6Js+9HndFqXN33sD/vdd3XdJrJv/mEf/RLR5nMa9VG2M3V+88w1ubpFV1e2FTmtM/XZagf6iBxIK2sK+oMhlvf6WH6yajUHWXuQNQhZi7CtS7iXNQpvzFvNQm5ffLxqtQw5oFcb3CvPlzUJ9TKeBAicv4AzEiBAgAABAgQIECBAgAABAuMX0EICBAgQIECAAAECV0Tg9Ye8z+MDc50+5Md1xV/XyH3q5AufD3vNLzyRHQgQIPCsBVyfAAECBAgQIECAAAECBK6fQJZ1XL9WX+8Waz0BAgQIECDwKAJDxHoQriGGxRCr/X5T7LqM+fs13lvEwTs13s6Yx8EvFusBuOq2xS+XsfzVKpZ3+3Zcn4Nw1XMMy2F9zlb4Wi+QVbU5yQLbrNDNaUZ+UpvUm61RNkW+rfh3p4uyU6LLAbRqTLYDZ2UBcRYUZ2FxFhm/MIlpxouTmL00jelLk5i+MonZlzKmMfvyNHZerdNN7Lw2i1mbn8XOa9OY1dh5db2uLbdtuX7WjtvJ5brPrO6T8y3q8uE050WzTD8xZeHrQQ7IATnwdHOAN285IAfkgByQA3JADsgBOSAH5IAckAPjzwHvsfdYDsgBOSAH5IAckANyQA7IATkgB+TA+HPAe+w9lgNyQA7IgeudA69u+iDntEb2XV/3c6/rc/mwD3xdrrkyq+t2Xp2t+8K35Tqf647vV5ezL/3sS9PWtz772Gdf+9bn/sVJ64M/eWESk+yT/1ydZh/9W110NVrf/RvrvvzZp79k3/5jA3ttB/U6HMirRH3Ul/rMsoGoL8NwrJ4gawsWQ2StQb/fx+pu32oQshZh8f6y1SZkjcLB2/M4yJqFrFd4b9FqGZYfLSMH8urv963WYeiHiL5erk7qqycBAgQIECBwtQTcLQECBAgQIECAAAECBAgQIDB+AS0kQIAAAQJPKvD9eoI3ajzs86xBt85a96Dz5bXymg/abj0BAgQIECBAgMBnBawhQIAAAQIECBC4RALdJboXt0KAAAECoxLQGAIjEBgisih1WA2tQHV1v4/lR6s4eHcR+2/O4/5PD2L/Z/NW2Dqv6xYfrGL5cR+re330B0MMq2pQj416nlJK5FhbGTkb+disyu31Su253l6idDUmNaYluizQ3anzWbi718UkB97K4t4XJutBtl6etELgVhT82ix2vjKNna/NYvfr09j9tTr99Z3Y/dZO3Pj2Tuz95m7s/VaN3z4j/ld1XcZv7cSN39yJvW/vtmPyuKOo635jJ25s41t1uZ47z7+b19nGNzfX3S6bxgkfHjzkgByQA3JADsgBOSAHRpMD9fcNbZHPckAOyAE5IAfkgByQA3JADsgBOSAHRp4Dfv/3//rkgByQA3JADsgBOSAH5IAckANyQA6MPwe8x97jS5gDp/ukf2snbrTYPerPnv3az+j33vrCZ5/439qJvewjn3FWH/rsW/+b9Xzfru2v5979Zp1mH/yvT1uf/J2vTmP22ixyoK/ZK5N1//0XJzF5vkb26b/VRbfXRblRIgfoan3/p3V+UiNrAkqJrBE4XjNQ16zXRUTbXFfktC0MEa1+YRWtJiFrE7JGIWsVsmbh4OeLVsOQtQz335y3AbsWH6/icFCu1dBqINbXCw8CBAgQIECAAAECBAicErBIgAABAgQIECBAgAABAgQIjF9AC0cu8PpTbN/TvNZTbJZLESBAgAABAgQIECBAYAwC2kCAAAECDyPQPcxO9iFAgAABAgQIXEeBIYtZ+4hhOUS/GCIH5Fp8tIz5u8u4/7N53P/JPPZ/togsap2/s4zFB8tY/moVq7t99POhHTfU41sxa6mC28jZOl+fdW7zrNeqV4p7mOHuAAAQAElEQVS2rn5CKxmTiJKFuDkg126J7kYX3c0at7qY3JnE9PkaL9bIAblembYi353XprHz1VnsfK1Ov1GnvzaLG9+s8es1stj4N3fixm/txs0sJv6d3dir05u/faNNW6Fx3dYG7Mqi4rrv3iZu5LG/sXtYuLybxcbf2o02/fWduJFR17VpzmfkdZ9GuMb6PebAQQ7IATkgB+SAHJADckAOyAE5IAfGnAPaJr/lgByQA3JADsgBOSAH5IAckANyQA6MPwe8x95jOSAH5IAckANyQA7IATkgB+SAHDieA9knfRubvuq7dbn1Yd/0ZV/3c9+JG5u+7of931s/+N1ofeOzj/xmQK7DvvO/s9v61Gff+ht13xvZXz773NfY+bVZ7Hy9xlensfOVOn11GrMv1/jSNKYvT2Kaffifn8TkuUl0t7t1H//dLspuiTKrMcmIyJqA6Oo08jFkuUDOtCj1teRLnbYigpzPqLtFX3fNGob50GoTskYhaxWyjiFrF7KGYb/VMszj4N1lLD9atlqHYbGuYcjjWw1DnvsyhnsiQIAAAQIECBAgQIAAAQIExi+ghQQIECBAgAABAgQIECBwUQLfryd+o8ZFP/Maea2Lvo7zX2UB906AAAECBAgQIECAAAECBAiMX+CKt7C74vfv9gkQIECAAAECFyeQI3Kt1kWpWZza3+9j8fEqDt5dxP6b87j/k4PY/9m8DciVhazzD1axrNv7e30M8/VxrZh1c4elZIVsXdhM6tzRMwtnM+q2tltXog3GNa3TWYlup8Zujb0Sk9tdTJ/rYvJCnb44idnLNb5UI4t8c0Cur0xj52uz2P16jV/bid1v1sgC5CwS/s3dyIG3buRAXL9zI/Z+py7X+RyYa++3d9bbfmu3Ddq1V/e9kfHtutxiJ1qhcZ4nC5bznJvYrdNW3JwFziJY1JyTB/JghDnga9vXthyQA3JADsgBOSAH5IAckANyQA7IgfHngPfYeywH5IAckANyQA7IATkgB+SAHJADcmD8OeA99h7LATkgB+SAHJADcuCK5sC3duLG8cg+7a1ve13/7YxNv/ff3I3WF37bL74NxrUTe9t+87+zGzd/50Zkn/rWt77un/3kW5/47HufffC/Pmt98ne+Mo3ZazWyr/4rk9Z3f/riZN2XP/v03+qi2yvR3aixU6INyDWt00mJ6EqUEhEZWSuQEaceua2uKqW03epsDJsBubImIWsTskYhaxUO3lm22oWsYWi1DG/OY/7uotU49Pt99DkgV9Y/9EPkf3kuQYAAgessoO0ECBAgQIAAAQIECBAgQIDA+AW0kAABAgQIECBwTQVefwrtfhrXeArNcAkCBAgQGIOANhAgQIAAAQIECBAgQOBxBbrHPdBxBAg8dQEXJECAAIGnJZCFrjWGVUR/MMTqbh+Lj1Yx/2AZ8/dqvLOIg1/UeKfO13W5bfXpKrLYNfffFrJGnmMYoj4P77yUEq1Stk6ifhI7HHRrp0S3GXCru9XFJItzn5/E9KVJzF6exuxLNb48jZ1X6zTjtTrfYhaz19ax05br9gdOZ4fHH56nnnO2jbxGDuyV8cokphkv1+mJmNZ7yqjr673l/bV4sS6LyOJqIRfkgByQA3JADsiBJ8wBnyl8rpQDckAOyAE5IAfkgByQA3JADsgBOTD+HPAee4/lgByQA3JADsgBOSAH5IAckANyQA6MPwe8x95jOSAH5MBF5MDxPuxtfhrTlzMmdXosXpnELCP7xreYxmG/+ew//+r0ZN/612anluv216Yxq3HUT39Wl2exk/vW9bkto/XNz3O+Mq33UKPe1+T5SWRNQNYGtAG7dkuUnRqHg3VFbOsKSimxfbTag3zJWoTV0AbZajUK9/rImoXFh6tYvL+MNjjXLxYxf6dG1jh8sIzlR6tYftpHvz9E1kJkPUOL7clNCRAgQIAAAQIELkLAOQkQIECAAAECBAgQIECAAIHxC2ghAQIELpvA9+sNvVHjop557rzGRZ3feQkQIECAAAECBAhcRgH3RIAAAQIECIxQoBthmzSJAAECBAgQeCKBa37wUNtfo9WwLoZYfrKK+fvL2H9rHvtvzuPg7Ro5EFddlwWrqyxYPRhawWo9rB5cn1kQmzWxGXUxom4/3BhRSonS1ZjU2CnR3SgxyUG4np/E9KVpK/Td+eo0dr8xi91fq/Gtnbjx7Rq/mbEbezmfUdfvfrNuz/2+Noudr9R4tcammHdWz9UGg6jnnTw3icntLrqbXUz2ujb4Vxb0dvX6ZVaibAp72wBheV/HI7dltHURZZJRj2nLpoVDzQl5IA/kgByQA3JADsgBOSAH5MDVywHvmfdMDsgBOSAH5IAckANyQA7IATkgB+TA+HPAe+w9lgNyQA7IATkgB+SAHJADckAOyAE5MP4cuO7vcfZtz6gO2ec940H9u3PbrETrQ79Tp7tl3bc++9jf7mJyZxLTF2q8OInZy9OYvTKNnS/XyAG4vjKL3a/VyL77vz6LG9/aWffxz379396NG62vf11X17cagLpf1gTkIGBZI9AG6LrVtdqB7Mff8rIrrbYgNo+sYcjag7ZY6muLfFmvzUG2cnCu5d0+Fh+tWp3DwTvLVuNw/6fzVvOQtQ/LT1cxzIdo58s6hox6Ok8CBAgQIECAAAECBAgQuMoC7p0AAQIECBAgQIAAAQIECBAYv8AjtfD1R9r70Xa+yHM/2p3YmwABAgQIECBAgAABAgQIjE5AgwgQeJoC3dO8mGsRIECAAAECBC61QBaa1miFp/0QfQ7I9WnfClX331rE/k/ncfD2IubvLGLx/iqWH61idbePLGod6v4n2lZKRIvYPIYY2onrYt0U9VNYGwQrC3lzgKxbXbQC3pcm6wG5vjKLna/PYvebO3HjW7NWrLv3W7tt2gbn+o2d2M1i3bo9B+7a+dqsDcg1e20asy/NYvrKNKYv13hxEtPna9zpIgfkyoG/ur0S5Ua3LiSe1fnpOmIzbfd1fP7MguSIMhEMnjAH5JCvIzkgB+SAHJADckAOyAE5IAfkgByQA+PPAe+x91gOyAE5IAfkgByQA3JADsgBOSAH5MD4c8B77D2WA3JADsgBOSAH5IAckANy4JnlQKn2p+J4X/jN/Im+8rOy7kuffer3SmQf++xrP73TrfveZx/87Iv/pWnMvjyL2avT1lc/++xn3/3s47/7Gzutb/9eDsjVBuPabcu735q1GoCsBdj5yixmX57G9KVJqxXobnXR7XXRBuSq95U1BVGiPda1BkObb+tK3ZCxXtNes2YhaxdWn/ax/HAV8/dXcfDOIvbfrvHmPLLmYfH+Mpaf9K0WIvohWglDnjajncULgScQcCgBAgQIECBAgAABAgQIECAwfgEtJECAAAECBAgQIEDgqgh8v97oGzXO+5nnzHOf93mdjwCByyTgXggQIECAAAECBAgQIECAwDUR6K5JO89sppUECBAgQIAAgdMCrc50WBeeDvMhVp+sIotSD96ax/0sUn17EQfvLmP+/jIWH61i+ekq+oM+htXmTKVOa2Tta0a0atiIaCeu07qtrepK5GBO3WZArlbEmwW8L01i9qUaX51uBuSatYG3bvzmbtz4zZ3Yq9EG5MrC3W/txI02INdO7G4G5Np5ddaKdmdZ/PvyJKZZDPzCpBXwZpHw5GZpRbzdblkX8tbrl1nEdhCuVmg8qdseNrq6b8bD7m+/+r5XMw4c5IAckANPNQcKb95yQA7IATkgB+SAHJADckAOyAE5IAdGnwN+//e3ZzkgB+SAHJADckAOyAE5IAfkgByQA+PPAe+x91gOyAE5IAfkgBwo2Xc94xH+30/rIz+tdhnZdz770NfIPvU5QFb2sW997e9MYvpCjezT//IkZq9MW9/8nddmsfPVWeuzv/uNndaH/0b25d8MypX9+7Of/+63dyPX735z1moBZl+dRtYGrAfk6trAX3m9rCEok4io7Wi1BaXO53Nbc1BXlrouo85Gi4hWs5C1C6tPV62WodU5vLNsA3K1Woe35jH/YNlqILIWYsjz1Zec1MM9CRAgQIDAlRFwowQIECBAgAABAgQIECBAgMD4BbSQAAECBAgQOBeB18/lLCdPchHnPHkFSwQIECBAgMC1EdBQAgQIECBAgAABAs9aoHvWN+D6BAgQuAYCmkiAwBURGIaIYTlEf1DjXt8G21p8vIr5L5cxz0G43lvGos4v67rV3T76/T5aoWoOxlWPPauZWQRbSolW+JsFvLsluptdtILd5ycxfanGK5OYvTqNndemMWsxa/O5vJPra8y+PI0cZGuaRb0ZL00jB9uavNDF9M4kJs/VuL057606rddoxbo3uih5zYydEmVWI+9jUqcZXZ1mlIiyiegiWpQ6fdiou3oSIECAAAECBAgQuOYCmk+AAAECBAgQIECAAAECBAiMX0ALCRAgQIAAAQIECBAgQIAAgfELaCEBApdZ4GH7t+d+m37x237ybZp95zOyL31G9q2flchBsnKArtb3/kYX2Rd/kv3yM7b99O9MYvr8JCbZh//FScxensa0Rvbzz9jJPv8Zr65rA7IeYPbarNUItPm6fvrKJLKGYJLnqefN2oK8Zsn7yPuqN1mfceZjiBhWEf18aLUMy0/7yNqGxQfLmL9XI2se6nzWQCw/XUV/r4+sjcgaiayVOPOcVhIgQIAAAQIECBC4vgJaToAAAQIECBAgQIAAAQIECIxfQAsJjF3g+7WBb9Q4r2eeK895XudzHgIECBAgQIAAAQIECDwNAdcgQIAAAQIPFOgeuMUGAgQIECBAgMB1E1gNkYNsZfHp4sNVLN5fRhanLn9Zpx8tY/mrVayyKHU+xNAPn9UpdVWurpEFq3USbWCraUTZKeui3DtdzF6arAfc+tosdr4xi91v7sTutzZRl3e+Oo3Zl2cxfXkSkxcm0d2exORGWRf5zkqUSYk8bykRpeRLRNRJlFg/cn49d/ia93NiIW+ur2tyelZ83raz9rcuggEDOSAH5IAckANyQA7IATkgB+SAHHgqOfA5v8+7vhyUA3JADsgBOSAH5IAckANyQA7IATkwkhzw+7//By8H5IAckANyQA7IATkgB+SAHJADcuCJc+Dz+sQfbss/plTr+jzR574ut+e2b35ON1FKifqMKPU5LVGyj/9uiW6vxOS5SRu0K2sBsiYgawN2vzE7qhf45k6rIdjJWoLXpq22YHJnPQBY1hzENCJrBfKu2v20mbqu1Dj1zJqGHJwraxyy1mGRNQ8fLmOR9Q85MNeHq8jaiKyRiFWe6NQJLBIgQIAAAQIECBAgQIAAAQJPQcAlCBAgQIAAAQIECBAgQIDAhQq8fo5nP89zneNtXYVTuUcCBAgQIECAAAECBAgQIEBg/AJaeBUFuqt40+6ZAAECBAgQIHARAkMf0R8Msfqkb0Wo8yxCzWLUD1ex+GgVy09WbUCuYT5ErOod1El9XT9PF7i26te6qX7a1lK3aQAAEABJREFUKllkmwNy3SwxvTNpA23NXp3G7tdmkcW1N745ixu/sRM3clCuX9uJna/OIrfPXp7G9PlJTG530e3V2O1asW5MItYFvKXORESdnIg4+5G3dBRDDHVBcJADcuCxcsD3D99D5YAckANyQA7IATkgB+SAHJADckAOjD8HvMfeYzkgB+SAHJADckAOyAE5IAfkgByQA+PPAe+x91gOyAE5IAfkgByQA3Lg2udA1BxYx9m98Ova0/3123KJ0kWUSUQ3K9HtdK3Pf/b9n74wiawFyJqArA3Y/bWdVivQaga+OWs1BFlLkNtz4K6sMehulsgBubL2IAfkinzU9yYnh1EO5+oN1/lVncyHVuOwHpBrFYusffjlMlotxIfLWH3atxqJrJWoR3gSIHBdBbSbAAECBAgQIECAAAECBAgQGL+AFhIgQIAAAQIECFxXge/Xhr9R40mfeY4815Oex/EECBAgcJECzk2AAAECBAgQIECAAAECjyTQPdLediZwSQTcBgECBAgQuAiBYTVEv9/H8tNVLD5cxvz9ZSx+WaPOL3NArl+tB+Tq530M/RCnx+M6rG8d6rbtxq5EFsVmcWwOqjW508X05WnsvFbja9PY/cZO7P76ztGAXN+YtQG5dr48jdnLk5i+MIksys1j8xxlVqJManQ1SsTDDMQVZz3y/jL6ujEj5zNyPiPnRbQ3mQMHOSAH5IAckAPPLAf8LK6f1eSf/JMDckAOyAE5IAfkgByQA3JADsiBkeeA3//9/i8H5IAckANyQA7IATkgB+SAHJADcmD8OeA99h7LATkgB+TAM8uB7Bufsf1be85nbJfrW/PQz2P990udL9mnP/v2T0t0uyUme13r+581ALOXJ5E1AW1Arm/MDgfkytqBrCHY+dq01RRMX55G1hgc1gvUc0U9b9TH0O4xX+KwbCA2j1ybNQ1Z27C610cOyLXcDMa1+GB5WAux/GTVaiSyVmJzqAkBAgQIECBA4MIEnJgAAQIECBAgQIAAAQIECBAYv4AWEiBAgMClFHj9HO7qPM5xDrfhFAQIECBAgAABApdBwD0QIECAAAECBMYi0I2lIdpBgAABAgQuQMApr4NAq0SNGPoayyFW99fFqPMPlpGFqIssSv3VKpZ3V9HXbcN8iGFZYfK4OjnxLHUpoyvRBs2aRXQ3SuSAWtMXJjF7aRLTV6Yxy8G2Xq3T12br+S/V+ZenMc3tdb/pc110t2rs1dgt0e100Qb1ymLdrkTpIlpFbZx6lFPLZy3mfWec3pbrMk6vt0yAAAECBAgQIECAAIHxC2ghAQIECBAgQIAAAQIECBAgMH4BLSRAgAABAgQIECBAgAABAgTGL6CFBB4skH3lM07vkesyTq8/vXxWX/26Lvv2t9qB7Os/La3vfw7OlQNsZU1A1gZkLcH0pUnMXp7GLGsHsp4gawmypqDOtxqDuj33y9qDrEEos4g8bxucq0ScWT9Q7ztrG7LGIWsdsuZh8atVLD6q8cEy5r9ctoG6skZiWA6tZuJwYLTwIECAAAECBAgQIECAwJUVcOMECBAgQIAAAQIECBAgQIDA+AW08NEEvl93f6PG4z7z2DzH4x7vOAIECBAgQIAAAQIECBAg8DgCjiFAgMCFC+RwDhd+ERcgQIAAAQIECFxKgSxA7YcYVjWWQ/QHQ6zu9rH4eBXz95fRBuWq87kut/WraEWoQz0uC1rLYWHr0OpSs41lElGmEd1OicnNLqYvTGL2pUnsfHUaO1+fxe5XZ7HzWp1/dRazVyYxfb6Lru5X6v6lK5HnbRGbR14rL9imdd2x+VxV19Sbqq+5kFFnH/j8ou0PPNCGixdwBQIECBAgQIAAAQIECBAgQGD8AlpIgAABAgQIECBAgAABAgQIjF9ACwkQIECAAAECBAgQIEDgSgp8UV/73L6N2sCcbUUEOXOsj39s5+s+7Vnqa42sFciagawdyBqCrCXYeXVdW9BqDL5e5786jaw9yBqErEXImoSsTcgahXqWdrlWPJDnq5F1B+1yfUTWOvTzYV0P8dEqWj3E+8tWG7Gth2iDcmXtRF9vuj7znOJxBRxHgAABAgQIECBAgAABAgQIjF9ACwkQIECAAAECBAgQIHClBF5/grt9kmOf4LIOJXAZBNwDAQIECBAgQIAAAQIECBAgMGaB9YBcY26hthEgQIAAAQIEPk9giGMDcvWx+nQVyyxA/WDZilBzcK5WgDofohWgZvFpK2UtEW1Erlg/spK1zpX66aqblSi7pQ20lcWy01emsfOVWex8rcZX1/Oz16Yxq+snL0xicqvum8dMIvL47XnzlPX21jW5dWFoUe+3rqyzdSbWUScnnnV7u8XT0xM7WSBAgACBaymg0QQIECBAgAABAgQIECBAgMD4BbSQAAECBAgQIECAAAECBAgQGL+AFhIgQIAAAQIECJy/wOn+99vl01farM8+/UcxxGF//7p/rq+TyNqArBHIQbWyziBrByYvTFotQdYUtDqDrDHIWoOvzCJrD7IGIQfuajUJWWfQxfpxeNK6WEq+1KjX7Wssh+gPhsjah6yB2A7IlbURq7uruq1f10Os6s3XZz3QkwABAgSugoB7JECAAAECBAgQIECAAAECBMYvoIUECBAgQIAAgfMR+H49zRs1HvWZx+Sxj3qc/QkQIECAAIFHEbAvAQIECBAgQIAAAQLPRGBbjvFMLu6iBAhcPwEtJkCAwGUSyHrUoY8YVjUW6wLU5d0+sgB18f6yDci1/GgVy3t99DkgV+5X92+DXZXI2tjNSxw9uhJlWqLbKTG52cXk+UnMvjSNna9OY/frs5h9rcZXpjF7tcYr05jW7blfqftHV2J90qg3dCzqbLtmFr4+TOT+ggABAgQIECBAgMAzFHBpAgQIECBAgAABAgQIECBAYPwCWkiAAAECBAgQIECAAAECBAiMX0ALCRAgQKAKPEwf/u0+dfcTff9zOQfP6kpkzUDWDmQNweyV6bqmIGsLvjZrtQZZc5C1B1mDkPtlTULWJrQ6gzzPNur56jOiRKs72NZEZM1D1j4sP161WoisicjaiOWnfeRgXcNiWNdO9PWwvN96uCcBAgQIECBAgACBFBAECBAgQIAAAQIECBAgQIDA+AW0kACBayHw+mO08nGOeYzLOIQAAQIECBAgQIAAgach4BoECBAgQIDASQEDcp30sESAAAECBAiMQ+DhWjEMMSyH6A/66O/3sbq7itWndfrJKpa/qlGnq7q+PxjafkM/xGFxbF6hRKthXb9ExCSi2y3R5UBcd7qYvjCJ2Us1Xq7xpWlMa8xenEQW0E6em7T9ut0uyqxE6SJKiYiMOPaol2zXPLbKLAECBAgQIECAAAECBAgQINAEvBAgQIAAAQIECBAgQIAAAQLjF9BCAgQIECBAgAABAgQIECBAYPwC42nhWf3/S0TWCrSagVmJrCFoNQfPTVptQasxyFqDjKw9eKmuf2ESkzvdpuagRNYqRD5KRH1uXuKwviFrHda1EUOs7vWx/GQVWROxqtNWI3F31Wom+oO+1UbEkDdaj/ckQIAAAQIECBAgQIAAAQJPT8CVCBAgQIAAAQIECBAgQIAAgYsV+H49/Rs1HvaZ++YxD7v/w+xnHwIECBAgQIAAAQIECBAgQGD8AlpI4MoIdFfmTt0oAQIECBAgQOCcBYY+op8PreB0kQNwfbyK5aerWN3tY3V/aNuGxRCxqlGvXdalq3Vu88zVJaKUEmVSosvi2JvdeiCuLIZ9dRqzOp2+PI1pDsT13LogNgfgihLRBtrKQtY8T436XK+rm9qzrWhzXggQuLQCbowAAQIECBAgQIAAAQIECBAYv4AWEiBAgAABAgQIECBAgAABAuMX0EICBAgQIECAAAECBAico8DxWoA6X5/rWoGc2dYQlIisLcjBuabPdeuag5enrQZhtq1FeGGyHpRrVlrNQiklDmsR4uhR2sq6vBoiayBancT+0GojskZi+fEqFjk4171+XSfR1309CVxLAY0mQIAAAQIECBAgQIAAAQIExi+ghQQIECBAgAABAgSutcDrj9D6R9n3EU5rVwIECDwNAdcgQIAAAQIECBAgQIAAAQJfLNB98S72uNQCbo4AAQIECBB4fIF+iGHex+peH8tfrWLx8SqWn/St6LTf72M4GKJfDpEDd7XBs8qxSw3reti2pn6iKhmzEpNbXUxfmMTsy9PYFsHOXp60dZPnJjHZ69rAXVkHOwz13FHPk+eq0a5Rl9szl9uMFwIECBAgQIBAREAgQIAAAQIECBAgQIAAAQIExi+ghQQIECBAgAABAgQIECBAgMD4BbSQAAECBAgQuD4Cx2sC6vywjSqQtQRZU9BlDcJeF1lr0OoQXpp8ZkCurFHIgbuyZiG6enB91lPFifqDsl6ZtQ+tBiJrIe7361qJT/pY/GoVWTORtRNZQxF9O0M9yJMAAQIECBC4EAEnJUCAAAECBAgQIECAAAECBMYvoIUECBAgQOByCny/3tYbNb7omfvkvl+0n+0ECBAgQIAAgestoPUECBAgQIAAAQJXWmBTgnGl2+DmCRAgQOApCLgEgTEKtGLT+bAuMs0C049Xsfqkxr0+VveH6Ou2YRExrE63PqtVN+vqbBbCRlei7JTobnYxyQG5vjSNnVdnrRh2+tI0pi/WuDOJbq+LLIaNEvXEx6LOtoLYrGvNyGVBgAABAgQIECBAgACBpyzgcgQIECBAgAABAgQIECBAgMD4BbSQAAECBAgQIECAAAECBAgQGL+AFhIgcEkEsjZgG3lL2/mclmi1BVljML0zWdccvDyN2SvTw1qEyQuTVqOQtQqtZqFEtFqE2D5yxXY+Wu1D1kBkLUTWRKzu9q1GYvnxaj0g1/1+XSfRHx1jjgABAgQIECBAgACBqyvgzgkQIECAAAECBAgQIECAAIHxC2ghgccQeP0hjnmYfR7iNHYhQIAAAQIECBAgQIAAgfMQcA4CBAgQuBiB7mJO66wECBAgQIAAgSsg0Ef0iyH6/SGWn/YtWsHp/T6GeY26bVgNEUNGbc9hrWpdroutkLWrKyclyiyi2y0xud3F9PkaOQjXy5OYPF/juS4meyW6nVL3qzGJ9SNPk5FL22nOX+/QegIECBAgQIAAAQIECBAgQGD8AlpIgAABAgQIECBAgAABAgQIjF9ACwkQIECAAAECBAgQIECAAIHjAtuagZxm1G1lEq3GIGsNsuYg6xEmL0xi+lKNl6cxvdPF5FYXWauQNQsxKZEDc7VahsjH9kR1PmeHIbIGYshaiHkfq/0a9/pWK5E1E/39odVQRF/3P5+nsxAgQIAAAQIECBAgQIAAAQLjF9BCAgQIECBAgAABAgQIELhaAt+vt/tGjQc9c1vu86Dt1l9PAa0mQIAAAQIECBAgQIAAAQIExi9w7VrYXbsWazABAgQIECBAYCMw9EMMyyH6/T76+32s7q5awWk/H6JfRGQhais0zT1nfq8AABAASURBVMLUsj6obKZ1a+R8mUaUnRLdjS66mzVudzG508X0hfW0ravbs+g1TxP5khHHHqeXj20yS4AAAQIXJeC8BAgQIECAAAECBAgQIECAwPgFtJAAAQIECBAgQIAAAQIECBAYv4AWEiBAgAABAgQIELhCAqdrB3K5Rn1G1hzkwFxZg9BqEp7f1CTc7ta1Cje6VrvQBvEq2eZ2VKtryKXIdbmqj1YL0S8j+oOh1UhkrUR/r6/LfWQNxTDkju0oLwQIELgiAm6TAAECBAgQIECAAAECBAgQGL+AFhIgQIAAAQIECJyjwOufc67P2/Y5h9lEgAABAgTOQ8A5CBAgQIAAAQIECBAg8PQEuqd3KVciQOCEgAUCBAgQePYCQ8SwGKKf97G6t442ONfBusi0X9XtOWhX3S9vNgfgymkrVM2ZEpHFrFn0Wm6U6G51Mcl4bhKT52vcqXGztKLX6OLw0U7XXuqq7bTOehIgQIAAAQIECIxQQJMIECBAgAABAgQIECBAgACB8QtoIQECBAgQIECAAAECBAgQIDB+AS0kQIAAAQLnJbCtIajT+jw6axet9mBys8QkaxGyJiFrEzYDcrWahZ0SZRpxvKYh6qOU+lKfOc7W0A/RaiE2tRL9/X5dL1Gn/aZWIvq6sycBAgQIECBAgMBnBawhQIAAAQIECBAgQIAAAQIExi+ghQQIELgeAt+vzXyjxulnrsttp9dbJkCAAAECBAgQIDAuAa0hQIAAAQIECFSBroYnAQIECBAgMGIBTfscgSFiWA7R7w+xureq0cfq/hD9vMZiiGFVIwtNsyo1T5NFqhk5n5HzkxJlp0SXA3LdrNPbXUzudDF9vkaddje7KLMSxwfkiu2jXn87a0qAAAECBAgQIECAAAECBJ5EwLEECBAgQIAAAQIECBAgQIDA+AW0kAABAgQIECBAgAABAgQIEBi/gBZeE4GzaglKrGsTbnbreoTn17UJ3a0uuqxV2C3r2oRJicMBuaI+6uLh8rCugchaiD5rJQ6GWLV6iT6yZqKvy8OiXrw+65GeBAgQIECAAAECBAgQIPCMBFyWAAECBAgQIECAAAECBAgQGL/AJWjh62fcw1nrztjNKgIECBAgQIAAAQIECBAgQOBhBOxDgMDlFugu9+25OwIECBAgQIDAxQkM/RBtQK55H/39PlY1+oM6Px8iC1AjB+Oq+8RZxaYlotRPUjnYVtktkQNvTW52kZHzLW50kYN1lWmJ/K+dJ8+1jfAgMCoBjSFAgAABAgQIECBAgAABAgTGL6CFBAgQIECAAAECBAgQIECAwPgFtJAAAQIECBAgQIAAAQIEnobAtq5gMy2lRJnUmJXodrtWo5B1CZNb3WGdQtYutBqGLiJKfPaR58oaiD6i1UoshsgaiVYrkfUS876tz1qKzx5szTUT0FwCBAgQIECAAAECBAgQIEBg/AJaSIAAAQIECBAgQIDA9Rb4fm3+GzW2z5zPddtlUwIExiGgFQQIECBAgAABAgQIECBAgMADBLL04gGbrtpq90uAAAECBAgQeEiBLDLN6CP6ZY3FEKuDIfr9PvocjKsuZ/FpG5Qr98vIU2fBaosSpZSISYlup8aNLrLItbs9iW6vRBuEa1IiuljvFx4ECBAgQIDA+Qk4EwECBAgQIECAAAECBAgQIDB+AS0kQIAAAQIECBAgQIAAAQIExi+ghQQIECBAgAABAp8RKBGlqy9ZizApkbUJ3Y0SWavQahb2uuhmJbKWoZQS0SIi6mzkI2sfamQtRKuJWAzRb2olVvt1fl5jWXfsa9T9Yht10ZMAAQIECFyMgLMSIECAAAECBAgQIECAAAEC4xfQQgIECBAgQOASC7x+7N6Ozx9bbZYAAQIECBAg8DAC9iFAgAABAgQIECBw9QS6q3fL7pgAAQLPWMDlCRC42gJZMFpbMAxD1Ge0QtMsKs3BuLLA9KCPYVG3reqOfcRQo+6+eZaIUvJZp/XZ1flZaYNwdbcm60G5NgWuZVIi6vMwwoMAAQIECBAgQIAAgSsl4GYJECBAgAABAgQIECBAgACB8QtoIQECBAgQIECAAAECBAgQIDB+AS0kQIDAVRLY1iB0EWVaotupsdetaxVuTyIH58pButqgXXXfUiPWL7F9tBqIPta1Eosh+nkffdZK7PcxzIf1+tzeCiq2R5kSIECAAAECBAgQuOICbv9JBG7Xg3+vxv++xr+u8R9r/P9qvFvjfo36G0QMdSrqr1oc5IIckANyQA7IATkgB+SAHJADcuAZ5oDfy/xuLgceJwf+p/p9a/vM+cc5h2PknhyQA3JADsgBOSAH5IAckANPLwdYs5YDckAOPCgHsg9P9uXJPj3Ztyf7+GRfn+zzk31/sg/Q9u9AphuBbjM1IUCAAAECBAhcG4EcjCsbO/RDDMsh+nmNgxrbAtO6Lpb1U3cOylU/emadaURWqm5ec7aUyEG3WoHrjS4mt2vc6qKr82Wnq9vqvl2pL/HYDwcSIECAAAECBAgQIECAAAEC4xfQQgIECBAgQIAAAQIECBAgQGD8AlpIgAABAgQIECBAgAABAgQIjF/g3FqYZQhdWdck7HTR5YBc23qFOt/NcluJKBl1EttHiVb7kDUQWQuRNRGLIYZNrUSf03ldXtboc6eIOrc92JQAAQIECBAgQIAAgesl8N3a3P9Tjf+5xic1/sca/9caf1Lj92v8r2t8qcaNGvWXj/rqSYBAE/BCgAABAgQIECBAgAABAgQIjF9ACwkQIECAAAECBAgQIECAAIHxC1zBFmYfnuzLk316sm9P9vHJvj7Z5yf7/mQfoOwLlH2Csm/QFWzi+d9yd/6ndEYCBAgQIECAwCUVyJrRGpGRY7nWGFbD0aBciyH6LC7NdZsC07Zv7r9tUn7kLGVdu1o/SZVpiW63Rha23uzafJlFRFfqy/a5ma/nqc/tSlMCBAhcFgH3QYAAAQIECBAgQIAAAQIECIxfQAsJECBAgAABAgQIECBAgACB8QtoIQECBAgQIECAAAECV1Cg1Ri0l7z5Te1BznYlyjRajUIOytVip0TJAbmylqHUnUp9qc86t37meTYx9EOcqJfYDsa1rDv0dfeMOrsdxKuu8SRA4GoIuEsCBAgQIECAwOMK/HY9MP/BnR/V6d/W+D/W+Cc1PAkQIECAAIHLJ+COCBAgQIAAAQIECBAgQIAAgfELaCEBAgQIECBAgAABAgTOWyD7AmWfoOwblH2Esq9Q9hk67+tcmfN1V+ZO3eiIBTSNAAECBAg8RYFhiKGPdWFpDry1yvlN1PVRI7d/5o7qcUfrhvVsfpKallbQmoNylW1x66RE5Lay3q2e/WhcrxPn2W43JUCAAAECBAhcBwFtJECAAAECBAgQIECAAAECBMYvoIUECBAgQIAAAQIECBAgQIDA+AW0kAABAgQIEDhXgWE4qjdoc/XsWYtQo2zqFcpuaQNzZc1CbOsVIh+b2oY2e2w+lzO29RF1GpvaiVYzkbUUfd0/19fr566CAAECBAgQIHBSwBIBAiMS+L3alv9Hjb+rkf/gzrfr1JMAAQIECBAgQIAAAQIRAYEAAQIECBAgQIAAAQIECBAYv4AWEiBAgAABAtdUIPsIZV+h7DOUfYeyD9G1o8ihIq5dozWYAAECBK6pgGYTSIGhvvSxGZSrTltR6bAZoKsu122thjX3q7vWNe31My+lrqmfpMok2oBchwWusxIlC1xLnHxkkWrGybWWCBAgQIAAAQIECBAgQOC8BZyPAAECBAgQIECAAAECBAgQGL+AFhIgQIAAAQIECBAgQIAAAQLjF9BCAtdJIGsNMo63udUrlFav0O3WaUarV6g7lRoPfG6KIeqknbKPGM6omxhyfd2n1U888Fw2ECBAgAABAgQIECBwhQW+W+/9/13jf6zxRzUe+PxH/+gfxfe+9734q7/6q/ibv/mb+K//9b/Gz3/+87h37170fR9D/eXiwsK5+coBOSAH5IAckANyQA7IATkgB+SAHBh/DniPvcdyQA7IATkgB+SAHJADckAOyAE5IAfGnwPeY++xHLjQHMg+PNmXJ/v0ZN+e7OOTfX2yz0/2/Xlgx6D1huw7lH2Isi9R9ilar70Gr901aKMmEiBAgAABAgSaQP08Xj+QRo0cgKtOVznNyPl1RF93zaLSOmnP4/PbStMsXm1R2uBbZVZiXeDatWLXyEG6Sjz4ceKcD97Nlqsr4M4JECBAgAABAgQIECBAgACB8QtoIQECBAgQIECAAAECBAgQIDB+AS0kQIAAAQIECBAgQIAAAQIXKvA5tQUlaxKyNmFWoux265qFnJ+WiNxYJ3H4OHaiY7NZAtEG3moDctWd27TusKqRtRN9ndZn7le3XtunhhMgQIAAAQIECBAYmcDLtT3/usbf1vgfanzmubOzE//0n/7T+Hf/7t+1gbf+23/7b/HXf/3X8ad/+qfxh3/4h/GP//E/jtdeey329vbqrx8nfvn4zLmsIECAwFURcJ8ECBAgQIAAAQIECBAgQIDA+AW0kAABAgQIECBAgAABAgQIjFWglNL68mSfnuzbk318sq9P9vnJvj85UFf2Bco+Qdk36AEO2Zco+xRl36LsY/SA3S736ke5u+5RdrYvAQIECBAgQODKC2SxaB8x9OuBuHIAriwwbQWkQ12X2x+2kdmHfBJRpmUdsxIxKVG6UleGBwECBAgQuGgB5ydAgAABAgQIECBAgAABAgTGL6CFBAgQIECAAAECBAgQIECAwPgFtJAAAQIECBAgQIDAZwWyLCFrE7JGYVaiZNT5yIrQstl9O90snjnJGomhvuQzo9VTbGoqcjnjzAOtJECAAIFzFnA6AgQIECDwNAT+uF7kf6nxJzU+8/zud78b/+bf/Jv46KOP4t//+38ff/zHf9wG3vrMjlYQIECAAAECBAg8roDjCBAgQIAAAQIECBAgQIAAgfELaCEBAgQIECBAgACBSyeQA3VlX6DsE5R9g7KPUPYVesCNZt+i7GOUfY0esMs4Vmf5xThaohUECDwDAZckQIDA1RTIWtKjAbiyenQTZzXn8wpUc1spUZ+Rg3CV+skqI0o9Uakv9dnm66InAQIECBAgQIAAgasr4M4JECBAgAABAgQIECBAgACB8QtoIQECBAgQIECAAAECBAgQIDB+AS0kQIAAgSshsK1D2NQkZI3COkrkNEqJqM8WccYjt52xeshCiuPR152GGp4ECBAgQIAAAQIjE9Ccayzwr2vb/12NL9U48fyDP/iD+I//8T/G3/7t38Y//+f/PPb29k5st0CAAAECBAgQIECAAAECV03A/RIgQIAAAQIECBAgQIAAAQLjF9BCAgQIECDweALZNyj7CGVfoewzlH2HzjhT9jHKvkbZ5+iMzeNY1Y2jGVpBgAABAgQIjFrg3Bo3RBwrIM3ZNjDXifPXfbbLDyhEbZvrtvqMrGWN/EQ1iShdXZPzGeFBgAABAgQIECD9sroIAAAQAElEQVRAgAABAgQIPJKAnQkQIECAAAECBAgQIECAAIHxC2ghAQIECBAgQIAAAQIECBAgMH4BLTw/gaxNqHG8VqGUWNcxxOc86j5HW4fDsoltDcXQZ2nFENHX2K48OsAcAQIECBAgQIAAAQJXS+C36+3+zzX+pMaJ53e+8534m7/5m/gP/+E/xO///u+f2GaBwBMLOAEBAgQIECBAgAABAgQIECAwfgEtJECAAAECBAgQIECAAAECBMYvoIWjFsg+Q9l3KPsQZV+iMxqbfY6y71H2QTpj89Ve1V3t23f3BAgQIECAAIFHEDhWK5oFpOvi0Xr8sfV1af08UYC6XnX4ut2W04yuxLbANael1D23UWc9CRC4OgLulAABAgQIECBAgAABAgQIEBi/gBYSIECAAAECBAgQIECAAAEC4xfQQgIECBAgQIAAAQIECFxpgU09QtYmZI1CdBFlUld2GRFRJy3icx65T9081GgjcuVMjfX4W3WmDcpVN9bZtr3OehK4agLulwABAgQIECBAIH6vGvx/a/yTGieef/mXfxn/5b/8l/jDP/zDE+stECBAgACBqybgfgkQIECAAAECBAgQIECAAIHxC2ghAQIECBAgQIAAAQIECFysQPYhyr5E2afojCtl36Psg5R9kc7YfHVXdVf31kd55xpFgAABAgQIPEWBVjc6DE9cO1qyULVGm56+/7r+9CrLBAgQIECAwLUXAECAAAECBAgQIECAAAECBAiMX0ALCRAgQIAAAQIECBAgQIAAgfELaCEBAgQIECBA4PwFzqhBaLUKdX2bHr9iXXd88aHms4Yiiykeamc7ESBAgAABAhEBgQABApdV4H9Tb+z/U+NLNQ6f3/nOd+I//af/FH/2Z392uM4MAQIECBAgQIAAAQJfKGAHAgQIECBAgAABAgQIECBAYPwCWkiAAAECBAgQuPYC2aco+xZlH6NTGNkHKfsiZZ+kU5uu7qIBua7ue+fOCRAg8AQCDiVAgAABAgQIECBAgAABAgTGL6CFBAgQIECAAAECBAgQIECAwPgFtJAAAQIECBAgQIAAAQIECBAYv4AWEiBA4PwFjMl1/qbOSIAAAQIECBAgQODJBB7p6PyHb/5f9YhS4/D5ve99L/7zf/7P8bu/+7uH68wQIECAAAECBAgQIECAAAECl0nAvRAgQIAAAQIECBAgQIAAAQLjF9BCAgQIXG6B7FuUfYyyr9GpO82+SNknKfsmndp0NRcNyHU13zd3TYAAAQIECBC4GgLukgABAgQIECBAgAABAgQIEBi/gBYSIECAAAECBAgQIECAAAEC4xfQQgIECBAgQIAAAQIECBAgQOBKCzzUAFxXuoVungABAgQIECBAgMC1Efi92tL/Z40Tzz//8z+Pv/7rv45S8t/FObHJAgECBE4KWCJAgAABAgQIECBAgAABAgTGL6CFBAgQIECAAAECBAgQIECAwPgFnqCFpZTW1yj7HJ1xmuyblH2Uzth0tVYZkOtqvV/ulgABAgQIECBAgAABAgTOELCKAAECBAgQIECAAAECBAgQGL+AFhIgQIAAAQIECBAgQIAAAQLjF9BCAgQIECBAgAABAgQuVuD0wFynly/26s5OgACBtYBXAgQIECBA4LEFfrse+X+vcWLUrb/6q7+Kv/iLv6irPQkQIECAAAECl0fAnRAgQIAAAQIECBAgQIAAAQLjF9BCAgQIECBAgAABAgSutkD2Ocq+R6dakX2Tso9S9lU6telqLRqQ62q9X+728gq4MwIECBAgQIAAAQIECBAgQGD8AlpIgAABAgQIECBAgAABAgQIjF9ACwkQIECAAAECBAgQIECAAIHxC2ghAQIECBC4lgLbwbe202uJoNEECBAgQIDAdRLQVgJjFPi/1UZ9qcbhM/9BnD/90z89XDZDgAABAgQIECBAgACBayaguQQIECBAgAABAgQIECBAgMD4BbSQAAECBAgQuECB7HuUfZBOXSL7KGVfpVOrr9aiAbmu1vvlbgkQIEDg2gsAIECAAAECBAgQIECAAAECBMYvoIUECBAgQIAAAQIECBAgQIDA+AW0kAABAgQIECBAgAABAgQIEBi/gBYSIECAAAECBAgQIECAAIFzE/jX9Uz/pMbh88///M8j/0GcwxVmnpGAyxIgQIAAAQIECBAgQIAAAQLjF9BCAgQIECBAgAABAgQIECBAYPwCWkjg+gpkH6Tsi3RKIPsqZZ+lU6uvzqIBua7Oe+VOCRAgQIAAAQIECDw9AVciQIAAAQIECBAgQIAAAQIExi+ghQQIECBAgAABAgQIECBAgMD4BbSQAAECBAgQIECAAAECBAgQGL+AFhIgQIAAAQIECIxd4I9rA/+kxuHze9/7XvzFX/zF4bIZAgQIELgGAppIgAABAgQIECBAgAABAgQIjF9ACwkQIECAAAECBAgQIECAwDMSyL5I2Sfp1OWzz1L2XTq1+mosXtoBua4Gn7skQIAAAQIECBAgQIAAAQIEnkTAsQQIECBAgAABAgQIECBAgMD4BbSQAAECBAgQIECAAAECBAgQGL+AFhIgQIAAAQIECBAgQIAAAQLjF9BCAgQIEHgmAi/Xq/5fahw+v/Od78S//bf/9nDZDAECBAgQIECAAIHzFHAuAgQIECBAgAABAgQIECBAYPwCWkiAAAECBAgQIEDgLIHsk5R9k05ty75L2Yfp1OrLv2hArsv/HrlDAgQuVsDZCRAgQIAAAQIECBAgQIAAgfELaCEBAgQIECBAgAABAgQIECAwfgEtJECAAAECBAgQIECAAAECBMYvoIUECBAgQIAAAQIECBAgQIDA+AW08KTA/7kufqnG4fNf/at/FaWUw2UzBAgQIECAAAECBAgQIEDgCgq4ZQIECBAgQIAAAQIECBAgQGD8AlpIgAABAldMoJQS2Tfp1G1n36Xsw3Rq9eVfNCDX5X+P3CEBAgQIECAwCgGNIECAAAECBAgQIECAAAECBMYvoIUECBAgQIAAAQIECBAgQIDA+AW0kAABAgQIECBAgAABAgQIEBi/gBYSIECAAAECBAgQIEDgUgh8t97Fn9Q4fP7lX/5l/O7v/u7hshkCBJ5EwLEECBAgQIAAAQIECBAgQIDA+AW0kAABAgQIECBAgAABAgQIEBi/gBaep0D2Tco+SqfOmX2Ysi/TqdWXe9GAXJf7/XF3BAgQIECAAAECBAgQeDQBexMgQIAAAQIECBAgQIAAAQLjF9BCAgQIECBAgAABAgQIECBAYPwCWkiAAAECBAgQIECAAAECBAiMX0ALCRAgQIAAAQKfL/B/OL75O9/5TvzZn/3Z8VXmCRAgQIAAgasg4B4JECBAgAABAgQIECBAgACB8QtoIQECBAgQIECAAAECBEYkkH2Usq/SqSad6Mt0atulXDQg16V8W672Tbl7AgQIECBAgAABAgQIECBAYPwCWkiAAAECBAgQIECAAAECBAiMX0ALCRAgQIAAAQIECBAgQIAAgfELaCEBAgQIECBAgAABAgQIECAwfgEtJEDgSgr8Xr3r/6HG4fNf/st/eThvhgABAgQIECBAgAABAqcFLBMgQIAAAQIECBAgQIAAAQLjF9BCAgQIECBAgMDTEjijr1L2Zco+TU/rFp74OgbkemJCJyBAgACBZyTgsgQIECBAgMClFijR/iv19ZziUjfXzREgQIAAgWsiUMrj/WyP+skgHu/hKAIECBAgQOBzBOpP5iilvj5iRJSIFuFB4IECpZQo5dHjgSe0gcCVFHj0r4FSNsdEuZItdtMEnpGAyxI4JlCilMeIKMfOYZbAGARKzeoaj/P1kMfUo6NFXIlHKU/Q1mdwbFwh2/AgQIAAAQJXWuDyfka4GqyXzi9KebR7uijnUh7tPkq54P2j1KYej7p4DZ6llCjlHCJK1cqokyv1LFHKJmIz/cxybVBbt5nW/aJGKSWiTqM+ymemdWVdt15fcuHEUq4ppRyuyx1KvggCBAgQIECAAAECBC6jwP/u+E39wR/8QfzhH/7h8VWXcd49ESBAgAABAgQIECBAgAABAuMX0EICBAgQIECAAAECBAgQIEBg/AJaSIAAgdZXKfssnaI40afp1LZLt2hArkv3lrghAgQIECBAgACByyXgbggQeBiBUkqUso0uuq7OZxyuq8tPPN8du0Z5mNuyDwECBAgQIPCEAqWUYz9/T/4sLuX4ts+fb58NNvs/4S05nAABAhck4LQErorA0c/crpzXz+ZyVRrvPi9YoJRy+Nmv654kv46OjSjhQeAqCpRSopQS3RP+jfP49+qIEh4ECBAgcLZAKSVKWcdjf+8943v22Vez9noLPOvWr/O8lC+ansP/b61fE+uvp6PP56V89rrPTuToXp7k949Sjs5TytObP20bUcKDAAECBAgQOB+BUkqUso71z9z1fCmXa/qgzzDno/C4ZzlutPlMecncSjl+j188f9w5osTjPkopUco6jp+zlPW6Up7x9PDz+/Y+zv4c/7jtf9bHlbJt19H0XN+HQ7+r4Hbc4Gi+1DaUslnO+Yxc7urXck7Ldlqiy+Wo0xa1zcem67X1PHXd0et6n1LPkZHHb6OUuleN2EaM5aEdBAgQIECAAAECBEYh8Nu1FX9U4/D5L/7FvzicN0OAAAECBAgQIECAAAECBAgQIECAAIHxC2ghAQIECBAgQIAAAQIECBAg8KwFzuizlH2asm/TOd3axZ6mu9jTOzsBAgQIECBAgAABAgQIjFtgU4xfG1nKej4L9UtZz5dycpr/AO2JyH8s4AuilPU5jp+3Xi5KKTkZT2gJAQIECBC4ZAKlrH/WllLaz93jP4vzH0b6oihlfVwpR9NL1kS3Q4AAAQIErpxA/bFa7/noZ2sp6/n2u/YX/H6dP7tLWe9fynoakdPweJoCl/JamQel3VkpJUo5GZk7DxOlnDwuIpfDg8CVFSglc/hkPMzXQn5PLuXkceHrITwIECDwIIFSymZTiVKO4mG+55ZytH8pR/ObE7bzbedNCTw7gVIvvY6apnX+6FlKaXlaysnp8b/FlnJ6W/4j7Mdi87tgKSf3K2W9/KBzbe+ilFJnM+rkKT7bZaNEKSfjYb72n/U+pRzdc0SJqFFXRdRpeBDYCpgSIECAwGMJlJI/W/PQEqUcxVP5+V+Ofcaq86UcXb+UL57Pu84opdRJRp081WepZnnBUl9KnT+Kp+K3+Vx6Xtcq5ej+SymbNtXJIz9Ls8jDSlnPl3I0Pa/7fdTzlHJ0D6UczV/Wz+/p93ixbtv22FLWy6U83DT/1ppR2tdkF+Vwevbxp/2OX3c7/2yned95Bzk9Ft16Ptvacqm282i+bsuvr2a2MYi67gFR96hb1q8n9srjD7dstm+uW0ruGXVreBAgQIDAowrYnwABAgQIXKzA//b46b/73e/G7//+7x9fZZ4AAQIECBAgQOBpCLgGAQIECBAgQIAAAQIECBAgMH4BLSRAgAABnfRkYgAAEABJREFUAgQIECBA4IEC2Wcp+y6d2uFE36ZT2y7VYnep7sbNECDwTAVcnAABAgQIECBAgMCjCZQoZX1EKeuZUkqU40X6pS7XaP84QOnq/uvlkvtk1G2lbNY9YJr/wEApdZ/N/nnFUkpOBAECBAg8hoBDCDyKQCnrn7mllGg/v0uJw5/Ndb6Uuv4BkftllHJyn4gSHgQIECBAgMDjC9QfrfWnaYlSatTflfN37lKnpdTlL4j1z+Zjv5/X/SNKRIvwuJYCJVoa1LaXUupr1OVyGOucOVou5cHzn903PAhcUYHP5nnmd0Ypn91Wyql19Xvyie/NkdufPoUrEiBA4CoIlFI2t1kiZ0vJaYmH/Z6b+2WUsj6ulKNpRIl8lLKe5rwg8PQFjvLvKBVLlLKO7f2Usl4uZTOtnydK2cxvpvn5IqOUzfrcJ2OznF8LGaVstm+nx/YpZb0tr1tKqZOMqPcT9bGerzNP7Zm3UEqp11/Hmfd/bHsp6/1KebbT0/e5Bst7Ws95JUCAAAECT1NgTNcqpWyaU+rng6iR0/LQvx+Ust6/lMec5uemjM3x+dkro5QvPl/URyklX2tEvfeoj1yuk6f0bJeP9TVLKVHKOk5/dillvb6Uyz397H0/DmS2cX1cKaXNlFIuhU22L6OUo/sppc4fy8FS6nKNvPFSSp1kRL3/qI/1fJ25xM+yude8xZwvOVPXlS+M/NrLKGW9b1enGaWsl0vJ/9eVsV3eTLvNtO6XFyul1ElGRCnraTyzR6n3sL543kopuVyj3nO2NaPU+VLW6w7nSw4WmOvW7e1ye1u3Xq5bou4Rx6c5X+raM6ft+LqlnSOn64i6PjwIECBAgAABAgQurYAbu7YC//R4y19//fXji+YJECBAgAABAgQIECBAYGQCmkOAAAECBAgQIECAAAECBAiMX0ALCRAgQIDAVRU4o+/Sib5Nl7ld3WW+OfdGgACB8xQYhiGOR9/38bhx/DzneY/OReCaCGgmAQIEHkqglHWRdymPN40o4XExAqXallJfy2fPf/xz0vH5fqifvTLyM9h2mvMPGXmu/OyW02189urWECBAgAABAucpUP+U8pm/peTP4fyZ/CixPSanGRHDed6mc11eAXdGgAABAhchUH+M5s/TjPxde+iHyOmj/Gxe7zvUn/N9jXrC9rM5pxdxw9f1nCX/ehKl1OkTxNPRy1xYXynzahvrPOnjUad5fB6T04z1mb0SuGoC+XWxjm0+5/RRY/s9Or8WMq6agvslQIDAQwo80W5H3x/X33dz+VG/3+b+2+Nyuo3t36By+Ylu0sEEHlugtCPztZT2WpdL/T2hTk49M0+PR+Z1xlD/X+p2ffvdb/v/WbfTuj33Ox6H+x/btl23nW4vn7dV76gttvl8aUtP52V7P3n/OZ/TqxP5favf/F6dXrmcU0HguED9CqtfV6U8/jSihMflEyilRCmPHxElPAgQ+KxAfh5Yr82fq+t4Jp8NTn3Wyvs6M+rnre369X3n69Hf2uu3iSiltIgocdGP/P/7x38PGlo7hkf+G+8zMa+WZ113qI3K9TnNeHTDoX5eWx+Vx9fT1eXhUpm0+8r/13Ms2rp6s9vpugURNZ1i+8j5UkpdV7arLnr6EOcv7X5K2U6PH3L0tbFt1+dNT/z+cyw/hprXJ2No7+mw8eo301zeXr3eznb2xP0drnxqM+t7zcvl/WW0/G7vfR99bVsufyba+iHa+tq+tl+uazHU/8u3PnaIOm0xtHXDqfmh7t/W1WmeI5f7eu0hz1mN8/fPvk4zct3pyPs+rzh97rym6E/kchqdl7fzEHiaApm723iSr+vtObbTp9kG1yJAgAABApdI4Lv1Xr5doz13dnbin/2zf9bmvRC4QAGnJkCAAAECBAgQIECAAAECBMYvoIUECBAgQIAAAQIECBAgQIDA+AW0kMC5C2TfpezDdOzE2bcp+zgdW3U5Zw3IdTnfF3dFgMA5C2wLMLbFHKvVKjKWy2WcFYvFIo7H0T7r4/LYPNf2vDk951t2OgIECBAgcC0FStkW4h9Nu66Lh41SuigtSnTd0TlKKeHxpAIlSllHlM+eKz8P5eejjNXq6DPW8c9Uh/Pzk5+1Dtef+gx2en1+Jstz5zUy8h8A+OydWEOAAAECBAicl8CQ/wjP5h/byZ/DGad/Pp9eni/msY3j25b188Gq/j2m/Qwfjv6hpfO6V+chQIAAgesscL3anv9AXv48XfX1/1csV7FYfvHv2NufzTnNn8/Lesw6ltHX8+T5Bj+fzyWRSv2jSSkluhqlq0t12pWH/9tW/g2s1P1LWR97fD4u9DG0f+QvcyEjP/dtI3Pm8yLzah1HuZif+zLyXBkXeutOTuACBPJ7YuZu5nF+LXze18DJbfP6/5gz6tdD/V6b36NX9Xt1nifPN/R+F7qAt8spCRAYgcD2+25+r8zvmV/8vTe/126jfs/d/P+lPC4jz5Hnyshzj4BIE66YQCnbz/MRpWzmI6LE+pF5uY3M04zM29OR+bxYLuvni6M8P/zs8RD/vzWPzzh+3rxWxvb67Y7qjZVSopQaUSOnm2jbL+gl7yHvZXt/h21rX9Of/RpfLM5waPs+m/Xr36tXrQ9i3363zs96GRcE5rRXSODo66jb/G2glFL/VvAIfx849reB4+eI+jUaHs9MoJT1e7v++02JnD5qlLI9x3paynoaHgQIHAq0zwib/0+dnxPy80x+Tlj/DTI/IzyFn/3bz1qbv+/k9bexrJ8/1p8DlrGs//877zEjP9dkHDakzay/xksp9XvG0Xxc2GOof/PPWH9GWda/S+W9zmt75vN5+//423ZcpWn6ZqRvxqPzDcf+/r2KtUt9/zaftbe5ldNn5lJzLd+rZb2nZetbsayfM5f1/exb5NfFNko5yqVS6nz9fFBKndaIOh9P+VHK+tqllBN5Xsp6fRx75PuXser7yP/P1dqbbd7E5/pXo/x762f3Wdb39ChW1S+vkbE1y2kp6/sp5fg0+xsfLR+71Qubzf8dl/eWke91Ghy2qX6tLhbz+jtgjfo1u6jfb9Yxj/lyvv5/gpvpclW/Fw6LWEZOa/tzWpdyeR25LqPu0/bLtZt9+7o+j89I13qdbf6tjn1fy/m8z4w0zDgPmDxPRp43r7GNtMhYLOq9biKXxxifbeOqfs2vI13SZxvnYX71zuGOr6LANmdzmnm8/drO6fbr+LO5n1/v9XtT/T6U3++2++UxGXmePN82rqKLeyZAgAABAk8o8AfHj/+jP/qj2NvbO77KPAECBAgQuMICbp0AAQIECBAgQIAAAQIECBAYv4AWEiBAgAABAgQIECBAgMCYBLLvUvZhOtWmE32cTm27NIvdpbmTMd6INhEgcCkEtoUX22kWZWRsCzWyaON0bLdtp1n0sZ3PY1erPvp+aMWZed5s6Haa84IAAQIECBB4dIFSSjuolBKlrONR/uGaUrb/eFEe20UpOS31nBnRlsPjsQUqZz22NMdSTk7rhs3novyMtC4KX62WR//QQSuO3xTMbgr48/NX/iMWDxO5bxb85zlXq1X9HJZRrzWsP4/l9QWBZyrg4gQIEBihQP6dI6PPfwip/vzNn8H5t5HtP3D0oJ/hi/wHgjaR++TP8Twmj81z5PmSK8+dU0GAAAECBAg8vED+/MzIn6f5c3W5+d07f9bmz9z82XtWnPXz+eTv2X27iTx3m/Hy+AIlouR/m7+d5GBcpdv+zWoSX/S3rlJy3xK5Xyl1WqOUEuvHdrpeerLXY+caov1dJ/MqI3MrIz+/HebWfB7tH2zN6aLOH4vD/KrrMg/zuIw8R54v8yrjye73khztNq6FwDZfM38zjzOf8/8VZ35nHH4tnPH1MK+/C2Us6rbcN4/NyPPk+bbnjjj2NRgeBAgQuN4C+b1x+z0yp/k9Mz/n5vfRw8+29fvq/EQs6meTbczX/1D1YtH+v1Qen5HnynNvY63s++/awetFCpSyzbMSpZyMKJHPyEfm5jZPc5qxWvXtH+DOzw8Zq83vfPn7Ww78kF8XLY79/9ZF+xx+9HWwqF8L7XN83ef/z95/rsmNM02AaAbYVhpJY+RHMyONfb/z7J5f+5xzA/tvb/17Z6Ruee/ae1++NiJBluluSS2ppZFJVkUlCJJAIgiTAIuAwmiVYbQ5xqs4BMUtSA9jfwDUCvBfo9MAugnjBoC/x/3NYUoH6SPdXNdWi+W5STT6ZZzp69UF/4Z7qO6hXqUO4lk6t8lvXoyrw36VQEKdrpxGd8bPV8YAWIaUZMk+vJ+f4P19ud8ElOcC/TDM5DZuIOL7sRkAMu8ADIDpHgIaxzk6gOq6HAaQpXEDwN/4BgNfMwO5DHRpnMhG6Ha6JjuhsmVkDzQ57iLI/SHRZHvfh2yTPtT+a8FUSUG2QPsVdhYA49f4awB/S3yYuwwP1rkrFzPrdNrWHrCvmrITyaH3rZjGD8nhe4Vd2l+uL3UWz0LFc05jZXN5sl/7U53fKfOUwmnThlOYbjczDuWrCu+l+xF4bfKcPvp5q0k9pJPb/rxvyvtt5i2h0+l4eVBaqsQC6OUrOvgFD4GS4iN+AZSxgXEfhA4CkKC93HXk9DB/lunL6W6xH5D79b37Qk7Ey4H9yp8yX5uvk1t8VcjxdDxOV4A/AIb0TAP7POzHJD8EdP8EPpFxnbQgWdsXzWvlhbaYNzz/eTltWoPp65fXpvPT5DnOhxbS6jDdgi+2RXe1GFe3ZS2CV9Cn8pcf3fRv8ZpmBfYbFU+TcWkMXBwKh3Eo3SscBz9VWB3mb8XXci7aTCd1pV65LDAVrtuXJ6v0SYr7NuuldlkmJMWLOBLXlZT7VQj/YODfZqDKp5LKv4LystBSu8YyrryuPF8h1z2sm/y4yj7rQ5Z5XTMIhaVwlcZKyh0IBoKBYCAYCAa+Egb+78F0/j//z/8zuBvuYCAYCAaCga+MgUhuMBAMBAPBQDAQDAQDwUAwEAwEA8FAMBAMfPkMRAqDgWAgGAgGgoFgIBgIBoKBYCAYCAaCgU+dgUP+wzT0H6dPVf/0CSkWqgQDwUAw8MEY0EsXgl7EEKqXM/KLHfnFjcPcesHjoH/b9JKqwlGYUrqScgeCgWAgGAgGgoFg4N0ZAOAXA/CX24EsNZHN0aDz82Q3gNyCgoR+PEx3xM87MUBKDQOfwUBkD3U6XevbWW2f+FC2lCYBcNnML8Y3mnmyMtlaR4HO701mUr503u12fGKCQR3C/dkwEIoGA8FAMBAMfCYMdLtdjoF0+u17u2WtZsu8bS7b9V5b7pMC5TZexwU/5hPl8LpWy8PpDLThCv8zoSLUDAaCgWAgGAgGPhkG1H52qsnp1DYL79A+V/1s9eO70T4f0/0tR004gALAhhbj6k3QXNjrx7h4XUoGlDLBqo1edPb3ufOOXxj8Sv52fepH/fg4i+etDsd0mK88jzBvuU03aPvR7utNTqrJUctxnob8aftV40Dtdol6brIAABAASURBVNttyS5tSo8ufoKBz4CBKr9KenngWKTGNTU54IGyoHKhfN9Dw5osD0KDx3SNg+VJk6sqPPWHRMPxlWeFFggGgoFg4PNlQPVtBa8naedq0nHVvbIpKpujyXq1j3592/R6Nz97apbn6FrZuFV4Cr9iKOrfiomQH4oBgDa2Bw6Tk79ZcgfwPT9a/Sh/Vnk1y7aPoSoPKy9XkG2uMiHbosrrTc//Kg+DZYD7sslZHqprB6XCFRRXl891Fb90AbJuAGWJyl/yeKE4cojSQ5BOWU9Nwtw071tU6WOfw+sCpqn5MVHZePvjHPQn16qzpL/SIT4FpY40UoCI79fFALzMK83KA4D24eMAQJavHxPI/3WpzgHyNUAOh8K0ZQk5PxV88XoAFd9ZAuC9Bu+tMHzfqvu3XwLD5wI5DOMGgL/xDQa+ZgbAMlWmX+OVHE/UGIraV7WzshNkBzRoHzg+sH3QYPsvyP5qMs4m94VKD9lkcssOaLWy/dbhGJL0lS0glKlhumCmL8s5AAMy3NOOa1OYOSzFLUgX547jUi0+p5f+DfLWYHqEf8W+KnmULodi0M7iudJXuldQepQupS+n9s2/vXM9X3U4Xt0lOm5ze7jl+Lc46YE8fUh+GkobkTmg/V66pY/ynKSghZp6Y4rsKystglIN6J4TBu7CuEtkSY+P9gVQxgXGb4Qk2D7mthHI+1Zu3XLBPS/f7Q7vQ8e8HJX5VOl2DnRfaGvLnXlqlgtWUZZ86ZjKoo73rlM4hPJKxZ04E0oVXFRtNED9+AwGgPsDWfrOB/qRLoLycsc5aPfTpjR7+pQvCOVFllnPjyofdDd0jlAuyKWFtVrlglxkZ3ghLi2+ZS1+2M8yP8rjlDy/KZCrpsJReIR41P1w/linDUrpK72F46JGYSlcIcdFXVlfSY+8aE9/X35fKgbTmnloez0lXsSRIM4rKXcgGPjUGKjyp2QF5WFB+bpFe6l1hPJd1ek6V9cJCkOowlXa5ZYM/CsMRKTBQDAQDAQDH5eBbxjd/5/off/v//uzmLump284goFgIBgIBoKBYCAYCAY+SwZC6WAgGAgGgoFgIBgIBoKBYCAYCAaCgWAgGPjyGYgUBgPBQDAQDAQDwUAwEAwEA+/MwCH/YdJ/nPRfp3cO82NcmD5GJBFHMBAMBAP/JgN6+UIvKtVqNdvZ2bGNjU1bXV21paUlm5+ft9nZWcfMzKxlzNjLl8JL7kvO+PG5uXlbWFiw5eVlW1/f8LDq9YbpZQ/FIcSLHf/mnY64g4FgIBgIBj53BtSOVlC7WkEvVL4eLcsvgrdM53U65UQX5SRiCtNnFSZB2U1HfN+KAaCcbKCbLxOP4lwvv9brddvd27XtnW3b3NygnbRuK6srtrKybEvLi7a4uGALi/M2vzBHzNvc/FzGHOUc7bAh0O6aq9A/trAw77bb6tqqbWyse1x7e3um+JVPslbxGwwEA8FAMBAM7Gcg9t+HAbWxjWbD1OZubW+xjV+z1ZUVb9/n2TbPHtqGs/2enbEZQsfn2e4vcCxlcWnRx2I2tzatxjZcYymyJ6RfJeUOBAPBQDAQDAQDwcCrGVCbqQkEG43cD1e7ura+5v3vxaUF73Or/e1jxma9j32wfVZffXl5ydbW1myb7fwen5+on684pEEl5Q68DQNdTSdpHU0Y2+mY7ClNxKrxqla7PTR+Jb+DaPnYlvyrayWr+5FlOTjzNmoNnAvThx4c6wGFa+z6Ur9Wy2q1Pc8T61Xe4tiOxnU0npPzU5mv5mf35a+XNsf8tkA7Uc/RNIajcaLd3R3TxKlKB6OLbzDwiTKg0sAR5LJ4qaypz6LysLmp58orpj7NAsc51ceZ875QWRaY72d7ULkg2B+aYxnR+cscI13jmKbq7D2OoWo8U+EDMH4JfKKcfG5qhb7BQDDwuTKgOlG2j+pHPW/aoe2wubFBG3fFZFfMsj6d9XqX9WtV3/p/fGZ640+qc/XfH693ZePSjtna2uKY1q7bIQq7b4uAda8RsNiCgQ/BgPJ0DrdrcivvKY/LttBYq/L5Hm1u2cnb29tue8tuXufzzzXmXdnR1XNW9dmWlpZohyzYIsdYVSaU1/XMdY7jrg5/3pqfuc6xvMzRX/aKznWwr6gwlleW/PmtwtezVsWpMd/d3V3vA6ifKR3b7Zb3Y6R7Tkf+BVRmhLz/rr8AWP6MgHW6HX/Wq+fM0ke6qS+hsjzHtMzSphou/6oHPiKkg9c/++0+6sBjGiPX8/D19XUTl7L16uyvt9n3o2XpaWRyXVpsXxEDKvs5uSpHQlUPVDKXtXav/688sx/VOdU1kgpLUOjsxlOUHRi64vvhGai4V/mWW/dE2H/vXrVf3dPe8U7bdL3CqvDhUxExBAOfJgNA3z6g08uGFtnRmKLshI3NDdP4imycmVm2yz0bgW5vq9k2H6OcY1gOtveySeZkX5X/eZMdJltlcXGRNtqiLdNWW1ldNtkxsuXczuLzcL2rIN1r9Zr3SVQH6P+Mg+VeaTWDve8GwFIyAxRW19sX2XayTWSjrPEZwBKf1StNM7Mv/b0If2/C+1fHy13fdnuXcGfK8ea+1D0X37KL1zS+xrwg+1V5Q1wy1faqDRAf+WiHDaeereg+aLxPz0Rkw62sruT/PizOc2x7NvcxP1b+6uWzOVM6ZVsKenajcchljsvLhl+ljmvrq/5/SY1TKm/p3lZ5S4tSKW+pLVEblVNsZX7oc2AfYAP64VdOUj3UD1J/XPdL7/CoTEj/LZaRDfb719j/WVtb8f6/+gFKt0NjsLwn6s+o/6MyOKfyKM4oM19ztjA/bwvsJzlnvGaJ5XGZYwKy0TNva7axuW4al93Z2Tb1waSH9JFeapOVj4TMX58kACWHfb/jcCkexae8KD00BiIdpbPSoTwwzzSqLM308qLK04w5B4tzNr9MrMzZwvqcLW7P21JtwZZai7bcKdGl7C7ZsqTJvWgrpn2ivejnLjUp9xZsYWve5lfnbY7hzrKum1NdN79g8+R1YYHnOKfLfo9WV1dN5WZzc4v9WPGpvmS/jqv4VBqPwpV4cA783a4NxrFqS0vLfk9VR83MzPj7XJL5/S6W0d67Xl+Ku59GpVmcqyysra3bFse1qvpO3Fa8VvIoHMc5wcDHYkD5UlC5FlTH7u3teT5eox2ifC3bSXV6LtP9vF+V7+r9TUn56dwl1kG6fpPP6aI8fKy7GfEEA8FAMPApMRC6lAz8/0rp4v/4P/4Pu3jxorvjJxgIBoKBYCAYCAaCgWAgGAgGgoFgIBj4/BmIFAQDwUAwEAwEA8FAMBAMBAPBQDAQDAQDwcCXz0CkMBgIBoKBYOBLZED/YdJ/mfalbei/TvuOfRK76ZPQIpQIBoKBYOADMqCXkPRCh17e00sZmrDjyZOndu/efZuamrZ//rle4h/7++8Kf9t///uP/e///u1+16/fsOnpabt167bdv//AXrx4YQpLk6NoshS9NKJ49CLJB0xKBB0MBAOfGwOhbzAQDLwVA2pHe5MUt1o+AZfaWU0goInJhrC3Z2rfK9T2aqYX5nVurV43TSzRbDZML6/rBU9B4b+VQnGyTywAoMdE17rlxCct073RZAUbG3kBroWFeZ+Y4tnzp/b4yWN7+PiB3X9w3+7cv2O379y2W3du2a3b03bzljBl07eIm4LsrIyp6RtWYZru6Zs37CbPuc1rHzy8Z0+fPvE4lpYWbWNjg3lg19rtlk/k0FPSYAD6u+EKBoKBYCAYCAaCgTcyAKjtFPKpsptkR2lCi7X1NdNEVy9evrDHTx/bvQf37Pbtm6Z22sE2e2p6qmzDr9uNaWLquu/f5Hl37t22+/fv2ZNnj02TlK2zDZcd0S4XqcgxmrffQF8Hiy0Y+JwYCF2DgWAgGDhmBgAMtY1qm4VWs2U7Ozumie/m5+fsxfNn9ujxI7vHtvYW+9zTbJcrVP3rKbbLuX3+h+3zdbt156bdvXfHHjy8b0/Zh1c7r4msNPGd4hCq5AConCGPyIDGoDRWIVvKJ9xvNDiGUuO41Z4vTFqNZR0ua36ubCWh0WxybKvJsY+2j8ccUYXXn8ZbCsASAXCna9Zpd0wLhmky0o3NDdp+i/b8xXN79OSh3Zftd/e23eQ4TpWnpjlWo3w2xXGbKdp+15nHrt9Q/rphd3juw0cPTONDmiBydW3VNKmkOLFyAzCUv0vvEMHAR2cAyHkxpSyNY5+qA1WOVQbX19e9D/NY/aD7dz1/32IfR+OaU6xve1BZEOjn9S3lTY6Bqq599PihPXvxzFRnq2+1t7fL8tz2MlDFC+Cjpz0iDAaCgWDg32AAgNd/AHrRq95t0uZR/bi1tWkrKys2MzdjT5488npXz4imb93wcaiq3r1x8zrHn264bSs/1bmyce/cveU27nPVu4vzpnp3Z2fb7StN6K9Iq7pX7ndCXBQMHIEB5etut+N2fLOl/kDdNPn8NvPjxtYG8+aqLyqxuLRgc+zXKc+/fPncnrN/9vTZEz5nfWSyqdVnu/fgrt1j/01jrLdpayuvyx5Rvhdkl/Rwc9rUL9RxQefLHlEYCkt2icKXra/J3TVWqwnr1zj+u6XJvvd2TM/ZWyyTsofyZPpKsMosBsov5PnWANALAwBtog552bE19hlm52ft2fMn/nxZOt9k/+MGbaop9jemJGlrqQ/Sg/Y/NBivxr9zv+cG65wbrIumCMkbdpt1zsNHD+0F+07qV4tH1TnNZt25KQpYrnOM6bbYvioGup6/VY40NqB2TmMu6mPU6jXT/1r29v3fZf++zqnz3Hq9bs1mg2iawlKYgvouXxWln0hixb3Qbret2WqaFuHTPRr6L1Ntz/bfT+3rnjr8vtZMeaLJ+jbf17bnGbUdn0hSQ41g4KMxQJPA20m1mYWPzxhtqBZt+LrtchxcdsLc7KyPU+q5842pf9gXuM52mZAtoPa6gvaPBWzvaYvIHpnm+M5NjrsLt+5M2+07t9hPuWV379/hmPxdu//wnj2iPfDk6SMfa9fzdC18JTtPCwJtbKyXC3fusc5oeNr038iuDC2ynEgAQBvJwL23//JSE8TfCG0PuVutOp8hbNPmXDP9l+/5i6eup2yaf278beJwSjbWsXB1o2cbyW56a1T3jnJKoE7S093cF+/3yPVDjq/pWYYWKVpdWzEtrKT6WOkGQA5A8uASkEw9t7gW5612i23wnmn8W4s+vZx5brpv/t9G3tcpjnmLm2yDKl1T75c2pmX6UChcgnnM85fnsZvMWzc9b925eyfnrQf32Sd4yL7BY3v27Jkpbyn9ylsrq6v+v0n1L9QGqT1S+sSJ0ksyPP3D/Mj3OCB+D6IKuct+kNo2tXFqI9UP2mJff51lQf19LTqlPtDLmRf2nH33J0+f2GPe3wd8XnWf46/qC4iDO7wnue8z7X2cm+KpAsuk+js6fps2ufpKd9hnusfrFY5s9MdPxNtT522OYwwLCwveB5Ps310eAAAQAElEQVTNLn2Uh9Quqz2WvuKuSgNQpm9AVsfeXvbD6rLca/E0jU/ov826fysryzYz89LUV1PaVccorSoDN/jcRZiaYn6cnjKNjdy8O2W3HkzZ7SfTdvvlTbu7dNvub96xB/W79rDN+oh42KEUuvftkWDcF7r37GHrnp/7YPeu3du4Y3cWbtutZ7ds+t40wxduUt60mzdv2e3bt+3OHdZz9+/bw4fMi4+fMC8+t9nZGdYt5HN5xdbXN3xxLnGpey4bSVwqrW/iSrzrPawVjgNpAZ4nvGf3GdetW7fs+vUb/h6X3uvS+1ySwj///GN9XKf7c8Y//o6a0vXf//7tadZ7ag8ePLTnz5/b3Ny8PwsWR+JWvAriVngTv3E8GPjYDCh/qg5QflX/RwvLzc8vsN54ZsrXqk+mp6e93CrPK+8LKtOSf//9N8v93/a///u/POcfr4fu33/AMeKnrHfmfMx4a2vb+8YqA8LHTmPEFwwEA8FAMBAM/EsM/H8H4/2//q//a3A33MFAMHAcDEQYwUAwEAwEA8FAMBAMBAPBQDAQDAQDwUAw8OUzECkMBoKBYCAYCAaCgWAgGAgGgoFgIBgIBoKBL5+BSOFHZ+CQ/zIN/dfpoyt0hAjTEc6JU4KBYCAY+GwZ0IsWerFDL3VsbGzY0pJeXJu1p0+f2r1792x6+qa/wFQtyvX33//Yf/9b4W+6//aXnW7cuOHn6iWvBw8e2IsXL2x5edlfItMLg3pxpN3u7FsM4rOlLRQPBoKBYCAYCAY+OgNqswUtzNBut0wvXDeaDdOEAfVa3XzBrb09yhKaxGYf8uRFdavXa0OT17TbbW+jFb6QE4csvpDfD5EMIHMEZKk4xF9HEyfwHonv7Z0dW9/c8JddNdGYJm/TBLNPnjwyTW5w/8E9n+T7zt1b5hMG3L5pN6sJJW5O2XQPN2zKJ6GYsqlpuoVyf5rnaAIFTZigSeI0CYEmxtBEDZq0odVqS7UeKnWBvt69g+EIBoKBYCAYCAaCgQMMALnNLEXveIvtfW9BroV5e+GTUj32RRk0wZHa6Olptt1qs9V2C1M37IbjH2/Tb92atjt3b/s1T58+sfn5eVMbXqvXTRNfdbpdt9MA+KRQihyARCAYCAaCgWAgGPhqGQByWwhkWRGhPrkm+1VffG1txTR5uiZSf8w++P0Hd61qn6fYNgveTrN9vjF9ne3zdasWTNJ5mthP/WwtmqT+vCah1MSDmixL8XSrSCmBYT3oFd9XMCDuxKHGonSvmo0mx6jqpskI92q1PCFzbzyr5v5aBGsYtXJsq85rG9ZstkzhKVyFL/Sjf7t7Ays/vKcA3dAU3l3Lk0C2rMYxtY2NddOkmC9ePrfHjx+5HSd7bprjOVPMT8pbgk8mSlvwhk8K+U/OX8x7OleLByhvzc7P2eraqk+Q2uL4HAAD0FefLmB4n17xDQY+KgMAPF8C8HhVxlTeNC6tvosmiH3ik4Hetbvs29y8c9PHMadYt05VZULScd37Qap3NQaqSWA1merz589sbn7WF5vQeKbCTykxXsGj5U+On474BgPBQDDwRTIADNdzAFgPgnZIx/Q8cJfPADe3tmxlddk0ufNj1r2yK6b5jEiYop3h8Pr2hqmuFaZYH6vO1XMknf/g0QNTvbvAsSxNtC3bWTZOq9UaGoMCcvxfJNmRqH+JAZTxdj2vdTpd5u827fmm2/d7e7u2s71tm3yuura2Zssry6a+mPp1yvMvXr4w2dBPnz62J+zjadEB9dnu3+ez1vt3fYxVz1oF9elu3tZk6dN87ipM8ZmrpHDT+4a37twyTWKvvt99Xn//4X2f5F3hP3/5zGZmX5rKyfLKkq1rQa7tLdrtu66r+jIau1VvQWBx8fIKKI1CTiqHdrPjSL/962QHCZ1Ox+NcZf9WC1c8e/aUz5cfmHSe5riyyvgNlXmW/2n2PbwOkFvgvvw+KBiP4lQckhW8L8S6SfdCfZ8X7DupD7XG+6oFuVSnGbqmNKYE584M9rZbnP85MTB8f9WnENSXV/uj/5U2e/99qZnGALR4RgWNGQjVvqTOqfE5SqNRN43XaOGGNtsyhamwhWGGhnUYPhZ778dA5lacC6q72p22tTheo3tT41jKkf7PxPEgP5fjQzW/tw1f1Et5pN3usM3oePuRdc1xZnf8BgNfOgMwAGw3iYLjJGYcC225TbKzu8OxlDXT4qWPOE4p+0dj3BqP1AI1U6WdoDba2+fjsA/YxntYkhwPVV/jJu0S2V+C2v879267vaJxH9lrsts0diRbTs/TZzkGlBdNWrH1jQ3bpp0lW1B1hpd52kAs8MaUG+C/ZrB33JC5o81RiD/aIGpzxN06bTzZm884LqVFp6aZpuvXOY5bLmqWFzqlHXkcvL1rGNRpasDmkk6D91X3XLbho8cPTbaixtd8vJm2tepiAAbAzGAuzChhiTsAjDukuut1rLhXeyt7fGlp0bQg1GP2Ox88vGe3OeaneK/7WPd1ju8R1Gv6XdP1quvK9E4zb03TPc28pTRWi+oqf91l/rrH5z33qdfDxw/sCfsHz54/tRfsL2hhqcXFRfabV3xhMS3Uk/NW3WQnqI1SW2XlBoAUoNw7HsEgGRAGwqXbCB5Q3NJB9kqz2WQ5rru9v8W+/jrz4yr7QNJftv/LmZdl/+cJ+ymP7AH7K/ce3DMtwKYypnty+/Ytu8WxWC3Gp3LofN26yT5QRq9M8v7dHViQS/nlMftUyjMvydvs7Cz7XvO2srxs63xesbm1aTu7u1ZjGy7bXXlDekt/Jo7fnB4gS3q885dB8Np+OPpvdJM2Xb3RMPUdVsjJS/bNpLMW+lMeUFqnONZxg5CcUl1HTDPf3Lw7ZTcfTtutJ9N25+Utu7t0y+75glz3TIttDS7K9dAX5bqXF+Xq3reHviDXXXtYv2f3fUEu9jN9QS7yee+mTZPb6Zt0U+p9qdu379jdu7wn9x7YgweP+LzoCcdbntvMzKzNzy+YdNfzpJ2dHb/XuucHuWTyX/HVubp2eXmFYc54+Pfu3bebN2/b9evX7e+/8ztcf/8t9z+md72y+7q7tYjP54ycln88nf/1Bbmu2+3bt8m16rtnNjc3R45X2YZse39gOI++gtTw/mwZ+NwVV/2pPKpyrbpgj+O8qvfn5+ft6dPnnq/v3r3j72OqLCvPD5ZxleW//T3Ov+1///e/LBf/mOqh+/fv8/qnHCueZXlY8fKg8BWX4qzwufMX+gcDwUAwEAwEA29g4H8Gj/+f/+f/Obgb7mAgGAgGgoFgIBj4jBgIVYOBYCAYCAaCgWAgGAgGgoFgIBgIBoKBYODLZyBSGAwEA8FAMBAMBAPBQDAQDAQDwcDXxMAh/2Ua+q/Tp8hF+hSVCp0+OwZC4WDgk2RAL1hIMb3Yp0kKNjY2bXl52V/IePLkiemlrenp6fKlrOv+4kb1Msff/hLX370Fua5fv2FTU9N269Ztu3//gb148dIX99LLjPV6wydQUTxVnIo3EAwEA8FAMBAMBANvx4BekhTUpmpCoWajYQ22s7V6zTTpkE9cXKvce6b2Xdjbq/XcWoyrXq/7Ql568bLVbvmkCgp3sJ2uXnZ/Ow2/vrMBeKIB+AQV4rDb6ZpenK3zXuzsbNvG5rppgkRN4jEz99KePX9mj58+9gnT7j+8Z5rw4LYvyHXTNBGCJg24qUklBjAl9zTtLUETWuyDJlh48PC++YJcs7LDFk0v9OvF3TbvsZQcnvStr7eOBYKBYODYGIiAgoFg4AtjAMhtplkljW2++aZJm3Z3d2x9fc0nKNIkT5qU6v6De6aJj3ySKLXZZfs9RbcmBdIkaMLU9HXT5Eh37t62e7zmiRbkWpiz9Y11n5BHkw11Ox2LBT+c7vgJBoKBYCAYCAaGGABy2wxk6f1xdnxbzaZP0qdJJ+fm5+z5C/bBnzwyTf5569ZNXyRm2id7ZB+bbfMU22PhhibZJKbYbqtvrr76g4cP2Id/6u28JqHUhKDVYpluEHjcOX4gyyElY+cAA7pPGoNqt9s+dqLJHLWoj8aqfAyrtueLcvlEzXI7ahz3IvY01qUxrprbSrqm2Wx4OApPYQuDkebb8hb3RqcSAAwJDCqP92SdWxxfq3G8ZcMWlxaYt57boycP7QHtuDsc19Fkj1M3r5vykINjOVOex26Y8tf1G3/7Mdl+mpT+2fOnNjc3a6urK8yzO9Y+sKB6jp9KGCC3XIFPiIGvQBV43gP6UolWeRBUBtV3mZ+f9YlvVc9qMthbWvyC+f8G69Opskz0JguWX1nvTt+a9nFRTab67MVT02Iba+xbaTyz0+3Y4OIMgHRQ7NBPIBgIBoKBL44BoKrf4HXvYAJVJ+p54N7erm1tb/rkqpos+/HTR74A0TTtjUHkuvc67Y7rtEEodZx17q3bt/z8B3yWJBtZCw1pTEvPsWq1uttUihc4qIP8A8HA+zGgfJVDYLeN3aku0THZ8U324WRX7NHe3/bnqhu2trZqy8tLbnerX6fFsbR4wzP27548e2KP2cd79OiBT0qvsVj132Rna3L2W7dv2k32/W4x39+8NWWyOaZvTtNvqgTdPOe2wHFZXauxWZUN2SUK/8WL56Y45xfmXY812ihbW5u2t7vrfRHp7GO3SownS+kbhhlMW+8U7bwSMBY9QrIP2Vy7LPvq387Oz9hT9iG0oMXde7c9LVNuV91geSdU1mlrTdMOmyKmtf+BMaV4GOcU45kakuSdx7TgmTh9/vK596vX1lfZ99m2JvtxHGW3osCAzWexfbEMKE8rcdAPy363JztatKnV8jyhMZdGvW41wv/7wjpB4wSC73N8QG5B9UWtVjP9H0P1h8YWmqxLqv++VGMDlTSDqYxJWmzHzEDFrUp11++vbBev31tNXxxB9yrfQ47t8L5l957pXgr5fu752I/2832tmewfjfO12y1vL7rsJ3bLSvUj389j5iyCCwbengEA3mYWHK+kk2Wi5f/729nZMdkJc7Oz9vjxQ9P4d7Vg0g3aCRqPcbBd9nabbfb0eyO389MMc5o2lmytmxwLEvR8/Pbdm97vuFsu/nOf/Y9Hjx/4/+Se0Y7T4j8aE11cKhdN4nPxre1tk83TaOR+SYdjx17eYay/kWEwc9hbbeILgIm7YgQMoWtN2iK7u9u2ThtP/aLntDFlU07TdvyHY7gay83P8m/Y+/P1fmFM6X4NPc9geLK7StykzatFiqrx5lkfb6bNRbtVPAJMs8OGNjAvpZTIR66/tXiX/uu4V6/ZxuaGLS4v2ouZFxzze2T3H9w32dni4saNf2h7XiduOOR3rFBaPW8pn027zeu2PW33W+zTSo8qbz3guLzS/eTJY3+Oo7yl9C9w7F5j7vrfpPoXamf0/9r9dgJQcZOlORt2LBuDNiCHS2EG622y8dvM4+Jbdswu79XW9hbz47qt8FmBnj3M8dnWzMsX9vz5M96Dx/k5BMvS/ft3OZ5Ke8S1oQAAEABJREFUsB8jLm7duWW3xA3zwTRxk3nYyyLL5C2Bx3XebZ7vvD24630o2ehPnj72/oX+4yLeFhcXbHllydZYLtT32d3dYVtd87b8IHdmQDLPQ0wgAANg77rpUiBfL370v2jVBzvsHy6vLnvfTDorDUrPNNOm/ofK6Y2pgbyo9N+bslsPpn1Brtsvb9rdpdt2f/OOPazftYftexlaiEvo3rNHFYzuzn3Tol0PeO4DX5Drjt31Bblu2fS9aZtyjtXfvMW8ectu375td+/etfv3ed3Dh6a8+Pw5+5IzM7awQD6XV/y+6l0q2UNN2au0fXX/vY57A2HKI7p2ZWWltyCX4rp165Zdv37Dqne58rtd17n/D3Hd3/vSYlZa1OfzhtLzj/33v8Lfnubbt3kvyfWzZ8/5fG3eVldXbXt7h/V689D/wL+B4jgcDHw0BlTmVb+p/KsuUNu0trZu8/ML9uzZMz5rfmB37twdWpBLef/vv/9hmf7Hy/Z///u3L8b13//+l37X7ebNW6x/HtjTp89sdnaOY8YqD9teHhRfhY+WyIgoGPgyGIhUBAPBwOfJwLVBtf/444/B3XAHA8FAMBAMBAPBQDAQDAQDwUAwsJ+B2A8GgoFgIBgIBoKBYCAYCAaCgWAgGAgGgoEvn4FIYTAQDAQDwUAwEAwEA58EA4f8l2nov06fhJL7lEj79mM3GAgGgoEvjgG93KEXO/Sy1/b2tk8muLq6ZouLS/6y0uzsrL/INTMzay9fzrhbMuOl78/Ozvm5eoFsaWnJXyDTi3B6WVAvhOnlkW6388Vx9+klKDQKBoKBYCAY+FIZUHutNrVer5m/iL+1ZWtra7a0vMg2eNZmZtlGz7JddpTumZf2kpiZecH2+qXp5fn5+Tmf8EqLcGrC1B22/TWGqbDVXiueikO95w7kl90rv5AHGQDy5MziUPdnZ3fHNrc2bXV9lfdnyebn5/0ezc7N2Cztqr6cdf+5eUreF92fuTm5Z03uHnhvZ3Utj7nkvu63h+XhzZomrF3yyUpW3ZbTZCWayEgTV+medn1iojy5lVJAlSUCwUAwEAwEA8FAMHBEBobbzm6eVLDT8QmINEHYJm0zTdq1srpsS4uLJpvL221vv9m2s/2e7eElbTdhxmQHLCzM29LSgk+wtLm5aZp4Q5MMqf0WGJlrCQzaZe4VP8FAMBAMBAPBwFfNAHCwbdSk6OoL57GTTX9WocnqlvjcQpOpq+0VZtUXZzs9V/bHqz74HP103iL72EuafJBjL+pj6/lJq91ms0w7oGRdsR+iQnk0xGEMyLbR86i9vV0fO9HYliba17jGDMewNPnjS45jvZzlWNa+Ma48FjLjdtbC4oKPuayurjKcDdpPu6YJuKuxLcUD+B0yCUDuwzQ66AeD5S8MgGYktQ7HVTS+0mq2TOMtW6Xtt7yybMoryjPKO66jj+HMWGX7zZTp0Bid/OYXaftxPM9139zwcT7lWYVv5QYwXrpLQVd8g4GPz8Dr8p/KmMZC9/b2bIN9mBUvCwumspD7QuwDsSzMlH2gGbqV/yXlJ8yxHs5lednHudUXUt+q2Wx4XQuAZdAIWLXRq3KGDAa+IgYiqV8TA1U9B/TrPtW5snGazabVa3XaDjusezdME4yrHp2jPTs3N8fnTXNW2bTDcs5UN2v8SROT9ybY3t6yXdbjdZ/0vmmyo8U1kOMGspRfIBh4HwYAsD1XCNCPye6VHdFgntbCK5p8fm1dz7yXrGdL0E6o7IZZ2tNVnp6jTTHHPtvsEGh7+76kMMvyICmUboZXXTNHt8LoSV7r+5SzDD+fx2tlx5T7fi7L2gJteZWhdeq7xWfB6nfW6nWf7Fjp8gTu+2Hy9/kc3B08B8g8AXr+3LFmo2F7mqSfNtfa2qqtsJ+qPsgc9ZGuc9S7B/r13Uw799X31XkfBuSJ8c86T3T3OMtu9fPU38t8qc7ZtTrT02q3jKmzlGCAYJQW2xfIAJDvr5JGp9v5atdUXtSu7dVqpoUy9L+V3Kfgs5UFtmfMS/qPi/rRMzMz5fOUlyZ39nthM3Mvvc5YWl5im7jqbePOzo7Vyv++KA7FVcXdl5AzcAwMABgqu+Lc63eWc/UV1cfTfVVdoD7gDOvzDN1TgvfW76f86c51yayp3lrkuI+etylvKI+ovdDYiWwiDdQAOW4Ax5CSCCIY+LQZUC53ML+Dbadxp9vtWC5vddvjOOvG1gZthBXWi6xDy3Z5Tm207B7aA3I75H4FVPaOZC+wjtZ5cwPxeNiMT3K2kh73LO2yWe+nVMdmy+tmFI7A89VXUX2+srLi4/kaj1cb4YvyddpuP3Y5Pqvy/y53i9QZAEuEoesLmqlO2WN/aJv9ojXadop/jjq7frOzrvfcK7g66D/raVTa3w+HhTPDsFlnireSrxm5S8xRZ9WZslFX11ZsU+PNezu0IeumMW3btwFwLipvAE6r+PV6nOPfqnOrd0lWVlc4Dr9oi7SD53ivcvpmSn5mbe4IHB05b3n4M0zvbInsnlNamc45x5wfc120P3RNPn/WeZpxHdUXXuKznpXV5Zy3OK6/S34a7AerTVGalXZBVJiRD3vXDQZkVCEoXMUju6fOfoP6D+pHrDHPVc8WlP+lp9LULxczns5Zpk/+FcSleHApXhzDfOX0Z7+58riun52fcU5mGWaFOR4XZilz3LN+zhzHGKTTotpjjvuuU1/prf/E6vmI0tNh2VT6qrRKApB4L3Q7Xeu0O17Hqe8gzjY3Nvy/NEtLC/6/Z+k2y3TMDYFjH7Qj5xYpl+dsYXXeFjeI7Xlbqi3YUmvRljtLJejuLtpSBaObWO4u2FKb7taCLTYXbGFv3uY352xudc5mF2dpf7IsMn/JJhXye1QzluXLnnzx4qW9ePGC+y9pv86S0/lyga5lz4cqX3rmKB5Vl1f5cD9x8q/XGyYbd32dHLCOXFxc9PAUZ47nJeN66XHJ7+XLyp39B8/Z7375stL9MDnLMF+PmZlZT9+gfFWYL17MuJ4vnJs36zZ83gteKz5nPO1LS8u0/9dY322a8ofKVqvV9r6GONyfL+UXCAY+BQaUN1WuBZX/PdohW2yX1tbWbHl5hfXEoufxXL+8ZBkUcvmUn6AypvIh9/z8gi0tLbE8rLI8bHhdofKgdkdxCZ9CukOHYCAYCAaCgWDgIzDw42Acv/zyy+DuJ+oOtYKBYCAYCAaCgWAgGAgGgoFgIBgIBoKBYODLZyBSGAwEA8FAMBAMBAPBQDAQDAQDwUAwEAwEA18+A5HCYCAYCAZez8Ah/2Ua+q/T66/+d47Gglz/Du8RazAQDHxkBvTCRbfbMb3g0fYX2dr+Mluz2TK98NGXzXL/oNRk0Tq33W5Zu932sLrdrr/gREFpjo+ctIguGAgGgoFg4EMwEGF+UAYAvZwu5GjUnqptrdVrpknJVtdW/eXy5y+f28NHD+323Vs2ffMGMVXihk1NTxGS1+3G9A2bujllt27ftDt3b9v9+/fs8dNHNjP70vRyf/WSd6PZ8PZbsQLwSQLkDhxkABA/Ro4yOp22T+60ubXpnPqkQjMz9vzFM3vy9LHj5csXNj8/m1+CXVuxjY110wu1uzs7ppdr9aJ9nfe4Xm+YJv7IqPfcmhRRE0Jk/4bt3280m7TfhFa2xWjTKe/0l+Gy2IKBYCAYCAaCgWDgGBlQG6u2VnZAm2MhrVbLx0watKkG2+vcZue2W25Hvd/G+/lqxwmFo/AUruMY9Y2ggoFgIBh4JwbiomDgc2OADbS3oeWkfW0+q2irnRZa7DPrmceAbJZuTe6p5xu+Lz+2622ixes7QvWQQ3zILRl4LQOAxk6G0SaXu3u7tra+bprM8QXHth49fmR3793xMa0bU//YjanrPqY1zbGtaY13UU5RTnF8a/rWNMfBbtu9+3ftEcfEnr14agsLCz6JocZWmrxnikN5wAxWTfBux7GVeSs/R8vP0Hr5pjE4lkN3ObYju092Yd1tv7qP5TR5rvKanqkpf2nxiw6fz/Fp2nFoGWEEAx+cAZWvCuq7tFm/qu5ssD/T6PWFmN893+d+UKMsEz3ZYH+Ifk2e7+VI9S7DUflS2EoEqxAKEPENBoKBYOArZ0A2CClQ/dihHaq6UvVvqyV7pMnnQi1TPSy0aAsdRJPHWzwvn6vjbdpkbT7X6nY6pnAFRtH7AlH/9sj4mhwfMK0A8gIIZnyG2eKzz7rt7u7wWemmacEmTRr/9NkTe/T4IfHIHj95ZE+ePLZn9HvB56uzczO0++f9GauebetZ+frGmi/As7m1ZVpIQZOUazLuPfY3NEl8/7lr3Rpul1DSBpFtXufzWB3XedJDz8o3+YxXz25XVpb5HH7BJ8B/wf7K0+dPqc9je/Dwvj149MCePn1iL6iTngVr4QNNDq84VbZUPqvyxCQboLIkMOFv8QXKa7z8d01lX/0Gld2Wl/0Wy3SGyr7QYvnPMpf1/f/zczuNtpf6J4L6Ku8L2XYehvPLfhD7Ogpb/i6536SNqH6a+j6Zn87QnwerpL4FPXHqZ8YAgLIsZMWVD5Rf68w3W5ubvTrgybOnLGP37e7d2+X4gMYGCI4HTN+ccr8pujU2oP+/TN+cNo0lqN54/vyZzc3N+kINqg8aLOvezrHdzGWy0kEy6xG/78cAAA8AgN9f8axxNNUJGvfRQlqqJ1W36z9KPr6z7z5O+f2c8jEguad5T/Wfptt3btm9B/dMecLv68qKqY7e29vjM7iWx6vxHoHR+378BANfPAPIKSxF3inrONWrGr9ucVxF9WseZ2mxD0CboBoLp52gY7ldVv9gH9ReD8DtBrbjKtP7oTY++7HtZ11ep11VQfaVoHpA/4Xb3tnx/8XJxlpdWzHZTgsL8zYzO2Oqux/T5lM9LvmEtl+2s577uPH6+prt7O7Sbmy43aN0KuEAvN6R+62A4bO7HI/tCOwTycZqk7+e/cRxKtlVR4LzRr5dNq3irs9T3ceEM2dv75ZdpWsrWbl9n/wrnkajyfqR0H1mOrSYUYf5g5294UQfskdzM/uWjq51raNnKxUvtD1Vv3v+UfjipspXpTzAU8mF57eeuzHATd3UVistB8Hz2I7Xy7RJOmo1U95SW6D8tb2zbdvsB2xsbJj6BkvLWtRTeeulvXjx3PRfTdnuDx7dpy3/yJ7SztD/Nufm53zxOrUrCk/parN/3BVfZCK3LXirPAbk86trGYx/FabClv7qq2xsrtNWWbY5loEX7Gc8Zv5/SP0eso/hePyAej+y5y+e2czMS1M7uuSLia3wecqabW5ueL9HfReVr122i+JD0CJqdXJUL8uj9gUd22P/SAtpSQf971gLZqovtba2asvLy4xnwdQfU7xPnj22R9TrAXVSW6w+0OOnj6nTc5sld0vLS/4sRvzr3om/DvOK0gpkHoAsnYR3+ukyFzJD6sv7ovBl11X5UHFmNMt8T6l8KTC/+TGWA8lmu2mtDvtN3ZCILGEAABAASURBVJa1iVaX+8bzXwvmQZ7X7DSs2W5Yg6g361Yjt8ozu7U99mV3bWdnl/dj2/u0a2trzFerrLsWee/m7Pnz5/b48RN78OCh4/79B3bv3n17+PAR8+dLP08LbOmeKEyVFXG4ny75efqZRz09TJ/Ke0P1M8tI/X1wyLUKV5A+74sG66WG69mw49RTYUo3PV9r8z63yY04Elfir5JyB4KBT5EB5VGhw7a263ZIm+NkQsvtHeVtQfl8PxosV4N+qhdaaqdZDtrtjrffXdab/H6KSQ+dgoFgIBgIBoKBD8nAucHAz58/P7gb7mAgGAgGvm4GIvXBQDAQDAQDwUAwEAwEA8FAMBAMBAPBQDDw5TMQKQwGgoFgIBgIBoKBYCAYCAaCgWAgGAgGgoFPloFD/ss09F+nIyv+EU+MBbk+ItkRVTAQDPx7DOjlC73Y0el0Bl7qaPuLHU29NNls5hfXXiHzix/ViyBtD0NhKVyzLhM2CO7GNxgIBoKBYCAYCAYOZQCA+5fC3frRi+V6cX57a9vW1lZtYWHB9HL+o8cPTBPSTJeT12gimyl337ApTWAzRTl13aanb9itWzftzr3befKaJ4/8ZXpNKqZFofTSuF7W1EvKii+lZODHHBbbEAMo9ypp1um0TRMZaNICcTo/P28zsy/teTnJwxOfnO25aWIHTZawurpqmoRoa3vTJxDZ29vj9TWr6WX3Rt0nntDkE41Gg+4+6nW5q+MNq/O4JjjQhB66f0KrfNm8TbvObbHP/A3bkuwQwUAwEAwEA8HAp8cA29iOJsho57GUVm8SqqapbfY2mm212nN3ezveKNtvSbXpDWvyHEeraa122zRJlrfhZYo1olI6QwQDwUAwEAwEA8HAGxnomtpRtdHqF2ucQ8jtdMs0OaTclcwTlDZLf7bFao+9TW9Zq5zEyp91qI+9L+5oo/cRMrAL9MdM5A3AAJjGt/b2dm19fa03tqWJJ+/ev2Max7p+4x+bmr5OcDyL41rTHOOaopwqF+WavjXlC3Ldf3DPHnJMTBO3LizMmyaQ3OPYiu6n4lAeABQnx7dcyg2p8pbQXc5gzmLe6nAMqOPPwPJzsabbfQ0+O9OYTW9iQY7tuP1HO09+De1zzEey0WyYxm80Kb0mkdSEud0O4+D3LZWL04OBj86AylYVqdyqH9WHUZ2qvK2+zyBy/m+wD1Tvg2VB5cXLA8uIykOLz6LbrHNVHlR/mz9bBuuNKraQwUAwEAx83Qyozs2gLcLxqLaPRclebZV2LN2sS1Wn7ofqWNktrcrG5diT7CXV4apzPVynNxsjAHwvfoKB42AANvBJ8Ca+xTZfNoIWz9rY3DBN6j4zO2N6lvr48SNT/+Dxk8fcf+wT5794+YLPtGe9/6Bz9RxWk+6vr6/7glxbW5s+EbomM1eY6hfs1Wp85irQBpHtIXucdoc/V9W+JlMndK4Wetje2TKFs84wV1ZWTIsHz87N8ln8C3v27KlJL01Kr4nytbjMy5kXNj8/5xPYKw177OPIHvLyxDLqCVXaWZ74JZVMO3/f5gvkaxRcl/1R2Unq2wqtsjyrvOcyXtYFqgd4TLqo3EvqHLfT2A9xO42y6qtoIYf3gYdTjXk7r4N81y3H12Tfusk+VIt9qbZV9U7mIqcxu+P3y2QAKgnm/z1hnlYZUfvTbreszjKoxTC0KJ/qAJWthw8f2J27d0z/d7nBsYEb+q/L9A2b5rjAtMYH6NaYwY2p63aT4wMaS9BCLs9ePPP/YaysrrAsb7Hv0WCe65jiUuvGqA3I4wNmsNjel4HMITAsW7Qx6qwL9nZ3bWNj3bSQyJOnT/ye6v4JU9W9pJTbofvK+6t76gty3b1lGvdRnlBdvLKybPofjhYeUd0m7XOeSnTCAFDGNxj4WhjI+d3tA46dqF4VZN+rblUZUfuvMVLZC9nd8j6Du2knVLaDjgvyd3B8s2c30G7ydlxSbf0AcvtfZz1OyMZiuVfZr9W4z7pd/53b4zitLwC0vc16eZNjtxum/8ktafGfxQXadi9Ni//I7lM9Lvn46WN7Ui7GurC04AsQybaTHi22G0qj7jKQOQCylN9RAeRrxJmDNpbCbbP+EhcVf86HnhPQtnK+XiP93P3cHbe9xfvgvFPKdpNbEDfal62ne6f7rvE1pUn2o9rAN3PTVU7KYMZyXvT/h06bbanQstYgP0yreBIvSrvkAZA7HXPwfOnWoHR9mWckZZf72CDzjy+eW+UxHq/GDZWvdE6N52TsWV5Qd9d2dpS3trw/oL6B+glqd3oLS7E/8fDhfRPUt3j2/Blt++feNq1W9gLzq+57h2lVugF4mwLgzbTtOwPAgWsVpvKW0qHysLGxacvsa6gf8eLFc1O+f0DbR885HvrCxA/p99hk17ycfWk6b2l50RfxWufzFNlNWyxTSrvCU/lQWVOZqzEtQ2B/SH0i54t9ld3dHXK24/2mza0N22C/R7wts41dWJy3mbkZlsnnpnZbej18dN/b4vvk8AnL5ouXz33x06WlJZbndQ9LeU/pk70lOoCDHMj/beH5lj+eMz0vdpgXBeZF1WGOpj9j8bzI/OZS5dSP6Twe12JcrDta5YJcrW7TeMSX4mKtaE3uN7sN7u9D6d/gsUanYfVW3RrNmtd5NfHK+k3c7/iCg9u0UTZsbW3dVnhvFxeXWL/N2vPnL+zx48e+GNeDBw/s/v37viDXo0dakOsF+7aLJltJYdRYdzZZPioe9/PVJQfiWXm1ep9LZUhQ3joOKKwK0qWxb9Ef+b0NdH1D9ZWjTu4ahOT7omFVuOKixbEFcZO56/L5HTPOfgJjPxj4hBjosp2VOpJCh8+G2z7G27ZWr/5iDcX67Khlrs16rs12ukObpsv6outxfFplQWkOBAPBQDAQDAQDH5iBU4PhnzlzZnA33MFAMBAMBAPBQDAQDAQDH4GBiCIYCAaCgWAgGAgGgoFgIBgIBoKBYCAYCAa+fAYihcFAMBAMBAPBQDAQDAQDwUAw8PYMHPJfpqH/Or19iB/+Cr2x+eFjiRiCgWDgU2Xgq9BLL17o3YtOp+sTEXQ6HWu18osdR32ZQ+f5C23lyyDVix0dhqmwha+CzEhkMBAMBAPBQDDwHgwAKK+upFnVhqptrdVqtrW9ZWtra7awuGB6Of/ho4d5Qa5bUz4R0dRNSk1Yo4mKKW+UkL8mr7lz97bdv3/XNNnAzOxL04v12wxTi32pPdckA1ICoA76OvgjzwAZgIkaOlwCeb9N+0n3R5MfLK8smSZ5EL/PXzyzJ08e29Nnj+3Fyxd5coLlRVtdW/EX67e2tkyTHvjkCLy/9XrNNJlE9fL4YbKuSSjKF9YHz202G9YcssXa1tFLtlI2EAwEA8FAMPAmBuJ4MPDWDGgKC42paFKrdrtlzXbTJ/5psE2u2nBNhiVoX7Jer5smlXLZoFvg+WrH8yRZLevQrlC4Qs8YfGvt4oJgIBgIBoKBYODrZKBqn9Weaoyj3W7zeUdrCM1m0/clcz96YF/HBLbtbUfb1OfvaICmhMfxddJ7pFQDKM8Dx04ySg9feHR3d88nbVxYnPexEk1uf/feHR/XujH1t2libU2wPX3zBv2mStzwRbqmb07bnTu37N79e/aIY2KanHKe4aytr5smn9Qkn5q8TPdLagBV/KhUeCupe+0XlA7ZZ8pbyhstjsF4HmJ+ka03OEaT9xs+yaD8+7Yfx244pqPrfKJS5s+cvzo+6anHFT/BwGfAgMpCl+OOKm9tLwsta2qiTuZvTairPC+oLFRS7ob6PyV0nsqCoPLUKstDV3XtAAcsxgN7x+KMQIKBYCAY+CwZUP3Y7XR93CiPRbXdplUdqrpUdpDc+1H5Z7u3Zaq326xzO502w+py6KnCZ0lLKP2pMyAznADgfQOpq/ynZ527WrBlc8OWl5dNE+c/ffrEfEGGx4/4bPWRPX7K56vPn3qfYXZuhs/G533xLi24s7a6auvsA2zyej2b3dbE9Ls7tqvJ5onB5671Rq1nl8sW0X6NY7R6rqvz9JxW129ubtn6xrpPeL/A5/CKU892n1KHR08e+WT+Dx89MC0UoQW55ubnbIXPhKXD7t6eyb5XX4FP95VMptcc/C2lvdOmsq9wBXGnMuzlvNnyOkBlXHWA/OTWGLP+v+fuVtN0zEFbTfZY3W2xhnMi9/ugCm/Y3mvwWXcfWY+Wue4a9xbY+xEZzBYUIOL7JTIAIOd9GCUcOT+3PT8o36j86v8qM7Mz9vTZE1MZu3Pvtmkx7mpsYIpjA1M3pyzLG5b//3Ldpjk+oLEELWChRTbm5me9/Oq/L8qb3s6pbyFYjp8qmUCNLLZ3ZUBc9q8FtA+3J1QPqZ7dZT2s+nR+ft7v693ynk7zXk7rXk7f4P3jPaWcIm64P/1uTdvN29P+/6f7D+75tVqQa3llxZRX9hiu6jMN0eQFuXLcfW3CFQwcYODL8EBOBgzuyL+VDd+1DsdnKjtB5VC2gNpflRftyy07pXJrX8dc0lbQMd/XGCefWasOHcR+W8Gfc3P8R+VddblQq9VpW9SsViP2ahyn3TXZetvVokm0sXzxn+UlW1iYN9X7z58/8/8uaoxX48P+3zrag7K/FmmLydZTfSJdpLvS6ATwB8gs0HnkL0r+qgu8TWIboXBlp7T4LMA5IQ/iw3khP+73GinddL4gXZulzSW3Fizaz9/b7isccVxJXS+3IH8fX+P9UPzSRenoqL/HtLFyrpL7aqlKVSjPcF6qfifDaVXvkpAD5S23M8WR9jUmSHmQo1a2U8vzmsxXDuqp/1HkNCjP0Calbao0yM/h/4nMxxo6Rrvd01ln3lL+qu0xb+3YzvaO/4dWixqpb7C8xLzF5wQzcy/N/6vJvoTsCi149Zi2/DPa9MpbWuRKCydtbW1ajWG2mIZ2u0OqMgkAc0oJ25dn7NCtfz7Qd4tHQXmrzv7IDsvCxuY6+w/L/p9S6aI+xgP2L6Sn4/FD7wOpbMzMvuR587bIdEnftfU1X3xse2vLVK52dnbIw66XtT32RdSvqTM9gpfD+p7JT8dUjlQed3a3TXbS5uam93vW1lZN/3HtlckXz7ztfcT+mPRSW/xAC3I9yf95naWtpQXC1qnLDtOj+6P0qQwprQBssH0GYO+6ddlfUJiCwleebnl+VN5qsu9FKO8pjzlaNpwPeR7LdEvQglwdnu/LcdHfmnkxLmvIVbrpl/e4T/8u0WlYo1O3RqtudebFGu+juHVO2Zfd4T0Qnxsb5JOcrKys2uLiIvu2c/b8+XM+v6Jt+/ChL8p1//4Du3//vj18qAW5Xvp56+sbpjB0z5QPldb9fMmvw/IonnWOyp/KvlDvlQ3qdwxuhVnBy6vzSl7eSTbYD22wXahwXDryfrAeaVIncSFO2l5+O70yvJ/D2A8GPjUGVK6lk2SH4yPqt/bLeItlp/lGNGhr5EXpWKexndb1gsJTuAo/EAwEA8HAV8gG4TsCAAAQAElEQVRAJPnrZmB8MPkTExODu+EOBoKBYCAYCAaCgWAgGAgGgoFgIBj4chiIlAQDwUAwEAwEA8FAMBAMBAPBQDAQDAQDwcCXz0CkMBgIBoKBYCAY+KIYOOS/TEP/dfoUExsLcn2KdyV0CgaCgWNnIL980bX8DqZkRqfTtUHovI6//NGh/yCq8zoMQ+hSSs38kqJcgWAgGHgdA3EsGAgGgoE+A8Pvo6tNJdgm6yVivcyuF7vzC90btrq6YktLiz5hxfzCfE9qQShNcJPlnGlCgYXFeZ67ZMsry6aJLjRpjV6410vjCttfypQxUKoCvPuL8WUQX5QAYPwyTVl2yJU4a7XapvuiCds06Zq4FceO5WWfTGF1dTUvwLW95RMi6AV9vRjf6L0k3rJ2u9Wzr2RzdY12FBQdGG9GSsiTF6Rk6IHH5EayBLodlq8x7ltswUAwEAwEA8FAMPAhGQDY3hLeDidYIkAkqG3OAORPd6rAfR3nPighyWsAmPFrsX3BDETSgoFgIBgIBj4GA96vZr99UHbKyUnlp+cclexwzKXD5x5dHhc6uo77Hfp35Sb0wIO9dPXUP4b6X0QcMmuqhAAwANYhx5ooT5NBatJ7TZi5urZimjBT41pz83Mm+HgWx7my5LjWQobGthY5DqaJIjUR/8b6uikchadwO7xvXcaRb1SO00zS3m3jTee3fy3TwNAM4C+hCSaTpCB7jhLIxwCYH6d/T4LjOYSuAarzzOgiLLZg4PNhAFIVxmxMSBJJqPo7ByXA48z/KKFyAdBP10k6zGCxBQPBQDDwpTBwjOmgPSqbxJ8byU10Krj90zXZQYdDx7o0ZzN0XZfX8kuTiX78rRYQOkaNI6hgoMcA1LrD+Msf5jdNNtziM9FGo2l6XqoJ5fXMem19lc9UV0x2/gqfq64Ja/n5qiaN39ra8gnL9Wxbk+fr+XaTYbQ0ib4vMJf/q2a9TfFVO8zrzPQd9vE6LDPtcjJ3TeQtNPi8tqFJ1ms103N4TYyufoae+66vrVGnZVtc5vP4xQU+i1/gc/d5Qn2UBT53X7L19TXb2t7ktbum57/SSeUMgPFbKoFSvqWg3l7+JYmqDHfY71FaBMXVkzqH6cx+fmWOkNEDoD4ZssXeG7TrqjCAHC4wINUX6u2bwbhpnyK+Xw8DgN/5XoJz3uz4Qh31es12dnd8saU1liMtOFH99yWPDeSypoUiKuh/L4LGB5aWl2x1dcU2NlgGWUeofqizPLdZx3TKcqBSkDOfVMi67FNJBwJHZOB13HVZv7ZabZ9A3uv37S3TfdU4ju6fxn36mLPspuRYkNy6p1qER1jmvVX9u7W1aVpIpF6v+0IbWpRUdgsAA4QjKh6nBQNfKANd2laqVzM65vYBbQSVR3ezXOpY5e6U++5Ht/Z1TPsKSzSxZOXyVY7XVG19Jf2ZNsufGc90yVLp9kfH2rKxWAdrkQjZWM1mIy9kU9pYqqdlZ8m2W99YtzXaeisry7ZEO2txiTZWOQYst/5zt0Z7UPaY2grZa9LXjmVj68AvO0n8domOddludJQO8tcZgHND/4OS1+g88sgQdCcMgJm+lKCdBHJY8XasEhpjhuUwYbonCZQlTNLeZ2OKhtLMtDo/HdM96Jbpzu7hc+VXodsLo9RFehHSG9DYIUzuYVTpMKPLtHXL+Dx/0fZvNpumhb2UJ9Q+7NX23J6Q/b5Fe0B5q/rv5hKfJah9ke0g20JYZF5bWVlh/pP9sOk2vMLTfVd8Fahq5Xyl7J+TT+kyzdJPeqn98n7O2jr7DMvsR8zz2ceszc3NmRa3mpubNem1wD7GEtu9Vddp1aS/ysgW29GdnW1vB9WuKkzpqfDFRYd9IMWXYzYDyJjDepuO637o/Ba50/XqRym8qt+jeLbY3m5sbni7rf6Y2uEF8qTnM3Msl7PUVRB/Wd9l9pFWaYOts4+23esDKS7FWSkAgE6B4qhflc3qXLnJqcLsMg9WskO/ju93rMv80cdAfhw87iXUA2PIyFwZjCXJVHZccp9Her9Gl3XB8M1yfB2THSIem+KSNme93vC07/lChMyHO7u2xTy4sbHp+WvFF+la4n1esJmZOWLW7//CwqItLi6x/7tquteqG5WfdZ86qlOYPhvYAGpWIpcX7Cs71X4lVb6Ognw+AKs2Rd3lT6WH3K9ChxwPQ/ejS84EMwCOlFDqW5TyKLodPAfo+8kNKHzjBiK+wcDnw4DKlJnKSYWq7GTZKesBnVdBfgeh6/M1ObzPh4PQNBgIBoKBYCAYOGYGhgxCYGj3mKOK4IKBYCAYCAaCgWAgGAgGgoFgIBgIBoKBYCAYCAa+fAYihcFAMBAMBAPBQDAQDAQDwUAwEAwEA8FAMPDlMxApDAY+DgPAgf8yHfD4OJocPZZ09FPjzGAgGAgGPl8GANXHMBcmmaGXoACYpABU/skA+VcvN2V/QP6C9o0biPgGA8FAMBAMBAPBwPsz0DV/LZw/vZcsux3rCB1KoXLvk3oZvPcyps4jug6G2fUAGTallCyFnIGDDAAw2URmsE673ZtMSC/Ga2IHvSS/vr7mEw5sb235pA2a9Ekv41cvzRs3AAYMI78wn6woChsZGbGx0TEbGxu3iYkJm5ycJE44Tpw4Yfuh4zpvfHyc14zZ6Mioh6MwGRFjjG8wEAwEA8FAMBAMHDcDAGgXJLa5I2y7R9kGj9v4+ATbbrbbE69ut9WOnzxx0ttzteEOtvdqx0dHR22kGPFwAZjacf5abMFAMBAMBAPBwFsz8JVfAMD8AzMAJVKvjVV/GUBvH9A5erYhVG7JDAZgsR0PA3lcy6cG47hW1zqatK8cy2q3NcbVph+l/ASOYXUGUfopnA7HtSQ1nCX0NRze6/u/2dXlKJm+1ZmQg/nDDJaQrBgpbHR0rLT9xrPtx3GbE5MHx2tk92XI9jtpkxzTke03Xtp+Y5XtVyQzj8NiCwY+HQb2F6OBfRhYHuB9IZWHCY5JTk6oH0T0ygPzfVUuKskykMvECVOZUXmYYB9KfaFeeUgFQ4dVG4t55QwZDAQDwcDXywDtBNWMYA1pch+ClBIP8Yx9x1Ia9kvVcbLJIyYYfy22YOBDMwD1AUqwge/Srq+eVw/Z+x31B9o+2bn89z/nlpoAaIcUpuepGk8dGxujXa5x2T4mJyf4XHXSxmlrjPF5q2wWnZ9ka/B649Z1PfpGDgD6mgFZGjfXQQvMNJp87rtnWhRieWXZNBn97OxLn1B9fmHelpYWbXV11ba3t3zhCYUNwMMCJBnYu3x1ra6TPAQpJcM+/5QUH8hRIkbYfxm1cXIwPjFubrP17DXaZIP22Vu61b+RTdez7/Zfz3jc1mPcFf9FSuQkmTbST9Hnnzvx/doY4O1XWel6fdC1DmVHYwSDYwADbq8P/ByOGfT8eR2v6SpDKTx26Cm+NiY/ifRm3rumW6Ef3ZNcz5f3q7p3lfT6nsd8X3U/3byvuq7DQASGxqD8Nzcgn0RKQ4lg4NNhgC2+OYZsgWRge6txTJQ2AcCziEPtBiRLRfLn05VdpXEa/QftsHZ+kmM8k2zjhXHaWbIxdF0x8HwbgGnL9YJcGUD2157KutBqt6xWr9GG2vaFiLQY0NLSki0szvuiRfOLC76wjRblaraauU5gHaEwABgAOY+MfDZ/+TUCgAEZqSfJId3OISWQjwMHZSLXRVG4vSV7x7kjL+LnMP5eaTftt6PKffHt15D3IVkeVxyy7/rjzWNuI0svJuxovKB/WnbC/HMgveIlQ+EDPGsf5F+hSMkqbsbcXh+3iXL88MSJSTvh/5fg+GGVFkqlV9zlNI1zDH7MuVU4CleaApDwvOAO/gAwAHSxuWD+6LA90f80tfjU9s6OLzS1uLTgNrzb8b7A1Izns7X1Ndvd3bFWs+VhKl8KHtgrfgD04qtOYbS+4Gitxj7D1qatsM/g+Xhuxl68fG5Pnz2xZ8+f2iz3l9h30P9L1XfQwljNRsP7P4p3EP2wc2lirFakwsvr2OiYqfx5nhOvZbkUxw7mQx3TeeoH6TrP0wYPtsP2dzCurmwoJkL2lhb9atTr5GXX/wO7tLxo6vu8ePHMXrx4TmQ5MztjS8tLpsW8tDCa/h8r7hUuAANgKWVpR92w70SGAcDDAvqyChdQnpR/JeWukCx/CsufERu1ERvjZxwTNiEYpU3yl31HSvk70riNE2NpzEaLUedceVCoNFQ6hWpfEoCEATBxoYW29L/iLeaJtbU1W15etvn5eZuZmfG+5NLSMjnWwnB7pnPFofKuwgVgBesX3b8xliHdzwk+W1IZOcHycvLkSetDfTvtS54Y8Jff4VAYCktQuIpjbIxpHRlhvMnTAODIUtykVHgdpHAUnsJVuT558oR9883hepwcSsfrzjlhWddxGx8fY/0wrKt9LVuk87NnAICnAcC+8pXLXUpZAsPHK3/JxLpVAPI5ZpIWWzAQDAQDwUAwEAwEA8FAMBAMBAPBwJfCQKQjGAgGgoFgIBgIBoKBYCAYCAaCgWAgGAgGvnwGIoXBQDAQDAQDwUAwEAwEA8FAMBAMBAPBwCfIQPoEdfqsVQrlg4Fg4FNkAK4UKAAYMIz+yxrJ8gscyc+RG6jO1THweLUPM4PxsGmrpNyBYCAYCAaCgWAgGHhXBvzVd73+3psAoNPpml6Q73Ty5DQ92d23f+B4txdGfmWfOnXlEuiO7xADgOyaPnSw3e7kBbnqNdvZ2bWt7W2fhG19Y93W19e5v2V7e7vWaNR9woXqZXldC/TDArJbtlWRCivKF+lHx0b95XG9mD4xMWl5MooTlMTkSTsxhEmbmJiwsfFx84kURkcZzghts2RQhIFg4F9gIKIMBoKBYOBLZ0BtrNrvEV+UYdR8QpmxcdMkoycm1XafME0uc+JVE2SdUJvOc9jOTxDjYxM2OjpmBcNDgtFEMHzpJEb6goFgIBgIBoKBD8FA1YB6YwoDXo/k7S77z+V5CX03qN8guBvfY2BAkwlWGB7XaltvbKsayzpkjEvX6rwuj3U1niVwxMwcx6DgUBDKAZbzEfNKUYzYCMddNAYzPj7h4zGaBFDQBIb7ManxG9l9mmCUdqHsPtmL47QbR2n7aTLFIuU8Z5/pFmp/mQzsHyXmaDITilwWWF/mvtAI+zCjNu5lYZL9n0mOWbKf43l+vzzJcc0+JsvyoGvHx8Y8nGIkj2cyIn4Z434l6BvfYCAYCAa+agZgxq8BcKRSAuU+bQrVz4MAYCnl40ApDWZyW964lx3xGwx8DAZou8uGFzp0d2jTy7Zv0/7X5O8u+QxWz1WFjtzloi26RioCsCIVJltaNvUYbWvZFG5rc5xVtrkwwWen43p2WtoaOr8okpcJ861vbABwH6AvFZ/0a7Vb1mg2+Nx3zyeb14Jcs/Ozpgno5ygXqgW51lb8+XCdz467TBcAFjXBg+YPiHf4KhyDAcNIKfcjgGF/QP5KZ1FyRHuNHKkfIk7EzaQWsBXYMgAAEABJREFUQaA95mPXh0jZam+C+j6vW5RL8Sg+t/VGRm2EfamUCgPgJHR5//l1d/x8jQzQ3lcfnpkg54UOxwO6pjKnOkFQnTC4L78Kqit8sSeWNV3fUTge3tfI5cdL89Fi6vb+i6T70uE9qu5bp6zPe/vdfeNAA+fqvlbIt7ass0txNF3irGDgS2aA7Sm/JiiZbP+HxrXZ3g7up8PsBl4MoG9Xsb0eo91U2VWyBU5obLO0FXyfNkTVxqud1xjpGMdKR4rCEtt5Y3gmnQTrb8A+Dx5SXSB7r1ar2/bOlq1vrNnq6rItLS+a7Ku5uVmXa9WCSa0Wrzr4BQ6GffCsw3yQVeX1AN1ExVklgewPHC4T+1oF0y47s+JunDbopKDxsQH+TpQ8VlJ8vgmyt14Jhqd7obhk5+lejI6Nuf2ne4HDknwEPybVjD8AKIRkSMkS5O4j0Q/o7wPZrfN0TBA3oxzvGxsdt3GOH072bPX944bcZ3r030ilSXlLaRqnDZsXfCtKXWCDm9qJwX255ae85TZ8o2E7O9u2zjy0uLRo8wtzJvtdtvws89f8woKtra3ynB1rVQu+qdFRQI7h+OQFZD8ArpP8Mrqm/LxXq9nm1qZpcTnl49m5GdMiVk+fPfUFudSH0IJcytdb2+V/S9nXUBuZn2+ooRO4J/uGyOHzF2apSH6P9b/SsfExE0/O18QJjs0Kk/7MQn7qC4k/5U9dhwQzfsVRV/85Zh/M3YqDUarNbrPv02RZq5M7LVS2vr5u0ld6P3/53J6/fEZQvnjm/aHl5SXb3NywGtOtRfPa7bbbAQAsDeQRU8R21I1K6nyGIZdJDiC5O9FbwICUu4/qvGT5U1hhIzbKz5iN2wQxWYJuLc5FjA9gLI3baDFmI2nUCvZllJ8BMD4cKSHKh1pkS/8f3tzcYl5bI5fLNj+/YLOzM8SsL9C1sbHhfU0thKYFuXSd7gsAK4rk97uqXyYnJzjGfsJOnqxwku6T9DtJKT9JQe7X44SeWbFOV14RqvxSFIXfu5RAeXQA6OmrfDeu/Mm6UOX6ZLnoVn9RrtfrdrKXPp2n9AgnmM5Jz99jXjeMOTcpFX5PgKPdF4stGPgEGADAfCtFJA8ipcTyNwwA7gfo/MTrJWFmMAAWWzBw3AxEeMFAMBAMBAPBQDAQDAQDwUAwEAwEA8FAMPDlMxApDAaCgWAgGAgGgoFgIBgIBoKBYCAYCAaCgS+fgUhhMBAMBAPBQDAQDAQDwUAw8DYMpLc5Oc4NBoKBYODzZkAvYsD0PgYgid5LG/mljuwH7PdPvEbHKgkzg/E001ZJuT8iIqpgIBgIBoKBYOCLYqCr1OiH0AvXnW7X9GJ8t5qQZr/sdMwnKKLUS9r70ZU/r+kqnAqKI/BaBgDZOPBzxGmj2bRarW67u7u2vb1lG1ubtra+ZpokZHt723b39qxRb9jgy/K6GABtpWEkJEtFspFixF8W1wRymlhCL7xPTk5ahl4sPwhN0DExMWnj4xM2NjZmoyOjDKOwlJLHY7EFA8FAMBAMBANfLgP/WsoAsK0trGDbPTY6xjZ43MbZFqtNVtvsk2lpoi3BJ5BiG17Kk5rchm6dpzZ+YmLCxsfHbXRs1IqiMNkFZvCvhMUWDAQDwUAwEAwEA0digK2nN50AjF9CMiPRAwDb7+T+VZ8ZYH886RxKugG5+zDum8FiOx4GupY/PralsSmNUe2DJtbWuEsPPM/d3TbHwzqW3R26GVY5rsVgj0fBMhSNmZVO3n2YsoFsNNlqGncZ4/iLbLgJjscIJ2Tz7YNsvex/0iQ1WX1l+2myzDHafj4ZZiqMMVTRhQwGPhEGVL6oCsej+etflQN38Accd9Rky+oLqS8zwT7N0KS67O8o35/QxMP7ykb253inl58JG2NfSOFoXFR1szEiFm3GMhA59+L71TMQBAQDXzcDrBvdXnBprCq5R7fqTSC7gVfLtP+YQYHwl9KM0mILBj4KA2rdaWWY7O1OZecP9gfabdr7bWtrIS66B5936xopKbs8FYnPQkdsbHTUxmWb055we2Rywibcxph0Oc7xWtnumhC8Z3uzPBg7EDk8aWS+AWV5oASyW30PPedtNpo+Sfrm5qatrCzb3Nyczcy+pJz1hSIWFxdsdXXFnxc36nWmoWO53CloGCBkt36PCvBEh/9YGQ4Ydu7XAuj5AfRPeT/RVhOU5rHRMdpbYz5Zf2WvnahstUPsNPVb3F475Ngr/Q8JT/2hCdqIYz5Zusa9R6xQ34f9bjPY4JZtv0GfcH8VDHRZEh1d6zATdMs6QWMCg2W/I3+hrCuGjsmPx7p+PQNj2db3q+Dvk0pk5p63gTfVv17Pd3lvVI/6PSzvVadalKs6Vu73zuV53QoMsMsbKii5ikUyEAwEA+i1pHIB/msATO0/wP3SJgAG/OgGeEywUtKtawo+75a9NFbaVZNsw0+cmPQxzRN8rl3ZB2rf8/gmbS3aWeNVOz8ykuNWuCWMm5df0KFvJenuqnwTsrO0mGleNGmddtaKLS0t2vzivGnRpAXKtfVV29nd9f/eVdcxiPKbAwWyLD3fKCAdwdN4HQAD0LOvZGsC2Q94k0xWFAXt0lETd70xskly17OP8tjwiQHbquJz0O+Vbobj51P2zhlwTzAu2VzVvfDxtSIZE2Vv3LDvDKbXDAYMI2k/pXyP5X4dyvMSpcYOR0YzN75wFG31Sele4iTzlqeJ+0qjjk26LT9h4lKcaixeHCs8APaqDcjHlEfU9mhhKC2GtL2z7f/l1IJcvhjX3CxteC2GNGM5f62Z/vepRah0LZudXhQ5yBxuz5MOIPsBkijbvK612i2r7e3Z1uYG8/Iyw88LL714+dyePntiz549tdm5Gc/j6+tr3nfY4/nSs83+j+LPYFvK8iE3o+t9Afg9qGx83XPxNEHOVC4dchMTLMM6Lg51fpGKnMdNOvfDVxxdJtrBOMVbq9m0RqPuvKxvrPsiebPs+2hhsYxnviiX/JaWl2yD6a3VaqbyLDtOYQIwIMO40cnfo33B03S+JAPRl0BGSpRCuY9Bd+XXl8q7KtPJCv+MlstxjWPcJjDRh7FOs7w/Tv/xNGG+IFfiFawflZcT4xYAUMM+h77DHyD7A1kqH2qRrd3dPdtkP3J1dc0X4NJCbTMzszY7O+f7WtBM5ygfOIfsB1ccJt63kZGyDE1QZ95X3WeVm5O+yNUJr6dP+gJWua6R+wTL1kk/ftJeJU+wTvIyx3I5wbCVV9QOjFT1OdMBgHwfDYn8FF4fjtjo6JiX4cnJcf/Ps3SoFuOqpPyOhhOehqxv/n/0+PgY4xhl3TvCOjhRx8Q7YJSw2IKBT5kBYDCPgnlW2kpWSJZS5R6WKmMAePywc4xh5fMttmAgGAgGgoFg4PNiILQNBoKBYCAYCAaCgWAgGAgGgoFgIBgIBoKBL5+BSGEwEAwEA8FAMBAMBAPBQDAQDAQDwUAwEAx8+QxECoOBYCAYCAa+EAbyP/O/kMREMoKBYCAYOAoDQH4Zg8JPB9CTAHovawDZrYOA3FYekzRuKEER32AgGPhsGFDJrZSVG6aP8dd8q/YkMxKPVa7sTpYlKBOyO3k9QbdLni/JK00b9PNuAGDAQeiFtDcBOHgdgLdU5GOdjkPTCcDErSPR/TbgtcDh4ZrBPvYGwICMN927Vx0H8vUAqL5AceCLXjzAsPtV4e73B4avA7hvOBDTu3gAMH4tx8nSlPoA7y+g4xmGfgx6CVt7lTTNRENo30EP7vKU/EsHL4cByHnI4+G+4khmaUDK/SoA8DCALO0L3ICcNnEA8pIK7pOjbrdjmoSg2WxYvV43TSywt7vrkxHs7u1arV4zHasmhOp2M/cADrCkl2VHRkd8IjS9PH7q1Gn79sy39v0PP9i5c+ftwvkLxEW7eEG4ZJcuXrKLgu9ftPPnLtjZH87ad99+Z6dOn/aX0DWRxcjIqCGloXsEYGg/KU1vAWD4envFxrOG4gHoQyQhwV4ZL48D+VwAdrwbDtUJyP6v1Ol1+vIYkK8HDsrj1f94QwMO6gvg1feGae1xxPOAw6+3V2zA8Pm9sAbDfZ173/UAXhHTm70B9PLCW+tBHYH+9QAYoUDxnl8Afb3ofhfdEq8Dcjjvqc47XJ7jBQ6X0u2t0/SKsIAcxzso+d6XADnud0pPytcCffkqhYD+OUDffWQOB64B+tebwT7NDQa8GonHjpz2hOG6jNcCrw7bjrCVzXjvTIZmamPHRkdNk0J988039u3pb+377763s2fP2Xm23bndzm23t9tsu9WGX7p42dtyudXGq60/+8M5+47XnvrmlIc3MlJ4GgCYPoq4siXkPm4AjOUVSPR/F+6BV4d53Pq/T3jAq/V817T3+GLYCgN4dRxA/5jxbltsnzAD/5Zq/TwCvN6t/NbLfwlej7zT/hvisY+cV4F+ut8pPeQC6IfxOv2B/nlA333UeIH+NUDfbR9968cNvNqdeGwICe+eb3gt8Oq47KNuKGNDL7dSNdMOANMG9GV2wlyCRwm5BXly18x/bHjbZyAAMCAjUR413wyeB+TrAQzH9UH20NMXwDvde2A4DGB4v+KB3jl82ECcxo0e/NVXtk4FE7eCHygnNuTYVvmVr/mV/FHYAHL4KRkAQxLMuOsAquMHJYB8DaUZ3YQNbjCDwkMyjbNMTEyY234at/nuB9p+Z932u8AxmksXOF4zANl7fdAG5LHzHOf54ftyDOeb0zY5ecInDkyMw8pNPJTODyLANAL8fQUS/aXPuwB4dbgAmB6B4gN88Zp0vU+aBnkAGMsRYNTFvoity2JHVOWRaQLEQTJN7jsxMWmnTp1iP+gHO8d+kPo2F86zD1T2fS4yz1+8yH3KS2UZuSQ3j6vM6Pwfvv/Bvj3DMU2Go8lENeknY2A1oHhNFQB/8ndAjexxxF+FB/D3EBxL3mC4Cgc4PA6g72//ct6gJgbw9xAoDYP5/a3ch4QH9OOxj7r14wVgb5WO1D8f6Idjr9z65wB9d6L7qPEC/euA7DaDxRYM7GfAcwV/+DVTXjFulPzlLnrQ/iAAHjOYVdLoFiSs2rjDr7x7Pjr/EBw1fwMw4CCq8D+kBIbjPWp57J83fD2AV6iLQ9M4GM6hboYHHHKt4RXxHM0bgAEHcagOCUP1I3DwOgBmJtj7bQeC4PNSNups6cv2vpsX4tHiK/Q3xgvAipTc3pBtoInkJ2iHy3b+5uQ3bn+cOX3Gvv32Wx9T/Z72xA9nz9I2P+eo7BKN0/7AZ606rrHXM2fO2CmOv2oxqvHxCdrhY1YUI+SC/QjjRtX42/sC/cn1tZhMSxPs8/mvJvXf2Fy3tbU1W11bNS3EtbK6wv1V29raND0nPuwZsQJmkAZ+5H5b6DroohyIXIcABmQURWHiTs+eT586Y9/xOfL333/PZ8rn+Gz5vPdjNI59OHT8DWDf5vx5nXOBz7GJc8M4x3vy3Xff2Wk+u/7m5EnTONYqezgAABAASURBVPro6JhJL1Hd6XSZB4bMPYvtIANAvp/AQZn2leW33meYiQAOhg0c9DODvc0GwPhlGaNM5lL/ixD0fAWAHzeD9TfmDtUF8nCn8kmGe/WO0U8ehK5mUAaA0P9rUMZVSvpnbiz79/bL4ylLALw+wwz29hsMeDMSz3EkZH3eUwKvjtOOcQPgoQGwJCTKEqAE8n7lJhlWbRrn8DvGeyo/ueXHDqd2KehT3Vv34Y9HBwZTwegmmJcYlSVJxpveAKC6Pkt7jw3IYQAH5Zv0eONxhpkI4GDYwEE/M1hsXzkDngX8h0TAmE0s/0hw3wh6AjBtAAzI0L6gcgjAba7xsTHTuIzGPWUzfc9xz3Nnczuv9l7PtM/z+bfGNuV/juNAZ9nW+7gObYzTp/RftW98YZjx8XEbGR2xIhU5ToPlL6UNb9JBC9BoIZpabc92drdtk/bU+vqaL2gkG0sL2ezu7pjO0f/0OpXdyKCoPn/f4euqQGr5xR4OzAD9ZAnA94FhaeUm3VMCbcpRm6StKjtVNqpsrh9+OGsa98q8VTxe6NlffX8dew3c3rpgF0p5XrYX3fn6C3aO90hxZVv3W7d1JyYnTYtYJSTaWmXFO6Bz6Xy1QP8Qk04O+vtyAaDfMOQvACjbiGQF7WzZ8pMaP6QN/i1td+WXswPcKB0aSzyvvCUwbeLtbJm/vqedr+uq/KU8Ou52/Ki5PcH4jBsA/va/bFU87frPZrPZtD3lrR3mrc1N0wJTK6urtryy5HlsfX3dtrY3bW9v1+qNujVbTdN1Cg3GD8wA/tjwBuS+QqfTNsWh/43u7OzYOvsJyrcLiws2vzBnC0sLpkWrFJ/6Dlp8aYf5WefrOuV/hdHtdsoIwPiMgBW05/VMYnxs3JR2LV6k/5SqjOqeq69zluVQ5VG8nWN+kDwr/siz541vv7dvz3xr4lDle5LPI1RGdW8U/iCPXbbFgtKvsiYu6uz/7O7sDpTLFdPiZvPzczZHyK3+kMrs1taW89hoNkzl1I5hg4fBX/JtBn7MjG6Abod2K3cl5UcYLPFTWGEj/IzZuE3ihH2DU/YtvrPv8IN9B8JKaD/RPfK9fSeMfW/fTnxnZ06Qv5OnvXx5X5L3Y2RkxIoiDeVDG9gA+J540D3WvdY9F0dra+u2tLRMLLEvuWYbG5umvKPjVT2n+5BSsrGxUdark6YxeJUF3fNz587ZxYsXCI67X7xoly5dLN19Px2/cEH7h0PHLlw4b+fOnbVczr7zfpv6jmNsDwrmPQAGvB42sKUEU76aYH148uSJUufv2Ec/axcvnnc9L13iMzTqrGcGF6jf63CxTOMlpk/Q/lnm9++//85UBnJ+Zn03Oub3AoBrA2TpO/ETDHziDADYV86k8H6/g/tm2S9L4wYivsFAMBAMBAPBQDAQDAQDwUAw8GoG4kgwEAwEA8FAMBAMBAPBQDAQDAQDwUAwEAx8+QxECoOBYCAYCAaCgWAgGAgGgoFgIBgIBoKBYODLZyBS+KEZSB86ggg/GAgGgoFgIBgIBoKBT4YBvY9VApSAfirtoNe3HKn8TVZY4qegFJIk5BJGrJBbSKU78QxCL4qmxPAExkFXFcmRJMArBpDDY9hFxshIlkW5L/k6v5RS78VYoB/2kZT5oCdVuki/7NaL8tK3SMmUrh72pXmkSKY0D6J3Lo+5e981iWEKQI4LyNJ4v+2DbTkOIMvEPOG6Fck8DZWkroNpGXRX51dSYQDgPc1hArBqA2CJACQTz0k9HhVmFYak9gchvwryd3dKHgYAQyKQYe+wAfnaxHBSSlYkokiZB6Xf3SxblEWiTMkSASQD8rX8zW6jq/I7IHk+4wCv1fWpSFYULKNFYYW7uT8CKwil00F/l9JjAAX9KySGB/TjtS9gA/rpATlLRFHAxE0qzCx1rWsdX5Sr1W5bq92y6gX6dqtlHfrp5XjoVF4LwPjlXv+r4wIA02QHelH8++++90nLfrz8o/3y81X77dff7Y8//rI/K/z5H/uT+Kvc17Hfec7PP/9ily/9aOfPXbDvGMY335yyiYkJK1xZY9yKH5aQ3F0UyQQvawP39bB7LT+dK1Tu1EtTDhfYJ3k80S8lxiMUyfNzwbgUjuBxl/5yy686ntJwePYeGzAcFshBSskEj7NIzsVhbqXXwXOko7D/PB3v+ZXhKg5gON73SMKxXgr09UqlvpX+Q2kpMi+H+VX3ya8rwwD64QKgzgIFvwAMQI/zikeFfRR4PFXe8fhyeECWdsQNyOcDsIJ5THF72EUyuY+C6nzJRF2AZIlhAbB33QAYkKEwi5RM4Yuno+jk5xVpqIwl6iQAMDPBPtgGwAD0eEjuTtxPng6lxVHdQ+rq+5SDunta6Vcdc8lrdI67eSyl5OECOU4gSzPYh9wAGADGneH6lLpJP4f2D0OR/N7oHL+O+8nTkcMEsrRyA/I+kKXOra4TR5VbUmH2wLjl18PAvsKo6n8ghwugjPHfFHBeATi3AKXg/KS3zz8Dae7xUORwxFPPrww/UQKMs5QAbP+mdjr7DU9WZTy1KAq2tZM+MY0WVbh44aJdufKTXfvlqv3x2x/2Z9lWS6rddrAN/4/w1//YX5R//P6n/XbtN7v6yzX78fIVO3v2nE9MMzY21muzc/z5t69P3n+fXwAGCNk2AMD7kBxFkfr8H8Kr+FR+dMlzJYeukd/gdeQ4EUA/LkBxw/6tDYABfUg/oUg57YelqUqjp53p0zmDqI73JM8pCJ3T8ysYvuIgUgkg65FSlkCW/xY3Ee+nwEDOA2CZ6eeLZFWekRzKU0Uy5cuC+W2///59nefQNSX2n7M/nJTKuMu8mQbyqn2wreIgS8VZ6aky1QPT7OnZL4vUr8dKd0q5DkqH6A/keIAsdW4vPoZduSV7cRfJFLf8Kgzup5TjAxRmdpvBPtQGwICMNJBG6VGh0vOAVBqFYpi3obTymNInHLiex+Q3dCylXp4F4G4g62df2AbkdAHwdIqLgnyKjzeC3Ilnv4ZuyUTuAIWVwzWDHecGwABQ175UvMIb9S3TpXOFSvdEnWVvumT+07GiYBxF8rKocDWe4ryUfknXEBCoD5D1AQakDbhL/1RKXZfDKBhHH/24GD/HtxTvCKV01bFBSE/5S+awYIzStMnuEkCPhGSaYHF8fMw0gf8P3/9gWmjrJ9p+V3++5vbcn7TrfLyGNp7sPtmAgmy+/9D2+5+//j8+nvPrtd+tGsM5d+6cTxw4OXnCUlHY4Ka4hUG/93UDTM0AlC6lu0iJHA6A91mcDEI8OXdFOtC/GTpv37WJYQtAjjulLIEs7b23HA5AWYat+IQiHSFNRcrpod5K32BaDnMfdk5iPBWAZAAslboA1Iuwz3wbzIsAPH2aDFQTgaoPc+XHK3bt6q8+jvm7+kK//+X5Xfn/rz80lpn3//zzL+8HyV9jmrrmp59+5pjmZe8LnT51xibGJxh+sq4v0NDl+KsWaaD0Lpn/2FE2Mu/3AuA9Ke9HdZ+G7i3v/dB+kYbyhO55hf3n9fYPCUPHUkpWAaBGRCp1AfK+faQNyPEBWe4v/yrj0vkwVOnXORUOnLePg/3pBnK8ZrAPt8EAkPNKpl7d1ksD9TyKu0rfwfsFqzYAQ3EpzbpOHBWMR+4KHmeRct6irPwldUwypcTwmF8HwgX68VlswcCHYkDZTDDwYwZQDqDKm8qnb5O//dwieTlMzN/AcLiMyY57A/pxJNa3rvNAeZROKnNvgq6rMKh7X98cj+IA4GVX5+kahS1ZQfseb5G8DnB/6iQ/d6fk1wM5TCBLM9hRNwAG9JEYpoddJFP8lVtS8Q5CfoL8JIXE6xP5A0Dd+uHacW1szvk1ty/KCd/Z2nubbzDGmaj3qI2Nj9vkiRP2zclTpoUN9Pz03NmzvojBxYuXfCz1yo8/2U9Xfubz1F9Mdvm1q9c4Nvur2yWyM65x/yqftf780y887yfz56jnz/uE45rA++TJkxzfnTAtWGBMLy0OqzYA7gTAQ31Ib01O32q2rFavmxaH0KIRa+trtkZsbG7Y9va27e7tWZ3H9exYk7ArMIDhGExf+4AbAANAHkd84v4zZ7419T0uXbps4uwX8iF+NC4t/Mrx6UFkv99t0O9Q96+/sS/0O/Gb/cpn1Rl0l+H9wr7Sj5eu+D3zZ9flAqwjI6NmBpO91yltPvtat1ekG8j3UOURgJcLuYuUvF5VWd1fvuVXQcccRfK6R2VcqI73JOujgth/LDGeQQCVPlkCWdqhWz4GgHobQVmY61EUKPUvKDNSUfCcZAnJABClNJh/3Q8GEEZQGjcAvIbo6VpYSkUZ7oiNjBAMuyiSaVwgg27fTzw+jEL+RHrL+g/IOgFg/IPuxP2MKuwhSd6H9hl3te/3jsf3y+r4fqnzen4px5koAemUDMh62TFsQA5L4QseL8dcigLOqe8XRb4P1EHnAPka/mZdjK7KT3Jwf9CNZLq+SInhJUtFooQlxpdGzOVIGa842I+si67JSOW9BWAA7KgbAD8fSAbInSyljCoOxV2590sdcxTJy4HKm7D/vIL3XDhwjHEVKceXKAHpAOqQJZClxRYMHJEB2TJCp9PJC+bQMBsZHXWb4fSp024naYGkKxzruUpb6je192rnOaaZbQS19b/S3rpmer6tcc4fee6li5ft/DnaWd997wv/TE6csJHREStSYVD5M7b92eLraQrAAPg+zUKTXu1W2+qNhu3u7voiSVqMS4uh7pW2lRb6kS0m/f3Cj/5DwpgO6SoAMD3X13/0ZK9qYSnZnD/TRv21HCvT//4ctJH6HP5GG+r3I9lbbofpPvj1vEb3Q/vEtWu/mmxd/cdQ/1XQfxZ0Hycm8via6JGegtwfAlXYlQSS33e1xeMc59MCUlpESHlEtvvPtM+vMW/JdvyN44jODdNUcXONvOn4VdqSOW1XTGPxOX/9wPx1yrTIl2x41YsCDP2k0QnuA/wl/ABvm/KMbPN6rWY7O9u2sbHh9vv6xpqt053t+C3Tokiy9ZUeYCAMBgTkfQCmeHWOFlDSAlvrG+u+wNfS0pLNL8zb3NysSy1Wpf6Ch9tq+WJfug7oh2XUN8MYLojCxN/Y2LhpgaRTp1k2v/uBNv15032+fPmK/cwx1V/IpcqhoPymvJL5+9Wukkcd13n6H4r6AufPXTA921D/6uSJkzbO+6MFlLycGjcviGYA+jBYtansaeE8lcuV1WVfmGvRFx6bZ1rnuL9g6+vrLL87vkhZt9vxcl1dD8AAVLsfSHZZQns9TEv8FDZiozZmk5i00zhjP+CsXcRl+xE/lfi5L4uf7cooMUG/E1fsx9NX7NJ3l+3Suctex3333Xd2iv0albHRsTG/T8oLAOs48TeQKgCeXh0XdEh5UPXZ1tam50FxubW15X3InZ1d5r86uWuxfu5aURSmhdjUdz137qxdvnzJfvrpJ7t27ar9/vvvHH//k/jD/vjjD8rfB2TlzseN5HogAAAQAElEQVR0fD/+/PMPhvGbXb16lWFesUuXLjF/nfP/PinOSl/p/Cp0y/RKCkBifTjqeXZQ519++dl+++136vin65h1yTpm9x8D/sNu6fnnnzmdSvPVq7/YlStXTItzqV7R4s8nTkwO3QeLLRj4VBkIvYKBYCAYCAaCgWAgGAgGgoFgIBgIBoKBYODLZyBSGAwEA8FAMBAMBAPBQDAQDAQDwUAwEAwEA18+A5HCYCAYCAaCgWAgGAgGgoFgIBgIBr5gBtIXnLZIWjDwVgzEycFAMBAMBANfAwNgImH6GH+Nm9wZRp/sguk1VQJCYamUBQrTJ/mvXIT8hJRfsE+psJSSAQLDA8z4ddibN0AnmwHoISVYUTDWVFD2MTJSWIWi6Lvlp/1C15RIKZkAwMM13+C//84PqIdilswQz2BapWcqkhWpsJFiIL10K21CwbQX3B+E/CsM+sudksJJlhg+kAyAw0zSPtjGaBi24shIKTFdsKKgZBoqfZVOx6Af3QXTWJ1T6BoiMYzk6chhWm/jvqcHOc+mZPnclONjWAXRD6+gfx8H/ZOlgmBciWEBDJ+w99h0OQArUrKiSLy/lCOShSn+oqAkJFMqynTAgLeA9EWyxDiEguEUZZiFOGV8eTIiUAdiREjUpTDpUKF3Da9NibqkHCYAy1sl897n9KsXxCt9ATi/iTIVMEH8pMLo37Vut2OdTtvarZYvxqWX5lvNprvbnQ6Pd3Uiz83hcIdu86078FJ6In/jYxP2zTenfHITTdDx4+UrpokRNLnJH7/rhfS/zCd2/uMvG5zYWRM+66V1nfvj5cv55f9vv/OwJsbHeR8LxpnjBygTTPEJRZGs4H338sV7OSTlvw8Fz8lIZRgMj2Havg3I/mC6ipRchyIVWTIMj4dhe9yUylfu5rHCkQ4JH71YKu56Hq915OsAWCKAKuxEfZKllCgLcx087uzWvpD1oe7Usyghf09DeX7vnFRYKgiGmRIM6MO4AeDvv/3NOgDo6ScOhKLIXBRMg6eR6ZU8bN/9eF6RmF5el5jelFIvTDOFb74BcsP51zkFryl4rTh0WcajuOTn2O/HfZ0rpCIxrMG4jBuI/H1V/gDyOQAsSV+GUxAebxl+5e7Josj1XykLST+XOqQKMCDDDPY226CuADxdCQyXehUC62TnQ/G+DtRJOnse1XVKH8MDpA/MheVtMM7sc/D3XXwAxVOi5EZpSKnwMlZQ/wq9NFFv17mSOodupcWh/UEkhUV+lD7GAeT4zCTtg20APGwABoD3CVZQh6JIJv1dV+lNXXtpG3TrGOHn6hqHwkoeHgDbvwHwY4npTIxLsigYH8MtCI+nDFPhOuRPP9eH7nxespQyQAnQXYad40QW/8ovjKowZskBUE/pXBTUNRVWlGmppKedfkqnp5tpdkk/nSP/Hkq/weNFYrgedmL8dHMfyPFTGfpBYghVualkdbBIhU1OTNjpU2fs7A9n7eLFSz6hqSY88kno2WZrEYY///wrL86lxRkG8Ocf/zGdp4mRdI0mNjv3wzk79c1p0+RKKVE/3jMq5TZFFX8lKz3eTeZ0ArBEAJSKL4GcM166C/InviUFuStue5xW/FP6sX3X6LoiFZYKIilcMDl9GDcA/P3Y3xwnANfHuXb9qGORrEgEda7SOZh2pbPQMYHp9nNK6efRv5JD59Hf9xO5oDsxDgd1kASyLgBIhmCum8X2FTIA3nslW7JCssTyqbwiFJ6HCpMUhvIlj8mvgo4NovIfyrvMwwfybRlOSopH8SdDIlDpBCn5wcBoGDbIRUZi3AU5KIpk0r2XJupZ6T4oB88pdA2ReH1K/TQwgqEv0I8rlefmawvn2sMnVwq7B8VPP+lT0J2ReL8EuARyuGawvFUy7x3HL5DDBGBAH0rvQeT0ZF3ppv6V29PIdFSyl06dI/CYzlV6ByG/ISSmvyAogUpmvZReABKfN8o+fZUIAJaY3gpFkZhvkg3yVPE6JMUrofMK51fXgWHBAJgZzIXl7XjsAGOYChceT6LeRZGoq+IuhvpArmupn3QUCupZyYJ9liLxOiIJSOZSbqIo4DwURWK4hM4XeCyloncukAzA62H940nX85pEFEViHAUxQkhW8ZgVIwIoeQ7j9fQUBXXReZRMW6HrFZ7A8ACYNo76mGDcTzxW8DotCvBNOXZz8eJl00JCV3+5ar/++ptpcSEtMpTtv/+4/ad94T9//o/95z//4+M5Guf5+adf7DLHcM5pQa7TZ2xycsKKVLjNp7j343jue04XACYJJu6ULkdBfhLBNIqjglKQW/daKJwr8iZZQv5+Tnm+rhlE8jCTpbJOBXLcAMxM4K+77Z23fDkMyFCcie4iMV7plaizZIlKX+nuaSrTUlTHua9jFSr/V8mUcviSSXEm6ZF6+gDwtAGSgu9+Mj9HUaTKf5UEwHuabHRszDSh7rmz5+yKFqf75ZpPIqw+zp9//On53ftCVX+I/SOVh7+4L6kxzV81afCVn31xjHNnz9sZlofx8UnylzjmyhLIuraKV9Oo2pE3cu1fMK+D4VHq/lD3IjFvEAXvufKDpCB3774zH8hvP6rjldx/vNpPqXCOEuMZBJB1AbI0bgD4+6G/OQ4AmQtkDly3IrH+IciHlwnKQS6U1oJ+DvFSQv5+XnVsQKZUWFEkSywPKSWPEwATCbopjvlb5RFFASgOMO5kBeOXHiP76v9K71fJwtPC64scDpDDNJO0cpM7IzGNQpF4jVBQMgwPn3yNEB6mZAn56bj789zCr0nUG8QgZxZbMPCRGYDHB8AAeH5MytcVimQF86zyr+dj5Wnue/0hN6FjOsf9eCzx2sTyKAnkcM0k7b23qvzngOACAPUWpKtQZJ2lm0CdpOMQ5E+MEpW/0pBSwbCSAXBYuXHX9wH4caWvKBSXUAzFVzA+54JhSyp895N/KizxOl2fkHphmik+e6sN0DWwlBKRZVEk16UoCrd/dc+kwyB6+kg/npf8eumSPBwABsCOfePjU4VZCreDdT9hsCIVpknhx/mMc3Jy0k59842dOfOtPz89y7FTTSJ/6cIltx+u/PiTT0SvhSBkl1+jPXLt6jW7RvxKaP8X2us///Szj9tevvSjLw71/fc/2GnaHVqQa3x8wrRYBPDmCdSBfE6n3bFmq2n1es12dndNE+yvra+asLG5ads726ZJ1ut1TabepF3TMW3VfTam0455E3+DQQIwTeKvCfx9MnTaWpfYh9GCGeLr2tVfvR+jvoz6KILcv177zW06LYjwJlTn6jo/l/2i3679nsNlOFd5Py7/eIXPri+YFuQ6xb7UxMQk9RqlaQfrlLYexaDqX70bgHMAwACwLFZlMlkqEssIURRWDEDlexC9YyrbA1CZH8TQeWV4KeWwU0omAJUOWR8AZiYYt0rSWX79MI8DMKj+L0BdifJ/J0Wpzwg77AXjVBwZPB/JAEmY6Vu6wR2Av/tBHQH6UyqMokiMqzCPg2EXsgMdsBHGP0JdXMqPxysuCrnpV/D65GExTIVL2Gs2AH4UgAF95DCSDUvqxXiKQzB47+Q+7Bz56dgg5DcE6V7keIFKZr2kKACJdwIAA8D+VQ43Ma6ioJucFsRIyV8x0k9n0nHqAUe+HiillbLa3y8ZfqpQFJaKgveW8fE+psIsURaMt2C8I0XqtXMjjH8QRaHrCkspOQAYAMtbJVklvaIiAvI5APw6IIdThSdZxVHJwfjlrvwL6jaIEeo2iKHzeMz3E3WnW/E4qIckUOkDJkUwA7K0V2zhHQwMMiC7QdACRbLHRkdGOD55wrTojxbruXDhov3IsR7ZUr5YEtt1txUo1f7LjrhKW0Jt/c8c57xy+Ypd5HPy874g1w+m8aITtONGR0ZNeTYhmSmLKjLLGwAD+mBJdJuw1W5bgzbU7t4ubawtYsN2trdN+5Vtpf/mue5l2QWQA/0Iv4oyo2vSAQYbHxu3b2izakGuC+cu2I+Xf+S48S+mxbKcv2qxKdpKld0kHgW3ocjrq6TO0TW/VjYWw9C9kM0l6F78TFtXCzTpvmmBGvE/QRtX3Os+C4PU7N8fPHYcbnj7n0y26Dj10OJFWijsEvPITxwH/OVncsP8I25+/+13k1Sacjp/tWu045W3hF+YNtmvvfz1/feev9RPGBnN+QuA8TZYtYE7ALzNAmDauhrp541T/qoxf+3s7JgW4FpbX/MFpDY21s0XRmJeq+3tWYu2Pi+xxLRA4ZVQWCY3wwXAU7rmC3IpPIaxvLJsS0uLtrAwb7NakGt+zlZWV2xra9OqBbnUl9A9AMDw1a4wBrrNN7kT27yCGLExjr/Knlff5TumXeOn4sLzmHN51X6hza18cI3jrNeYl9xNDlV+r/581cS5OLzEvsCF8xfKBbm+tZMnT9rExAT7XmOMK3ns0ktlEdwD4BwyueYby68W5Nqr7Xl6VlZWcloXFzy9WoRMadcCZ1pQr9lseBnJYZoBcBg3APz9MF+q6QFnCYMVNkKMYtQmbNJO2Rn7IZ2zi+myXU4/2eVqUS77yX7k/o8F5ehPdmWcOPmTXT79o13+7ke7dO6SnWefSuX81KlTrDMnbYx5UPlcZc32bQAMQHmP8z0FwLzV8r7i5uYW896GbWxsMu9tkVPWc+xbqp5T/ut2O1bQBlBe9/7cuXOmRdV++umKXb161X73Bbn+sD//zNDCVn/++TufU1ULWsldofIblr/99puH9dNPP/F51SU7d+6sKa5JPa9i3F2WmdfBuOk4hdffADzPnjx5wr799rSdPXuWOl8yLcj1+++/Udc/iT8c0vePP36nvq9DX9+//vqTac76Xrnyo124wLz8w/fs15/2ezEyMup8A5l36RQIBoKBYCAYCAa+VgYi3cFAMBAMBAPBQDAQDAQDwUAwEAwEA8FAMPDlMxApDAaCgWAgGAgGgoFgIBgIBoKBYCAYCAaCgS+fgUhhMBAMBAPBQDAQDAQD/wYD6d+INOIMBoKBYCAYCAa+YgYi6Z8IA4CVLyhSmjZ6UMBgyZEokxX8Lfjbx0jeA30GkbjvSKaX7PUSqiSgEDPsiBsAPxOAv7AKMMxEFMmKEiMj2S05iOHjhSVd54ABfZjJbdxAfOwvjKp4pJKA9pPB9WS6KItU9NJaFMlGiIJplnTIfQh0riBOJAeRUmK8iZwoPpgZDLAPvikOAB5vSpRF8vQoHZ6mwXTo2OB+6a7SkZL0z+kAQP0zzCTNKAygW/EQRUpWJKIorApDUvwcBh3ro6DOKQOUBMCwBYO9ywbAEvUSqnhGqNvISEFOCKa34H6Rkuvr6UUyCAYDCCMk92Off+LxVBSWioJhEYyjKBiuJq5RPJQjjmQj3HfwuMtqn9KvoX+iTsBg3MYNxOf1rV4Sr7QGYADM08c0phGzCpY0XUPH2lqQq93yF+abrZYJPvlHu23W7fJ6I9AD96zaFJ+g+lATy2kiMk1IpgkQLl/+0X75+RefeOLPb2VA2wAAEABJREFU3/80xx9/mS/K9ed/XP6pfeL3X3/3c30iuXPny0nNvrHxiQm/vwDjN0KSSAlWCEVi3iJ4L/ff2xEdO8Rf9zyllDlhWPwa0A8boNvM/arzJHWdoHALhVuk4bi53zvO8IuUPAwGZ9oqKb60X0m5Xw3qAh3VDwxMc+ohp6HwMpCsqOKnbnIf4IP+7sfzqjRU6dD5QuKxlJINAoAU8LS441/9AfUwQhI9PYuUyvQXLpVOpUeQexCVn2QPvN7TzLQCOWwKG9wA+vO8IiUTT35txWkli2S9uAbcBY/7+fQrUrIiJUuCwoT5RqfLKl9U0j35A5QnGkzO5PkgWRVuL17G1XMXyXpu+heE9vM1mauUEsMTYGYwhW1H3AZ15JW8lr8MIFG3ImXdRorCFOdRUEi/Inm5SpSJYQBguNbbWCW5ezBu93ivH8XRh+IdROYrp0fukYJu6jqo74H08ZzqPJfc17VVulIvbVW875WAI10MwM8DkPNfkZxr14/pOZCGfX5Veoui8HyXmIYKAHifDqI6Xsnq2qLIHCpux/64dJzQsULxMa4iJeoNB5jHzGBGMGozSvvoGyzHbS4B7cOS6yldM4oiOV+V9DQxvRWf2n8V934Nz9U57lZYCp+cJElHjheA5S1LIMvsl38PKzcFw5qYnPRJXn7QglwXLtmVH6+YJofS5FF/VpPQs63+k9CCmpp4XvjPX/9jf/35l/3x+x8+QenVq1dNEyGdPXvONIHP2OiY8wHAkFWgWdF1lLvvIWAMtnc9mCf6nCSTW2kritTj33ks+ZT7AO88V/66N4K76acwEmVyvpOHLTcAxU89svSdj/YDxqvIJPtI1KlIyYpEFLmsSn9PC9PubsoDaZdfkXKdIDehcwW/lsfkdjDspH3JVPT4SL6fqFelj3EDYe5nsX1FDID3PCeXWZJu7ad+XoHchSnPFIXcySQPQ5VXq2PV/gHJcDyvKu8S7qZfdZ1kKvNoJQHplWEG+1AbozEATG+JIuWyRul1jfR9A6R/UWTOEtMBJIMDBsDMYEAfOmcQurYoSp4VF93iaD+PvXN4vBiILzFOAVAcjA1Wbj1Huf/+AshhAvA0KV4BgEkWRaIscp6hXtqv4Gni8d6+0irQz4/JfQgGz6/ckqkoGJfiE7I+ACxvWQJZZr/P+xeAcw6A6UbmWNxxrKWXV3w/WW9/kE8eE286Jpl4fwRA4VpvOx57XmEOIvX0Vdyuw6BuchfpgN69c3WveTy5zvD0y10k9MPl+FJBaJxJsihgqWC8vEbjncCgPq9w24C/ruM1iXGklEwoUsH4CupJSd4LxuFxlfEqbqWtQqF0EUWR/LokmZIBMH2MW2X/0cukZ1EUpslVZatpYtpLtP00maVsP00a+gfHbip7r7L9JP/DMZz//PUf+x+3//7jk9trvOfypR/t3Nnz5QSHJ1wP41bFS+cxfpkqKDh4+kDuhESZUjIH01cUiXpkqOw7T/STu+KuJ0t/nSPonMHrs7vIYVdxUALUwZH18V/uS74rdDlQhYtenEXKacm6JG9DpKsgfR3MB700Dbh715R+1f6gTGX4kg4kc0legayPcQPAX7Mssts+k63Kj5UEwHQIydRnUXnwBbl+/Mkny9XEub+zj6O8r37PX3/8xzL+oizBMqFjf7DMXLv6q/300y+myUS1wMbp06d9ItjEeDrdjnU7uQ9UxX802kAdyzNhdMMSeG8E3rNUJObzgpDMUF44Sr6o8kqVD3zfw8vhuD/jkEwpx5G4D1AHysoNUDEz180++AbGo0gojUgZibJI1Fsosq5FkfrlRO4y/3s6B906RogzwfnT/gASwxUAxteDHft2MG/k+PyeF0wfMcL0HUjDYHoG3J6ecj95GmCJXAEK13obd90NyB9+TiqSCUVRZB65XxAH4pYfobh0PKOwlHg9ASSDAwbAzAT73LfQ/7NiAAb0kVgGUsH8SRRF8eb8rTLk56ZeXZtSssRwAJRhvz8hVfmvJIP2QCUBMD7FmVyHkSK53gfKo3QVeHxUssRg+UwpeVh2YKvSko/rPPFTFMnjlDwQH4+5H6WOOxQ+kqWKH1O4ByJ7pQeg8zNSUjh9FLxfRZGyPkob3T0uKnfp3zuP/nInhgWoPsphA6AOAsV7frt+fW7jjZ0c3UMKf6aqQ6lI5gtyjY3bickT9s03p9xm1vPTsxw71TPUixcvmSahv0IbRDb5Lz9d5ZgscfWaXSWu0cYQrlL+8vNV+5n2hs67fPlyb0EuLQR60iehH7eRkREDmD4pJ1jeALg/AEvOCahy158NN5tN02Tpu7s7lhfkWrPVtTXb3Nyw7e1t29vbtXqj7s+NO3yWbAwXgJm+ghx2PJs4VEiVlFvQgkeT5PDbM9+y76EJ3DV+/ZM/U7527VfTwg++yMO137yf4vu/0i2UfoPH97t1vhZPUH/Ipa7xa3/38H75hWPefN6txTm++/Z703PwiWpBLqa/I1tPYAbYr7v0/xoBMHN4wrMEYACY/4RESRRFLtdFcql6ReVWkPtQ8Fwv/yrzhM4V5CdZITGfy+0yFTk++mlfALI+FKatkrp/vI3ycsgfyWiHw3g59USJxPq4IEa4X1gqCivKeJCSpbIuZKL5RYb1JZ385n1jJAB4ja5LDEdgeAxTeX9EYwMO+nNsoChgGicYYfoHUZT7RcHzSgDJgBwPADMT7NANyMcAGABLKTmA7Fa4KRVWFMmKREiWEP/SxY/RT+6jYPD8yi2ZisLjTownlVwCsLxlCWSZ/d7uF0BOI5JVcRQlr+JWXEqPEfFeSJfCdF8BXmfEoHydW8cIpUHxFCk5d6lIlhhfKswKQffVkWxE95HHXdJd0L0fieEk58V8YxQulX/lqKTcAgAJIksABsAUhsLK4RfUJfWg+LN/yjpRF/kNoeAxoTzWO59+ldtlSpbkJ5kKSy7pV0og60NhZjBtQJZyB4KB1zGg/N7pdHyxHBphzK+jvqDJ6VNnfBHUC+cv5mfetKXUzv/66+9uN8it9v/a1d/MF/v55ZppoU8949ZiS+fOnef139vpU6c9PNl0yrsAmEsxpBIAAzJ0QO2I9NKCP/VGw7SgjxYxkp3VW+xUthVtsFa75faYrvs3ID0rAMhjxlqQ6/vvaWuet8uXLtP+/Nl+Lflz3pzD383tKdpLsp3cLfvpNRDfDl3D89wtqX3iGm1f2bqyjS/yvv3w/VnnX/8XFPfSs+Jo0F35HZccCJv3NVnBeqsoRmx8fJw24GnTQmEXL162K1dki151m10c/PbbH/ZbtSgX0yVOrpE3Qbak0pYXfLtsnr+++97TJxt3lDZ8QjIBAONFTg4FAN/nb/ajLd6l3dlutWjD12xnZ9s2NjZsXQtybay7W/vb21u2V6tZq9nidd0chofFXRD8crfnr3Q3mg2Gt8Ow1k2LVC0uLZoWp5qdm6Gcc7+trS2r1WvsGzQ973bZOQDbJN0jIDHU/heAyX+E7emYL8h10tOshaDEwcULl7wv9NNPP9svv1w1PZ+4ynxwjeVSee6a+PvlV7tKPx3/6crPPP+K58vz5y+wjP5gp8+csRMnvjEt3DY2Osr4CtOm9EiagbzCAMJg1ab/w2phMZXL1dUVW1xasEUtyEXMz8/5Al0b6+vOR7PVZB3DlHKMV/VMFQbQD6/yO27JWHtBJktWYMRGbcwmccJO44z9gHN2EZftR1+M62dflOsyJH+2H0eIMWKCOPGT/XiK3H1/OS/IpTru2+9NY+JatGp0bIz1Z2FqrzGQLCDvADAApvspGLcm89beXo39xk3Pd+o/Kn+oD7mzs2u1Wt10Tof5NbEcqf+kMfNz5875ollaPOvatav2e7kg1x9//GF/DizK9Udvkav+YlbZb3A/u1X2rl79hePzV+zSpUum/vaZM6c5Pj9pRVFQ26N9lW+ExDytPKt+9pkz3zK8H1znn3/+mfr+tk/PrMMf1P/V+L13jdL4B9N27dov9uOPP5YLcv1gp0+fKtubkR7PQOb9aNrHWcFAMBAMBAPBQDAQDAQDwUAw8I4MxGXBQDAQDAQDwUAwEAwEA8FAMBAMBAPBQDDw5TMQKQwGgoFgIBgIBoKBYCAYCAaCgWAgGAgGgoEvn4FIYTAQDAQDQwykob3YCQaCgWDgIzGgF5M65QuvesFUL1c1Gg3TZB61Ws2Evb09E3Z390yQu4KOCzpf12kiEL0IV4Wp8KukAGaDsM9wU3oEpU98Ka1Ks9IuDgTxIVQcSYq3/ZD/IHRNrVZ37hVeo9H0l91arba12x1TnIpb+FSpk27SU9wIrVaLaWhao8xTr+dn1/OXeBrkRe5amRdrJT/1esPDFPeKQ3EpXkE6CEfhSOcJuk5hKKxK1xrjVNzC7q50ezX0cqLO0cuLSmOD905hKUyFrTiOos/+c3Sdrlc4Cq9R8ph1Unl8tU7SJ2PPy6/SI936nHV6eWp/vIftD+oyWE8ozYqn4kDuV0F6C4O6KG16Adm6XX2tOxB5h3vM/dbSp9u0JtHo8t53WU5MqFlDsluzuvzadWsQ9Vbd6q2Gv1Tc0kvxbYbCek5pqIIHYP6hrPwkAfqW0H4FXdvpMByGJw79XjQYT73m9WStlnlW+irIT2kVMvfUSS/qs0zrvipMgdF5NJIA3P1hf2BARoL13MZN+nTJVcfT2iaHLZbhhpc3pUETOdXKNO8pzYLaCElB7hLD6a8xjDrR8PCUn3XvKx4YtX8B9PQB4H7H9eNpYz5TnC3eg+o+6v54Wqj37t4uy0sfnpfpl/3zPfZ0kYMG779e5m4zTyhMn7ST4Q+qrTg7rL9bbXHZZNqb5KDOer7m8LgZr8cv/irQT8fqjKder/s10rfFOlULMik+hc0iYkaaAFDAjrrpWt1jhddsNqhL3fJ9zWmUPjXVt0xjg3lWZb7NcqR4VVCBHBeQ5YF46c2vv9/epZLiRpMMNBmWJrKoM+wcX63H9y7TXJWdPXIuOP+sf+WusU7OXCgPNdkutnt1GGmnCoO1B3c/gy8AA+Ca5nvS8XQpXzWadRNPe+Ql87DDNlLYNXFVJx/Kgy1y2mJ+1r3JPMDDLIP1sId/un5ck71pIgqfXO7kN/7yviYpOXP6WztzpsTpM3aGOE2cOX3a3WfoPn3qjJ365rRPSqeX2icnJ21sfNw02RSQJ4fTPe/nsabl+877rTxe3t+9fTKnk+nze75nXtbKdDaZzpwHu8yCQj9VXTq7rLd0vMUy0mSe9jqaZafKZzmsMn+T05zHa4yjRt3qLJsNUx7NPCp8hWrOFX9LaQc2oOIblnpu863T6Xoe7evVtIbrxntL3eos38rX0m1POh0G8UXoHD+X19R5rdKndLZaTavauQ458IjLH6CvG4DS98MLAM4XhdHlEQ7n75Y1aCepPakzPZ6uMo37eajSrfN0foN2UFN5gfdZdaHC9YqGsQCMjaDTqvygc3VNzge6/zl/Ka/t7ct/e8x3u7MOAgcAABAASURBVKWf4lUZ68VJnnUfO7ynHn4ubHSCMAOytHKTXhkdzwPKl7r3fT2oC9Os+ByMe1Af+e2V+cF1IU9Kh9KT73fHul0h59My2tcKAD09dW2H+UVpapJLhV1nvlK52Cs5eL2k/tKPadD90/WqtxRel9wIUoZRepwAtPtOANALAwDLmfmmOIQqHeJY/EiXfN/qVidvmfMayzp1pr45jXRL/wqlv9Ki8/P1Da8X1P61enUs+eZXCgDDegGQ97FA6arQpg0hbpUu6Vfpn/PIbq8NHbxf+RjTyHTl/FO3Jsuc6ot8jzosNjkhldqKb5BLndugDVBnvqiLR9bFHjfD3Kt4K6XiEG9CnefrPkhnxaUwO15uuryPmR7FCRwfXznUw37BODMSR1yB7PYzy3zaKcuB0iu9xXO+/0fMP+JDIBe6Pw7yJR4EhddkvaUJlNq0F9ulLaV4xTlvRKlO1+WbfgD4RDSapEiTFan9PXniJNvjb+zUqdOm9lrwtvrMmf4+3fITTvM8b8NPnjJdK1tgcHIykmbHsZFtBsVf6txvH+FBK+3iQHyofCm/qI5sKM8J5FD5SXy+Kt9V/p7/mD91fuac+Z1tre5pi/Wb4lBcHnH5A6CnG4DS93gFgIE4ctj0Yt3ddUinFvOD0t7Leyw/SoPSorQrbfvLW29f+W4Afk3JW52yzrDEZ5UHmwOcKN7MS9+WzhrmfMjikXfj9ythgPedXyVW975L+0L5U3lEaLHuyuWpaU3aYE3mJeUt5bE+arnNVVl0ZDu+l19ZRw65y7yrPO553fNsjfZhnWiY6oPc/rZMOkifLpUTpKfKEtAvY/I7Dih8QfG12fY3mV6VIenodY6n43Vtr47ltNdqeyaeFEabHLZZ3jtsD5kM1g19bXvx8RzVWTpf7VDmtkb7pew/iTOPn+17KaVXveRO1+hahZHjGrQTK64UL/RzbJD+CkyywzZVUPyCdNF9bHqe4X1le9hg3SRdpfdgvSW3c6x0VijTOZR36NfLN8xrCqfOMMV1zjdNU7yKX7oI0o/ZhbzntANwNwAd+ixR8a10qow2mVfFg/LEHm159XUcdGt/ELITBfFdcSn+FIa4E2cKvyJGNAFwziq/t5f9tk/ht5nfFV9fZ+XrXY5zZFT6Vmlwfct7n/WumfJSdc9zPmtagzwoLQpXfTnxscvr9oia55MGxzibXq+ovyg7DEwM4L9ylaDgF0CZbvDUKg1dn7xSXDWYtxVXbU9llWlQ3i05r+Ld6+3vlnZ7WUew7Kp+EQ+6h22vIzpuI6ieYPSM2wi47Tc6MuoTiQ7Zft+c6tt6HKdxO29I9sd1ZP9p7ObEiRM2MTHhixppckOAabPj2uD6Aln27T+FT/5YB+r+t5hW8aexrCY59Hv2XvZfjW1Q3RRO5pT3mXlBcYhXQfH283Vu9Cqepd1RAOR0AVlW1yhchV+lq8m4pYf08fzBe628qPKm/Otgntw7BDono+b1f53XZtTL9FE6Z/00Kt4qjdJD+ki3SspNlSU+eygdiR079V3GmY9PMj9/w3Jw6hTLAvs46ge9DrmMnLZTvMbLw2QuD6OjY17OzMCyri/zCL92pA0GCFZKmDbxr/uhcSvdI+WLpt+7uo9B6r7WeH+VNzxPeP1R1iOVe18eGcwbulZhqE31+lBtLKE4VCfuz//SRTpVukkeJ2D8OA+VNAPkznx2Vf45tiEupFuzLCd11s2C0iMulMbDyob7iRdC5/i55K9OqKypzDXJr8Ju0Yar0lulGQDHkqRPH/YeG5DDURCKo0v7ue3pa7GsNr1O8vtatgF7r5G7vWNqH2q8vuE2d1Wuu6yswIhSAjmlg98u41MaldYmuWxyvKdOLp1HciKO9vblH9fH+atRP6HOuOoeV4v95g6fBSrMLuPjoxyPC1CcYIzxDQaOhwHlJlj+KETwh9nMMmgrMP91D+TvBvNs3V6Xvz3PK38z/6ssNGhXNFg2lLdVlhRml2EzOlNkACgy7C03AOUVWVbhdljPKa4m6yLFX9VTKnu7Xh4rW3BYur1bPhdQOrL+/XpA4StKIMenWlVxqcwqfU2mU/HpujrTr3j3l3+FKz3EYZ11Ra4zm9aiTd5m3aU4PFFs+2D8MC7+0gtE/wvAgIzKV9d22A9U2l+pD++N4t+PSh9vy1iPKS1t6qTwFK6geBjlgXjl/yZUt7w6D3QAYHuQLKXC/Pno2Jjbxic4tip7WQtIadL+c2fP24ULF+2SL8B1xa78eMUn3/7x8hW7fPnHjEuXTZOHX7xIeeGSXbpwybRgl3CJ112i/2Wec/nyZbt86UeT38WLF+38hQt29odzfNb6rSnesdIOSYl6IRn4MW4AXSW4619xIrRpT+s+6t7u7OzY9s4WsW2en5jf6nz+nvnkMwBeCTCsMtxK0PvYvwDjIVJR2LgWNhOvHJP2Rc1+OOuLGVQLm2U+LvU5u0A3ORdHF8mfw/3kn3GB+xkX/f5c4PkX6KfFAS7SLVyg1EJcP3z/g53hc+5vvvnGJvT8mve64H03bh2WV2Z3ur7uL++WAfwlxAQgt1ysaViAOoNlm89Hm2X9pnqkXtY3qnOUD/fXO739ofJf69flvL7O+khQHeZhM/wm6zSNlas+UT4XpEdX94w6Ze36v8Cwziof/p8c2jYNhqd6RnWP9JQU5Kfyo3jaPE/nKw52xg0MGgAlIVmBPv7VPs/xeMhPh2VRujaot9Li8Wh8gOVwz2082velrNqCXe4L+fiu6Zo6+ZBObdaBbYYpfTpMM+8EYzv8Kx1EiWSHuui6CtLJuSQHCtdR8q24xIHizZCOxOC9cv3pt0/qXudramybhXppTzZMcbYG9Jde0pyUGQA5XQJyC+71xh+F4+mjrao4lC6lp870aCxmjzpKrzo5VLp0TOfpGgUOwPThj3YN4B6hHaDv1r7iEtpsG9tMSz+umt8nxaV7J+ztVvyU7Trbcvfn/ZU+0qVOHaWPwml5H6WydaoaCIwWrhMd/gXQk9mpfV3X4VhWx3lWf6/h97bO+yBk/fK9qfQ6RA7eY46pSscK0lVQeVTYTe9bNhmf0LIW82WbEK+CeHJF1XHIjvgNBt7IgPJNBeUjXVDQZhijzTB5YtLHar799lvTwk5uL7BNV9t+0dv6i24zyH5wXLpkl2lrXaKtJVymraXFvL5n+3/61BmbnJg0jfXI3pONpbgUt6QAqGzJlVHVp20v+2X/oywndUpB5blVthsKCxgOI4f0oX+7bK4yWHnYyOiITTCt35w8Zd+e/tZ84SQtJEt78yLtzosXLprD3bKnsg0lvwsXLtGeeh3yuRcYxoXDzj1/0c4xrh+++8G+/fY7O8WxOY1by7YFxy+MW8UrnR/0q/uhCAAYUvIxvtHRMTtBG1D/nRAvZ90WPWdV3rrEdAmZi5zWi6UNemkob122y7T/L5KDHxiGxhZPnjhJ3ieYx0YZ1whvBRS9gR85ALqEcl9+yvOqv2tsG3b2dkyLIG1tb5lja9P31X7IPlF6AFgiAIZleZO/wumwTWyy/yTbf4vXrq6t2srKsq2srtjq2oqtra/6gks7O9tWY/vYZhuka6sqWyEC8EABGACmo7Ax2suTHCv9huOm3i9iedJCWipjWnhNPDhY7i6LI/Kl8njxQpXPmMdKP/lf5nm6zvtQLKMXeUz8K9/onuje6L+quleqC1RWAZiZYL4B2S39Vf7UVqm93dreto3NddPiXEvLSyaIB/EhXupMt9rfNtt0BeRcyvGBwFLZC7lyg+korLARfsbKRblO4bR9i+/t+3TWvscP9r2dtR8EnLWz6ZydHTln58bO2/nJC3bh9EW79P0lu3yBeZDcnT9/jvXjDyxv39op7+MwD46MmDEe5QtxJBg3AAZkiFd6mecb2g+yF8TRbs+W2aM9UeP4YIO2RtvrGF2j/HCCY+8q2999952pn3z+/Hm7dOkiywT1unzJ3drP0L7w/7L3HgpuHEfbbhWWXOYkUVmW03fu/2p+cRfYnJFzTud9qmcALElZoizbsjzgFnpid9VboasbnJ6v7WvFnG8UpxN9fe86zn399VdGXfjUZ5+9sVevXmhs/DRskLbh9x8Rcu6Suxvxnv/z9OzZU/1m9tLevHkdL+b66quvdvi5z8s3kuXjhBzfZHJ+G/fzYjIweK1+6rnwfyJfASNs193/Ebu/yTnkRc9L5WP4An1S0uU4zQOQi/4sjfUb5di4j/uTjyxlG6vQO23ALOVuW1zH9VPFL+4lJ85p1444xnmIa2eKU/AKz9RHvdT/qcR93E891PeP+RkFHvCS05afmex8btRBXdRJ3Z/Kz299PTzACzzB2z+Wbyz5xqHHj8kH5vQ11EWd1A2/7slG3X0TGzgO0VdTFlQgUCBQIFAgUCBQIFAgUCBQIFAgUCDwaQgUVxcIFAgUCBQIFAgUCBQIFAgUCBQIFAgUCBQIFAj88REoJCwQKBAoECgQKBAoECgQKBAoECgQKBAoECgQKBD44yPw+5Gw9PthpeCkQKBA4H8FAR664OELHsLgYY7pdBYPbAyHQ+v1etbpdK3dblur1bZms/kBtVqtON/tduN6HhjkQRseqqE+6oZoZ4upZ5t5ye7uNvu/T0IOCLwWi2U8pIOsPOAyGAyt3+9bt9sTJdwSdi3hBn2IH5iCYUv4cm273Yl7wZ660AN10wZ40i4ED9DvDSV4Qt/vY4McyINc2EonsytkbsmGms2fwqcl22uFjXFtp9O5hw+Yj0ajeFDs12AEvxA8gysY8xAW/MInbbakG/TUaDSsXk/Edk7pWF3n6tZoNINX5KQOdDebzQw8aOdT9cU98LVYLIx6trz1oh34gmg38ZH4y7cb4rkhnrgGjLEv9MCLs3bxQn7a+jn+uAZe8jgB/tg7ODXUVr2ecKB99htquxHHE18N7cNLSzGFe3Kc4IV6V+u18c98bVZa26q0soXPed2WjdcjG64H1l/3rLfuWnfdsc6qFdRWGbQU/vOWtSc6Pmpbb9i1/qhvo4lsJB62nVn+oLGX3HiI01W6++ZhM/cPt5EbQhfoAb0OBoOIeR3ZJPI0FB8byLohYaFtjofMsvN2Rzwprm5tYxoxBPxNHy+VPuDDzO23/bi5b6nkalPtgkVJx2mLh3AXy63NjUZDi4eZ+z3rKNaju5bkQS6oIb3WJSt6D2I7I84FBroenNrCq9vrWk+xcqB+hgfKwZTFKcGY9t3dgh/x5c524td+gw9YY2vz7CFjeECmpvjL7bdWq1t1h9ivVesWlNu45GspbhEnhrIFfJPFSbCRtay4VHLJkF5KFFhm7RGvkL2jGAgetJswbCiG3KeG2uAc13AtfGJ32B8LbSIHiwSBm3vCyNWue7adlfYTH7CYzeY2Ho1DH9TfUrxDXzysjk5braZ1pLOedD+UHUzwo8Xc8NXdat3vt+mufUvyY0/4XbQ1Httg0FedbWu11SdiO8TVWsNqQcJZ2IOZT5IGAAAQAElEQVR5VVhXtV2t1aSPmtW0D29t+RE2NBwOjIWT5nPxs1qKnbXov+tPMFlOJrsBq7lsZSqcsZV+r2/opJ5h06gLM9ldS/ba7XZsIAywvbkwwIfQy1r1pDpdYHjUr42dvwwntzjn7oa9soMtLZZLxaWZ+pxpPHSPj47HI4MfbGUsHUJhC+I1bF5VurvxT1/GJ+pS3zWdTm2s+7HdruJHq90ybKsauq1Lt/eplutb54kn6Jx7sE90TrupTTUqWWknb4+XCrEYCrbKwhXYSUc4tWTX+FJd9laTvdVkS2FP2qZ+fAw7J86NJxPJP7flcmX4SF6/xKOZe+QuiXcoxS0XnoqrOr5er1TPQljODL5ZGGKouNdXP9ARFsTDlvpD2oePhviry++DxBvyb0jHuQY5WtI/fkAdPWKpYhC6AWsW6IBv08ch8ZH4Sjy5c1Qn/iV/bu73KfUxHq2ht5lyImxqoyPhkDBoGvJtMaiHnTR25RZW6Am9ot+RbHGmcUvEwtU6FgigIffUHsfxD/wE22vr/oYwrsm2qpmdVdmWPVRz0n4e67m2KXulTXDGByayZ+rF39bkLCKac09t0n5OnEcXXDuTj46ItdJ9S/YYOpZs8LJLwY94oMRGIfomeEHnyI48Y2SfTZVfLuQFFrjbL/jAJkS8ga+5fDj0oVjS63cNXWBztP9zlPPG9dgwGA+Ho7B3MEJ2MICt1CZbn0IecrlvS2x5b0+2XCpFRdSPXc2F75S4SawJWXoxXtj62Hv2JX2D64akCzDGBpOPtY17kSnlqupvVPcsw3wl36ZtmCiJl0RbPt2dU/8UUT+ygSXtDjXegR+wzvnGdn5KT5zLr2vkfbn635HqASsWYVjJfkvKG/BTbAKdJSyJ2+OU+8lH8R3sFmzACZ0nkp+CJfgpD+Y813UUd3vKG2gLH5wp11gqr1zJTwEFvNz9A/1y7rci91Q/8rl7xGXaTeTGZyU9JnxnBp/wS18F72CNDeATTcVcbCNkl6xJ9kbEqPDlLF7HNeCg68EB3NrCAr/tCfuBbJM2aGuqWEKftVqt7vU18PVLiPsW9NfKyWaKqyxcS73kRcSHsex1JBorVoyjpB8fG8dGHJuMJbNIfgMvvAxhqfqwO3pXBdRfwsZPXuOmf8LdZV/ubjnulO4uc1urf1xGf0v7Y/E0jLmUnnWwOeWegb1ynsBVsTuwDvwzu8tx1zF0k+yvFWNk6ugph0KfY8lPG9g2uFn2cfeMr5K5+4bsN/i4b+tzT9vIDlE9fMAPvk0Mxi7IQbAVbCZkV18RssumdmXfxt4tDsgPgQH2iv1RR9igsOxo7NWVT9J3JjscKjcbGzkT9oMfoH/4ChtQbJCSYLWg/yEE1soo1orTK42rFtlcJ/YxmaQ+ATvFp/rKPXvKZ/AzciTsDHvD7rA/7PAD22UxNPqLe9Swxo7/ci/1EHupu4cPEzfDhycRL4h72ChqwZ8g9/d92Dn9q2md9Q346EQxktydPgH+UvzX2EVyfKz/pe/FRyGu5R5kAbex4txceddS/SFt0D9Ba/nbUvE3xxqc8VXaBA/qCEyJg1nco+4g8FOM4Bqu5R7uHQVm08CMumlDocjc/QP61UBlN1I3RPygrYXGf8hC3J1oXAUvQ+kRDPqKQ8Q5MPmY3eRyNu7JmmJdwlTbkpmYyDXYWciueIn8Hc2x9GSbtMVYgz4RXuALHoNlN8NucnL3DSZx/nf85eItKONZu+pLF8q95aPK79B9R3kHOFY11rmrVq1arWm8Dd2329xWA8vMhtrCjzqw1VnkbsvIUfL+QM3S5D9FzF/lNoJ90PfBM7pEx0EaC8FfVSXE9obke/DclI20lG91lDOQtw00xh6OBspd+4YNdPS7TEf9X1O2ga3UVBc+09Y+50e6fqpciDHaUuN+GYH+fEMfF3IdeGBP8xh7TG2oenrqY1ua22o0G2lOL+Zumpo/bBh8I0NOIZ9koGzIltsan3YlAzjEeD4ba2Cvu3grTGzaXpD7KZbkuR84juXzY8UY4gc+x/Y4jo1S7if7iOOSGd+cKXdEhoXiEb5Lex+X+dOOurv8K+G48THlgmy7u60kCG3Sfs43ukMn6LItneHLTeV/2HFDem4IJ3S+oTwO6niD89ivrm9Jt+CJ3sG0pz4E/Yw0Bqct2sT20F8uc5I7Ml/7JR/392SLm5JdUDdtkNfRLr7UVTzqyK/gqyV7DZnEb0O8hzyyhXy8FmV+fCNX05q6j3vBhXrACKx6qps2BoqvI83Vom/6LHiAl5BTtp1kDEb/UF/IhYzYcfiC+ut8IXawuE/jyHvH8pFx5hdjtnXPVEQ+PpdPYZvYRh7zAjCP73/w5VncsCiTrae8ROYeL+5jjo45fNrENohZ6BBdoteP2ntuG+RPGyJvalpDNoQtJdtoxxwOtkGd9LH0tdEPhm2MYt58qrHnxjZ2xp/gaL/Rx11Y4O9eMnDIyd2jhbVyTDCeCWt8cii7JfbBc0d9FzK05MfIhowN+cGHftJIcVa+wnmuDRwUSzuKH9TVU56K/OCN3HPFa/SKrHACX8wpkYO5e+jN3YPHT/3iNoj7aIO2sMeRYm5ffLT1+0VDvOZ9wD8q6RdyQv6O+gbsBRnw6bXyUxOb8A2xz3HaI9/h2p7yrI6wDBwVO6iH9gNH8UE/CDWELdhxHXZIrCKW5JjRz9BfrzU2YK4IzNzd3B1RCyoQ+GQEPuhpM1NydwsbU+nusjHTZ20rjUdzf8Iuk333LeZKduJE2DbxEvvOCPtuyf6JKR35UV9+gU9OFAdjHlQxcK0A7WoJ24bcXW0n0uFf/OfOPeo1VB91wjf+Q4wbKEek/ZZ+V8AX4RUf38QB8R37KtOxmt2Ruytn5XriBzkmffx0NglM8P29vdQmMWepPG6q3BGMBor5HeW/yN3KMcowoe1Gtn3f97vKnTXfrVyJvpD6qHct3wcEd7UVcV0l2zsEL2AHIftS49nQmfpV8I7ff4V/4qdltNtQ7CEGbUg8cWwbx7tGHKN/AMO5+ouF5iXW6j9gqeSpf3FP/MDjL6NkgfApbWW6Vl17JePlnrww4PmLF/bm9Rv74u3beFnBd999b3/+01/sr3/5q/3tr3+zv/3t/+z//v5/9neVf/nzX+2HH34wrvnm669jAXEW9v/szWf2+vUbe/X6tbFAPxQL2H/+ubFoNwvUsxg9L/X64fsf7C8//MX+9P2f4mUAb3Tf06fPYuFxFhAvlUpmLm4z27Ls4+7mviVzs5X6h4XG4NjCRHM3E43B6RfG6oso58r7l7IVE4i61YJMN2Z1/lZFwvd+bSU1tvfgQcjFCzGQkRcXsHD5y5cvY4F0ylfaDooXq75M+LGdk86/gLT/QvRS+oLYfvH8pb14/sJYID5oZ//58+fG4v5PHj8OHni58d7engW+Gasf4zs79T9RuLt5yVMslt2BjbuOYSNyHWyLHBK7Yjw50Nw94xDiW1t5Tks5GD5M3Krj4/LrOqTYFuObTUkeCzUjHhATWorV3E+cIB+hTnKSvnIoYhqxYKzcnbZninURE2TLkaMQFyx93MWviD30SRxbyCfgG577vYF+K+io3ZYRcxrir6H8Gh46yptoD1/Bh5CX+6nLfVsv+0Fu5u5Bpg/XzpVr0sfQ1mDQ0+8aaqulnLVRM+I8Ma8WcwQNY34AqirWUwYJo7hOfIED+fFIY5WpfJe6V+oTFQrU2od/yAtxzZI4zFyB7gOzseoYKd8eqD9i3Eh87WjuApnb6E59BTpAf7y4AzzQYyMfb4uv+H9ClDmJx4b0zHVcz/2hQ+XhHcX8HrqL/6swson6g7ni+FI6g3P3hBs2BrkrDsv23J3TP0vIiX7IjUeyC15A2FWbLclRF0/gDG9NzQ3EvI/OMe/DOIwXpu024L5t0327zTW0A8E3dkefBn60xf+xpP5GvWn8nx0I3UEf+/8FdeHF/yPDxrmffCbhMjdsZyXF0hYsuLu5J0r4pG33VBLDl+hY9jYVtuh3qL4f++3Q/0sH6AJ9NjReDFL78HBfjw0DKwi8IHTJfWBJHW3ZR0fzGF1h2FMehfwDtTVWv4JtTZVT4V/oA56QBf7IH5AHHAsqEPg0BNyw+wfqo/cfPDRepPLk8RN79vSp0ZdHf6/+P/p5lS9Fr169MvIu8q/Pyd++/Np44c8Pf/qz/elPP9jXX39jvJSLe8n10stSHoSfYae7ZDsfd489uWf8RI59E0Ow95jLkP/xm+pcsXap+EY9cUP25Z7uz3b/pUXicW20uFfaswfCbv/Rvj1+8tieCLtnz54JvxeRI6W8SdvkScqjwOVe/hTHdP6j5Ut7wX27+dbudTpOW0/VJlg/fvQ4cuw96dPFHXwSI/6lYLxXuWvf3c3dDT4ePMzs6skTg9fngc1ze/EipyQ7tgWRw5Off/7ZZ5s8npdJ5fZFTv/FF18aL5t9ISzAe3//Ydix7Xx27cM98ePusq2VftNZxm935B/E1lH02YP4rWEqO8PmwK2k672U3VsqSSaLPoTz0+lM850jGwz6RuxuNOsGdRTHB+qT6SsiXmOryp3cPXI+d9VnbvnH3c090YO9B5E/gwEvt/3mm+/s++/+ZH/+4c/217/8zf6i8RFjmG++/lbjoK8sXqTEOOjVm8jhX758FeXr168tMPz8bVz3zTff2vca+/ygev4sPwVL6mRMxQuZXut6bGh//5Fs+YH0Vgr2PoZhnMi+luobwY/+sNVqWkN9H2VL4/CO+sa++jHyPMbppvEQsWaDp2TOqvkNivWmjrXa2exow92Nf8p8bM8e2EPbt0f698Sf2lN7tqX1M+09t+el5/Zi76W9fPDK3jzWGPXlW/v686/t+9DF9/adynwc+tnnnxm+vP/okbl72MYuZmo+/tw9K03XrGV/q/g/hnPlFdBMvwVCbC80Bif2meRwd+liL3ya2PxY4yr0FH70XHzK/vGB+8RxKPnVc10HvXjBseeKS4nY5zh1PXv2xIgfjxQ/9vf3ZQN7IY998setVNrT/Q9i/Jfz/OTJ03jRV2rrWfBA+y8+yn/iO517bi+C73Qs5xdeweKRYu7Dhw8CI3c3Pu6pZPu3JnSLzS+ysQ62P1DuTc5GPkd+lxO+kNPuMa5L1LLkI33FkbHi0Ux2sQyinZxob6Y+j7bIi2kvxoPyL3LclsZ0TeXfqc6msc9xCL76ikVDjUeIR1PlkNgYdVL/p+LDPQvZJ/xQH/VSP+3QHkT7OS95yTHOdcQzvCMDsiDTP8PPp/L/c9cjH9gk+SbqD0bW7w+sS67f7mhM2w58d/FmO5ePsQpYgAnYgBH9xEL2Qt15+yX1JTm5Y69Qfva/tCzYLhAoECgQKBAoECgQKBAoECgQKBAoECgQKBAoEPjjI1BIWCBQIFAgUCBQIFAgUCBQIFAgUCBQIFAgUCBQIPDHR6CQsECgQKBAoECgQKBAoECgQKBAoECgQEAIpKdJtFH8FQgU7UPjpAAAEABJREFUCPwxEfg9SsVDFzxMxUMdLEgzm03jYZtBLKrQt26XhzqgdixWwAMrPMzBQx1Qq9W2/KEOHlzhYZDxeGQ8SMNDHdRL/bSzK7+7m/5EeWnatv+KD/IslytbLhfGwzmTydRGo7ENhwPjwRZw6HS6gQv4JGpt8APDLaXj7XZL17fjgacuD7j3+qorPXA5Ho8DT9oCU9qHfo9goeddbLCD8XgibNKDQj3JhXydDjbVsYRNW2VT+ECtKHlIMtkXD2y1AxvsrCNcuZ96wBrMwX4ymRgPJe1iBC9glJdsf4w4D57L5TL0Cd7Yf/5QUyseIGtaowE1VDZisYK0n46lB9jqca7TaVuv15PMQ8v5WspWaOdj7f+jY9wDb8iFfPA2HA6j/pZ8DztKfCS+Go3dsh58cg3UkhztNrz1Za+jD2yKtv4RL5zjmkU84DaNODGUzSMr9TaET1pgJechxyaVjYw39NoW7x3ZAPeORuJFPsQLe1artdEGj6uu3WztK1v4wmam9mwUL+QarHvWX3etu5a/iNpBLWuvRcuWdWaiic4N29YddmwwHhiLc0ynE5vP5vLbpdFGvoATD5q5u+LPfeI4hNwQ9yxlI7PZLGRn8QkWxerIJluSB4zrYCA5sYdatmhJyN1sxiKa2HBPPgBuLNKZP/y2Wq1oYsODNvTnOuYqVWR/8JBt/upCoupe6s2o5Iace6WSubYFjsEPDyUjK3zyEggW3OjJrjuKT8iRZG7J5puiRtha0n/dWHyEhWTAAUzABr1zD3h1u9JhPHg5MF5+wwIGLGawXuc4mMFTTu5u6ZOXae/Tvl2irTPZFooXc/nAxIbZA6oN6QidBe/1urEgTrVWU5noLrbrhlxch2wsUNKRLAP5JHLk9qWGpDcXlbS5suWC9maKB2Mb6lqw7GR9a0t+Sdv1sJu6cNwh2RPnWrKvtny3K+x5oH5EnyA7ZFFPXqiyXq9NrW0foBde7Of4uGtPlO9Tcg96Rscj9dn03R35JO00mi0DB/SZZOwYi64M5e/EtMV8YevMZqnrfXLP2nP5sK0D86Vi4Hw+k75HlstP3U3h3pCctVrTatmiRFUWI5IOwLoauNdiIWn2uRYesUVwnwgL6qXfQab7vIiB+wd+h3tu7i57p7TACr1OptOwlZ7sq93qyC6ETzX5GZi1lTMkexhEPJrP58ZCVOg04eBm5qaqzcxt+1lvN2PLzV2E/7uFXvFF6puKB/RNvzNWnB7LTrAVShYumBJTaXfFy9As6jHV4XyZJVl0fqp6RsqR0Ds8N2XP+E9VOs4Je6tK71Xp+44yWzi81qBfbUb87CjWovOp+ouFfAo5ITVlcoFojxeKTMQXCy2RI2AnnXZHOUYrcgvsB1+rqo2a7K0u28PHmvJD6scPxrKpmfheSa68fpNM7pJMxLbtfNzT8U28EpZsu6eYs1S/MZftT5WnjIXhQH7UU/wDiw4+JzzQabPRMnhpiCfwARMoFksCB/UpnIPXpu4hDlMHclInumHRDvwTOwgWxYO7295eSTYGJV7d3f4Vn1Stm/uHRHvwNRMWxMshsTDDoa341lTcgepZLKxJXnCoC4+GjjVaTemxbW1h1u11baDYvZFZ9kDdpnhDOyXpgHKuuIM9cC33gFlDMaeK7WU2VpXNEVtyYh+qyT4aajvir9rEluB5KvvC/mhvax/2gcymD+dX6tfwzblsCn7RfUv2hlzoF6rKHu92+KmKJyjniWvguyW9dxUTkAdbCn1LxnAAtefu+v7pP3ff8MlV2OZMfIERC9x11cezQEldeNN+orpis0iYwccuVcV3LdNTU/rj/tFoqL51Fot45D6kZjftujtN/yJKl/rmXvRaUp6Sl1SCHtAH+E4UG8aKVeDTlyz4B7bVEt7wh5818oXyJSNywj9Ef8d+Q37Y1PUt2SSxo6N+F53hY2PFhuk0ly3PVzx8Cx9zVx4lpt3d0ieVbGMLlL+M0n3YDn38QjpmAb6RZAPjprCG51wX6KGa2cy23NVZw5qSC98hXmCHE8VlcFvLPkvi10tZvFLcI//DtriOnKMrm+NecGyobXBKRBsNgxd8tSF/SdgpD5fP0BZ2NZHPzOT3eXtg4O7mfp/y45S/FbmnNpLduGE76Kqk48SLrf0oRxOfucxb+6H/aBuYNxU7GqI6C+7ds5+6+uiGIT/EdU3hhA211P901HeBIXgMFPdG6g8DE+Vx9Fn44VqdWE6mj3vi2z2VOhR/7h4l18L7UraB7YPvVDqlXvKisfqakex1HDSKPCHtj4z2RzrPuYn6Jfom9E3usVR/hd3lMSUai6/Ubmz+zBe8xSW6xd1DzzHmcvlHiX5IpONkI7QH/7Q/nowMfHoaJ+G7HdkQ/otNgWlD2IMvvprbXOofG8K/aZxvCneu5z7q6PV7RjwYyXem0i+2DW7w557xlvOk0t05JcpLbX7i30Z+3efuSX7Vje25p32dSjmL+q6pYgq6oH+JPEmxqyObQQZ8Dpnq8q0keyPzt3qUgUNmi3WVDTACAyiLY/gu9QUeqps8J8eEMd5EdsNYAD2gD/CROcJiQf9rCKB40Vr9AmMBxq/4TIovE43hxoofQxsoj8VWe7InYlsbe73nry1ryP7Cb3dst658Ie+3wna1j93WFVOT7TaV57WM2NlRfdhsP/PhsWIWtprsdBH+g3rc3fCtUin5lrubmVsUlj5ryZS2fsl36gvxA/yBuDiVj+Cf8EN8Ie7Af015YlV5UPVj/a/O1UO+uvqPpnWFEX43Vkyeab499Ydr8QmvzBesLdrb5GQjzQX3jTZTLGhHjAu85OuUwYNyM9ohPsBb3ufQ1kh9DbEVGZarhcJ6am8XK3cPUNxTGTu/4guMwQxCDuRLdjMNuyE3A8OwG3J/2U6HuRDpmdy8pXFtxDvZTW4LyJhTkrWhWJ9iH/1AI/BtWFM21lTMaylvAyvqxTYTBiPNv0wMHMil4NMkquvL3cN23NU3BbmlT16mvd/L9z2utCP2DUKmhfpuZKRv7wtf/Keh/qAq+7y7q24W9g//0zFKzlVlu4w1chtqCUfuHfQHobfkb8vwN9zI3dXmln4em+217mkbfpeRay6N+slD0FVHPoIdw1tN/lOVbVfF65ZqkqOmubm67ABbaIRPYDcd2VHoXLFpoDwL/nvCoRv5a9daGj/VZSc1bEbxBlvpaSwZOaryIPhgzII8fs8WzNwT3+6pNH1WAmNJ/rWYGznUSGMf8vNW2K/4wkdpS3M3NclSi7JuYF2VXJRxXNvwBT/cT86NDtHlQvWDlZqLPzWpch1+DH7pt7uZTZXbTETjyTjL9UZRjuX/Y8VN4kAQ2yKO0fdzX973LzS/z1hVDfwGfwknd7cUm5XzlbbknmIs+BEj4H2kHG0g3SWddeM3MXyZmIYdQ+CEneL7UYIxJH1iN/Q3zZgraMVvRx3ZE/Gzv9uHSNe5zEtk1nxmwtV2Pr6z/eGmu4dNlNTn5PLpgPRi4Schl2J8zHXILvqyQ2yto3iHnpEJgueNTJKjJnsJ21eZy9jQ8YbsFvmb8s2m7JjfUdqy91w+7J42hsIPe8YOphoPI+dCOeZSsQF7wZagDyX6/R9x9w+ZXJswX9tK+Qoy4sNT9dXEE+x7rDHFWP3tKAifuE/puHxG13E99+J30V8KN/oyNWGmpp0v+/Czi2diUVdqwz2V2Ih7bu/LmBthPD+Wr6Kr3kfGOw3FbWhjG2EPDQv7UCzZ2L7mMxoa2zewC0ixB58J25CtEU/wJ/rcoWLiSL7Pi8rwN/wO2yDPW8kBkAP6UMJPPyLJzV3fED7i8n2opFLk7qEz2sdG0Vf4v+b1euQF8lvkIJY2JRP2X5cfhNzCInBQGT4Sx9P4D8y4h3s7mrvpKvYnvxhGX5bnXehVhmPmZqU9t71S4qskvtzd+Linku1fQu5u7jmZ0UbIJ3sEd3RAnlOXLycfV1+g2P+T2+r38v4B+Ylj6HCi+qg39VVrS/HHNfu5NvoL8MTmuRbdt4VlxBzsQ1QPvOqp/2Rb1BA1dY7r4BHc6I+pJ8eM+KFGQsaSky/lsvovgae4pkDgQwQiuMZXnHP3sC93lSXX75oWhHVj79g9L9Egdg4Uz1Ks6FhLY4dNnFBcID5EbNA2MaOheMp54kJX/tBXzB2pX54qZ2J8u4wcIPHh7lsetG3x8fj++S+Pe/PriKd5HKB/wafos5vqw+GpnsWCquIARE5YDb/nd+ha5Lr5bwMNXdvR+AaZh6OBgcNKYzp3N2KACoU0+pe5zs0i/6O9+O1DuUJTGOVtbrCR39dF1E3c7Og64gwxk5hFP7VQ7oAc+L7pIwlDRndticxS6U5Zsr29FBu4Z6Ucnz6ZmEV9vFCG+tHDFoOGwcOGpDP4bCoecV1X/Vhf+RvxjH5iFv+XY2Er9fmmj4edpDbd4cF19NP/3N1KqmuvtGf7Dx/a0ydPjEXMX795Y2/ffmFfffWNff/t95tF5//217/Hi7j+7+//n/3973+3WIT+Tz/ESx+++fqbWGD+7edf2Bvd//r1a3v96o29Vvnq1WuVb+zzzz43FrOPF3J9+619/9338aIIFqD//vsf7Ksvv7I3r98YL51Ii48/sJKwNX3AVoX0nWyWbbFv7m6lUsIi7E7jh5nmmcENIp6jB2yR4+RMpo+7x73m2vk3/Ll4fPBgTzjvGy9nePbkqbEI+otnL4wXQ/DCg3v08qXxYq449vJVemHXi5fGSyM4RvkiFk3XsecvDL1t9rPr0n469/zZc3v69Jk9fvzEHu0/ioXk9/b2zD0B8DF87X/kk8uOuO5uLp/IbUp7Zm5hd9hO8u2J5gRHxv+nId/oKO8ih2gpxuHDxJaGYgxxmLhTk3+nnEd+r+3we5UNxbdGFqebyvm4v9VpxziQOolj1M/4mFgwUk4/Ufyeav4cPugbyFHWxIXMLcSqub4gcW34xDLziZHGxj31A61Wx1IOnY3Z9Xt7s9VQu+2Y56QdfIX6uR8A3KlUW5SWPm7bfzS/VNxkHDFVvjbS2LavMWBH8jQlIy/9ijnETaxvaE4Dqlv0ATv9Aftg06HfUh1j5fCbnExtSBk7LSce4GitnB5+IXjn/waQ88MP/Sc8DTVe5PeAnnLuLnpTG6E79TNN9Cc9NBWHG5D0U4ekq6TLhiVdNlIuyXHpGV4bkrGpe/n/K9TXJQ9XGwO1R7vTGIPPY74TPuHXXbwHlawkm3NP+ybp7Gc+1IGMjN3AJ/oZtdeSHPADv5RN8dVSP4gtDen/FRvBJ69eLeab5u6x7Z5K+j/aod9h3gCbwDbQa2Cntloai9U1F1GrNq2mcVqipFP0WNVcG8R28ANGsgnGaWBDjMZmwo7JSRIHwYu7v1eWNvtctlyu0lwa9ibfQL4Nb2qDvrSl9sCgIT3lusx1SIlN1uOcdCpdo8eGdN8UgRt1oM+O+mQwxB8Z1wyVi41kl/Qr6CD3R/r/tfxRpoj7wW77BwMAABAASURBVGZGnpV//KKQ8NcjsJbhQNRAH7T34IH66n3bV5/9+Mlje/rsWfbSFPXref9PSb7w6lXkT2/efG7kYV999bV9q/zthx9+sD8pvyLvyl/I9VT5B3Xywi/ayttke5fc79st10HEEH7LJyZM1SdNRPgAfQDnd+tI2/frScd+229BpwrX6h7UG4lv8Hso/Mh3yHuQOXKu588j50r5kfIn8IPIo8idKH8JcQ/Xf4TSC2rIuZ4aL1J79OiRPXzwUGOFvYhh7wUH8f1v+BMm7q6+piQ+SpGLPnr02J7IFp4pN3ymHPGFsHnx4rm9CNmyUli83LEvbIjxwdfK+b/77jsjf+dFUt98813k9+T/5Kfgvf9w35g7sY983D2OulNqxCsFYj/Y0VQxnT47///YQ43/6CsYu2Jf7i4czVz9Zsnd+IRN8tuE7iU29zWGivxD8b2heUO2id1j9RXkE0vNd64Vq93dsBXI3VWvW/5xS/8eyI7In1+/em28dOzbeJHW94bcf/3L3+yvf/5r+BjHGeO8ffvWPvvsM3v9+nXK41++tNevXhn3v37zWRoLffmlffv1t7rvTxYv4+KlXKIfRIyNqOd1jIeeyf/37YHsBx5z3nZLd/GZ0TpwXMRvgP1BT78LtKzZrFtTvxPQn4ED/Rg40Pe6Krqff+jAb/i3JpHI6tvd9sC2ZPzb8z176A9t32WPvJALsmf2dIeelV6kF3I9fGmvH7+xty+/sK/ffm3fffO9/UljyW81pvz666/tq6++tM8//8yey44f7e+bYIk8GFygjBUd99h0p0z2R/+90G8kC9kGdphoFnnGUnk0NkYd7m6Mnx4+fGj49hNi81Nxm8Xn5/KZ5EPi+cX7hF9tiWuh+9c/0/jwqT1VnU+fPtG4TfFDbdGmO/za5gM/79PmZLbh7uK3ZA8fPhDtR32P4yViT6IN4uLz588sEfxu+XshHD8krkmU804dOa/76q8eZvxis+6JZ/dU2m/8QX50k+sN2x4MhhrTdI0ckHEYOeAu1ZW/p/165PMN5X8t+QjXk/P1Y+wxjucnct3TBqzTHm3R/xGXyAe5vqu8n3tbGkskasr3cmqJl7b8kTFeN/6vA/fBK/EOW1tqfEPdtPEpxD1L2eeWn5HqHxjjnI7muFrKg6Gm8tqmxgSphB8Injpx7UC/R8R4RTGUupa/kp9P4f2XXIt8u3gzl8m4eCtfO7BNsuV4N+NYS7oAA3SDjnLM6QMW8nXqhgd3j5iQ7LUU2+7OqSCF1SiLrwKBAoECgQKBjyNQHC0QKBAoECgQKBAoECgQKBAoECgQKBAoECgQKBD44yNQSFggUCBQIFAgUCBQIFAgUCBQIFAgUCBQIFAgUCDwx0egkLBAoECgQKBAoECgQOD3jUDp981ewV2BQIHAHxUBHqbhAYzFYmHTaVrAhYcz0kMd3XhQptVqWf6wSv5wB8cgHurodLrGgx3pwZWx6plmD2vlCziu0wOh5rZ9lsMzSPMy2/0dFzykslqtLX9AbTabh6zj8cgGg6H1en3h0LVOpxO48aAfGCXstg/E5BhScr7Vasf1nU477u/1eqpvYOhhPB5HG/mDSfnDQPDye4MKnhI2i9B/bk/pQaH0IBR20vlZfFqyN/DiwSioneHT2eDDQ0RgzoNSvPRrNptFm9jxikUM1uvM5mxTvo9X4ncVC0KAKxinB8ng9b7tNxoN2z7A1rS0zzGIh9fqwTM678kOku4mBl/wRFvvt/9z+9wDX9xPPfCGzD3ZB+3kdtVowE9T/MELVI/thniG0nUtYdgJGx0ORzaZJB9dLJaSfyWMfo4bk92vbbETJxIvCSfaAZ9Ejax9+GoIq8RbQ3zCSyzqIBvgZTPgxIN3C/GxzvXGw6q+tlVJ7dncpvo3Xo/ihVz9dd968UIu2cK6ZR1opXLVtM6yZe25aNq2zqht3WHX+qO+jVhocToxFiJZLBeSda045OmBYy/FtmVhyN3NPZ1zT9umT64L9IBPDgYDYwGNTrdjrXY7dN/I8I7FLOqNWGCqkcusGNqRzNwzUKygjvTw21y4rpA42nVPbbpTquHsT+YcW/ARG7/qy3WX77RTMh4M52G7ILVp4mS1Woae4Y/FRPHffHET5G0rTrHQCvGr0WxaHZLsLOYB8VBnjkGjKf3zwKPkB6eEQdfwX3TP4h1zxVHsPJfN3Q1+9vbEX2mXX9PHRZ/655KZe2RTq5XsfaFYMZMPTGwwHFqn25X+WgbPaZGgutVi0RQWRBNVtS+KRVTq9bBtrgUDFiQZyBYmk0nUmcvhnuwKmbC5+Ty1F1j2+xHH8OGWcGkEfsIRm9klYco5rmkLcxZ8QQ/j0Sj6hIV8cblc3bNnd2R1M/60bTsfdx3c2SdO4hMj9TE8jN4JW24Ji2ZgETK2W/ECnF6/Z8PR0CbyIx5YX2UG6X6/Tnc390Q0hfy0Ay5b3+lbR/LwoC/y1etqT3LXNovXNKy6WaQo4Z8WpMtirPyIGDgcDgzcZ/PkQ3l7lGbwYPq46Pf5J5gskav0YBLfm0ueqXCmb+upL8FOGsKmLhtsCCv8LnxJ+hpkGHAPGK9l35lqsjpTvVG5fDuV2++8/ZI23D1saaEYOZe9zmZT2dlEGI9tpBxnJP2PVY5lL7zwYzqdyubn8qdVVEhLbh7bfKF3bJTrxrqPxbHxF3jHtnId16TrtF1Let+8mKgevoaN4APY/0Cxc6J2kZX6sS+IuLVerwzbnAq7WLQi9zPhRJsNxSHqqmNrQapfPtaU/7EAeVt2NZAvk0/MpYPdNgSNuSObq0Q6U8l2olKJWCXSNbvb8LQUntjoRHyhU3SGPyEPbcJbM+dN/OT8gRFETIXYbojXhq5t4Zfqd6ijp3xgqDgGxlNhAwY5NqZPqeQGT8RT9xSX7F/4EQTmnnBx2qN9lZjfcrm0uXI14j72RD+ADC3JQjxN8jVD7+CAzImaikuKRZK7Iz0hc3/QtzGxUHa6FMa7Mru7JFxHP0aMAPO8HdrA5iKmyKeS7dUV8xVr8rgvG6QvqKv/wvY6tBkxMIu9y3n02yvZ3FqCudMepGZ3/tZyRvhica25fGok34H3puQNuTI7zHmgzAkeg9TnoP+GbKOtuNnrdY0H78eqa4bs5E5qxyy1755K+8iHU+5u2ITps1JfD19ghA3BG7oAe/iI9sGkXgvf5FhOcS54q1u8OE99Wbfb07hFGIkvfH+Z9U8m3tzd3N0+9cMt7h73wnduy5Q6rJi1UgxaRn43zX1Mfpz7WEe6Q6bcvurKycASTKG6cI1FyKSLhs415WNNfEzygDd2Ay4RGyZjA/PFjr3BQ85X4glek5ScYws72C3Z/mlK93PPmvGmMFxKx/Sf6IgckoVk4BsbDUJHWRzd6qdmcU464tpGSzmysMDniEMs5hqL+ajPcPetTeCjyi2miiWj0djyuE0/FDgKn7pwAjuonuOnsqFzzcCurT6+az3F4GGMNyaGnS1UN/7gjoz3yfRxd33/Vn8eNuOel8Q+xehSIldJS/CzFF8z5aEsEjhSTEHXPfk7uo9cRf7alD00JFtdsjckK7JD+ZinpmN1SBg0RFxP7MCGOsK9I78Fe3Q4Un+Iz80UC+fCmvbhA53D08fI3e8dXivucM9CtjFfzMIuWQiPelm4aaT4MFY7iVIfTrzk+CiOc2wci5TTN2EPc/V7SUfUTq+6bTI1f5+H7dnt1vsyuOmfbsY3SvQFJeHv6CLlG8gOBmFv8QLvYdgN2LeFW9hcYN9UXgo1ZNcNbRN3VMpviVfopCnd4ButbE6FOvrS40B5EjLTBi+wWCnu5Xy6uyXeEk/uiV8VZuLdPvGT15vf5p7Xd7/kfNLfPHSH3lLeMtD4oBd5Ny/WwY6wp4ZkC/uSvMmvG8KhnnDQMc5xTaPZVF+p/lKYgR1+C3WUB5F/Ecv68svARLY+lp1MFTexReLBUrFtrZiA9pEFgteC/gcQUB6xlpgq1K+ujUXKF7IH4sJcsQo7IffHTofKxbGjrvJP/IwYFwsvKVZidy3ZX1PxsqFYGHZJbBQRM3Midkbc3LFf7B3CZvH/3GaTvY41JpnaTPFuqZid8i/b+O99P5Yg2R/ysPnLbNlNLsvlkeMtJT8LLeKfA+XZyNuUXMSc4F/9a+1j+ZGO1eKcfFTyIRM+SO5G/ou/UfdaOaS7S4Y8Hi5splyR9uiLGPN3NEcBHmCa90EbDBuqX7jWFR8awjrGMtJBV/6OfqgDvaHDZWC2lny0R7yDLPt4lO6pjJ1P+FoL5JyIa7Q1X8xtTr+qfDDkUb/DPAI5BXGoK7lCtk2cbxs4IWMQMomQDXnrkjNh2kixT7jWdT7sS7Kn2N+K2Em9tAF+9LnEOTBfqL/Fbtz0T7K6g4H6JPol9U/u+XGEd75+nwSfBn9u7i4e17aUbOQA9HWMjzqyAfCsaTxzV61aVWWQckXy98gVZaepTHbUDBw1pyqdgF0aD88MfaJX+gWac/esXTX9D/+47uMXUN9S/oVemGscKKZ0ZBPYcfCH/2x4rWkMAtWNc0E6H7qXDRBz2pK3l/Vt6BwMsAHsjNjUlN9yPffivy3lCZznWnKgufyOmAe3pXu24By6T2shoX5yqfwr4oPyZephfNbSOLUhW61DmrOpaf4mp6q2qxuZJItkqGuf61vht12N7waac9FYQ7/JYa/41bZx5WbytYTdUmPcuYHfVO3jYxC2DmEHY/ncSHk8ZZD6/BGkfh/MJ7qPe+fK/Zayn9VObrRt89O3ZB5xk7uHnbi75fGZ0t0NP0S+OX2L5lDhd7AzdiP+gwk23JBdNqTnBphC+D7YRal5Zo5l1zSlZ+7j/o5sIvqQsIuhjYTFNMt3kJn+DSylzejzBK2ZuaVPXqa997/d3dxLsbBjsheuQD8r6WVpEceFM3aR22JHv5emWN5OeVrw3FAe17CIcZKJMo9z9ZC5aQ1d15RceYwL+WQvyNeRzyAjbYDfKJur28ipOLwk9stek6zw+d9L7r5hfq1xEDtrjZWxX3RKDKSPZRw0Fv7Y1Vh+MI7tsY025cjGcZxyrLnOifKLSehtJn9YBGZLtSBnp5Fts+wF5b6Z7CYOGey5u8qsb5GNuHvUQ3yhX4RH+AvbkG1GjFLMRa8fs/dkE400N6Y+n33mgxvYR9hGM/pO7oeS7Xc1lugaMY5F98lfRvJ92p3K72fqm/E/eMIuVhICSaEkyT/x7WbOP8m9+zuTZ1iYPrRJ+zP5P/oir8SGybHgP8Y/xFLJ14CQVX6O7ORexHDyR/YbOt7QebCDcgyIx+RB4DyW3uMFM8Q56RbdufggHpX2SlYqSV8R93XQOGPmnkr7BR8udXfVwz1rxbcUn0PXahs+kKsuXukDfglFHKB/kO/j5+hwqvi1yOYgiVul4Fn2pVwSH5gp30JWru1p/NtRDASPlnJyMKoLJ7DLMYxtHQvc1CfCIzoYqD/GVxJmc0Nfa1mxOzIKLxfQnTO+AAAQAElEQVRe2rbi83tC4L+MF1lUFnDcsn+yKXdt5yT7xs5Xyk2Yo8j9aah5nZ5iJ/balN025SMNxYm6/Csoyw3qsm3sHvvnWvwBXyTeTBUHmX+ibuIf4Lm7EQsg95wP08dFP/3n7qa/uMDdVSLbKvyGNsaTaeR2tA8v5Np18VqTf+dETMDnKavM60bOXrWatrm+rd8A6OuHGotOZ5PIy0slUw7i0R4+mmLqVH3bONqLvkW5QmqzFbkG7QaBEfgIt6ZibV7/QHkYMYRYQn0rxRZJozZMMroR0909tlWoNJFvcCtlOltq/jr6ZMk+Uu41kL4+5KeZ9Wvq38RLPSP4JVdCZz39ForMY+WJ1JfnM5gOvKArSne3T/nQB2yu173Uw29lLJ79mBdyvXhhb16/sS/efmG8wOG77763H374i/31L3+z9EKuv9v//f3/7O9/+z8d+6v9wAu5vvvOvv76m/RCrrdv7bM3n9nrV29Er+3VS9GrV6rztfFCrqj366+NhetZdP6H73+wP6t+Xhjx5Zdf2evXr2OB8P39fXvw4EHgm/N7j/c46DqfSKJEPovu6F+n6jPQ5zjynXHYxkzjHV7GiW+5C7f0Z7/VZ5e/3W13l/24Pdh7YPv7j4wXNLDQ+vNnz+15vADhpXC6T7wAgRdvbV7K9eKVvXwpevHSOJ7Ti1j4/WX2AoW0QPoL6fB5RmxDz3UdbT5+/Fg8JGzhB/2bPvALafN/6m9XZnff+rSXpLNS7Oto2BY+iG0x5hwprxxEPO5FztlWnCLnaJJzKLYQf/FrcjXiGyX5B/lbnn809Hsr1xHnuK9FPFLcwv+7Gjf1NNdI3GZegnkkbJm8kRhFTMDWseeV8lhsOhSXyZDzTJzP+R4pHkX/kb+Qi7gTPDSUSzclRyf+rxLt0Ab1kytTL/VBbG/ItZWT8iTaYm4A3xsJH3gn9jdbxLl6inmKvzXNCdTe7wOy/SqlxoQNYQgO5Mdj5ZJT+i2NUYivuzoTB2bwYEJAOHCOPgGZGXeEvrJYQP83UI5HTAZb4jL8tTLdgT/zibSdqGEN9Vd1EfqDQnfij+2GZGkIQ6ipvrilPrkl/XVUH3WD9UD9ykgxaCIe5oo/izwPz/WEnZWwMwhB3HRK0mz/2Ie2Ryz6WPTD71jUTzu02RYPdc3BQMGX7JFjXeXE9CfoFXyiLo/v+HJPO+7bkv4vSGNN+EYHY8nCnC64pTmmtjVoTzqti+7rtaY5rHrMw3EcHLF1+jjwhx98CTlW6jfDjqVDGHJ34QAlXNzZdp3yOM5l2Bs63vClHAGbI1/otDvp/ypK/oZsqS491aXHIOktfgPXPnqE6jrf0D7XwmNL9zWFJfrEDjvyx65+74dv2sD3sXH655nmreayTeTA7lbCCzs0+YQYNjEsMn1cVPwVCPxjBJLtmJWUU/LCLHKzeOnL4/TyFPpy+n1yAPr2/IWer5RrvX79JvIvXgjEC7m++/Y75Wh/tj8pT2OfHIx7nijX21eOtaccy52xtDwdp9phzd1jz50SStfAH/3CIpvLxofxQfIr7J/zcaO+3LnPwgX0bf/qz64Ipb09e/Dwoe0/emTkPeQ/vDTmeeRcL5Qz7eRNz9kWKU96oRwLjP4Zek7+9eyZctlnBtboDz3uiSd3/1fD8NH6adXdpQu3vdKewQ98PZUtJFzSC3leCJ+XL54rz3xhLwKPF9p+qRz1tb158yZeNEUejz19xwvf/vTnsDFyel5W9Ub5/wth+OTpE3u4v29eKhmfXbtgH3J32XlJPJkR/5eyKWLpVHM6/PbK3C59W/QV6kMZD8sKzUume9xK7tp247PSfC8xmD5urFyHON1RX9xo1q2hPKfTbVvKJ0ZGXrDQbxkrxWp3N/Jgd486Lfu4uxl/Kh88eGi8YOzVq9fx0jFk/f67P2ns8mf761/+an+JF3L9yb755lv7SuOYzz9P46A3r19bnre/evXKXr9+Y29En3/+uer5Kq7//vs/GS/hiheb/fDn2Gbc9cUXGg+9SuMh9PRAvlqS3kyfXSzd3dxdR7d/S+UZ+CUYtFrNkJ+yrRyzo1yA42PlVeRrpn7KFWtKqkN/20p+gy3Gq+9Xg/7MEr8llYxj9+yBPbR9k6faE39qT+yZPXURpUiWac/9hb3Yky0+eGVvHr+xty/e2teff2Xff/OdoYvvhP03Glt++eWX9tnnnxn+C260tZJtQLu4mT7ubu6uLaGg4LFUHrLQfCn/bwY7nCtnw1bmWf9OzkEd7m578uXch/BxXkaFH7148TzafqEY8MuI6+8TMYqXYxGzqJv4tb//0B482Nvwa/rAi4pf9FeSHz6QDRH3Hz16rJj4JGITbcA3RLsvPpn/FzGO5f6c10eP9iO+gJG7B8/u/ov4/DUXgQM2j+7QF7Y/1Pisq9+KyOfI7erK+ygbkevJJ8j3RPnxpmJEM/L4lnX02wRxBx+ZywYWESuWMQ6kLYj25rIL2iIX5HryQ+5taxwQOaTqayr/zOtty//Im+ELHxwqZ6UN+k/qok7q/lQMuGchu0V2fsMe6Tcx+OkqZ93lhxiQ+Gka/EHwxDXwPtD4CH6QCX6ok7o/lZ/f+np4WEgHM/2GA2/D4Sjm+uAZ3tsZ3sjzoXxt6bO9+V1oi/lMv1subJX1Ae6+sdNSKd/+rSUp6isQKBAoECgQKBAoECgQKBD4JxEobi8QKBAoECgQKBAoECgQKBAoECgQKBAoECgQKBD44yNQSFggUCBQIFAgUCBQIFAgUCBQIFAgUCBQIFAgUCDwx0egkLBAoEDgVyJQ+pX3FbcVCBQIFAj8YgR4gIOHW3iohIddeGCGRbp4EIYHNmJxhFrNbm/v7Obmxq6uroMuL6/s8vLSLi4uRJfZNuWVzl/Z9fW1rr+N+6rVaiwywMM2PGTDwyE87DGZTG2+eYgne4GD+w7vads9lTsn/q2bYJTTarUSz3MDKx7IQY4+i1t1uvHgTo4ZC1ze3d1J/lvhcCM8oOvAKccu4XcZ+F1cXGbndssrYXmte69Vx23UBZY16aPRqFuz2Yg20VW/349F73nIaDabZQ/QrOLBqH81WGADLrt2BDY8tARf8NdqtY0HvHJ7ururhjzYFLYCXV0lmwKXnC4y+8rLdPxKuOR0LWxugm5vb+1OmIMP7dAeDyD1skV70Nl8Pv9ZbHZlmUwmhj/APzq9ubkNfcDH+fmFbek8tuHz/Jztczs7O5NuL8Tbrey/bvACHqPROGyIdj5VN2C92DxQNg7eqBeZr69vwoYuZEsXwi3nI5UX4u9cdCGeLuM68AazRqNhPKyFLecYoUva+jn+1mv8YWbj8Ui89EPGWq0umRMvYJDaP1e7F2o/8bB7DD5uxHvorl6XTbfjxVaxuMpkbKPZyEYL0Wpkw3Xf+uueddZta62b1ljXRTWrr6tWW99ZVVRb3Vo1o7v5jd1Nbu2uf2O3HZWtW6u1qlZv1awh/2m32/EA2mA4MHQ9x3eWC1tJLjf9y2LPer2ORa5Y2IJFQ+Cth993O9ZstazerFu1VpX93dqt4uT1zZVdXouuLgPry8sLlRnJzq907ipi5HXcw731Rk11Na3T7WYPRI9tNpvGC2Xe14c7vKEdSmfjV5CbqtneJxnXim8LyU+7LGozYsGYQV8Yda3daUs3TeFWtxoL9lbvgnds6DpkvrYr5JJ8l8idk/qJS9GFKB2/siudu9a1NzfXdnN7E/Xcqb5axLZGtNNWe71ez9DNaDxOWMh/wWK12j7CjAzuvpXjF2zll0vkpFfVi+3jA51OR/5aE1/XFvyK7wv51Ll0eHFxbuc7dCE/C7muLyMu3N7d6t56YMVD7SxuA4bwD57hJ8IzxcSmEceRuSrZb4XDtfC4kl3gE7R9IZx2iWNXwu1K9nUtzG/UXrKdetgOmPVllyP5I/IQ78BrfQ8vl95F5h8gxbX4QV/9SavdtJp8Gb+Er2hb/MBnrV6Vjhry047xUCsLA6xWy5360qa7m7vHjrvHdviSriWOTacTGwwGETfqsinwu5Fc2Aa4nge+F3YB9qJ7Ojg/C5+6ub22qnIM/Lkjf8ReeIkGstBWNK4vNa9vEw/2u/7AZ0kjwFI87Gqyz0XYPnbEIjrIST52IbsEH3wJzKqyIXICbIv4lC/8sZJPKxEwoW/u/p7s7EPpMHjleqEOYlxbfthsNg2fx0eDZHd3G7ozjtF+XfEbHQwVT6csDqW+aql4Ag/UTTlXzjeWP2NjHdXNg97Udam4kfsXJb6Fvjf+pn71QjaA/SMvdllXHtTutNT39KIPmsqexrJ9bBIeiB/4M/zXZbPwuGtj1IVdQ9QNEbexd3yrJptsi8fBsB85H9ggA7K46Z/wTHpK2wlFMxZT4Lrlchl9/VRYjBVLsc2+/BOM2vKvpvogZKjRd0h/ibdro318AN3msSDxeCmbz0i+yDHOc+214sa1Ysjt3U3Sh+pEH7TRVj/XlW8Qk7AjfHymmLcrD7y735eDY/8Mufu928GExULAgxgFHtg0/JGHgMNWR8KBWJfJSRy8lP6RGUJu9AdW9CG3kr2qOACeLdkrttXrd402xrI32oTQQ1/xDR00dR3xE3tC9+eKKdgb9oftcQw7jH3FffbB+Va2D688uM/ivsgym83lqytbE2uz7gnx3d3cXTi4YTcQC2uB/UR2AS/kENSJPMh2Id/O24QfKPYl/4Uox+FK/QUyExOQh0XAGAOQp6zJYdSsu77U+sf+8lOUyY7XRv8/lR8NR4NYfK4hjPC1K/VxOQ+BDbEZTHaI45fiHRnwZ3SCXlnIFx3MZXNLxYNd3mg7p4/xuHvM3Y1/+bG1OvBl5mNgOZbv058Qt8CjrdyskfkYOCEHOGMv2M019gXJxsK+VF5m+F5Ijs0xyY5uwJt7qYOYhw2Ej7Wa0YfhY+ggfEy6xSbQM3YvVs3dM9Y9tt1TmR38aOHONdtT5KboCB2TUyArGN9o/BO4w/dOvoLOIGwI/SAXY1BiC3ZPjGuK/27knYN4yeZoMla8m0ROnMfRdrsVY866YiI+c6v2buRzuxjm7V/Cg4iSdrgGvLm+qjhXUywm92lJP/gPbbAg+Iz8O/qMZfiKmVv+8Z3t/NinlarB0x3oAttBL+iH/AUsR7FAR195zW6+21BOV9vm9/J95EAe5Aq7kN1sbOXqIvLG2AcD9WtgkMersCHlONRBv4cdgSd6wFbb6m/66iOIKdOwoZniyiLDI/H/U9/IM6d/lf7wA3Takm7BmjbuqrfRN9Bu2LBkobyVHm/Vb9xqn+vgJeKodE6fATZL/FaxDdyy8BZsyDyj/Edf7m7uIvO4bE0PqbqWme+yYOJ4MtIcxtCwZ3wX22go9tRlbzXZC3YDf+B2LfwC+wzbsDt0AN6isHHtx/Hw7yvl5yLJyf3EAeSsK19pKD60lUN0wv77Yf/RP2a2CKbIDOPubvoTObu/mNz93j3UB1H3XDERPY/VR9FX4Q9tGSH7xQAAEABJREFUjUHom9BBDdlrd4bs6IkxE7aX213IiKwh90XkB/flv9R468q4HsyCwC/D4lZ+jA3eqQ3iWa77pnBpSf+Bi/rLoXwDHvFR9Ab/vxiA4sL/SgTQ8UrBEn1H3qb5iHH0sYqRyicjtuCjysPr8lN8Cj/Fnm4z+7rR+Ax7xe6uNG7FDomFl+pTN7Yb9nuRjfMuw4YvFUcjbuo6rud+6rlVvfgCbdBeXfMm+DDxglyf2Bn9ifyJuI5/wT+y5Epwxx8tfNLd7R9/XNelK6hjuVxtcnpiNDG2LvmJK4wdiPsXyiHyvHHT90aedCHZLizJdW238r26YlBbMZ+4NxwONZ4eaSwzjr6XPIKxR8qRW9H/1ogH6kO5l3z/SjkgmF6CIaS26XcvFA84xjmuATvGNFvMlLOoXfCi35so55ur71gqzhOXkPhnoeGij5IOqpOgnrAb9WMhi8b6jMnaare5sZu6EXeIP+gU3d5Kx3mcg+8rxjYRx2UbKpEr0YVsRsck60UmdzpOzBPp2mvuFUbUh45oo6pYV5e97toNfPU1zkOn09nE4Hup/gkZ5AISKP2Bibunnd/RNxwF6cvdZbMu7lI+T/8K/sjIWKOqcRKYYqMpJxSOss/Yjrz+wjbbwpZc/kpY3speyTW78n3qoy9Y3LMXV7u2IfuJj9j76BmwTnntJPrhnvrkZquhnKVqV9IjOoZnypw/5kDIbc/gX7zDKzaDHVU1BmYsCL9DzUmk/rUXuTq65zzXEV8ulDPjN+QGDdlmV22P5I/0zbzQRJJJrpKxYJ+7f8C/u8Z3ymuWmttChqliJbaE7zbVl5J7XRP/lLPQDjJc8BuCeCZGsB8yyY7ZJo4gc/CjOXpeLMbYYqy4hp+uNL7LmSAurbWPLshdkLMrHTXJ/dR2+BcxQ/ld5H6RB95abOvYbeR+1waPdcUX+GX8HLFB7TFXgG7y9j61dHdh55vbqAuCX2wInskvyDXJfzrwrvkR5tVr8lP0BA634hUfviZ/kT2it9SPXG1ybnC7UN9xQSwUpVh7Ffnfle65jlhwo/ld5L+L2FOPPiTFw4jDynWIh/DG+ABemdWRGJkMW1myAxv51goWq7CBhebtZhHLQx+9roEp/RSLn9aEM7HoVrq4zeOd+LuSndOP5HGMMmSRXWA37OeE/Fe6J49xIZvqoj6wArOq9A5+tFdXP9WQPURepxyTeADuIatiP/og5iFDLtd/Wyn4g2VkQB4WA+8PepqvbsV8ez23J+GSMMIORNID9r/1CY7dxdgPP2qrz8Ifxsp/8G8NyDY6xxrc+Y6m47ib/nnaz7/haal4OVfOP4k+cWyM07D5tubomoo7deUD6Cts4317l6537T3sIOziIvWDsvc4pnLX7q91Hz7DeH9jG5K/qn6Q2FAXJthGU7bRjpy/Y/A0VPzDN1mQds08ci7IJ5bubu4iSzESHIhfYDGT3U01XqU/Ib7RLliDeV38wFtV/RW6gvcb8kn5CHaPjCFv9FGXCQO2IWEQ534if6wiv3yQsXFTuLc1BiRW9/X7DL/bTMYTYxF5ZF8qD8CuJMInSZ5fT1niS3fzcghkHiuuYk/EA3SAji6iL5Auozy36BfUr23Kja4vIt7h7+BDXOFluCzOPBaW6GyqfI5t7KujvgwZ0XFNMhMXUhy9Vr96ZWFTwiziTOCW6gc/cKYd8id0AK9gRu6f59vojv4OvwCrFC/N3N3MICs+BQK/HAHZjbtvLcfTrWvlOORi+e/T9F34EPaf23dVOR92es++sWnZ96X8Z2vjl2H7V4ol2Petcltibl2xkD6SOEg8GGpMgB/hs+QC2PeaYJBYMrEpyhjMjr1fuPvmGm5dxdyXxpGaYxopL+0o36kr7sM3cZp+HT7JayMXhG9igspzlecXZ3Ym4hy83yk+NhUr8Udi6FhzafALRZxRTGOhdWJqTblOjtH1JpZeGr5+AUZglRP9hvABy8BH/QUxhHrgGexz3weblfqIwEZjP3cXDB7/l4Jz5FJjxSb6lIjx0d9t51apn/Es8lyp3eAHPuAJ0jbxnnNcc6s8h/6a/BDZyWm6inND4UkcRHb6/w1PcCOe3OFLOx/5Qzf54ZBDO+T7vJTp4cN9Y8FvFt//7M0b+/KLL40XbH3z9TcGsfg85ZdffhUv6vrss8/tzevP7NWr1/byxSvjvmfPnseC9bxs6vHjJ/bo0aMt7bOdFgCPxb+fPot7WKieBf4//+xtvKyLhfxfvXxlz5+/iLqoA/7cXSmJgBfP/OX867B2PbO/dA02zPiWPARCN/gU2/gXfbNu0j1mupMv+7TPr7xazII3C5TzEowHD1hc/WEsWv4w237w4IF9lB4+MK6B9qWroP192w9cwfaRPRbeOT3ieEZcA7FwfF43PJRKe+YuBES/UqI/xG3uCQN3D3mwLfwK/8LPwq81ZuprnrirWIYvMk+Ab1YVm7b5xs32t+3Mx/FpfP0SH1d8ixjEtsZwcVzjZX57zP0e3yePJSbdxLj1NsatxDRyE+IobROj2ooxxBrGX8TB6XQW8zorjc9CEImTZFnGnB55U1+/vbSaLdV5Z+Q814p/1+IVHm4UL2uK0/Q35FX81orvkNOpqs3cgDt70YI5/7RfKpXiAL4HH+PRKP7fAljV1edQN1hcSe6LwOHCdkvmBs4V+7fHLjWmvY7xK3Ly/xThH36WGmOsNRcRDWZfSU71OYw9Jml+hVy3q5jJ/U3lwMR2eAHHNB93+8HvDtfC44p5DDBRTGa+JfSEzoIuYo7zIrZTv8L5K12LDqFch7cRw+8kQy3GWegNPLqyIcbhud6ITfQh2NxKfSdjccRyF7pupsLyz+72Sv0R9sk8TF+22dYYrq65lNu7u+j74RF5cj5onzExtrJUzp/XuVu6eey6p5KdtXiiLWIqv5VFW7I98mTsH3vlN1f0B11orulCOkanF+hUOf65iGOJn9v0f5rEa1f6Gcm3AgPpdSXbJcq7u7k7zYukbXVevABoznhKuT9jGHIBcpikX/W1Gv+HbjX2uVW+gw+hC9pEL+Qd6CpI/F3kOqSU/uI4emdMRSk74H78hLq2/ngXv5fWajWrybbr8hmwYMzQlW6xu9F4GL8xz2SPzJmp85I8FpS+rPgUCHyAAHHs/kGXuZSstFeKl7/Qf6cc4KH6fvr/nFIOQL4EPX78OPKn58rJXr54aa9fv7HX5GrKrZ49fx7nHj16bOQRe3t7asM3zX7IQzq1cUftcs1a8Ye4sJLPEk+W+K9+PyK/4rwu++Bvt44PTv7TB4gcifL23d1K6puQEewg8qD9yJ1y7CgfvYenjj3854m8mjYheIDct1jbv/ADBrsUTalpN/0TDy5cNtg8fGjgAu0j9wf4CAvySeWY2M1j5fdPnjy13L4YB7x+/Vp2tqWXL1/Kzp7ZI9W1t1cy99Ru8LHz5Z4dd/V8WZynP5wrdk41hpxMpkYORt8zV/xf0nfpOnc3LyUquUeNS9ngNOYeR5p77Bv9bPQR6huJzeQ1/P/ZxXxh2O5aY+64UV/uqQ5txp+7215pL3DBpxi3vJBMvGz4i7dfGi/dYpwUL95iPPRG4yH51wvGLk+f2hP5IDg9kp9xP7SfYfg4O/f06TONdZ5rDCUflX8y/nn7+Vv76ouvov4veLmx6n4t/33x4oWBOTpyT2OdtXCwnY+7x557Oj8XhuCG3PT95Ivg0VW/29e88VjzvZFTyZd3UypqcfcdnXnU+1t/ubmqdH27yUJsT98PfE/lA3voD+MVXQ/toT1YP9S3SMf2fd8elUQPHtvTR8kGX0kvr1+/slcZsR0vhHvyxB48fGgSRV1wyiPADLKPfDgOYRvENcqlYlpOK+VCnOdW6iyV3PZk2w8e7Bk+jm729x9GLHn0aD/Kfdn/ryXqS/RA9e9ZqUSsLoU89jMf+Nwl+HV31VEKnvcU9z/G96/hNZc18fpQvD5QG3vRVqlUEr9u/+oPsi4VG2L8EfPPA2tqrEOOSn56dnbxwTM66Rmn883xC+WuXEvOyLiO/7/NvBM5L3nqUL8ZDIfD+L9cjEk4Rxvkgnfx3BfjqhuLXJO8coculAunceBVnKeNm5tbu1O+zv3k5+Sy+Cn+mo+/iIXIBn6UOSErvjuWrIPB0Lrdnn777eh3oKZR313wc6tx3k20R9sXkm9LF3Yhni4uNEd+CU/XGnPdxP/buBNP5LXIRqwYDAbxfzeIrcSUleJFzgd8/VaU10n9u/KBO7gwNmUsh3zo9ebmLnjO8b64J9+l5EuE7FdXyHctPG43mFNXwryr/gIZx8rbGUfn/QMxA+k8bFjuox0XFX8FAgUCBQIFAgUCBQIFAgUCBQIFAgUCBQJ/fAQKCQsECgQKBAoECgQKBAoECgQKBAoECgQKBAoECgT++AgUEhYIFAgUCBQIFAgUCBQIFAgUCBQIFAgUCBQI/PchUPrvY/k/zHHRfIFAgcAnI8BDHTywwqIqPMzBwyU8xHF1dRUvFDo+PrGjoyOrVCpWLlfs8LAsOrSDg0N79+5ghzh2sDnHdeVyOe47Ojq2k5MTOz09tYuLC+NlEvlDPIPBMBYenc8X8TCYmZt7TtrTtv0HP+8//MKDNjzck2PFQy88MMTDLGdnZ5bwOs4wOwrMysKtXAafwwyfA+F3sIPd7v6hzuVU1nZZ91RUT1lUEZ5Hqvs42jk5OZWOzu3q6jrDtG48OMNDUJPJxPKHlHIZ/hUwUjcPBYELdnQfm2o8CMTDW+fn56F/bAGqVI5CloRNRTKWg7Ar6N27ww0+BwcHsU15ILs70P6BSmzs8PAw7mObuqiX+hM2Z4ZeeHAKu0ZnoxEPE0032LyPyfvyDIejwPTurirbvQw7pg3ae/funf34449B7za+8E68votjnDsQryeyffioVmtR12AwkM1PjQcY32//5/bxV7AG54F8B33jrxcXl7KJY2FxKJvJsYOPnH60//f/3omvd+LvIK4DrxPZ0JV8nQfLeKiMh7qmU2xnLn9ML8n7Rzyhe2wNm2NhOXBC1hPJjOxgAIFVInT5Lvj48cd3wUtZcQK/OZX/cC8LRdTqdWu12tbudaw9bFlz0rDGvGb1RS1etnW3urab9aVdry/sai0fEF2uz+xyBZ1HebE8s4vZmZ0PTu2sc2KntWM7vVV5fWJnl6d2fnlul1cXseAI8rfbLesN+rGAJr5jtlYsMuPheRbaYMG50Whk3W7HWFzi9vZGvndpF6rn7PxM9n1ix6fHdnRSsaPjilWOKlY+Kn9AFR2DuObo5Ej3HNnp2bHoxFiU4+bmymr1qrXazXgxAAtrsBhHLFqBMpwvE28usk/+6C7d51ZSbGXb9MHuV+u1zReLkB9fYUGbWr0WD+ax6Mbl5UXwF7KendrJ6Ykdw39QJjNyQ8hYKcvHy5L/MKhSoSwLFxHXiMDgWHgdn0h+YXd6dmJn5+jmTL57YdfColq9Mx4K5CFpFmCbTI1UkPgAABAASURBVKYb/3WXBB8hifSTf+6+OYfcCx5Qn02T3P2eNZp1u7m5Dn0cSY6kQ/Eu/g9FxPLDyoFBZe1zzfHxkfA4tnPZAfeCW1v21JGtdDpt+X0rXphVb9StencXcl0Iz1PJeiKZTyQ7GIAHVDkWRhl+lfdL2dURJPzydnPcsGcWKWs2G5ntDA1/ZqFEZN0IzoZgcPewBXYhsMDG4blWrRqLtOAn1B9tSlfo//r6yu6kFxY77gszHuBfLldUEeTuUeZfPHAMuaeH4Ikbs/ksMAejuuyMRX7A70S+EBgI23JZOIvKbGd0qPJQxw5EHMcOr+THudzYLosT4LPEy1253RNf7qnM+fv9lB76cHfb29Mw0Ne2WM6NBebAmQVt7u5u5YenhuyHh+8i3uAzl1eX0slt2BkL8aD3hWybRXoCA7dN3e7ase3HvWQuAi/6FnTCAleh/4uz8PMyOYzaOzh4ZweHB6JUogt4KctOsWNso96oGQsbjMcj2d/Ucl3wAP9kOrXBcGC0UZc/3NxeS57ziJmpnkP5Vjnki33ala6Tvg/Uzx1FjLiQzsPXajUDF+IDL/5hQSfqxT5ZJIiFtIirp4pZxOeT0yPJU4n2iMNQtCOfxteP5VfYFJgiP77c7XbDVpED283xLGUP0oNdvs25lXwB7NFByKoYEDyF79/YlXQFT7RxJv8/VSw9UQw8jlh6lHgTHxEHFIPgsSK7h8pHh1k8FUacI1bEtRVhI1I9J4on0KnqPpf+LtRHsejqrfqsunTTFj/YyER54lx+iF4wCXc39y1tLeTTttxTHfldgclqFYueEV/Ak4fr8dkbxXh0CRbEQnQEDkeKqZVMrgpyitBPvl2R3BGTdN1x4HYcMZh6iFn4w83NjZGjt9SXYo8sPoLdsZ+3j32AE9gelN/ZISSssYmINdrOy0pm42CKbWBj2FtfeQP5wVL+hg8hr7tbbhNm4GHx4fxyuZRPLMKmOtJFtXobPpDkrqjflI5pV3Yf/iUfgIeyjpXFQ44BOka3LORJToJsLIpAvrBakb94tGnRfr5tOx83dxefUMlMOQ82jt8SR8kB7u5ulONcyCaPLHgQL/AR28FP4pVjFe0n3iq6vqI+9FT51U34J7klfJFbrWQLalbtlqJ9d1fbkIoP/nxzjbbM3OIDxkvhTawH/7b627riCTq5Uf99qfhwfnGuWHEmPk6Cctva4Cz7OpJdVVQG3+IfG4MqOzgfqb/lGmJD5GyyN7A/kX9hb/SJF5dnhk2wwDp8dNpt68eCLuOw+5X0YWLe3c19Sxyzn/i4++aMe9qO2KI8DSzBtNVqBcan4uVIssB7mRghWdBREDqTLZV1rCK5jvAdycA9l4pFKcdqWLvTUq7SNnhvdzqhN/znRjGafAVZuQfZj4mjwg0/PVJZUdu5/stqn3YqHMuw4xpwP1ZsOlW8o65L5UC3EZPq1pEfEJPQ53w+t5VsBHvcAmCBm33ix93jvlIplUpzY2xD/bTDYn1h681mLCKHL11jP+LtXLETPk/Vd6BreA8ZhF3YguQGc2wjyXqofktxWRgnLA6V70LyaeFwBHGP8qhNPcLjRHQqTMh/boR1jfxfeiVewR+LLi0VM7D5XHz3JI+754c0plwqpkyi7yWPva3eGHH/9PxEfJSNWALRl+YlMe9A/fo79evkE/ANb2eyJ2JjXWOxfq9nwcNqKezWUovIaBcyc0+lfeTj7hprlJKvSwemD9hH/6i8ezAcGnErxeM7zWWof7y+VMw5k++eBtEfJ+yP1ccdRWzBngJ32TK2Vg7MhT22h91h6yqPIGHOtdxzrP6Ruk7AXLigY2wbWckX6spFiemBvcZ7U+UrYC+2JWcmh2Ry/2mZuXaX3F33JuI48lMndTOm6WqcQPxmbID+ryJ2nUXMOpVdkBucyN+IPfn48ki2lGwulxk7O0y5gWQuZ/LHNWC0g0HgoP1j2TH1ngiLIOn8VITNn8n28c8b9c/E1Ihp+KhyN/jejEcRqKA/JALEG/rreSz6NrGB5q7a6tfIiYmR+M2F7IT+D7s50dgtfEt2hW1B9A/bWKm8QLZZwR5VlnMblu+WtR+2Gv57qBwIuy4rbukerpe9Yrf4wInqx15PZbenis3YK7HzUn6Tcr6qxkENzdV0bSh7nWhOC39DnlxR7skf3T0/9JHS5bfpsLYi9i2Vc8zUP5E79/t9zU00jLgBD8Efckie1O8eRMwt0/eKOIaMyHAsf+aea/kXYy1iDnGwLR9rK5ehX29oHE/ffK3+6EI5PNcjL7KD7RZXcBLJ58ERqmg7SPwQK+CNe7j3VDHlTLhdqo+jvyP2EIOIxchFDkiMQnJ3pxAOlFDsfvDlvj0Hzmvlkkv1WfFCFM0RtJSD19Sv3SqfZIx4sZHnxE7ECzydKDafCBf4BCN4zqki/QdJnpBPdlIWzhVKEbimbeGgayrYjMr8fuo7Cbs5irm60yzOXShvw26I/3caW4M5eiAuT2U35AiMj6LHk4zuSU73VH4AxH/qQM6PylLJ1N96cLKUvU7UhyEPctXVvzHXQk6Q+hLhJVvBNukzDjUOPtR+2CxlTsL4RP52dXNp9AWMt8lNZurDl9KzmlWbpbATd9qGgoV7X+75cUooncZmqGeq+T3yQPyAlwfcaAxHjEF/6LssPuATgs9NHqMc5lC84xPolnvwG2JVWzGL2EUs4MVW8H+rvBO9n8r2sDfuxWbIB7DRVqth5AAs1kgMNLG6t7dn7h6UuE7f7p429I0M2Ax+hBytVtNuNb670FjkRH5HW7QT/CsmgPOh8nOorDJkFOYVETHiQn7CQsd15WEd5eTD0SBysbXGE+5pPg1fXWrOgRevMeZoKpflnkv596nsPLBT3eR3kftp/uZQbbNN/vfu8Ed7d/CjYtU7zY0cxVg0x464MB6PLe/v3beyStyf/XP3wCsfC6/Wq8hT4/ci/R4Dxi1ig+Zx0Antopdz4UW/QpxCBmzvWPGBOU98urKJBxUry88rxIJdwk44DmXXcl+Q4sAxpFhD3eQ6F8KZuES8BT9eBjccDWP+aikfUjhLcoQ8W7Hdk3zuHgexlan8baS8Fh9hDF3VXCpyMc9xnvWXJ9ILMp0gk3ihn0SmI8WtI3gOOlT/J//UdjlI+8go2Sra35L6SPWl2D71gNGJ6jyRfCeq/0R+i+2dytbPhSv4Iit2Sd7d1fwW8zLwzVwxc4YI4+4hM9u/Z3JPfLq72Fxr7Ait4oVoffU9+M6lxrlggC+AG/af/OGd4QOxrRgSPkGp8RD+CHZgdqM+mLjR63X1+93EsGNsusSYJtpV07t/sKJ997RBfMM2Ii4M+xrztOO3hqrm0a+VA2B/9O9nGpOcZrZxLN0dS49Hsl+oIh0nwg4SJbuQjWAXonJuG7KjZE+yDd2PbRxn405kOlHdUdKWiDbxN2wUfm7VF9Y1V9jVb3Dh/4rxEueT/9w9bAis3D3GjkvVRYxMuUHfWpp3qCk3uFGb9E2XyuPO8ZOMr+BT/IIFtg0WRxssyhrziBQvK/KJsuQHE+JnRfsVrsuwSBgcWS77meo/028wF2qLXJYc4Fb5SV19JH7bla7T728zI8YivJtTmLsHxc5PfqVrSrq2tEffaIp9C8WUSeSlHcXzquS+lG0eS76yZNhSkmm7f6i5BVHIVI64gM6Yc6KPo2/vKR/tdXtGvS39fopv37MvyQuWtJXjiI0ERtSL/YgqkHCscEx0JPzwm2PZInELzM4VR7ATctcmfSVYKeZNlTOhXyBxd+UECQMrPgUCvwABmUz4lZdkN6WSmRMy1uF/xE/mB9P/N2hbvd6w/OUa2CP+cKoc60T9HbZ6pLiHfadYUY44kWy7HP6DfXNNXCvbPtZ91MFYknhMH4l9tzQX15dvEQfJW+CDeO7u5u7Gx92Nf2x/jNx1VsR9xJKlcgp8paf+qaHcjrZo91T8ww98lhUPDkWUxLQoleOmvusg5IHfS8VLYif5clO8djpdzT0PrNfraxzc1O+Cd3apGIPfcv2J5KQNcgXkrxAj5ecViPYoRUeQMOS6Y+USp7qPOi7k+8xR3dzeRh9GnEQvM/2WtJBc9I2SNsbLEef1OyBygiOx6kYx9lI8k3edKSfZ8lOxo11e1D5yV4hFEZMqFvrMeVLMRB76rUvlbzfMnSqPbKs/Ifcmd4cn8HZ3K8me3MWZyD76WQfP6AgyaXSvVLKH+w+NBeKfP39ub16/sS+++Mq++/Z7+/677+2bb741XsLFIvGvX7+258+e2aNHj2yvtKeUMdUHHvCw0vxplMqBKWljl9KxlWw93Wf6UM+DBw+jzidPntizp0/t+fMX9oqF7V++tKdPnsai5iWXr+h6/qiT8mPEOYi2yOmh2FafvBTB61r8iYN0u6fiP/G91mR9zhs+hy3NNPcym83Vh87ihZkzzU3NtD+HFnPD/kIm3avIYa7f0FF3SfCUFFMgd9fxRMhFOzlt92OLr7CJ2Pgf/BJUgVXyHSEq21jKx+fydXw+/FrzVcRJ/I98BF8kTuCbJ5oTzP17N+c4km9HvNn4dp7bHNrW37M4Hf6eYgM5HPMWlMSwyOUUB2jjVPnNqfK5c+Vz54pR/PZxq5yyrt8F2+KRsTExnPktVOnu0u3KFoulfqObGfMZbc0VMN/N/dR5rJh3rPohYtWNcvU6ebHm7PPx4UJ+Y27m7kGWf1wbInffHF/ot7vJdGx9zUu2NddXU/4HZtRNnK1k8Y9YH3Fe4/RDjd0Zi5QV+8vEZ8VCSnjjhVi8ZIn8j/mNifIv2lDw2bSZ2zZyh86UqzWzucWks0s71zxYrjNwRHawPVa/CF/kf/QVQeLxSLThNXSZ9FaGN/bhU7ots53RkUruR3fUdyxcaedUNnKqfuBcervQnMWl+qobjbfIXZuaP+H/daCbmXx9IdsjJgjZkM+Je8LXIHMdhlToj3hLH8vcT0dY15XXI++5bAOZKuIHDMGe/v5W/VJLcxH8hk47qkI1qr748+222kp7LofQn2INPBGDhsqBaSv6Oc0xUS8yoq/D0OWBHUqPh+AjogzSObA7Ft7ogXEY/KAnfIxxI3qlHRmt5WLDI8c4x/wPc7jYVV05xa1s/1o4XkZfexq/J50ov4Af2kEHgYP8q4I+ledXhAkUegtdHkaeURGvHE+U9cO6B31SDzqlzhPlCSfymWgHf9zQqZ1Lv/BT1XwI/3eMsfRYv7ERS4Sifid0cxchVEEFAr8YAc3O6w+/yGPdSj7J9krzpKlcKa9a2frePjdZ2Bz924MHD+yhaP/hw8ipePHKA20/2NszzrvLNjOy7EPd2eaHhe8eSm3ZvWO75/+D2xlWyHKf5JWbc8JO26vV/fL+9Wv7Z/ZBgPsp/2MUaoovhFc3qm3+JHuyHbNkWyZZzQSHyrXKdZRr5UdgBLG91n3I4u7xEh7GBs+ePrOXyt+hZ8+UvzNekI1xXU7cB+X7lI7xqL61Gl0x+BSJAAAQAElEQVRpLLFU3kLcp1+fq2+cKzdmfyUexA23mJpVXDXZr5uyHeU683h5V1/jTsZtxOBer2f9QT/mpPh/bIvIZ1z3lILcda/Idj7w5u7GC4aePH5qvAzr1atXxsu4Pn/71vIXcSEjY5SHDx6au5u+Aifw+RhR7+7xtWRhfy25uZ32qI8XfzEW+/yzz+2Lt1/Ey7nefv6FxkUvY6yGv3KPbrP3P+4uNhKBFZghN7kR830D5Wb0uX2N+fN5cV5QttRvLKuIH6pRdZi55Z/YzXf+BaVMULZoGaW9tfY+IAmMTEvhtoY0/sEAfM9t70FJY9kHMZZ8/PiJcHqk/Ye2t1cykyxr3Wu/8OOO7FC6IXbT5n/gWygIksS+Nv5JDqgn0T9f1z/Jym96+0pxgxjBvMgge36IZ3bOzs7t8LBsP8bzTO9UQgfxfA7P7fz4I/vvtK/fSg4OrVJhLHas39HPjOeH7u7urNFoGvM7zWZL2w3NzdWtym8b19d2fn5ux8cncV+5XIm2aO9AdUHvNs97HRr7OfF8F9cfHR1pXug42uNZp5ub26i/rbHaYDDQXMBU8+rLiCvYMHIuFcNmmhMYZHJWlXNei5fLy0s7OzvL+Dky6i+Xy8FT3i7lu+yZLrZzSvyU455K5SjqQDbqvburWlO/u/JbGmNMcIYP+IF+C0VSD4Rs0FS/Mw4kPzgk+W4MfJJ8x4F3hRz+A/kOpMtEBwcH72Ge5CuXk3yn2XObV1fXtitjiosz9SeLwN3ds76iZNq04lMg8G9DoGioQKBAoECgQKBAoECgQKBAoECgQKBAoECgQKBA4I+PQCFhgUCBQIFAgUCBQIFAgUCBQIFAgUCBQIFAgUCBwB8fgULCAoECgQKBAoECgQKBAoECgQKB3xCB0m9YV1FVgUCBQIHABwikBztWNp3ObDgcWbfbiwdqqtWa8fDF9qGOo3iwgwdoeCDlIB6i4SGO94mHaQ7iwRau5SGXSqVix8fHopP3HqZJi6UOBsNYQJoHCuGHBznc3dxd/HqU7q7t/9wffEE8XMNDNqPR2Hq9/gar29tbu7y8CvlOTk4k63E8PITsEDiAxxa7Q3v37tAODg5UHtwr0zHOJeIe7i+XK6EDHkzK8Tw5OY0Hna6uruzu7s5YnIgHc3iIkIf3eWAHvqF/FXrUTTs80DibzaTLcSwCxINZd3c1u7m5CWzOzy8MfnkoCxkgZIISNmXhkGQ+yOzrXfZAFCXHKCG2c8rvpZ5yuRwYgc+J9HB6emYXFwkbHpRCZ+PxSPY+jYeI0Of7uCAPx9EzDzuNRsNYoL5avVNdF9Ltido4ChuHl/wlVzywtn1w7Uf7MR5s+1HXHUjuE/nTlbFoBvoZDHiAbGI8UPt++z+3n/OGfqmnw4Ju1aowvgybOzgAx2RTP/54ID7eiX7MXsYFXzxQx/mygRc4XV1dy3bq4f+j0cgmk6nxgrzV6ucfRuQBVa7H5tA5OPHAGwt5HMi+cxxS+U72nujHeMDvx9gvy7aPT47t7OzcWFwEf6rXeCFXy9q9trXihVxNa8zrVltWrbq8tVteyLW6ihdyXecv5Vqd25UoXsq1PLNL0cVMPjI8sbO24g8v5LpRO7yQ60rHL3TN1WUsAM8CK61225CDhxUX83mowt1tvVqFvWAPsdhGtxsL0saiUtcXdn55biygcXJ2HIuZHp8c2dExVLa0eEUqyzsLWsQiFscV2VNF9nFsJ6fHsVjGxeWZXd9ex4sBWMi11+sZNsjDwvjZ2jKdZCHR3SNGmrn94o8udV3v7maQme3aPQuf9Pp9Y2EvFtlh0c7rmyvp5sJYUOP8/DR4hWf0vJW3YiyWdU/mo0P5i+TnoUAW+tjFQPvgwP0nwoz6Ts+kK9V/fnFuF8KVxRnhIRZlEe7gP8kWnIFnd5cILgksSvfttn3w8bhm9/B6vbLlYhELO/Ewdq/fi4dJ0cHp2elWHvgX74flw7SYCmX5QNuHuqZssSCJdAjf3FurVa3VbsmnOtbutGMb/2Dh6zvFkuuba2F5bmdq41Qyn8j+weE47KZiR0fCUviUhd8uVXTsCNrYztHGdrDBK9lzvqg0D9pjO/gn/etKduyeMHDfljke6/U6sCAGtMUzuF9fXxmLr7G4SuVYcoq/84tTY+FKfB29gBk+s1ot86qidPdN6e7xsKbpswbz5VIxZq7+YhQY4X+0dX5+pn70xLAL/OVQGO+W+Xa8NOfwXSwUcyr88oWXGjwQ2+vaaDwOn11LJkjNbnTvnvji2O+NYM3dhVUiRZ+QA9tkwQRs6Pb2Rv3+mZUrB7GQLFixCNWlYhG+2mo3Fcd6NplOQ5/oZZ3FDXff4GDZxz0dcy+pT1rFYg3Rr8iG0fOZdIJtHtLegfoP4c4LPA4OU/vo6FD+UJat4sPokcWAsIux9EDs4kV/69D7Sv3vRPnmwDqysXqjHvH3XLGYBX3SolOHkm1LtHsoOwidq52jk4qFvJcXdqNYWatXFauasqOuco9u9Nf4GfbJ+Uv5xIXiKnYCf8fyNfy1IlsGOxYegvey/LsiGTh3olh+Jp5YKIuFlTqKPdg4/WLEYdmVu1sJKpWsVAJDDdu1v9Y5fI2ciD5jMETWTvQZ8QIq8QyuF4pvYIssJ7LhnLdjxUL4gipZHKjI58sZVRSL0v6hUQaFbypu6F7up65TxSNiAj51KayIDfRZYN5WXzfoD+R/41i0GJnMXHKUzB1Z3NInL9PeL/l2T/e4p5IeK8eExZ5HysG6vY7xwhjyVmLhZSwYdRa+D+/IgPxHu/JLP4FBJn8ud0WxkGu5BxxPFVOJWdSJ/iMWZ4t69ZS3d5Qz4UfYCLEYXE6Ff1m6Z1HmZGsH92ywHPZ3ILwPI96enyvXuL6MBQda8jdyMRbDAkd0/76/uXvgCn4r2QfXkWPiH/ADH+f4mWwSeSrS9YYP2XzygUMra7ssPsHhSNfQb6Dbu7sb4dmQD3TkW8PQKZi7p3ZV0LTIRff/3D14w4bNzch9xtJRr9+1ZrNhLOp1IVsFY9qHF8qy9HH4HpWlG47D25F0h/3dKF6B0VB+QCzAL9aKBe4ue0tkNGwf/+gynXBzdzP9mT5rYbhWHdQ1mUxsoHylLZvGtqu1O8WFm5SvyO/B9Uw2gV2B1zH+L5wjRxOPOd4V4QmulBXkEM6Usa9zR5BsjT76WH5GXaenJxGL6BPPlbPg13d3t+HrbcW3vvgCy9l8phxrlbHv5g7lviaBzPnSNXhLbN77cndzdx1bR4xGbsZbLAhInngrjME6yVKJnKss3aCnsCPF7tBVZj9chxzgkvPcaDUUO5Vzi294h5qtlhH/0OGlYgjXn8lXTiQ38hMrsYscI8rAMPBT3ifMOMY1QTluquNMOrmQXcF7vV63TrtjfY2NxuozwAs/ksDx547ssZnhkLZ/6be7Z/d53LKW/bDo/Ex5/lhjnp7ybHIZXj6GvdOHET/QKTH6jEXSFU9PRMcnxwZ2yFN5334kdyVklq+qDCxUxjHF6Ioo7A77ExbUBY7Ue6I+51x9zrVybWJWW3GlLx8kHyO2BB4yD3gPIT7yRVyhnyL3azTku8xNqP87FdbwELaQxbIDldGHqz/nhQwHBz8a/TrXIR/30P/hUz3ZMfYGD2vlkYLPTFAKVvupT86n60JX/1gq0U+W4nLqWSwXygWmilepf4z+IHz3WvnllWEbZxoLnMpWToU7OB0HZkcxbqrIF+EVynGOMtNBbG+wr0ROiVzUQV1gfipcwJy2LoUTtoi9t5W79zUWoK+abV444laSHO6SSGTx8fj+2NdGfl3r7rq3ZO4ePh7yM+5Q3UMWcOx2rN6sG/3ANXMm4oX84xTZRfAK30HYTtid/Ev2hPwQ8hJ/Y1u+n0pdExhIfpXYLESuhe9GfYqHJ8KVNk7l12AOETcv5fP5wpjYEzFhKB+dagzGiwHdPWRyT6WZW/H5oyCQbJWYMlP/NZ6OjVwWG8BHrjWGvVTels9/hK3Kfk7kqyxyGqRc/ViEzUHhs+G36qOwYdlk2Kn6Wmw3+iwdi22VnEuE/Ypk+8mHjyMPO1V7tEtfgh+HvaovrGrs0mQsKL8ayL+mGgsRb9bvjYPc3dwTfag1jqej7m6mP82UGHjMNddJnGXR76b6TeIGPhMySq4y8ii+Rp8rX8zLJB9yVOxEfgfP4BjxXn1tR/x21P+2lMs0Ff/xuTvN7+GDLFRLG2eKB8TD49OjmHeINgPTcoyHK+CmNokHbKe8pRwxE38/kX4CM8VW9Ee+0lCe11XbQ+VoyMU4J49fFp8QPrYsAWG7H/d03j2VnON+sCI/66v/IOfGbmjvSn3cxm7EB/ycqP+Dt2PhErFJMiFbTsiyS9gI+9vyMMmfxf+K9BD2ppI6iHnHinPHqp+2ToXjWcT/88gV6fPp+xkXJCyGMYYmT0cOBW5zT/K5p9IsL+338RFfcOTu6m/YWsf8AfafvyCo3qjZjfBHfnABJ2wF24z8ANuR7bK/IdlzRbgey3bAiTrImcYaJ5AXLNWXmz70j5D9AlzEokG282Eh9Yn6loHskJfC1ncWUEZ/5eBDeoZH5bTljGLcpjymLL6R6URxAftCzprmB/ApxmgQ23XNO2xyWtkf9lZWnRXZyrnyeOygqTFjXznAWPko+baZC9OUw7i7ubvxcd+Wuc2DCXZPe+TQjHMZk2Lf8FeRj5aViye8D6ycyZHKQ40zky9jq/g98QW7JD4MFc+on7Zon3KtsdBSc2q8NJWxUDOLSRfKr7FxYiZ15y8eol3yP+ZUyPmClP+xfywfucjzUOGPL4ylZ+p3T7LS7i65//Rxdw+syP/c1afodwXwZCxIfoUdpdhQ1VjzxrCvS+U/8EC8O1XujT7BDt4gMITAMaeybCNROfCryF4rwhkiBhILuCfyb/VJ1EOd+AHtoHfiEn0HY6pYBFxY4zvwS+wvecrhJNGu+CGfu8expXxhov6GsVmSrRnz+ciFPmjnVDZ3qthD+8eKR8fCnHkt+KvIBnMitpWxyw0hW7KPSiZbkqsc+S2yHWeyUecxdctnT4M0t66Ydy7dYlObcR+xnzlTjYOwK2RdyZbWSvLdk0zuqQwB/wu+1vIHcmzk6cmH67LjK+Uqp5IfXwC78AHFDMZAhzGXeWC7x/AJsCfmobcb5TvU0xVW9JFr2TGxzt1D/8DinrbdtyXH18ISfpbCdUJ8Uw7d0TwU/W5VYx5yAHSCHZ6GXZxY2Ib6+GPZBrFvo2fpPeJ1Vlawc1E5s/+Kjicix5K9RD+qXCErj7EJ1Un9p4qTYRvC5VTEmONSMYNx363mlOrqK7qa+2T+Gd7N3OwDsp/8uLu5J8p9Byyoa66cEhz7g57mHdoxz0Ccu1bfdCldYafJT07sNHKDo/h9DR/BzsGjsjP+Qeay/ARsKipjX1jg+0fyqSDlj9yLTk9yn5Av0tal4n6S+zZ4aSr+dyR7Hm/RXwjqZpIoNvlyd4qfVCevPQAAEABJREFUJHc317gx2Yr6Y8WHqWxgONK4tyu5lateKt4dSyfBv3inzHPG3ZLjuWzIcyr9EVfCLpW/0V+hL2yLHLLRaGpMWVVMvY7fm9Dxie45kV1FvAlcynYknMCtLBuqZNsV2RTbFa6R7WCDJ+IRXTAngk+A151+z0q5dtdG+r18othHDAGQPOa7u3YhFcVfgcA/RMAjZuTxQntx9Voxnd+RxuOJ5gn7WczQnInmW7FDfDjZ97HihCh8vWLEi8p7Nr1r6xXZNtfgfyfEBMVf7Jv8kVjE2KylsRi+RR5E3kL8gil3uBOpNHPj41kZ2zruriMZcYw8glhCHfgKOUJd+ShtMeeCDKmPOlReKFKeWM5iAiV91KHyRXI5YgE8XypeRrxWP4cvdhQLyAPp+4hj+OilYgxynUo+7kFefLpCDIXUBvWBDXglSvgdR05xrD5JOQTxUn0E9dEmfRjzjWPlyXPNpyLXWv1dDgPHNnme5tUYAxLnL8Vz6CzL7+AHPQQ/ijnRfhaDdnk60rmI4eLpRPGI/JZ6LjRXda0+mvpbaqevMSe2Mlc/A0/ubu/HI9i0j3w4HjLo3N7enu0/3LfHjx/b82fP7c2bz2Kx+W+//c6+/+5P9s3X38Zi8J9//tZ4IdczXbO//yjaYrqBPAFaspg7pPnTlXKHVZSrmM/Pt2lzpXOpNJmK6zfGPeNFEY/29+3J4yf29Okze/H8hb189cpevnhpT54+jUXxXX0M90H20Y/HUc5DK9qHH+Uk4BP8cUzE+bg43RKb/46vbXNMdEt8FfC5EJ/4PvMS89ncGOfsEvNTM9leLJq/WBpzk9yXy0HfC+3tuVG6u7m77X64dpfUepzmWGz8j31t5fbALMeN4wvZDHjj833l14yXaspjGVNfKc7gi/H/hBRPyTfwbWLabs4R/q24nErFOXydGKRjZW3f9/k8jy0rnh9pLuso5r6iXsUA4tmp2jolh1V8Is4xfoSXW/UPdf2+1NK8GvGQXHYuW0G/mED6PXah30znkb8wv8nv9BfKB6kXytshHyXGUB8xdqR5iulsojnBhfEhvkDuHvalb4NKnuYNiAfkRvncAG0Rr66V854qLoMP8Y84X9ZcRnkT+w/UF0CHKkXK08AIvhjHUUdH8pGrTvV7KG2gJ3eHLTW7jjiDD401lmdsSz9RVe5JLKaOc8kb4w/hdxL5tvpQYXqiXJF26CugivrLROhEJH2hQ/QFT7EtPbLP9oay+4jxyBl1qu6TaONEOT59y1n87oPerhXL6beaGp/29DsYfM/m05jPwrcRzN3NXWSJTNscz2mpuDFVPjqUnsC6rv6Rcdy5xsAhi3iHD/RKPov9YstDjfuXiiN5PdRurj2RayMoawucV8pN4GmmvmaoHLijvL6ueSfaCjsSnuCQ5lx29AhOoujT0be24Qc9XKo/w3Ybmsvp6/dJbCb+H5d8T9pUv+CGT0b7itnoPJeV/L+usRv3Mz5I/ngWGOMnx9kYMHxSegmdkAMID/hEj+ivnNlZRWUlO5eX3IMdUAbJD4+DjpUnHBvtnGqscSqfzOlcNnYtW8fuyEuwQ3KDufwROe75jlvxKRD4xQisI8opqitnyPM3bOp9yn11FXnWSjeYuZdsryTa24tci5f+kMPtK+d6+OCB7e09sNw2zcygvF62/6tJYAky4SAEtaFdfuowwWNgtEu5zP/KEiypn/I/SUJDFiUOwERb8LSlgCtwSsfYXwuvlWit41DaVg3x5+7GWOLRo8f27Nkze/Xylb1S/s7LuR5pvLBX2jN3t5/6uKdztIcN07ctNJdEn0D8zGmp/mEV/xd3rfpM/YSpdNmvm7hU/zmziXKA/qBvzGUSg+lf+8rjmL+hD6EOmisFT6W4Xzdv/uABcvcYezx58sSea0zC+OfNmzf29vPP7YsvvrC3b99Kzpcaszw1/Ig8iEq4F7taqn9eqe9aQzK8dHxlaxkfx3NKx9cmRjQWe6gxzxONfV7Ya7X12Wdv1c4X9uWXXxkv5uIFYI81ToJ37kNmVW3p46oiUalUikO0Qd/JXDHzkfx/G363AY++xpC8oItxOrkT167Em8xB96Z63F3b/84/2Zaa4/t9EnK2in9r2aG2lJcgPyyW9tz2Hu7FC7j2H+3b4yePg/YfPgy7NNeVAiphZp/0oX5uoITY/neS2LbEt2xEDadtbXziX6qHm6gHAhP2obTP1n8rgQtxglxySE7cbhu/TZ6dndvhYTl7Tig9o7N9numd8bzO//t/P0bJdfHMzvGxnZ2d2VX2/Fmz2TR+x6PkWbRajbm5O53X3PP5ucZsJ1apHBn3Usfh4aEdxLNelAfG81QHB9vyQOe4rpw918UzY6enp/Gs0+3trVF/W/z3+4P4f2QrxRD0gowr+SixBZ8eKpdvtztWrVZjHvzi4iL4Phb/1FmpVEJ22ssp5+XgA34O41p4KvPckuo4l2xXV9eBI7Izn0cMIS6v5X+J1pl9wuE/RyvJCS00PplOZzYYDIV7W/LVQr7Ly0vl3mfC+/ge3gfCM9EuxrvbuWwV6aiseyt2dEQef2YXF5dRN7aylXEs3GfqTxYRa9xdfUzJ3BVIDMJ3/vt9xopPgUCBQIFAgUCBQIZAURQIFAgUCBQIFAgUCBQIFAgUCBQIFAgUCBQIFAj88REoJCwQKBAoECgQKBAoECgQKBAoECgQKBAoECgQKBD44yNQSFggUCBQIFAg8L+BQOl/Q8xCygKBAoH/BAJrnjxSw6vV0nhohQdIer2+NZst48GVq6urzUMdPJSRHqQpx8MoPCTDgx3v3h3GQzTvshcnHRwcxAM2PGhTLqdredjl6OjITuIFSafxYAcP0zQaDet0urEYMw8HsdAGPLm76U+cUbrK9Oe+3U5H/n3f8MUDMBAPM7EwQK/XMx4+qtVqdnNzGw8J8XDS8fGJQcicMKtYuVy5h9tBPBhzENgdCDPwO9Cxd8LzQPuJDnUPVFZZjjqoDzo6Oo42Tk5O7ezsXG1f2+3tXbxUiQePBoOBsRDNYpEelIH/nH5r1KgXXGiLBznH47Ftsana9fWN+Ls0HlqC3/QQ1LEhB7YBNuXMVrCbA+FwsMEAezoInN7JxtLxw42NYYcQ9yeqRL3gQ1tnZ2fR9t1dVXbdDL5Go3E8RJTb2/t4IA8PoyIPfsHDXOiZOs7jpWIndiR7PhCf2xdevROP94kH2H788f+J14OwffypWq3JZtrGA2STydR4YOz99n9uH/6SDU4MPfNAGvXyENaR7CLHELx4oO7du/QQ3Y/xgrCcx0PZFFQJO7q6uo6H21jIbTQaCZ+p5Q+T/Rw/xI/JZCKZ+pKtZeAEL/jAgfQIBj/+mLebyrSf+Hqna1j8gevPMn3d8LAdC6i029budqw1aFlz3LDGrG71RTVeyHW3urGb9WW8kOuKF3LxIq71uV2uz4wXcl2szuxiKZqd2flQftI+sdOa6PbYTq+1f6Xjl2eyjwtj0Yq62mu3W5KjJ98ZGy8OMVtHLOLhZ/Zns2ks2NIVT8Sv29sbu2TxmYtzYwGNk9MTOz49ioViWKAiX7iifFS2cuUwFgnNS84d6fjR8ZGxiMUJi5Kcncaiedc319KHbLaFzXZp03YX5EcnbvqnmOju2nWLQls//6drTaQb3FVmN2BXyY/nIX/y4abV6jXp9Nbg6TJbQAtZz1hkQzwjL/wfn8j3WNhDMiEbhNyVbGGdtJ0w4Byy54t5HIOB6gKDU9V7dn4mHM7sQu3R7nbxjq4NhkObTCehn3XoRzIgR0aI4+4U75Hb+4fd3VbqBxfLRSzwROzq93vGiwFYSAVegk/JVD46tLQ4zoEdxiI5lAdWrhyEXlncBf7PL84CK3Bry347nY61O+1YPK4pfdbV791V7xQXr+3i8jzs5jTs5jjs4Agcj4RltFlWPLtPgaPOVXQNNgb2J8LuFNsRbuiI+putRjxsz+Iw08Brce+BUHfw2FIO1mK5lL2N1Dd3Uh5wcyVdnMdCLrQHoZ9rHa9Wb412wAydEDfzevLSfduGe9pexcOyC5vPZzZSf9HtdcLOqJMFQU/B4+RI2B4K6xznw9gvy4+gw/JBvIyqov1T2Uwud2Nn8R5iOHYNL1IzhWzAo/w9fwkmK5Xc9vbEq/6IxSwUwAJ7LBZEvMIHA4fDdxY62cGAa1hsYTqd2kK2vVqtQvfuHvK7/3S5km7wAxabqtWqdnWN/s9km8eG/bNI7S4dHh6Ejsryg7J8/US2yD0sHt3rdW2c9yfzuVE3NgJf9F20waJBN7fXkR8QCw+lT9opU0L4mij0rbY4js0Tfy4vL4x74ROZaQ9qK44Tn6vyM/w4X2zqVD4Cf9xPzAG3SvhS2eCduvEvjhPLwfj6+tLgERsFl7nkQIb1emVuJj2VrCQ8S66y5DrmikprY2Fx7G+qPoMcos0CTY26+po7u8leuMFCTSxadia+TmXzJ8IO3sABqrBAEiQey4o/FeEBwWNZWFd0PFHFjrJ4wH3UcSL/QYZT2QUx6UKx5lKy3KrPitikmISNsDgZi0gtlytJY+YuGTLSnvZNHxd92p97usddpZyPOLsSZuBHjtHtdg0bYeEzdIT/gsWJ+N3gIBkq6lMqkq2SywoGYBHHiJOSXdcgM8S96O1cffKl+uabTN5mq6X8rxv9O3bHgo116QMbuby+iPhWUd0scomtlcOeD2UXibDLdLysfO5YMfEsfOOudhd5Dy9mwK6XWc4tIxB2fo/M3Pis5Y/YEIsHThT/sA1i9rn6DmRAl8hbFj9lxblDeJEPlCk5JuI8hLz0k7fKmcCzq9yEmE/uGjYq/N3d3J2mVVKk7djSJqfyeIP1zhczG7NgS4xxmtH/Y6vwdqi2y+IlL8vsv0fwVZF+8CNs+1Y6aKrvGw4Hm9xyJQxon3bdPeOLIx8nXaJruM6zC9YR0xaKb5F/DvrRx5LHgeW1cigWdTuXHZxdnEq/oh0fQxb4S/ZVjj4cv6rIzsryrTI2FmU6F9fJzrjnWH30MQuayV+x1zPZLP1W7mO0jy7a6v/7/X70cfPZPOKfhNCf71Ap287E2incPfbcPa5hR66kepZGbEHHI+VD2DJ2fqo4srEd8Z/0dGBRojPZUlk2VJGMXHcs/2IhOnDCD5vqO9uKnUGKD23lLvhNlYXlpMNLxRD6ftrB7rg/j6PgQr2BIfagNip5KVuoiDaxSbidShfUc6kYfpst/N1Wm/jRWD4xn80kZ4pJyA25uwrINnjYz348rnWnTFhzy0pAsmhnxCO111Vf1Ww2Y+H827vbyOHwq3ONEYgn8IquT6T3E+HGCxyQB7mPkHWHymDPvuSvYEOiCvuio8ChonGXSPWQP58ID+hUmGCvxENiNHolDx+NhjFHQ8yQ1cP+jkyufUiF/riGmM4iS+RC6PVKefSpbLSitvHbfFHAeIlFefuCzXgpl/bL4hvdcs+VYmi9UYu4mY9BwA4+8lbd8z5maNcAABAASURBVC0xkP2thW+2aabT7q58Zs/ctWNmK/UFSxYUoX+UfMRkcmPiMbZMu2BBn3Amuw7shdOx8D8Wbvexpx8oWxncxTs2iAwV4c12RXLnuKM37gd38D4TLsl3L4w2b5SLbLDXWGBM/iJbBFexbSzi5I4MHrLEpjmn7tE9+XXG3c09kXaN+Eed0+ks5sA68jVyFvQFD5fS2bn6gzNkl9wnomNkz2LQ1u6S7BVsTLJXkDkvtV0RJhwLUi5xpGNxr+o5Fo4bUv15voDe8XPaxwd4wTD9HOOiDj5KHBcmyIAsuyQRteui4u83ROA/UJXLXi362KX6WPoa+lnyduJ0XfMCNxoDXqhPwE7Osz4WOw3CVrEvje2Trx5ZbnfYYNijbJGyLNstx7ZyLUrtc/weYbuyWerIbfZEbRAX8BFiNHzgN/gPYwLiH3El5R0TzbctQ54cTC+VNv7s7vnhrPSQnx1tUQQR1hYaI4PHOJv3aqjfoM1T+Sr9YUW84o9l+SE54z3SMeQCE2IQfnYtHJnjIN4TB+h36YOZd8TniIlcA9bIeaqYlTA+in4ETKgzJ9oNPNVWlGC6gx24nYpX6rqM/vc2cvHASnPHk5gvmAurlTDwkDvB45t9M7f8455v52WyG2LgQrbD2LU/6BnyYTfRv2osQk6J/OjvNGQ6sWPFoVy/EaszvpEt5NR+RfG8gkyiXD5sKI5J5spOzMPWjqQP6oKoG+xO1deeqk36F/jAbngZD7w1lAcFFqOB8tWJzRbzGM8hr7ubu7MZlDa3+3HwP/gFJ+4ePLq7mf7w3+lsYiwsyPigrrnOa+XHyH8UeG77TvKDcuSJhxbbwrMsPMG3LLxPpB/G99RBzjTSOGGmPpzxrulTYgysdvWnvZ/+cxdjO6fxK3aX8q2p7C/iTDZmJh/At9FdRbGhDE87lPsX8xKHynOR6fSMMdp55HH058SsgfqtofJl+jBymlvlnfRv+AF1c29FMtIWL41jzEL+Tj7FYoywvLe3t4kZ8JuTu5u7xy4yMKYmXvY1Lmm1mzGGOpev4Xu0RTuHysWDhDdtl8U7slVCtnKMSbj2QjEWXusar4ZdSgbiDzmUe2pzpXmbaFe6oE1yWe65UJun8nXmFQ9V74HmUMj/oEO1SwluvIz13cH/M47RJhhgI3XF+Y7m58jJeUlTCJh9uftG5uzQRwt3D8wid5J9RFzQOBkZxrKfXr8bsYEYiK7xw0vxfc7Y7fw0jd3kqwm742x+/cgq2C4knYFnRbYRhL3mx3bKFAsqur+iuHmk8siO8z5Ec6fk+swVMX5rav6UuSR8BntcKo6ZPi7+JY6Z608b7m7uiZBvrYH/grxWc2/Mc5C/M4aiPwJP9HFOXqf2ThWDyLmON78ZHKmPhJTTKWaVRSGXZMD3oEouG7LqOOc3cgkLbJ8+6Ji+F9nkrydBJ3Yin2C8R/v3413diAvMG0zFN2Oi3J9NH3fX9+/zz03/xJ97Vmof+4JWmmPAxtBBXWOYS41lAm9hg52UM/tnHJTP+yR/OLDwCc2t4jPYHX0EtlmXD2IX9JFrjWGId5B7aj9HyT3tu3scWivAQQvZPQvmE9+IQ8wTYG83iscX8nP6w1P566ns/Vh6O5YO0Sd9F7pF35Udu4hYETZxuP2tIOwi2dCRrj3K7CJyDsl+LEKmZBfHsosT/dZ/YvTD0R/K966Vk9xqzF9XX0GcH2uMvFRsDmGyL0SDTJjbP/i4u6X50ZK5a4ZJWFAXdka9fc2RkBvgI8Ss6+tr/a52EXNsxOYTYZH0dix/PQq/DZlyOVWWIcU3SjABp9jWcbYDswyHJP+RIT840wY+Af7h/xr/02fgt8ie/GIWYzY3t/iocNdXtu/Odpy598VhCBvZI3bo7BIbUB+X90XIfaXx3rF0XUYGEXaXb39Q7sh0Kp+mP4bfjsaQ/V4/fvdJOWTbyGU2+aPizim2tWtXwqQC5XUqrpRlTxXt5/gdyYa45kjXwSO6ADN8grarmgMlXgZW6pumko28T6Kauwelbb4LKhD4xwjIZMJm6GtLsZPGEyvFDeJnGncNlDN04v+83N7dGXZ4Ifs+o0+NeHGUYgXjzxgvKB5mNp3bNTZe0bkjSNcdExflG6e6nznji4sL/U57FXOCbf1+QJwiXs00Z7NUPkA8d3ez+HMKbbvx8bTHZpC7W6mUxz+LWIIs08lUv0v0jH6AuEccOpUMx5pjrsgXD1NOaGXFhEQHsX2ovuuQuTr5KvwSu4jXxIGm5to7+n2lr7FcT/GAffqYS8UY/JbrTyQn8uLTUEXYQPexUQ4q3+c810InijfUQXuXGsMRr5m36uq3gvFkZOS9C/UTOTaUeZzvaY61Jd5qmk++VYy9VH98Th6kmLTl50g5UEWktoOnrF/T9oa3jKfozyTHqfQFbpfqt27Ub1E/+T558HgyFk9z4b00VIIOoNix9JFZpY3sO+2vNf5N//+DnJ8XNDxmIf3nz+3N6zfxQq7vvvvevhd9+803sRj8W17I9epNvLSLBfZpB/khchFoqZyEEuL4+5QfXymfX0PiiXoePnho+/uPjIXvWcz/+YsX9vLlS3uhkmMP9/ejj9Xlv+hvteFjqbHtSqRSeiPvWymvgS9TLvuLKvsXXIQO1qoXPsBsqZwaf8GWZvoNFspfyDXTbysQ5+Yaqy/km8ixlhxJhrXJ/eR/HuS+Ld3d8s9ajebEsd1t9v+XCNlzed1d+Lmwy+PXWnNpi/j/G8zt8JIr8rdqrWo3mj8nh7rYyWXx7RPlNsSPyGWVRxBTjuTTxJyK4lyUimX4eHmzTww4tHSdYoKuj/vi/qOI78eqN+pXHCAvOVXsjDxWfcG5eIAX5tTryv/b+m0rj+HYCbYh0WwtX8BmZvx/FM33EzvImZDhhHqzNo7VP1D3tXJ16tsdMy1kn6YPvuqe8NJu/LmnfXJgDtA2cwODYT/+bxDx6vr6yhibBT7qj8CDHPCQOYKI9QcR98ubfuBQv3eUI4e9Uhzl/6F2+O1X+ddEYzj+z8iuDtmG+M2ZPqynMXdTY9yqcrcbzYNQR/SfisXE01PheBKy5zgfbfNu8EcXwSf9qgidiZL+Dg3+d3llH0KXSYepPjClHdqkX0njj3P155eau1HfW72zpvqMnvqXkcYg+PxC+TPxS0apPzd96S+VtvORO0fcnwqPfLyF3hjHnWtuAT4qkgHbRK/o+1ZYYMvk/NjETnXm+b9Mn+46IuKatWL1UvGTGJTyenKTWvgD9Z4KT/BgrJn67oONPvN9yrJ8AEzA4lL9Nfwwl4OPYTPITmwzCeeet78OOWn/nqyau8H2r9UnUhe/c4HzifrLE+n2WHadxpXShXRaERZbkg7D1srSJdvlsLeKjlXQfVxfNjCE+P9vx/KPINVN/bQT7Z2e2qnahM7ll9fyH8Y8Sa9d4ze2hXwPfyTfK7mZRDMzbVjxKRD4eQTkDpiPaC3XyMnkF2yvslLb8lN8NdHKKKnd3aN/i1zvwQPbf7hvj5RT7YvI/ThO/HZ3c3f79M/602/5N90RnAnATcl2jhPbO0TcpR/JS7b/WfpYXf8m0X+ymYRFOi2rsa2Mpm3RykwQmVKH2F9pJ79mpYOJdGeGHTWVZDfY0SPl8byEixdyvXz5ynjB7qNHjzb/P8L9Q/ty3x5TrYbdrlbk7Iv4v0D0O+QvlPRbtG9qm9vcXbadyJTTcw3jon6/F/O+PeUCfW33NQ9H30UfslQObea6rxTkvm3fdj7uJcM/GIMwFnn16rV99uYz+/yzt/bFF18aYyJk5PwDjWHc3dzEhQCGxw2J1xw/SsYgm3MZnmvl8667Hz7ct6dPnhovI36jsdjnvPzr7Rf21Zdf29u3X2pc9MoYq5GLrbN61SJwqGX+VAt8ZLRWvfy+M9VvJ8wtjMZD47einvDo6fcb5vHBhGdGlsuVwdta9UZNqsPEUyL7F3zQtu3Um/b5/kkSb2vJBJ/Q2gV2ycz33PYelOzB/gN79HhfY8nH9vjxY3u4v297+l3LTSjFvapZpXY/+ufOldtT7vf3t2f+PVtbVhPf6+xAVvwKJqhni4W2ZDvC8FfU9Hu7BZ9irMzzYYPBMP7PJM+OnZ+f2+Fh2X7MnhP6MZ7ZOYjnmtj+MTv+7t07Ozg41G8NFeN5o7OzM+P5IZ77YR6o1WprLqspasTcHMevNZ9/fn6h39xOdN+RpWe1yqoHOlR5sCGeWzo4YP9Q/EDKO8uVuI/2Tk5O7fLy0m5ubqP+drttA81zTTSPhm+CN/pHTmg2m8V5+KpWa5rPu7GLi0v93nG+w08leEL+A8l2EO0fSHboULztUll8bXk6Pj4xZEPGarW6ec5srLEK8QIe4AeCt3+WqAdCVmI0v70jPzjsyncmvcBbpVKRbFA5+D4I+ZI8YA3tHjs8PIzryoF5JXR8enomzC529NxUv9G14XBkKS4ubaX+z92NmFsqubm75R/4zbeLskCgQKBAoECgQKBAoECgQKBAoEDgZxEoLigQKBAoECgQKBAoECgQKBAoECgQKBAoECgQKBD44yNQSFggUCBQIFAgUCBQIFAgUCBQIFAgUCBQIFAgUCDwx0egkPA/jEDpP9x+0XyBQIHAHxABHo7goW4eyptMJsYDeCzk1Gg07e7uzm5uboyHSyAetKG8vb2Nc7Va3er1RhDX86B4Tuzn57iOh1MgHva5vr6NhzkuL6/iYRrqpR3qrVbr8VAQDwPyEAsP0MAfDxvyIJT79sGOf5c6wGi1WhkPvYATD52AU7fbtVarFfIjG9hcXV1JtpyuA7sk21280KRWqxlUr4MdBH55yXZj8/BSo7G7z3Zd90KpDtpER+BGG6n963vtc5zr0Eu73TFw5YFCcF0ul/FgGfJBvwZP7gMbdAQ22NBgMLROJ2FTrdZkK1XhcCNdo+9EV1fXOnYd9gX/d3dV4ZPkqoVd1QPXHANsqSGbTGWOUcIELLmnlmGLvNR3J/ul7pxubm7VRjXw7XQ68WAWWKBP+F+tPv6QXS4jeCEj16P/fr8nOTuyV6gtW2jGA1jNZmtTYh9gD8E/+9hNv9+31PYkFjKhbtr5VB1wD3YJ//A2mUzDh3u9fsZbW3y1guBhlzf4YR+eWq225GjHg1VpEfyR8XAXdS6XC1vJ/mnr5/jjmqXsCvviIb/RaBg21xHeLL6U2kw4teQ7efuU8NcSdi3xAvFQGdTSdY1mw+qNutVaNat1q1YbyF4md1ab3Vl9UbPGqmbNdcNa1rS2vqUR664lz7qjsmM9lb2VyqX2Z21rj9vW6jet0VG9qrNavzMWu7i9u5W9iqp3sfAWC2O1Y+GWXugLnfEiHHTYgi/xVK1V7baqOHlzLZu+spvba6Oeau1O/lqVHdeCd2Rg0QlwYJGPLTWln2YsNNJoSsZGLdpmEdjbu5vg5xa+qrdWq1eN+7aLS81smS9IIuW4u+lPW/w5X/+QuHZt+rdOxOIeLLSH1jToAAAQAElEQVSPnH3Zd7vTNvimXRZqYfEM6AZZRRxLvElW8VbP45piV1PEvciMbpvSIdutVkP+IWolmfPjlFxfF6b1ek2y1jY4sGjK9fVVwlft3t7eCJe7wLYtPcDreDS23GZze3XfYuC+u30fFvfs3Npk62vDhlkoJ9nxOGJFtyurEh4dUbvdtnanFT7Tln2gk3Yca+s41En+J7uP6+OelnTXtIZwqWIz0umNbGVDkgs5WTSF8yymVhee2ESz2bSW8KKdXWrTtuRvCdMcO+IgdaAb6tvoR21yDQsl8uIOZEPO9XoV/YC779hOwgcciQEstDQcDqzf68UCj8iE/cMLC//0ZCuD4dBSnz2NRQHWsqlUy4ff7rQFcW6dYb7SfXMjhuX2l2NOOy3Jj/18QNiV8GlS6pqOMO+JzzyOEa9ZeAhZZOqSlTb/u8gdrEQSADlYYInFiFiUCDnBqSX50S96CZ1sMBjLLxQnduL4P9JNQkZtqU2umy8WNplODP3iZ9Tdlu2jB9p7n5roQnpAX235BPegT+IKPoXNIQN1Q+xjY1O1gQ8PZGe9flf+05Z/tZI/yc7b+JCopbbbG2rHdfAUJN23uUbXB3+KJTXZffgDvhY+dh3xmWPkCrmv4WdJlrpicUPUDJ+jvk63bb1e14i7yDKdTmWreb+4MqlFvuMBnUKIsfBB6pfnNplMbDgYqG/tRJ34NblJxFBi2s1V9Bm7vgpPdcVAYiF9ELw1pd8g+XozwxgZm9oH66YwT9SI+JrLUld/QpvgUFW/Rjwg5kQ8Vdu3xFL1LbRJbOoIQ3SAzskr0A/6kjlIPpecJnL7ZZ/711EPNkA8GYCJMIX3mvoO4lX0LeLnNhtjVOlDMxyayL8ja8SE0HNLuDYsyasSneuequpEXvrRG+meuq8lLzhzHDzqupZ626qnq3ye2EjZkQ21Idkv59oqaY9jlFBb97CP3WGv+CFxFX3PZvPoQ1aKgdj4GgMJwMADip340iWyl7WBDXizKCf1EFOpO3hR+7SXt5vKtuVlm/Pil+v7isXD0SBiMXaKb6FD2okGsy/3xEdWZEdNuoVcpRuftXI/+KJvZeGWoeI8bbRlJ+0Mg23Zls++R/CVEfgO5d9glPO1ov8RPokP2oRo+UNy354D19VqGbGNfifsSTpM9lQLH0fv+BnltXz/VnaA/fNCGewDv6irj8UOsH1soYlvBTVkV01ryeaSX7HdjGNNbFGEzfHioIZ8rC6bw6bu8DHZMO3dyN6i1P6tcjnOt+Sn2FjCIY/NS/VLRA5k3srovt3mzC65p3MJh1XYG5jiW0PpCKzbGe7tzD4oW8RO6S1sR+c5lq7rpFjKMXSrkmuQMc8pkOFWcwI3wjLJdS2cbzSuuot8DRzrymG5B8yQlTraeXvkKu0MR/CT/6ED9HEnfIgBt8qLiI/4fl26wf4HkocFcrBDbBlfAYsEQcKB/Z8jrscPcswW6hOJc4GX+hz4RIZqtaqYnHJ6ZN2Q9Hgn/qrSMbrkWqghOXKbaIbtyE4opWswiGPaboYtNSJWNZEfrHQvddRlPxByU/+tYjJ9VE3nqaOr/BMbxwdZbIlcHTnelxkZ82OcB7Pw3fHIhvK9vsaeuW1QLzKjow2hI/HKOXKJZBtt9V/d6P/oo2cz5ROKC9Qvw82b28SMzYFsw93jnLvHEe5Dj/BGLICvbq8jX2vGWAkfwmev6B9FbEO3spHARH06WDXwO+ET/aPy6qb4BtdUNqO+2Ob4hhoZ/k1r6N66bKwu7Kuqk3bv1PfQ1nXmu7eZztE37XTkF8T60INwQIa1YhiCubvkNJHb7sedfcjM9c+yz1rGGD6r3Cdh0BXPrfAlYhU8hO2JB/jAJuCzpr6tLtnxM6gZdtVUbGqo76fcEnpsSnbyQ8q4HtsTXmznVBcGOeGTyIsdBiay+VsRts9xcANn+hv4pp/JfTITbVOE6Ju9/44Nd2kpIxaU+bXkntfz3yH3T3EpMeLUWv30gvmd+TzltZrfIS9uKtZhl9gHsTso4tddjOHpa8O25G/YTgPbzbdli01RbodNbFn1NcNmt3bc5HiQjuk81zPHUFc9UE11YpvEB/i4UT91rX5q13+wZe7rqH/Dbok9Ecsk024cQ1h3pwja2bTcfd05L0QUB4nFS/UlxGX634HmQMGlrVjREbXV5xJfibUQ2xDbbZ3nGniizPcpOd+QfFX5ZsikOHCjHOaGEtlUhl8qduGz4MD1CSvhBIZZ35u3R5nHBK6tKZaA2a3qot7biLHSm/rAXaym09nOmCflKkDg7qY/e//z/jFi3VI4g/lAuT+yond4DtvBXqLt28gnquT+kqsu2aEGpbCAZ/giFjfVfzZbdcW9TFbZEbK3JHfzHiku5rbDca4T0TZ1V9VOVfJiH8gftqN+hzESuHAOfKkTvTIGRNfIQ9yTFQgDcIAstu0//EFDkLkYEbm7NkUqS14yL7lOmGG7yDKlDxqNoo/vkkdjN8Kq1W4ZNoMtUiZsG9F3oj+Od5Wb9Bl3KE9Dv/Rp5Obq3jZulVqLJj/65e7m7tk5IaqbwXeqsfZAeUtXPhvtiy/azLdb5LZBLY09ttTSddgY46hh8DW2PIdEZ7SkVsKm4RmbRLf4YdSP7MqFuhqjco4xxvb+ZfDp7js8x6EPvrB72lsQH5QvUE/II8xyHyfPClxlk03FtmZuq7HdNM5BXA8/vFxhpHwOvmeKxUvVvQFaMZo218pJlvI34hu5yoCYJB11lWfdk5F8fEMta2m7CWXyc23Mp0kH2D36IOdZST+5sO6eb360dPcNTmvdB1/UwcsshvQh4qstfTGWIobjg/heyv+u7TqLecTAqnJv/JV431DMbygmNAO3hnIfkfhu7hIYcp5jWZniRyNyTfwf36bdmmIhdVcVe2iH403pAgyY+xmPhxpvTo05dyZ9Splc7pIvkxz5Qt+al8/l68qf4JE2iDHEWfomiO2QS23Sfl356K5M8NqUDC1RExnepzjeMK7bkHI7xmFBwqcunOqKn7QPpfHWnebQb43Yn+hOeWc1fAifGcm+0DXzNciDr7h7JuXvtHifvZ199ILd4Q8j/VbQZxwkH+yo/8WviBf4WJSyxdwnW/IFCOzbOt7VPeAzUB82VrxkHhZ72OLjsvUtPu7sJ+IoPBAfJ8Rb+VQns43cLm5k6/8/e+eh2EaOdOs6aFKSlS3bs/uH93+qu7ZylqhEZZH3fIVuSvZ4wu7O7s7M3y0W0REoHFQCWgBT3tO/70UnG7TfKe1on5e+z3IJT2etTHcpdThLmag+Mfe5x5TyYXng+VOnJxBykXRUYzXrF/JAXxxiH97QCZ7HRmJPqAf1gVxFkqS3+3nCX9Jr/WmHSWubnp4e4/buLq5T/0cpwymf7mugG9iAPffDiOGwCYeOD1Iv7a9PwML8n0Gu26ye1o/zb7HpznGf97t7qQ84oOfQkfMldqWsrg32aAfI7cI1xomQl2vLz61tFzqCLUNHXE3X9uc/3GM0LCOK8GdqLJ6fX/we+Cnu7evIk7wvLGeUgzwid5VG1k/o3GlHo3bc5iLHyi+QZ/yhY07s+InxoV4HxHeOiYltsDkQ9ezalvpzL/U7tfycGyfK7vSA8jnuZO7UWJ64DbK9LDPISubn9+6UR37ci67c2ZY82U+BETS1D4g/0SYppFf65/uL+hOh889W5RWLieXm2X4Vnbuz7b1u7caJZfwgbcZ+YCug1Fvbi0OfP3Jsjzyi69i+M9uHlG9kfEbnNfbxtSrbJ/aHx3GYNuEg9q3/5Hvg8SF0BrnnPvwB8SVjbPCGfE+s09Q6OecL4oRJenPgY+II9AF6cRyHf7qzTWSMCVtL/heOfUep1+et3o/M67lpNDseofOQ70sb4HdWnb5S76Pj47Tv/GDZgW0B+GDjDsDI+kt9wBH9P7Nun81wOYu3WJ2Bj/E+Td0/DrA4MCZgg005chxz4mv8gCF8UwdiJ+K8sf3dpePpM+dNe/As7bMPti1xTB5cJx/4Aefkwf73HH/suHxEajqzraJNT80TPvLIdSGPzLOtG+fPXCdwAVfi5q6tpl/934+sx9kob76mr6F1KFhkuGkGwULw83MLweLyS0vLuSD8yspqLC+vBAvsc35+ft73DSMXOG/b3SLs/Mjzlym8IRcO6fMZUknJwwAeZj8WMZ+Lqc/PL7i8uqB6+D6e/THFL2zuNfqDXP7Cjb/JZbM5y0f6Gv+JwWJxfHTrzj6EmAudxzeeW9bPLA/I2ZlloNLp61iAZQzfNfI9o1YneI6+DD4JORi7X3hnXUMe0Dt81Iv7TOgwTJkbkpbUpv/3Eom6Q691R674cTT6xLe2xeB6bqzRV3QQe0D8lnpoe1PtzEFgZ2rf7cTx3knts1k3sQnoOGlHr30etyv3uJ1PbX/OvI9NgE7Qe8j9JvScd1VHttnwkPYlx5UO/J6Kvs5h/s8Q+WMLrm+u/J70Np4dm1AfiTpaL20T+MFp5CHH87BbxGOWuZHjKmSKuiJP5IFtwydxP3Zl2tl/5yeR5ytu7Emyeord2Xtf5I+ykEnkE/4oI8myDM/UO9PuuE3BDRqZP55Nfu7v49HxNfzM5NnlZqHWb85xDfm/dixLOTMbavwO7DchbOmhbTrtxjjuzC6Dt3HnGdoBSv7cNh2P8NTtd2me4x7TKe2Z6WmQD21J/rQfbcf7jgPLTvoqxuMch8MT17mf+l7fXAf9EdqQOk1tM1y9AF3J3x3ZeGJPqDO4oPP8wDZ1x8eeGzt4o327//fARoAP7Ureid2v+EoezAe2hGdrWeMcW8MfjmyPEg/XP9O2Hd/ug03yY76QM56r/NwG9pDxJHiiLFiimlPLHeWBB7hQD9oEvPDNnT6CKUTbHtG2Hvc4sc8GU+4/dZtUXk5tT6G2L4nudbx29zjl/rd0YrlAFztCJ5Ef2vTwyDFatuluxlToKfef23Ygu7e289TBDs9+TiGZqOAflMx+rYN3JGWdfql/8N3rflYyFknRb99FAM1/Jfbqbd6zPrJfE9t47/jbVqH99jHXIUMcjJET66nUsXL2OSfVNghFSP6KX964Lcm3MmZYSuOYcGBqLA/F+UDfz+sNW376X/9JLsysQhGkxclPUCniFtehpr49j/+5lLwqxe9tozEsShaaDI9TcjgHn5x3Wg99xTtTk0/ZlH19zDkIeRoMmozZ6Svwg0j8+BuxPXLHPW+py49zkkgqHy6HfsyEuMXvIyeTlyB+4d3O1Mf5XHv77CFXYuJrjO+mf3IsTHxN/EE8hw9hPIr/NeU+SW7n4vZVUngj37eEPAzn5mJxcTF/CIsfyOJHudbW1rJ/RD/p3cK7rG8pxTmY/cTtFZ+3+f3SvpxD0xTnN8z+z5LLXVleDsp7//59vF9/Hyvuj9EX44fCmqbJOkQo3m6SQlKeMpRur0m8vEz8bugpHvzekxhg7BiQ/+NMbNxnwAfjp/DxxBU8TRYdZWb/WhjpfQAAEABJREFUki8A64gC2DeO3p26Tdnr0m4fHNn3LfVjZoXumorbIcnYdPhIviGgevsvfUsKSZH5tHk2TcljqV6Lf+tmBCos/9ZS/2iFIRcT2wpi4if3Fe7b+UOXl1ceVxq5b3Zucux39prSpz775vj8fJT3k557bObMce3p6Zn7eid+l38UBx4f2tvba+emke4Fx4xFM6Z+eHjke4/dNzsxnbovcJbU5XPK+6yca3iS93E/efL8/v5B7Lfj2ocee+beC4+XESuPbdOur2+Cvinnzs3nifPhvt3d3eDHvEg7XsiHa0dHx1kO95LfqevyWmd4g8dT8wo/J3Fo/uFnb28/60W6u7tnvujvniQ28IMdwZ6AN9j/o/LCsxC2h37nrd9DUMdaP/g5TD6YYwkf8EPdmH95xFioxwJP3H87Na4dVaxPjXslrh8dnWT7HRrX/RZnsCJfaNcYUu8j40U+YEw97933pI74DfjE9tgMpI2Q9I9Wu3+uR6BHoEfgT49AX8EegR6BHoEegR6BHoEegR6BHoEegR6BHoEegR6BPz8CfQ17BHoEegR6BHoEegR6BHoEegR6BHoEegR6BHoE/vwI9DXsEegR6BHoEegR6BH4/SFQfn8s9Rz1CPQI/NERYNIZE0RubsZxcXEZTEBh0sb29nZ8/vw5/va3z7G1tR1M6GAiB5NSLi8vg0lpLCDAZJ7pdJIwlHYilqTwJ88xIYOJGZTBD/Tc3Ny4nIuc9EE5u7t7OSlmc3PL5X2Jzc3N4BwTPHKy/fVNMInl6ekpFy5gYkdm7C+JcuS9f91nOp1muUx8gQcmmlB/cGKCyvb2jnmuvIPV3/72xXhtZR2YqMKkFibJMFkGzO7vHwLcnp6ec8If+FDG23q5yKwQ519p8hUfTMIBFyYcMXnq/Pw8jo9PosN003j+7W9/i//3//7W4rqVOHOdNmSSEnxQr44HysqC/44vnqnt+5AyQT2ZmLO/vz/DBTmq9MXnaN9d83mQ/MIL/CMX1AeewJk8v8eXVNubcjviPurBMzyLrN3f3yc/N5brq/bHqcAIov1YhAHsuI8yX16ecxLmL1VdkmW7BJMNm5zAOAgm1A4GpD+mpmHS9SuVMohSmpZK5iWRJ/RLpX//uh93PmGS84WaaMwbfNX0x3zB73A4Ox8cQ9wPlVKcH6SIeEvxi1vlp5gXqHHamB/qPciU/JsWF8qEhsNhTqpln7IpZDqZWleegsVLWazh4Pgg9o52Y+9sL/Yv9+LgZi+O7g/j7PEkLl8uYhw3ca+7eNRDPOs5Jprm9NQw/zIx+ZkU/ZpOJta/l3h6erR9uW0XBDyPk9PjODw6tHzuWYd3Ymd3J1jI4vDoyNdOTKd5ncVmdna3Y3tn23q1nffu7u0Ei9KxoMiIxSWuroIFP+4f7nPBF+Q0vMGDJONSoiklwvvMHZ3YjrL4EDJ5g528vIjTs9NgwQzK27ZN3nF5LKKBjl2lHR7nIn7Plt/wJjn3GfnET3ykeh+X0SPKfnl5CewKC3mcnZ/GweF+1n97Z8s2Dd01bX3xue3E5Oj4KODj4mKU+GVd743/40PiCk/UGZq6btXGTds2oWTO+NgNwj0QOpyLpRgz7CU/fjZy/iwUcuh22dvfjW3jvrW9GZ83/xab5mfX5+AFni+NOZMTmSxNfrWUMMQKNkmzfY6/R/JJ35b3Scp2Ko3byjKLfDaZNtE4bQZNcG44GMag0yfO+/7itqXe8DIe4/dGlp+ToP32LCvUYWtrM2UHrI9PjuLs/Cwu3O5MamRCPFiw2CftE94kmR8IfkryGN4m1pWX5xfry6Nlbpw/nnCWsnOU7bi3t2tZ3cqywApMc9GebCvrivXB2WR+kjLl+JUUPmnKT35J8imIwzZVeMsvpz/9mbrNudom7M7I2bb7avN3GorwBUlO3lBEexzhHX/kNMI7If9Fboq6W1NnEVB7Mv6Y22tdXvn3OQ6c+OM6KinkkxBJrbj3fumDReKeaT7OXveoJJ8zkX6HfNEfhb9Cqmk4iZ/YuCQppBLoTFOaaBpTq1vso2NdOrSvHVrfKg38TOOcZf89td15yh8dGY1GcZT2Yi+wGbu24zumtBW25egGcQC+hbgDu/fkGBMbOLEudPIpwZcC35FUisur58LXQhEdcYhFm7QT3IkrsGGXFxdxfHpiPvZSB7e3twLd/2LbRbpr3WTC84nvwc+xYGHHFz9i9mi+sIsvLxPHgNMkyqkU7TathyS2BdSBBTlYpIq63d7dpR+lztiY4+PjtOFgUu37ZnzZ/Jx84e+wt5e2Q9itB9viZ/sGdLU4xpeodFvszySSwp+8w2xlSj5gcgEmtnf4td39HfuUnQCXHdt2bOGJ/TA2ijiN+1nYmrZ52y7ZHiq1DBfANe4Br3vH2bftosvn9h8nxvaARaCMNX56e9dtYL/Gfvpr31Pt4WPGBWTa2I4TlwwcmyB/ST7HYilQYznkHCn3lqaJUqDix6m7iVorQv6L724KLvk70zBgYFyaJgbOq3HauJym1YUsDx4452scV/L9PjfwOZ6Z8VEsr85TUs0//oGNR/28Mi/n15SgDMqi7Nx32V3KuY6Sb/Obqe/hmdI0xkmuaqUIxS9tkkLS7DbaGp/4+Phkf3eTCx5kfOD23bEMIUvEBpv2rxzv7e/F4dFBZFvbx7K42Xg8jnvrxcPDQzw9PsbL83MgP6k7xCuWKRuVGq+w79IpF8p7bCde7HOfHEOSB/4avcV/o2NHx4epY8gY/KBf6PyO7dDB0X7GAsg4vp6F+CibvKsiR1tfZSopfnLzNX/qfbSRqenayJg3xpv26FL2B45VUrZ9PY/dRsXPUAYx6N39bS5igT1iIbU9x1jEKpubXzL+Qm/BG72iDp2egkP++KVtFXlJSr5K8tSEbD84T9uB4ZNt293dbcaPVU+PI+MjlwdmO25L7DgL0xEL3hFfGu9caMgGSSJ/cpS/ICc/+ih5kJRXpm5bsMam3t/fZz1Z0JU6Ec9jDzcdX9JW2Gd42D9Afg4d757E6OI8cuG423EuBMiClCxq9OwYnDpRt2lKTSc0WWx+Tc1zErJjm/qc8vMUT67To2OxO8sjckn+xNUQdhifQFx+c3sTyMqj5RX7nnm1eUrKemZBb74kzpegDUqx7jVNoIdJbv8mj9u+oOVg8MbWdLLRtPc1xc+XkuVoVsbrXlZ7dr7uSMr7S/scGD1b16gDNhd9OTk5CfAH663WP25a1rbcDujPgW33yclxLg7D/WBxZ7lB3p6MBTKHTJB3h0ktne+uHdwqxmoCzfB/dsz84D7gXcYN2AUWMUfm993mu5a/Hfe5tuwrsCWk+MdqR85TbpHJJ8sx5Uq1rpT6LflS+GpCxL0Qi13x/LX7LdiMLNf9Luq8ZRzQAXQPW0LMgjxcX1/l2EbW3eUid8jzxHKdmXcFU2C3bwj8sTkzBm18wDO0w9PTkzF4tAw+Zf/vzjpxd3ubeIDz1dVlXNg/ooNn7hee2X6yj224dB+UNny07IJ9V9wfOZUUxdQ0xX7ulQaDEj9Fw2Hx+IXpzT08z/2luNWdnz/xR9wkvbJtIUJukHfk79Zycn19HegkenOKbIzObCNH2Qe9tqwylnHb2krGQrCXxGj4GeSP/KCpdXJqGZ5aPzsfaIV5Ldt7XJr6HmQNQvafbDvhBV8+dj/7yrqEbB47hqy+pMbdac8dc2e87b5Bjl04xsVnw9ez7fHUBfjjkupHUkiqB9/99jVfl5T3SUo7S9tjM7GfTdrU1r7ajnJu6HQ48JgBZPtbmiafM7zWxSfHNLfG7yLwS/hZ+u9btoXYoB3HD9imI8Zf3Mdn0VViiDv7DmwqmE7S/05Tjot5agpyXMsIb2D3Yn/F/bQhOo5eHzsmT8wcR+ELd2z/KIf+VIfTk20OCzFL1LlkvSMUkRS5SRxHSO6X2SjZ6uQ3ZdL+2AzKHNmujDxWBnU25cJ9A651ckPfBT/ND59QNoTdJPZ6cZtRV+qTbRfeANFJ/VQ+aFOI+3gGjMiH+mPvkM/rm6uUW8bciBXBnPpv2/aDPfEPx0eO6+B77PiRupAX+VKepKwz+78bAg8T+KjIdmou3r1bzAUS19ff56KF79c34v37jVhfW4vlpaVYmJ+PxjIpKYplh/5OlVf62yXVkzqjw+jerX0x8lHb7NYxyr39yXM8O77hPso2MP50+Ch+buN+nnt2nIBuIi/EQOj2vcviPDk0pSSf8Iq+NTNdG7qew5ibm4uFhXex6DqxMOPqSl0YcmVlZbZwPovYo5OSZdU4Vb6cu48lBX/13Ou3pNeDf3BPUkjy03LqJEhb8n5+fF3iXIREaooIRd18qu7MztTD7jz3SSVow6Yp0bhNG2NESp2TfJypbVKmPs57fMx9UOFZY10glSB/8q6l/fy3JN+v4FnvxYvbFJlBf2jTs7Mzj9UcBDHPtm3c1taWx5s3k7YdA2X8k/b6JPt5PMPCmPe2d51NeLYtQ14c4Fg23Ygoe3y9IVMQ90HIEPSY/uM+Y3nkDFvK2Do6PvI4EjHOlX3c2L5lZmNtdyhCkutlyrQEG3H5k2NS4nTyGtm+Hdtm4HewJcSU2JY9+qSHB8FYC/HVNQuL258i7/AEbz8d01JSR7auZqarW9o348HzaeOyfg9BvvA/tt2iLwWOlDtyHbG9/LARKb782vW9My8PHvshD/K0Ae8K/GOmbiNJtb0sx03T6oPlfPCmz9Owjw6Q5rVBYP++0o2mcT6lkvO0gAebm4FkRpIlHgrSYvGcxqP9J/YSW4bPxZ8wLrnl2IQxi1379wO/Pz2yf0c3aI+b9j34w8Oj7eqTdegl8HtTx/JZpkW+KzSP2wNkAqJvwP20I7pCf4l2fXTc/uDxD2T11uNlyMaVYzbKHFluKR9/iIzS10c+kA38MTFAW8zPJhJ1V2IlyeOXk6wDZfLDgpRzZP3AtyYGtgHggM9FX2axjsfw0Mlr84ee3reyiQ+iTug0da0Uubm4TG0UjH3dTSwca3I/OvLY6set5R0dpO7U+9j4UzZ2iX4f/VH4gqc9j0/UccrTIFZBr8CWsmspP/P9pq06nYJPSTVeK000li/655l2MvgzaWN5RYaNtOXrMcd6U7ZsN/dtZ8CW+HfTY7zsH7g/TR8234e7f0e7P7R4vth2TB1jhzdJ2W7F+iLIx1ML2Ivjyxxbdl9xbLt4eTlKO0Y7Hrr/Spngtu8+NHKDDUXmibfAHOzJR1L80TdJISlxapoSHQ3e9AW/3R/+TH+xcYwm1Twlxb9h+90UISmxlF7TqrvTwNYR96Nr2IBz9zORYfQQm7nlsV5sBn72wH71xONF2Cv0E3vxYFnF5r3Yd09sN6m0pGy3YtmGwhvXXqwDT7YLs7LOz/0e/igY+9nL9xXb+a5kx2ND9M/QI2wZdhEZf3EZ5jhCfPwVEVJN40ebfK096Xvk9oeXxjagsV431vtMvZ8+iOO3vmlQY93hcI7jPrQAABAASURBVC64Tk7PjrvhhfgDOwAeYMMYNDEVGB22GI3s/8GTuuIPwBgMIuCrhPRKnMOPYHMf7Itu3a8njjjzuBA47NvW7JkydR+S9MD2gDFc2uOI/qVtD/HPtvtVHS8HPoftOHF/dmRbck384TgfLCs/k8BeUL6kKMYIviLk85P0h9hx6oANz/6/2586Uj487bU2G3+G7yV+fLIvfnZbT+wPyEtShPOsFG+2qcvpDuXyX/VcAh+ei9zgsyPyhbpjm07f89YB+PDnPu2tLr2963WvnnC5fMx38pG4RCj/4ldv3bu0lLvSRGmKyWlxqhKSnBfk5Df/1HylmnbZgxl9BdqJ9kLGji0/B5bblB/3DRgPwSe/0mb+Twi2gDH8re0vkaltQ6Z+hv8f2d3d9fvYfb9rOLLfOg3GHNAV5AeZQ3/xzUo8lfWHPanudzz+30lrvSX0bZoxHBjxfnrs/gRxWdpi6zF6hj3uxo8ODg7ixLrIPdfEbo4XaFP09dl9QfJBRyZWjqlBb0Xe0CrCn2DzSX+Ce7iXftGLbRz/R4l9eLKtxnZh8+787opYjvGIa9sRYg/KJqY7s33BNlx43OnSY39cv2vfKU3amIfiklzXMCnqX7APhSJIOwrlX/w9G5Vp7+dpdkmTunzfpPFmX/JdplCEpDfUHke7+VoE18ObwrvBhl5RV1Js373jvrHbBDzO7QvwZeeO/UeQ33Vh3689ptqN7aAjD36/Tvs9YT/dhrUdn+O1Lau9pj0pM8kswANVT3J7wwfP8DzxJG1I/vBz5bh0ZH6IH7Hj+Kz0Ga3fwJ/xf1QntgmXfg/Bc/DzYn6IFcL1LyZJITPgxN9vP3k2OC9plkawr6ibwpfq7j/5LTkv8mhTycdQtCn7HXXnMg2+Q/J9oaib2j3lIXjioMDyzn4TPNC5g1Yfifm33a8Cv333LenbEBvRtrTrncdSsHvoEjKBj5/aJ7qJyJYQLMsRpbqwrl2RIfSRMQ/K7tqRdiC/B/qWzpvYf2w7gW+mf0XZtOuJ3/vhj88dy2GD6Xvemf8n63PEJFzlUHHRkr/+eB9JroOiFEVjn9rRwPv0CYbuI0Dsv6Vh2z/oznXPkZKXVPONfvvNEJAUwcepxE7UzUqAnDPeMZm8BPI+ta+YtudJ641ff3c60p2VMy+lWA4Gs7HpOY9PE7PTrhTZ3dvl6SJ8ygrn73/XR1JkPNjAayXiwWaggAZOO7nMfcsqx8Nh4/5H+VU0bOWelGc7atoyi/VFUkiVIhR/3s1140NdqaT3qW4mPsepf4RSavIrgmxqfmF7PrUMT+2rJ/HsfurT45Pf+9/n+PetbTUxVI6rP3qc0X2jF4/1dPIokUt8d+Me5GZ+bt7vkJbjfftuaXVlNRb9vqnKemNbWELOYZo6NEl+plXQffbXfbidZ9rqhSTnq6CvPOfyeb+1srQSK8vLsbS0lOUvzC/E3HAuGMttLGd+JMs2Im0abzZlng5HjdNz1LjkNujv4p+IGZnPlO//HANhF3hY8nMh70JOfgef5MR8BXzVA/aodtLUYyEQPj8p/X6LbD4XP7tJMvbYica2DRrYBrxS0zR5XcrCo99+XwhICgkqbie5DYvbr3HaOH1tR/xUR/zvYEcDj0U11qdSiu3KJP+X6vLyyn2+0zhw3293d8/v8rbjyxf3zTe3guOjo6Ogn0GcenMzDmwOsWP1rVX2yA+SFGzoO/fcu+9BLEkZZ2fnfnd4FHt7e7G5uW3aip2d3Sz3+PgkoKMcA993ubvBHJotv1/c3NzMe7fauY3Hx8fJD+MM5H3vsULKqvxE4gMvkKQ8Dm9cJ869s92kLzkaXWSZe3v7rvNWlkF98/+7T079/vIibm5ubG8fbFdenMPf/wEHiLKfbHtujB84MLePum/nnMSK9/b2trHYd1uceIzjMsvGbj3atvM8pUtyu5esE/ULbxPbhIntAP0BsACTq6vrxAis6EOQd9em4Mgx7UBMf+m+NX3wR78H7XB0tv2nR6BHoEegR6BHoEegR6BH4PeBQM9Fj0CPQI9Aj0CPQI9Aj0CPQI9Aj0CPQI9Aj0CPwJ8fgb6GPQI9Aj0CPQI9Aj0CPQI9Aj0CPQI9Aj0CPQI9An9+BPoa9gj0CPwdCJS/497+1h6BHoEegV+FwGTykpNDmHBxcXGRi1MwiWZnZyd/jIsfUmKiBRMwmIhxdnYWV1dXMR7fBpMtmIQ9mdQJNBITekrIqaQsf5KTOp7zXiaCMHnkwuWcnDBZ5zAn0mznBJLNoKzNzc08R1mj0ShYJOP29i6fJ6/M9N/41U18YVIJk1+oAxOBWMwVTLa3t2NrazO+fPnS/vjV59jc3M7JP3USTl1E8OrqOm5vbxPrx8enIL8OO8qAcnYcMwBdPyYcOsnPxPhWmuQkHvhgoju8gOfl5WWcn49y0g1tt7u7a562sv34US5429rayolK8HR+fm5cb4zpU06gomwoC/s7vyZu344f6veKzYFx6Hj47Lb9krS5uZV8MHmIiTvn5hv+b25uclIW9SI/sIHIH96g77HGde6DwPTx8TExZoIU/JDvleX14uIyMaI89q/cHjc345w8xjM8+1NlUK6kkCBkXFFK005YI2XSWpOT14ZD9r9PTTOIJolnGudBXsX5QvFPbHIeHZVoGqhx+n0+mFT3ymdjvt/SYMZX+WpSdLiM+JWbnAdUnBbz0ThtMm0a0u/zNRwOzUstXxEpm09uzxvLxvnoLFgkd/doL/ZO9+oPco334+j+IM6eTl9/kKvcx6P/nuM5Jv4LtbYp5L+ShIpNUqde4vHpKW7vboOFIFiE5PT0OI6OD3LhrZ29naiLyrmco0Pr16npJCcAsjAXNnJ7x/K8u50/KLLLAlQH+77nOMjr+voqkEEWL2HB/ol1JWVMkRPem9IkLjJXYaYm5gk5ZALczfgmLi4v4uzs1OUdxt7+XlAWi9ywOAnnWUwDu82iODxHHpJza8kQ+iPT1x+pnpNqCk8T8/b88hzoAotmkP+B67LrulEuixl92fpcFyHb3TE+e8bpMFgwemQ7fXV9HbfjcdXhx4f8ATJ0Ev9C3pSBTYNc1cgq1+JzMjT3cD/0ZPsIZugwvFxcjAJ72y3EtLOzbT6+5A/IsBATi7Iw6fLcMsIiLrQnE8rJM/6RDb6MjaRQKUmN26rJiafIbmNZJjVZn9EniAWLoSZlvHHb1sWLwJR2GlGPk5Mqx5aVLfsNFpVBxsAanwful2532p9Fi54s/7RLV5eSOlmcN0QZJWvYLWzDBHHaAdk4s69m4RVwY8FPZIeyOAemTC6vsoMfeAlZVyTX2ZSZ+kuQv/yJSgrJFCZFSIr8U3jLL6e/9KnXkQn2UibYSSIPhVQpFCHpF8k3hO/i5kwV3njOR96rnzxZd/n+5pBTfwBquXbiT+U3d/Irj5V1fv1mL8l45A2/+qvaTm7n+UydB/uSoi3mq1RSSC2FfE3+hiKC86HIrU3ykPMmZLsUy3VTrF9NLpyAXn1NPj+wn7Cv+MpfyNZvOgnseeqabdJRLqi6bxu+G9hyFiXas95hK06tGxdXFxkHYS9YlKqLO9C1TjYlWdeg4rSS5NTn/YmkUJBGbtNgcSImMj/aDmL/LxyfnZwcB4sTZry4vRnYrc32B0f29nfi4Oggf6AHv8Fi0Cw4jf1Dn5+eHt/Ei5O0lx1/WeSbL85jC7C7aUufn4KY6s4+Dj+KXWAxpKOTo+Rn17Z8e3vL/GymPcUmHeQiqsdxab7B8v7hIVjkygi7nsVEfSu9KfqrXUlfHWPzkSb8FHhf2MZh77B7tAlts2U+sO0Hh/ah3eK7LFJt3sGB+kztI8lY4T9sIeR98p66/bkHvB4e7uPO8fa1/dLIsnBiv06++Ogd13nH/Ztt+26Oj43FhfskLNpJm5EHZSB3LHKJTR9Y3jjGB5Am2fZj6wetvW+K5cKyW0jNV4ABRGa/ilwn3y/LV1PKqw44/7qIiP3NoKMmkoc8bnzvoJKP4ak0JYrzKORXFE5+FQdvb3q1yzxfiTyb0kRpmmhc1isPla+G82+I6439ZuXfz3CtmDcV81TzVBaKr8ydH31J7R1tOjVjVcYnQVvfOI4/vzjPeAQ/t+O2RZa+WL/QM/ze/v5uEDedWK7QMfRg7BiLhVUeHu+dz1N0fjb133I2tdAiV06+4onyIe7jmSfHkA/W9bu7u8BvX1q2z4jbjg9j37qEjm3toF9frGdfguOOF2TzxvHtveX1xfEX+bp6Lo86yxh59+c+6i7WHUl+xviWpsqDZTTbYJY2wfG31LiNGj8TocB2UZdrx69pK2xH94zfpuMV8Nxx/LV3YDxts06NJ3W4urmKu1ZPiXVZMJG6SApkRqppt8817nm0bbs1btepp+dpA1nYdc/x7pb1E13lmDYjFmQR7yfHRC8vL8EmKSSII0h8fUW+7GPlfd6JiQHmefgk1iZmJL7cd5nbLnPL9pmFwWfyY3ux53ZMv9HV131K7AXPE0MhA+SJTFA3G2mKekMpSXmMDeO+icdeXtzm4E2M+GA7S/3GjqOvjT02ksVpkacrH18bI65RZpbn57OsbwU0XusqlygfF9sAsIeaUqIpVV/RS2ShcfuzT4peJ6XMWI7ymlN0tylR/LycXxhYSRH+RLu91rI90SY8A0no+dQy9px+6fZ2nP0c9HLP/Q0WS+3a4MvWF8f5m4GNPjg8COJW5BE80Jk7yw16hwyxQPCLZaLiOomK/1tupokSeNV7XoL7kQHyIK8b437pdj33+Mhx+uv9QP62d7diu5WJtCWWBXxGyqTbhGdpD6ra1VFSSOKUiVT1WD5sP/CCP7yz3tC+Z+dngV8+MA7E6SmHlsc9617Knm0Kfgo5IK5AXp6sP/hmdGmKzbJs15rWQt4UZ0z88fVJ6yepPwQPT7Zhb2Xw1jwha+gctpK+C/xBtMHZ6Dz7uBeOobgPDCeWx1pq9/1auvS63139PaaSopiQb9qySZlvYoAOmIbDJr5H3fWBr8/2fX/ToC+qbR+KP9amkPQVy8gsMvNkucNnISfICLYq5cIyiv4gL+gpco2uIq/pa23jkDOex+692P5ByA40bWU4ldUlKxR8wlvVZks3Muzxihfreye7yB/5Y5ORV3TzxDp84HEb9Ae93dz8bP+76fHlnWAs6dS8XhL3OQ5Al16eX6rZ6Ap3mb/mYw6TRfkb2SlF0bRyQ5r2NW2pY7RZzOQ+jPeHprS1pYliAl+woR5gil9C96nDluPjLdshbAM24sjxBXFG2oSMk+8CHMAEG0c1JDlfZPCVwhvlgB9tgQ2+Srt3Zht7HAcsomWbgx3ese+jHPC8aXHCZrJwm7PJvCXXXBFO4u0m+WR3wo33WuaDx8XGQTtdeExk5NiN/JGfke0K9YYf5AYcsI8Pjo/gFWxSbp6fbb+f3deaBHWdWh6mtmttA2apWbq/XHQeTy03EPdTd3Aiz87nXtmWgyUxTYeIawZ3AAAQAElEQVT5jmOd7Rb3jH08HnZ0dBTwmXbP8px4uHxJb/CQ8VD8p7auzrb4iMGMWDBxbm4uFt+9qz/ItbYe6yyc+P598INcaz5eWlqO+fkF27xB1qdBlm3LkGNiBPKgXuDIIsrI3J19Me9qbsbXgU14ABf7FHDmPkPPIy0mcpqH+SVxXIkTtNHUbclzL25n8rq17BGnXV9fOs68CzCP0Nd61urYYNDp1rD9Qa6FWFpcipWV1VhdXc10ZXklIM7z42PooaQAL3/lhyNJIb1SXvgnvqTXvKQf77swf749H6/nInLfX3wiN+W3v2Y73g9f93FbBm1WSommNNG4PQfYnTZln3at5Ou+xn5jPKHS+JyplCblQbZvzjx+zSbJt1aCh1DEs+02MpN2x2MMZ+2POWBrsG9Q19fYdvxDXE4fAFuIncA2jC0P/JDeLPa2nFQbUP3Dq/xXLqcWwI5SrswDsvlkGcUGIGPYAXjCn3W2CfuUcuf+DfYIOWds+cV+C1lx9UJSFGMCuXpBLEZMen93H/xIB/7wyH0o+n34IeqJDd+3jU0/RJ/CdpAfyUJ34AOenl0GeRGvQa4ZRcbbjXq6ajZ707SDXd14Fvs2q5/7p/Qb7u5vA5tKHakXthZMzzwexlj+mX0idb5xfeGFdkLHGdMCP0lZX0lv2fhD7MNxknkvpURpmmhs1xrSVtZnutDqAHqQxLEpfXXe72cb5+F8JCUmEYq3m9QdO/V+MYEh/VfiocuU/bP6fsfjkrxjSR9jn7PvPgD9HXTj0rJBe905Jn90Oz65/0vbdrJBntDbst/ucy3lwvH5C3LvOAf72ckGcRy6RHujV/QvZnJh3UQmkA38Ij762n1RZJS8fiSQbcGS6+x9SSFVKi1W8PLUxo/4i3O/t8GnMkYLBoxBdjYAfdlzv/zIcRzx2oXH8q5cPjKMzqJniYXrRb5T+40pCpEezwx88+EahD6BH3qCriUG6cNuPO55EZSFztIO9D+JAb4QP5qSJ7cXYzjggq2487MVj9cCJfkAcvKdD7rLaUkzjGSMwCll0rKZ8mi5I81zlr3av8DHdTSIen0QoQjqc+N4sLM7++6vwvMXj4fRp8b+0J8mPgZ77ADtjn2gXagHGIU3ZFZSdHxJam3NS/rge/t54sILx9HIyZFjI/Led5vxfwi0HX37C8s6Mt+1F23l7PMjKdM/4pekkCrRbqVgFxq3R6Wh+4Pfo9qGvsfXZ/tu76axTYGKMl8wkUTyf46kN/W2TiMz/JDgne0gNgD5PvbY/YHfF3S2A/uJb0U3kTvuQT9Tvt2HeLK/r/LtMSIjWqxvkhJrqaZT2xBsCnp0Z70m3kBPsMf7LivtgeMSYpRtjw3hw/kxavz33f1d6l8tY5r5hsIff8XrJn19zBVJISkKZL5KU2WpcfoqI4NoLCfpk+yz0Pt8NzEcxnBuztcGafkYD+Md+rX7NGf27Qf2J1tbW/l/StgC3rkceEztxH3kkftc3HdnXKkzdQfr8FaK4i2FN36YgHYgNsBn8L7qzHHDkW30vm0Nur/n2CbJ48QH7k8Sv4FfvvNxuWC4ZT/HGC/thZ3lHnwM8Uf6uxZLbHTHj6FJjCQlX07SHnEPbQv+V64zdTpO2Thwf3Y/x+H3bJOQC3i9oh/h/HmmtlWVB6m2QXx3m+ZZSS7beloap1BJnoLNt0xbWYVn9jvi8k/5y3rt57+nbllnP7up2zfHEfLHfEktLz4OKH55kxSSAl3oqHHdmkIdu/wU4U/8JtuPM3Hx0VG9Su2m7is85w8FXNnnnzE+6jEPZGXX70yRHcbpt/xeoiP0n/1NfojL57t4IlP34/HjO34/tLu3F3v7+3FweOh3DqcxIsay3HQ68OIYCT4kWR8rBpLMo4JNqin7f36S6x0mRUTn/ycef3lJW0e/iLgM/aZtsC07HjdKrD1ecmCbiS1GJ7GlNx5nJ97sbA36h02pehLf3VIarFfcM/EY4cvLxLLxEtgqfpSLvB4eHv1O4T7HB8YuA76Qmwu/j6OPc04saxk6N9Helx67Jk6izbED9B9r4a5n/bi27Rm3t6SQFP4K8cd+eFNLTvhInGDvF4hKfXtL+6ja/CXlHZJCUvjLH80oxCmFZAqT0zAp6lZTcSr8XU/6u+JoDN1vfri/D7CiP0IbQWAEZiPH25fG78q6ceM+NzEcceK9fSmYgxv0Ql81Y/AX90NfYuo2mtpe8XFx+fm2/I6HFz/3Yj7okzy4DWkPykJWRvZNJ7P/mdqJbftd5Grb71NJdx2H41NoY3wR8SX5Te3DKU+yDQvvKVn4+svn/PE5f/MBtzaNfEYhKSKg+Ke2zMY5SMrcJKdvyWel9tyb/fC5Svlw3c1zPg7f70QmcEacwPHOMQttdmLffmBfu2dfzNgD9hLfv28ffWzfeO5+F/d1OvBI3/LpOchj4r7ipNW3cEoRX5ELm/p8R+gvuPMs8gAhH/TR8MnIzc3tTVzbjlMmZePrT06P838cidPQyWuPQ8M/soD8FMcfksKf0FcM/B4PDAoN8Q1rkkLIYSnROJaDiOeGxHHE/6Zv+whchzhPOmifa0qZ+aNajGrSf/9TCCgU9VPT8CZ53ymtis9BJ5Dzicf6O91A/n3Ljz7ILqKQqa/KmUvKtqMth4Nh8MNFc3Pzfp84jKY0Eb4eP9oo/Ucn/7UnzIesd8SCjeWuNCWagb6igY8HgxLf0nDYuD6/TAPfl2QdGJoGUNPEgLIaRSmvMVeEwizFn3lTVzlX1J/uKFNpdjWPf81XSs3rV30ks+GkpdK2e2If/ew499F94nuP49zab9y5D4h/x25jw5/tl5F75Bw2JLktVPNrv7kGcSi32/z8fPAO6b3fK2283/B7ppVYXFy0vM+5fQdt27onlDxM7F6gyhN5/BL5Md9S75+Va76QmYFlaH5+Lt9vLS8vx8rKSvCO553fd+V7HveR6TNzrzPxp+LhnfxIyvpJNeUqfu3JY653xgc/dmuM2GcM9MFxEL5qYpsQipDUUvx+NngyN5J5C8gHTtM+uYJTywH8T+zzqevUdQFXX+KuCD8X39m4h9OS8zSBaWP8U5cHA9uBoe3DIDgnFd8qU//5PSIgKSSoRClNthl6MhwOsg3Z/5aGw659B36m5PPIEfaD2J33dczz2t3dC/7v+fPnLx5/2ozd3d04PDxy3HfmsfaroK/GM9gbngcfSZlnsT2RFGzI27Pt1YNt1c3NOJ89yx/kOo699gewtjzGtbu7G/v7B/m/DPQNDt3H33dff8f9fvjY2trO+XGbm5vJ1357LzEofI/Ht3F//xD0K+GHcikfXjqSKk9cJ869s024vr6JkftLx8cnM342N7cCfsDh5MTjDKOL7GtRB54l37+H4AXiWYiyb25uAt4PPM5GWbWOW7Hp+oEH9aPsC4/R3xg37NZbrClf0gzviNrHp48NBmABJsTuXf3Ik7y7Mtjf3t7Jep+4v3ZxcZn9cPh7Th/y9fiaVPGLfusR6BHoEegR6BHoEegR6BHoEegR6BHoEfgTI9BXrUegR6BHoEegR6BHoEegR6BHoEegR6BHoEegR+DPj0Bfwx6BHoEegR6BHoEegR6BHoEegR6BHoEegR6BPwYC5Y/B5u+Uy56tHoEege8iUCd1PAQTNZhEwcQNJo8wuYIJNH/72+dgAgsTXo6OmERznhNhmJjGZIucwMXkd0WUdhInaVcYk0eYkMG9TAS5ubmJi4uLYLIOE2V228k6m5tb+YNNX75sxt7eXk6mOT8fxfX1dU7seDuB5HtzOSR1Rf6mKZP/mJjy/PwS8HB3dxdM2oF/MAGnzZZ3fvyq4sUknL0AR/BkEgv1uL29i/v7+1zEgoku5Av+k8k0wOmVcabC1XOcnxpfaDKZBHjDBxN64IXJTPBzfn4eTISpmO4GPMHP//t/f0tcmTDDhCQm7Zydnbm9b5IP8oSmVPSVgV+9x3PPz88BP9QPXk5Pz3JCFDx8/lx/jOtvf/tiPj7nhKydnd28zsQl+L68vMxJWdQHOaF+5PlTfFHmW+I+cOEZnoUXcL69vc16wtOFZY6yzi1Tl5cXKVdgV8t8iGe3L3n+XMUlhSTLOZPWSk5aa9oJiE3zOnFt+J1JbFyv1ATPdBO7aqqIgOIf2sySn1NIMm9Q5W3AJOdB5Ysyv51Q971j7oPgSyoh1XwjFL9uU0iVsAPkA5FnY4zeEuUPh8OcuNmlnGtKyaKm1ovHp8e4Gd/E2cV5HBwfxt7hbuydWX4u9mL/Zi+O7g7j7PE0Ll8uYhw3ca+7eJTbU08x0YQ5pxGKCPNUTAoFJ6czXXq0fbm1PFzGaHSWOnTULizFIhY7TO472I8j276T05OAWDiKRad2dreDRUF2drZz4XYWljrwvSzmPhqdx9X1VbDA5z2Tdp/Mj8sMbzIPKgpwgSTBUkys58/WJWR3Zietq7kw4P7urCwW2Tg7Ow0WwkLGyZ+FMFDhohKSgk2S93OPr69I0uuxzU2nQ+jOtflm8SPKoY47O1u5MP6XzS/Bgkc7e9vBwjtgcnZ62i5mRF1vA15Sh5+fbKueg3ynrtcU5rKWLuy15NoWPk/duZf60+bkw8RnFuYaWXdPzk6Chc929/eM9bb52LQt+ez0S+zu7caRZQOer64vjfntzLbVompdJRkP1VM/9Z2XFfnX3k8blaaJxvKLTtW06hXymjQcpBznvnUun7EcU+/Hxwfbtxv7vZHl5zhYFGzPPHeLTu7s7gQLvR2dHAV1uLA9pP1z0SLLP5iAjdkJSVHeyA7lhDeuP788Z71ZrBLZODs/NS5HcXC4b5+6G9tux529nTw3uhiZp3G7gLdl023kbDJvF+FyIim6Td7xBX/Y8TVF/YuQFBEKEklRty6tR//It6Tgz18hee8nKBT+5JfTiPB9/gqfIXGqpPh207cn/hjHWT1YhX/ItePDqWh36j0KSfG9Tfr++e/d252T2mdITJIyf+k1DUVIfNXUe+xERO7Nkm6Hs5JCgorlr0RT0DWT/VdjvUOnupR9iAVN8Bnsc81P29ZMHaM9plyP7C9ygTDbiz0TtnnH9nrXdvQwbcWp49jLQM+wodg9Ygd0CF1Cb0PmMvlSqNM5KYpJ8jluMHnX3xGk4Y3n0VnsIDaMeAO/AR879hVb1sOq+5/TrmK/sAncMxqNcqF6fB4LGc34sl8g36n1tJJNZ5pSf/njYmefqf0m977YHrCYMnkQ55Dn5dVl2pjExr5qx7ZnG362vqQ9hS982ymTqh0nYUtYsIv6UIDkepsiFD+1Sd01hSTfBk0zxoUn8L6wTcdP4keo/07ishn8IMv+wYH7BydpL1nkEgzBkraZph+JzBdfB0mv+bNwNO34lf+wLyY23j88CNofWaCcbZfJMXxcXI7sN8ZpP19eXiggGtvxbrFL5KxbBLOxXOYx102N/UJjOYVKaSwfxfyZAr6cVZvGz22+lWpIilJKUtPm+W1Z2n2s5wAAEABJREFUHFMm6cC8vO4PIp8pTTQm8lEpITnzkP/iV28tzHk/T0r+lvNyfuTbmDcWP8k0MWii8jP4btqYT65zf2maIA9JmX84bffq8Xe+pXqHVNNOxh8dV40dH47cxsRl+NUd6/nWzqZjg8+mLxkvoHvEDycnx3Hue6+sB8h2p2OPrZ+l7dGdqfXMAtsp2VccTQ0O90Dcj7yljt3f2fbcpF0hPiM+QpdS3ra3YnPzs4l4Zds++cCx5nGNnW6ug5gP+XaBLmsKJC3JqXwOcvLNh7MzMjaSEltwpn1e5aMJ8O+os5+kjduG+yE/bhv67JjY/VzHgefuV2IrwA/bsOkYEHw5Bu+0WY4lrt1Pv3XfGBywFWAT3iQl/7R3Rz5taKf5Yxpgd3d3m7HyuW02+dFOe7bTXWxNbHfu2JzFu8GJtgJ38pHkpFLu+iiC4/hq45pUzyM7Lyzo+PRs3Gs9WRxu/2DPMdK2bfJWbLKY55bby+mu5Wl/f99x06HjtxP3E87N76Xb+jafZ4F+6gFP1BtCRmCglsieW9Zyw/mpZWuSi99MMkbmB0awb2B3ZwzHtzfO/yqwSSNje2E7jLzyo2fj8TgXKAUDbB15OdtagL8lhT/ee/1wLKnKRWmisf51lPJg+4VtQw5IZ5R6bX329SapidKYbAOkEorvbVO3rc9PTe1HUkgK2l+S/fTE/e3njD3H49u4sC9AL9EV/ADtzgKq9DVoB/SHGBY7fXZ+Zv26sN++ThkFM7AHww7/qQGB3K0Io959fDit5OssrJYLstuvkgd2YGw7As4sRonMIw+UDU9b6K9lAd7gE15G2BHryJ3ll0WZKEiqdZXksuuHXYnjjsyHeZhaDtCVO7f5lfst1O3YscmB/fKu/fLW9mZsmyjv6Ji+wWkgE9f5YwmO3dt+JXkgz/ShnHMttPtuy+V8EuXO4oOXbAeeB8NOBtExfPT4dux+8XX2Myn33DqIXYNPMBq5/pfuq3Df48NjtmtXbISCoiXFH21TUSCrUNOUGHxn4bnvnRsOf3wvz0PFecYfalO231uWJVm3p7ZZL/YRT+2Y321c239ho5CLU49L4F8v0m5dBmNvN9Yr5IkfKEHX6A8/2m8jc8geegtVuzmxGmE8pmEO3haf+1N/TyzDE+sO9/Mc+ZAvOnxj+9jpcPoSx3x7jv93HON+se/aNBFvHnmMhx9TgG+e4XnymjpvF5EfyRyY8uDnvuSL3Gci3iqlxm/V/9aYDDuLDU3bOhhapgav4wW2qY2J5ygfPbx1PS5t9+Hx8Pggxzg6m7hj27BvG3FsmwDeWQePq1N/nsUWgY25CklJ5N2V4VNux0m2I/fTNjPMPAZxAGYen9i2zaOsI499oes3bkdsA3jjv6Sat1RTyvspmlbLmz9WA9bYDGzeyD6fvEe2LeemUdqUUTB2xkKxt/YP2Mf7+wfH5g8pd5T/PbkBu1pOy4X5avdcX19x24IL7QyRB/W/95g8/FzblmPnwJTYJmNJ9xG2LTvbtsNbtv87jgWObKNHlu+x/TR1IR/ypSypYiGJw/8sub6GveoTimOSiuVuLt4tLgY/ULW+th7r6+/jfdJGcMxiivML89HJS1Oa3EeGIWQpvFHnXPj/4cF9p1v75Jsk5Ome9nJ89eJx9Yn9DW0TASaKt9BIiu9t3D/xeCnY0v8cWx+wJdCd/S0/CMBzjfXmLcFfpaF1bBhzw/l4t/AuF2XkB7hWV9ZidWU16768shKLS0sx3/74WLJijMgXriR/+8NxR9I3J7oL/0Aq1bwkUhkXUyjy43OSwh8T6VvyLQpv+RX5nV8+lZ/XA/lqse+BmtK2Y4tZxWlgnF4p+7xcb2M/jhvHfsXPlqZEKSaVkBT+il+zSQr66TyrULU7lpmx38/keIR9BvpWY56twM5t5YL6Xxz/bOXY5dHhYWALRx4fwVZhi+4cN/GjENgD9Bl5QW6yCZH9qNv0m33u434I+Uob4FiK/MaOebA7lEFZ0KVjnGv3b5BB7sF/8ayNiuulljpcwv2al7RT2GPyGtmmHdlW43ewJTu2Kezjlxj3oe+Bv8SP8r7gwbw8tv3Rifsp8Du1DqUuh7esoNP2M/WFrLfryb3EtegdfgBs4PfBeD84X/gf245TH7C/cOwNf+ceKz71WP6Z00v7Ha7fGQueIQ/ybIubJZJm+7/nHVnmZvyZZ1l+kcXGMp0+umki07YfjF40nLMOsP81NdFwX2miJJVQMYVmRdSdeiyflyIkhayHtNOjY59byz4ydta+38HX4F+2HJ/s2L8fuC+Kfz+zblT/fv1Nf+fZcjYJ5II8Y7Zptsf5GVl+UpYsT8g89GgZQ/YfLBu8m7+zXUWvru0HkYFz++Mz97fwh8gG8dS5j6+tC/f2meiARW5WXoRCUny7SYpijCBJ7ie8pH6QB+Ov59YPxmR37VvBoPsxDWzA9u5W1P7PYYAFfpfYAD1hjI86IOfwgoxOXM9a53izdQpDOk3MJvYt4IGekAe83Lr+6CC6eGY9OLKf7/pi244BiB2JIdnf8/gEcRKYXNo+oOvw8KbQ3HV1nf4YEzix2vpa/Sj855vTTja2JaYaK1bb3LyRR+zx1zLJPU0MLJfOIqgP7ciPBIHrnmPFHducTcafPM7LO6ADvxM6Pj3OsTDsAHbvwfah9qMtW8ZHUiDbpW07UkkB39QVGeKZsWNPZBQ7lpgRP1p+6Tvvu2zGki9tU5Av5I3naCvaKVzv8CY5X6d/xI+kmXw3TYmOBr/Qbxz+RH+xJN4KZxsRCjappuz/XyBJIVVC3pCVqft86Dq6dm0bhX06OT6OTkexHYyZ7GA/LYOM0XAP70LHjh8fbOfSl3l8f2rDJdX8pZqCO9hiG5BRZBWZzbI8DnpkH448Y6t3sFWOUdCrI/clGSfFdmBH0L9nv3shL0hShD/hTWp3vP/1p56XFKlzjeXIctBY7ztC5xvr+Fu7wP7Qfmo4mMu4nmPwonzsIzyd2WYfGA+wSfvlft3Mfvk9z8j2lzreEU95HIe6g4EUIdm3vaHwxjXaATzxY9iPM/sxxm3BZ9+6v7e3l3HbnvveB7Y1R7altMexMeR4b38nY7tt29XOToAjNgQbD9+08+OT+3weo5t4vNRFh6SWShTjI+FPJjWmfHwMxhioCz7l2LJBfDXjqbXZZ/ap9CPuXd8n+8Dnto/irDLviFoGaXxnk+p1yqdtSCXlnVODj2xB4ASx31He9Hd8kZ+zTJs7e8yym+c4QbEuW1JIbyjE1V9F8r1ybEI9SmmiGNcky16mPpb0q/L6x2/q8q9pVtFOEv9MbJJtajnu5If4edtyzPjwK30JbMAsfrCvq8ebHtM3uf++5Wd2dnZid3fX8rkfh4dHQWxzMbrIcSx0gB/5fWn1F38sKaRK1E8Syf8ZqtVVYtBVGrl+sR2l/0Wsgc6i3we2M+j8zt52bFu3d9IW7/u9ybHfm4xyXGfs/gdtin19tm5jq8gPHenyf031umuh4B7upWyI558cT5MX/Zx7jzvQhsSH9L2ur67yfcHI/cYz26gz6z62gRjvwnEbcsX9T7YD5Eth1Fch71aSnNZPhPclOTGFiX1SU358HP/A5pzyKVJJkXnxFRGSvqLQ1+fy2F+S/F2vRbsfinbzjj8cYFM6HMEPzGiTC8doI/sC8EmyvnF80eI0tg/F3oMXth/Mn4w9eUC0BwSOU/vqKe1lQ0V5ycfb8n1+4uvcSxyODJAXbUj+9Auu/I6W8k8cpyJX+Iltx7HIFXq85TE5zvHuqMaXd9mvIC/KprgCDuwkA7X2dTdPRvh6eFf5pTzOU3xxLv75LbNyNpLz71Lvy/lL/u6IY6g77tLunJ8Nzjn1UxGKH23gf+d+DHiAW/pi++CdjFc2/S58KziHHaUvd+m2BWueoU1r/P+S/nTqPkC4jX5USHsCjKHahvUZ5ABCNiDyvHdfkfyRn2u/u7qwnBEvwR9tR/8SeUMnr9y3vLu/dTs+2udNQ5IpQuEtv5z+Lj/TH3ElKaRKpSj9atOUoF/QtH2DYZty7lua9Q/8DPfzbCnEPTVPiTS8ydR//lEEJOPnT4S/8qOQFN2GjE9tz1LOHYeSohvTn9CNtHcWhy7t8pHUysDAsfow5ubmkgaDQZSmCfkv3mw/lf+bW/4lu5KCuKeUGgs2TYmUv4GcvtLAxwP3YYfIsNNv5feXjnmuk3H2u/ubUqKkvhgR8+JP/Gk3RWT9+EoKbwr+/OX9f/Bj+Xt9sh6oPYFc4Xv5H4hn930e7cOx09joO/eJsNfYbs5z/cVjhjwT32Gono/c2Kfd5i3Xy36v8n59Pd8rrfh9y+K7Rcv6fKSsl+L7ZddiDbEO8ZxP/B2ft8+1dXPlimVm4P4xesUPcPGDXMvLK8H7rHcuf35hwTzMzXjwIy6TvJx885GUMhje8KngATa3d2OPw0K3+X844EZfeGK74FutNwo/GuLg90QtU5I5gyps6WPBH5tGPakHsuFmqdz7Xj8R4TTebDzTHUoyVuhs8dhXYxokxrT1cDjwcePr+jaL6Lf/PAIS7QKF20fZTqXUdqT9INqQFBoOh+m73qYD61wpTT6P/Nzd3bvPdRUnJ6cemzt0P3vP/fKdYG7f5uZWHh8dHXk8/8z3XeY7Y2zOs/uCyGEnW8V8QBK2AlGdZlx67z4esSSx69nZufvwx85z32VsB/nTtz84OMg5hCce36KPz//v7ezsxvb2tmkr79vMH6zaDq4dHR3Hec4NuwryvnfM2s3RQxcksCkpyxJ4KdjgF9twe3uX/ys1cj+TcSfy3NzcdjmbOdZQ5wKexMXFyPUd5//O8Cx5/L0EPhDP02cifj/3+CRl7HhsY3t7x1hsJd7bru/+/oHb4sRlX7jsG9uv+4BnnqdsSdl2HdY+TNuMPSB/sKA/zZgZ5XT1I28whLa2to3rttthz7ifZLve+h0X5XTt+rYs9nvqEfi3INAX0iPQI9Aj0CPQI9Aj0CPQI9Aj0CPQI9Aj0CPQI/DnR6CvYY9Aj0CPQI9Aj0CPQI9Aj0CPQI9Aj0CPQI9Aj8CfH4G+hj0CPQI9Aj0CPQI9Aj0CPQI9Av8kAuWffL5/vEegR6BHICdaMBGjTrZ4jvv7h7i+HgcTRbrJK0yWYYIKEy9YrIJJJkzGGI9vcyLJ20kW5MXkEKCVFEzqaJpmNmmHyXGvNJ/nS2mCDR6Y0MYEmIuLi1wYgzKZyMPED3iiXCZ2cF9XFhNkeL4jSd3ub5ZSJ4gJRtT37u7WOF0bJ/g8yx/o2d/fzwkoTIQBr9PTs4BvJgpdX1/nIpV37QRH+H98fMoJRdQDRktOIBzE3Nww5ufng0mEi4uL8ZbevVvIa0yAaowrz/AseYAfE2YeHh7djvcu7y4nE11dVT7hhTaFN3jc29uP/f2DAOOzs7OcNMNkHiZQkQ95kvfPUcVkkvVgos3j46PLvHVeV26/M+d9EkyAOjw8dFn7poPE6hlVXAoAABAASURBVPT01NiMfN9l4kibg83Dw71l6jEnCJEfder4kJQToJgIhgwtLPwURu9iYWHBNG8s53IyYCm4TCZyTXPRafi8v78Pyry3zD/k4kyPea0rk7rFdzbpVb7YlZQTmKQSlPNL9O19HL9SLdBZ1p1/8JvnK3W8kf46/r7mX64Tz0IRkoKtTdj9lcRzyuelEhL7pD/NU5XvEswVRQaQSdqJxeJy0ScWCLw4i4vri7i6vYrxwzjun+7i+eXJdm0SzjkGGrQ0DO8lNVH/5DskBdvUpdDeLAzHIhSPT9Yhy+Lt3TgX5slFI1weC0Sx0AwL27G408HBfhwcHOQPKnDMwhYseHV5eWE9GKceIsfkTX3Q21eaS/uHPHMN3CXz44/ZcR2mMZlOXJ/nYJIvi5OwaBQ6Sv5n56fBoqTn1t1cwOJyZF26st7f5uL2Kcd+nrKpY0dZBF8+oZC/Xz/cS93vbKdYwIYFic/Oz+Lk5Nh1dF0P9+Pw6ChOTk/yh1xGF6NcoP365trljttJyffW34fkGR6m5kEup5QmdXE4nEsbtrDwzjZu0eSUfdOC9XZuzrgMhlGss1LVWfKh/dHbB7cL/LE4Mz/Qkm0Dj6fH+SMJLPZ1dHRoO3Novk9iNDoP6nLv58jj5eU5sa21VkiV6vFPfIvzmt1b/AwkWcrMJ7x21NguN6WJ7liqz03tqCj7wbZmPL5J2wdvtN25ZYsFUcD7xtdYdJh7w4JQioxbY1s2NM2b5t7IzcDlUFYtI7xN/YyTrOPLy0sgfyyUdG97102kHBkT2vDk5CTOXTYYXl8jO+O4N3/8cA86Z5bJqqVaRuP6Dd0+824nJrXjk969ezfzUyx4XNtxfsYnWEhq8/n5RFJIcr1K2nvKQiZmPvFd9YlLi0vxSoveXzQP7bmlpVheWg4WWIa35Mc+dW44ZywHUZoSxWW4oOg22qfb/72ntAsEn5KiKU2w+N5wMDfTrcVFY2EcFh1DvFtYtD9cSNmZYVCKq6+k+JWbpMRuMBxkXgvzC0F7s8DCa1ssuS1eaRE+TIvw4bZboB0sO4PBIIr5Li0f8WaTKl9STXNBELnNfC/3v6WmKVGpiVKazAXZfbaeV10bp64R45yyAJdtxYXjy8tcfOg6WAwMeaf9i/OHLzBKeZt/l/WjjtCC7dP83Hxwnfsa6tA0IT8nmdcsHa2FphkXoXup71eXgY6jd/iJA9vSg8MDx0hHkfGQdRI9vLIejse2pY4x722zeB6bjB5TrxmfzcD6Ned2mHfbzgdyzkITpAutLaUO+JvG90oluSMP8sIWgk+1C7f2VzeRi17ZpoMTPLKo4tHxURydHNmWHtdJ81dXtvW3tvGPWT/yo7ZkLhkDE/vfEqfhHR/blY0vp0xwqeUdZjmUPzIel/aj2G5ifrDocMCuTSfTWRGSgrZr3BbNoDEuQ+NibOZNljXa6xUHJd/40ztjjN27cJ35kUf8O/b4MmXjJmUDXqeTSSCD6FiWUZosjzI5n6lloKYKqYSSFGHewgkkvuLnN+Xl1+98nLza/OX9Wk6Jb9PvXZOfkxQSlJl7v6b/0Ld4Ss6jpaL4MQY/5i15lc+3JPn5ljdnFpCk+P4mLoe/Z5fZR/aIjZCNlKVr65jl5sTxCvHYgXWMWI3jtzJFm890zH4RHaOdkSvypBD4bSxPyM2cdX7But/pFzoGcQ57wD3cK7XxyuQlXp6fU0ceHu8dF5ksa/h2ZAsZI3Yjlkz9cryCrqEDyD383TkGQ0bR1Y4nSWZNkYn3fvKjeoVEku83JdbG3yl166gpTXT7pfF1lbyfHCj3ybHwnXmHJ+KT0cV52rEzbKmxvrI9uDOvT09Pwf0uLpqmSR3ssAGfgWOGge0l10p5LYNyIGJdnsdukxe26e72tsbf1k/KAzPi0dGo7Ts67syy3e+k7bAv0cY/EYrXjX2FpNdT3qM8ML51nH+VsjOyLT4J2uTAtvnA8kMsic3Ocs3HpeuLTeIHBO5c73vHSw/ucz8ZJ9oKPsg3eVFEKU1Q7+FwrvXNrz4TvzmTKctXtddzMWxxkixPtnPky48cEReCC8RxZw/5Ma5JFxDM6u8K/ugjn1Hkn/OWvOf2Luhwcdu/pTz/zTlfl6l09+fz5EG28lf9dHuiJPkc5KT7EKOCD1g9PD5E6q5xHVmezs5O4tj+Bn04cBvQFmmXz88j/aPvQ4/uLJP4rg577ECHeyllJoNztv/dWMEr1tWvV7yH2T6SsZ5GyjB4P1mewZn4AP8zdlyOrI8sA2fue1XdPQx0tiNkFP3mB3T4YTbqB08QdZcAQkFS/OXPLE7vygOLy8ur1DFsFmWdO0bHZlzYH9b4AN90n/bl0eNIdbGYl+QdbCVFM5O7Ycod8Qs2C0LuOuL8wjfxAvraOGZorMcR4DIN6gIuyNy9x0zuLPssWk96d39nG3fnsZv7oB4vjr1o32g3s9Pu/bES6pB1tn3p5ADZo79LOzAO8X26cMx5kfEU90E8Q9ve29/QXuT9R0Hjx+2nZB1ZIzZ6afuZtP2jsXpw3Mo4Ipih35x/mcnENCQFsjVwP2IwHGY8jS5WqvYROa206NjWfTv3HVJ/W1ml7zFnvzzEr1hWiUHC28TjDdhD2u3JNpny722jkVPwpy0uHP8Tc+JPThwrdMTxpa/xowIP9tvk8eK6TVrbKil5l+SSfuqjkC9xS00VUiXs0i+RbHd9u3OotuihtY/YlZH93sg28hx7kP2YUR3bsEzBq41JYFfAFh3G/84N7U+G1cbhh7hWy1CWQdWQRWjiuIUfVUoddxvi467dHxm5XHwgdOZyR7ZD17bD4Jny/Fx9f2b45ktSSJUilJ/otmmtH/6e8vBt5PVg20J7PbjNkCXqNbOfRZabYnvd2EcOY+i6UcdObhbsQ99BlpXOvi16bKLKkW2+95Eb7gefDo/wVus/yfGSJ9t+yoYH5Ob2duw45CbQdezwiceviSuPPBZWfdNZ+iZ0/M5+iec7np317CNptv+f2DHkGR1QVyjMDxjMux+/tLQYKysrsWpaW10Lfoxr1emSxxDm5xaM+8C3K+Q26GRY8rGJupAf8kM8BQbo2ZX7vOPsy94FC5sjW6lPjml4RpKTt+TDbz7gyDNfj8vexs34OuMGZIVr4ZpJSvnv+KtpY3kZWFaGMef+4ILtB4sysjDk6upqLC8vR45NWG4YmyBWAI8kn0OeuJ7jG++WbIveRSc/6BIkKdjAAGL/p0hSwBfPQcgh+S24LMqBsiyPmYD90uJy1HQpGM9a9PlKi4GML7g+6MDc3DDrSJ5pCytL8dXWnTMPkmp7OuV+SHo9J8lYOk4vJVN4lnzs8/I5qd4bCn/8FT+/SfUe8JnYRrMAKHrSycrINg1dyriq7Q8dHR3keMCZx7iJu9A/dAy7c+f448E2CvtIPsgAcjJ13lMbNUkBz/y40hA74XGnBWP81hbkvvHjPG0w51gRfwKG4eenltNn2/9H24MH2yP82b3LRJYf7VuIObNMjw8Em5+RFCphctxkmcR+YdfGjh/ThhM/uu9EPfE75673pe0pY9nEmcRSDy7jyfnzLPmjA9QpFNGUppXn7/cnkIn0k7Z176ibdXtWN/uBHLNyHpL5M07kDXbYO+oGr2CbsZ37X9QZnc66Pr/kjyiCy9R1iz/iplem2TUMISlkuyYVp5b38n2SfN8bQmcg8SzEtVDwidnm426fXRth2nKCbHmM4MG+G9kgtj/Ht9u/nrl/QSxy5n363Mg87UHbvMr7c8bk5EX2UonG8Tr2vMr7gscFF9JeIeeLHn+F2E+5sGwgFxD3Y4cY30JnyI82zrE6+/YHZP/uPu4sD9Ct/SF9HOQE2UBOp9Y7nuvIULS7VDpCqml4m87k7tljbPe25TfpP89cb2KM4+NDv286iINO/30e/af/9bbvDV9PjjefrJ/wMEk9nGZZYEGd0GlsOvVGN6AF1x3Kus8NAxsht9/UMt3Vm/zIF7yJZdFNYv8rjxPAy4xX91WPsFf0VZ2euc3QZ9qU9sJOoMPUOUIBDJLiZzdf5pZKiipjJWibXybfb/mVivuD0/S78J082+6cQeYRPjkHnvAJj+GN/IcefwA3aDicm/kVMOW6pJDku/G6Rq1tT/LATtAu2DEwSLwcP2a5LhsZR9aJD8aODbA5YA0+ZCnVfDPzP9gXdUgMLI8dBugt+FNf/Nf36WLWX7x2vH11fe14s41v3LfGNpPv1Do2NdbQHwyaf5hdSSlrkjIPS5vlepK2D/3EBoEZcnVmO0G/Dp8KXXocH1uFDmMbZJ0oTZPyPGdfP+94kBQ7MaAfabnvZDxCwQbWEM8/uw+LPiOzd47z0R1k+cz6hD9nrIoftpvZbvcleV//4D5NJ+PkRb5SzV9tOZz7muoVviV/o9O2UehfEnWBfD6PZ2lT/YD7xPK5ieWlwwleLh1rgBGxB/EW/KOHKWNpPxWlaWYYdfo/aIaZL2VJio5t6gM2yCflkE/V/XH+PwI25sztwjskxuShg4P94IexDjy+emibeXR8nOOu/I8SNh6dAWdixPBGmwzdPrTVnGOY2l6DjIO4VoyLZJ58L5+OJ9oLnrBv5IkfRf8oh3du1B+5AQOuYeMf3d9+cTuTD/mWEvEm6/h2k+TrUMn02+uG393y6Vf07T2//lgR/iRF3aZOqO/UtmHyMrFePM/6sNT92TEb7QMfkkJ6JT+an6kvQhxIiqY0iS04zw3nYs66kjSci8ZylTIQxI+2/342fqPNRccrKfe7rOGP9rxzvERbpQyfHuf4KzK1zw+/7e/GnlP2ka9M95G1PcvbXvDjUHt7u7G7uxM7ezvBD/iQ7viYc7u+xj0H6cuP8v9ckA9kBl1HhrAlz0/PaYPgDb5IJZH8yYk6yu3SUSQOjGemv3OfjH4MOs/YNbEcuj9yXEscy3gANujOcSQ2FFvBu/dnx8Ev7mchp5IC+ULOUv4se/PuwxC/fUWOZzkmjltwv27e/bs5xgOHQ8tuZ6sUDumSxxfrATYFPunT0JbQnXnm+MFylfw43oWXrl0jFJJanpq0i/MuZ8H9K8aWksxLF1vPL8ynvmCv0CPqIinYyBNi/y1NzSTEOUlRmuI6DLKsOdefMSvqujjr+3sswPvduMAs5ZypGyd4Z754ljzwb03TROO8hb2MypOLTozgC/xnfUHjgR3HdoIZcg9+L26riW1NeCulOL/mK15pB9oLop8B3++68Tjzs2iq5zwe5zic++aGc1nXgW0LvDnrtJe0A7KBHeN9CjJzZ787dl/62jFS58uw48TgEO/xkbcrx+ljx5e0K893PJN3JYWkoA4D/mdgMMxxaPCCP/oJjMOAIcfUhbohk41xlBS/dpM0K4tnyYM6U/cFY9CVRXnZlh5zW/J4XKWlyPNuV9IOP55LfiwfA+KW0gT+HnM88TguNure/TZiT/wb+ghOGYc7XgEj8Ls2jozz0s74vqdvxh2oIxhqd+R1AAAQAElEQVQ1rjPlVL7nAzwSF+sBaccX5xesj4yloSfUFeJ58iE/2uLFPhbdZywF/bt1n7KO67T/+2L5q/x0Y8tTYxhhJPmK3/cms9eRd/151a/nfG8H3tgf3jVgM7GNl45XSSF8zitdZP+Y4yv3D7Ch4IV+ohfoCLpLGanMLq//gEBtA8mpSVL4Y3KKDSxh/YfktFK9Hr7HSFqZiDnwC7QXcpqpx+ewiZwH+xf7LrB/S9FuXyWKmb1Ej+bsR+azDzIf8+m/5mxLh9GU4vL11aP/qQPq9pT92fuotpe4/rq+27y6yHciyGWS5Zf0qk3Z/zWU9/OMCdmnD3DdybntPVjDA7y8yvl/CpE35aaw+NhNlbv+kjgIt1/kxmGEQvo+hTdJ/q7yRh2rD35IO8F4CuNwU48XchMyRgpJ9Tn2Z+d9SlLI8l2kSLI8YXtfydcVufFcLfMl/2f7yeNpDw+P8eA+64Pl/Kn1BxP7FOw291st8llJWa88+OZLkuW4sV+fC/wD71yWl1fynQWyji+p/Mh51Lp3eZPGP7B1fEUowiQVj+0NMh7DJ8EH/qkjfH36ptJE+JFa7jTMTUsRkloqwUZb0CZg09mDB/vZr+Ij96PdO8rn/BWQ4l+xKfgLf3fEMVR8rkT37dRYKI+5Wgm86DNiw7BltDlzDO5u7+J2fBu3TvHPL/bVYCIpwuTv6DYw64hzpcg2bJD2DMzfEvYu8XYsIb3NhSd7+v0gUNtGUtCeUomqqz+VNtG4TblHqs8iE/QL8ZfXjjHPz0f5/8NnZ+cx8njwhcfGOM/YOvIXIctNY3sxSH2dc1wLIS/Yirf5S9YuCy++ANmkHGwW+jh23+Ay/39q5DGlM48PnMSR39Mz523fYwF7e/uxu+uxgL292N9nPtpx8nVxcRnEVfBLnuGNMimbMbB5+2mo44e6QpJ8Z/1Q58qTbWn6zAfr0K3Hdi/j/Pw8yzk9PZul58bk2n7uzn3QJ9//4jiC58mn5vjz39wHdtifW/epr66uE9uTk5Ngzh11pu6np6dZPnW8dltQHnhRJs+/LVPSrK27+s/NDVOf5x2jzBsHMICahncMk/RTt7YVlH/hdqWPcXR0bOyPs1zi2rH7Yvf2KZT54nEqN19Ir9hFv/UI9Aj0CPQI9Aj8iRDoq9Ij0CPQI9Aj0CPQI9Aj0CPQI9Aj0CPQI9Aj0CPw50egr2GPQI9Aj0CPQI9Aj0CPQI9Aj0CPQI9Aj0CPQI/Anx+BvoY9Aj0CPQI9An9eBMqft2p9zXoEegT+XQi8Tuh4DCZpMCFlNDoPJlPs5YSV/Tg+PgkmWTChgokfTBqBv6ZpchIOaSklJ1dIypTrkMQkm0FO5lheXg4WQHz//n18+PAhfvjhk+kH06f4+PGjz23E2tqa713IPCiLMlkIgwkdFxeXwUQbznHt+fklJ+1TB8qCJJH8pkT+EJNWmExyezs2HpfBJBcmveRiIPsHsb+/H4eHRzkhBh65l+dgBnzAick9pFLxaSb+RZTStJOQ5nPiIjitr68nHuDy8eMH4/PBxx/i/XswWo2lpaVgohuTYl7zVEhyflCTk5vIW6qTl2g3Jt2B59nZWf6QUJ2YtG/eD/KYtgZrZIH74xc26sd91JU2ubkZZ/2ZBLS7uxvb29vOe8+4HMbJyalxuwiweXx8yLYrlpumKSlHLIrQWKaKz0mVZ/KX5OslMWIyEBP/WTgUjDY23icu4PTp06foCMyQMa4jU9zPc2DGJC8wK0XGK3KTlGn39c1hd7pP/00ISHLbKEtjwmg34Q65ZPGI8e1NXLMg6/gmHu8eY/o4jcGL7cx0IRZjKVZiNdbLeqzrfaxqLZa1EotaigW9i7mYjyYGIf+FN1KIQ8l7pQQL4JXS+FSdcMbCEff393HjMkfnZ7aPh8EiPjs728GiP0dHh3F6dpqT05kUiNyim8gcsvd+/X183PgYHz98jA3rcC52u7ISLLAxPz8fLN4iydyEy3SaH+V+gR8Ti5WwP51OgoVtH8zP7W39wQJ09vx8ZN07z0Wwbm/vcpIcuondmjL7LSIk5wlFTZ1E1K9ge35+th+4jYvLi2CBMRYmwr4d5MJZB3mOhXXQ4aenx1zoBismPyzzCH9gJ5WQFBzDNzr3bmEh6wsea6vricOHDds100bSRqwbp9Xl1VhcdFv5fjCsuuq2cH6SMt+mFNuExvnbTkyMx9OT+b5z3a9zAuDh8VFgf2gjFklj8abrnPh4O8MlvJW0AfLeb/1R8hlh/ow9bUBbPMHn/Z3laJyywmIFY8swi0wxyZt2QhZYBKZi9CE+WG6gjx8+ef9DcH55adn2/11UfJqQStpTypnmCjsu2ViBP9TYrkKSAj6w1ZQLJsgORJvzYxNjJk4+3OeiXpmf+Q9vfjQxz7ZcXIxlyy+80Ga03wfLNoR/Z0HnlZx8v5T+fDi0vpGB8/neh3p3ZOQCGWpKE2CBzaa+5Pne8oH+YNux+R8/frJvfKVPPv708Qf7gZZ8zP3r9qcsNL1ovlmcczgcBrgomanfufsH+KI5Klbhlpbr0cTA9cGOUL+VldXYWN8IcPjh0w+WmU8ZN2BzuIZszc/NR9WrEpKi22q+liAKaU++PSeptsn8u/zBs9XVtVinTTY20rZV/D+57Ldku+f47qPlY8P38czi4lJ0iyFgH7ItnDe2hGK7lP2fJ3hX1kFyXXwzMosdYyEBbPbY8RoxD7rGYjb4EPTQtbQ8D2LOWMDP6uqq67KeWG3YHsEv8sw+Mr1uGUIGic9Y2AEMh4NBsJhrU1y2+Xfx1kO3i/GbTKbxaH1nQSQWdcOO1sXe9h0PHeSPvpyen8bV1VXgM9BLnndtQlLqAHrQEefZR3bBbnFpMdAx4pv1tg3Qiw1j/B4f43Orbp/kd8F+b24u27wZNNHhLTlXE8eQpGDBLXADs4uLi1yU7tD+bTcXq9u1DziK0cUo47gH2wl80cQ2WDLPrT2VFBEdhTf2I/0Fsd+t/RYLr4zss4hFT06PjYdjRKcXl5fBQkX4fGTPD4ekaGwPIDCQan7d9fAmKRrbOdpl8d1SrFoPqr340MqmbYLlMO3B2npef2dcSmnS1rHAMPYw6eYqWPQPW0gdn93XCG9q6xcUD/lc//nXI+CmdSEGPD/+8hH6i87c390Hen3m+Atff5SLOR+6P7PvOO0oY6KbG8eJD49u5xfLINZFUUqJ0lRd6GRKUmAX0bEqR4tp59AxdKqLV7oUu7Bqu8FiM/ipOXTMtrixTEkKCSrRFFMziOLz8P3sOOv+4cE6dJO6dHxyFHssJrm3E/wQEXW5dAx20/ritFe2KRL5RW4S+8r9f/rL2SiU2cDf1LYLnSYmST7R1+vrwFaBJfqLXry8PEdpimORhQAHdGvjvWMW2/qP9r3YI2zTcsYC2KD5xLcYDwpDfyH2JYWkavca8GpC1jf4oN96e3cXlH1te4ktxwZdgJHbtoufWMB1Ypy+zVOqeUe7cZ18wRX/kGMeyM3BXnSxLvYau0Q70OfnXp7DwEtq27TKj6R4u0nKujRNY/8yN+vXY5PwwylLHgPBvyQR4xkzsHtvP7Nqu73i8ZJFxyv4deSRvKQSzjrqhhyb6qee+r19qzIkyXxXAkP6dM+WHWSIBenA/9gx+8HhgeX/cEYsIHh1dZmxPfeTm6SUEfCAimVJiUvNfzgYRuqusVteWk65XF977zhoI5BHdHfD/hHdXV9bj2XjvGA/kLpr39hYT7t8yfstuej0jw/3D3HjuP3SvuqM/qB57xaCPTk5Tp2mXvjRJ/eTXl5eLDZuqKg8Sk4t2+EtF3jyPVXPxsHifJdXF2m3LkajwA93i9ZMrJd+JF55anJfEqeDpCmNYzTHNe5X4t86DN47HqDeiYFljfgGymPHOxsm7ln3fcgf8TJ2bXHxXeo3+Awd75B/aXm3qjkGddFULeSd7vN2vzv3x0tpN9qQmODs3OOibud9j/Xt7OzG1tZWfPmy+Q19ic9fTJ8342+fnXqf+7a3d9wf3av+yDHV7d1tkLekkPRbAvNvystegjY3+fOjMiVZLk22f8jMnGNsZBF7hjzSD0HG1qx/yBy6iE1EBtFPbCKy+dF93o+trKac2mYiw8goz2JPkdFX/R1EY/lHPxT1D9/elFLjdPOjiPxREfSSvkDGDujw0VEcHR7GqWPyC+tfF/s9OYbnB75cpZCU5Cx+04/0Nt+pY5RJygdlP3icB14ury8DwgeyaBo+EXtAvEJ/hL4J2IBhxexTsN/ZOBbFnSM+sQ4X62/aYcftpF1lpBJgV4wh+XIf9onF5vCT6AH2+NJ+F/9LOrYdREdYRHDS5oddiFC83VzFqMbi7dl230LkT4RvknlrsvzhbIFcFj2ucrPiuH0tqOua/WSVnY3YIOaw/UJuOqoYfLTNhxyT+J737hevWeZWHI+QH5jgK9K/usxSuvp3qaKea6JpSrAxFnhHPGTbj9/C/ic5/uT4ynES8RFth46DLyTJ1atEPv8pom0gN1W2R3Gd0VHiDORoaXEpfeKq41rG6hbfLQbX6OeiS5LrEPqKfUmJE+1Lvak/cnJhW0fMOHYcy+Kx9P2Ifacew/QjfkYhQeE0kh9/zz7IExiSJ/KOnNFXRm+hqgcPQWwwaX3j1JXriIyo38B+nTamHsgS70+yfpYDbBL96YHjhnrPQo5TYlvQnWqXGMP4FB/cf1y3f8R+LRqn7jnKoKy35XL8lrjGsSTLUpNxcPLjOIX8yBd9xf59dDl1LOWHyHcajqXrcR1X4fpH20buX3dsQ12qHVzIeJP6FpcTuaVm5Z6DkJr+G78luW3lEqFI24YMIAvju7Hf6V0G79L2Dw7cB9oL4u5j94c4h40hzsL+TFJmZJmputnYlkOdTEa7Scp7uEZ74huyvT0eAFa1PT/kmMBH+5b0K7YdG44JaQOwXF5arguHegx6zv05ZF/F/NdPRJdG3RJhn8sjp5LCnwDvR8d2tx6DunQcS30g+i2X9jHX7rsg08ivpJSLUppIUq1nsX5SR1LGyrDh6Clx61sZpR5VLiyr1Cv7FB/SB7y3zL63nNCP5Znl5SWPsS8GPpn8GD9sSjHPLd8K854f73Qfn6yf7kSf/goEDFmLK3sRyHFn0x4YA7BsXPndxIXH1C4uzt3HvsxxAfq0yM5k8pKlNJb3gX13U5qQZVFSkCIXjc8PhwPr/nzg01I23Iek3ZHrtCm2Fx9N1T9+sF/8kLKBzK+vr7mftBbLHtNHV8hjnh8WGHrMsO0PSUo+6tfb/Xrm9Tu1YXbIY5JmGEzseLL+z0/5I75X9pdnfh/NuMf+wX7q/9HxcY474k+Jd8CJ55xLqJRoiqnli/pLyvIUisbn5xznoPfYaHwYPn/D46LoyAa67n1iTs6j69w7HAyjMcalKYG+Sc4tqfg81IRUUOmMzR4dF945jse/8e6PHw/jXWC1X8fBOfQc34fvwv6Xtt3iN9wkfZWbrCbL4QAAEABJREFU3Z95nCaB873HaMeO0YjVLh2zYE/xxfhU/PXQ9g2cwGLDMRKywvsm5IRjYq1F+yh8Vcpf00QpZVampJCU50rWr3ifc9yjePHYKfa7ix8vbQcvLOvn7k9hC+GNsXrwkRR1U+ZZ93+f35LMGOTEH/gHb2SVulJP5PrI/Yq9vX33F7fdV9wyve0z1j7i5zf9xU33K3fa/iL/TwJO+AnyxW++5GKmVcek1/LNwp/+I6nKtW0I7x2QK3zr1c11IFMjx5vI91ufOue+J/Zww/79YxtHfbR/ZB9ZxycuOw7Ep87ZbiDjpTSWv6/hlJR2AdvQ+HqDHqhEtjnjQfbll+4XnduWnXgMCDtw5PcmacPG14ENoO2wY8hKeJPcfv549zf5SDLfqoQuhvXPY0+PHvvGVo0dh0M3TiFiaXih3thJbOKGbSO4fMRX2Fai/8SW846FsBXEIKWg22Hz8SqHkoLzUk3ZJ2/qfWP7Q/swnse7JOw87+Z3/U7p2LYeO8A9j46VwjzPux2Wl1Zi3X21zodtmJcN26eOn7ftRVvE202RvMCDpNyXkJ0I7N6dx5Kv7HNHbi/KhreRx9rQ2VvHpE/Jx8TPKSQFW5uw+xVRx3qi2ty6X7+xxaBUj/7577c8SJUvyp/FFPap2Ilb1w+/OTbu6ALj+FPHz9/jYGomoU4uZbnJeMJtwI+qLLjdwZp+4MK7d44x5uwPB5kVz7HjLEj+ZUQ5UNW1+3w3R7vhY5Epxun5fxUI3eOYH8Wr1x1LWB+5xhgz74eINQ4ca+zt73lcbid2drdja3srNre+JH3Z/BJfNj/HptNtX+M+5PbMffxL+9Bb+31sccXstdqSWnnR68k/0Z6r5/pFFMsIRNWePY5PX44+/7VjuUvez6BXo/O4tJ8f29Ygk7yb4WH5WZViGWqiKSXYl+RLiuIUXcYevbPcLS4u1Xfcq+v5Xj7jkuzX0Mf55Bi2ju1gG+jXYb+IY7IPZ5vOWMbCu4WYtw8YOD7ubJekYEOm0M8pBy0hyx1xSlJgRypfQ8fX72LFcXLaJWzSW2J8yXE3MTR6Qz26MsMb5UHe/foDA1DIZTUeG/DYl3l+5/cSy+6L4qOo30ePf3607/oEtb7s08cf8n9g3o4PdNc/YC/XHNc7D3CYc54D4tzShKR43bJwQ1HT+h0h/1F3+r/Ex+BIPuC67PcmK+5Tr7q+8LfOeJx9LG2w4RQfQgzZ0UePacA7bUh7bZi39ffvA3sOnrQ1eVMGPFKuJOPxloqPO8KeT9Ovjm3nGGs69zgu/reOx53lexje4xPvMm6Hvk5o3KhbUeN3JS3Wtm2026rHvdbdX05ejTP8vnd91l0/ri06Fp6zbYS/msvX37TvK3XXFJKiccwwHM7Hgtt1yfiRH/luOP+PtCf/w0pq4nhGPv8R8nmwe285W4cf409bLFhXhsM560/J+Ij/ncDuE4cSO2Kz8G/0R3if9OA+AXE5fJqt5K2UJvkr6KRKe67kOfw+Y13UnXZfdZt38t+1M3hB9LE4R52QBXw4Yw60MbziS2jjOfOLn2mMSSkVHwtgsImvPzBVTMMYhrcaFyB7T9lnvAtiD2T02H2DfY97be/uxBfH/Z/tb/L90Zv3Snnsd0l/+9sX9x2+xPbOTo6THfCu4vQ0aNvb27uMayiDNnWh/sjlK1N//Z/6vGJQqy0pdQPZbhrL9ECWa9nOQqXdr2nKYhg324mMNxijwb6kTxsZ74u4to8jXr1znEUfpIsF4ntbZ0x9rZTiMgcxP7+Q429VH5ZsD/BRC/m+Y+CxnFKakMxD/Ls3ypTLLlHMKzh28fvI/vz45CSQu73dPfdnLbNftmLT9AXa3IwvLX1u0+74J9NWzmdyz3PWg03HYluW8939/Thxmdj2cRtHoEO0C8hIcgI5+Td+skR/+RPiz3xI3ksKy1qEd41hl8rH8vGrXS22eR2FIjf099E24tZyhd+6dh/lzu+aHiyDvIejPfLGn/mSM1PmXSzXTWBjh5YpbDjUpL0tEWbQlikoEzzB9fHxyf4UenRqMi/Ed9wT3iTn3pIP8/OWJ191tgpkh3KQZcqcc9yBzDOGNJwbBjw1Tcl7JUUEZOufupJf8c9s8GT1zSwktfwMqq+fn0t9e+f3Wgv2w3P25Y3fD4Xv45m3FN/Zph57QN8f3Ud8cL/68RGcHuPJKTEGWHJP92itmY+cv7//ZR/KUSgUbvekQc5zGIRT8U3aRKMmiorvq/HT89Nz8D90N9dj27Yrj6Ncxsh94TOPz6F3N9Y76ggukkJS+Cup4jydyRByUkoTtDOx1MrKchAvsA+l7zf+yIXkfKLf/vgIqBUHuSqyLExzTIwYFLkhNrm5GQfj5FdX1/m/zuiPpMA2EFPy/uHTp4/xww/0ZT76vcSG+3vrfiexmn4SeWpstyS5LLmc14+kwI7W6yXYkMMX90uJgS8vr9KHMB9ka2s7duxX9jwey//xMPZ0ZV+OfeU5bAH8EN8yh+yTY+6MZz/Az3vzsxZLS4sp343fM0hKfqTXtJRifkrAD/vkCz/U+d7jhPixi4vL/FGuM48Vsg8+9/f3gQ1+9ng596NbPPtz9OKxPf437Mq4np2dB/U5Ojr2OxToyMcn1unLoA24l7ykyiu8dTxK4lKSpKwT12gfdBYdfv9+3f3MD6baTrTVp08/ZFutus8EbuA38Xv4e9fzyuP82BHiU/i78fjoncdNsJkvbhsKk2pZUk0511OPQI9Aj0CPQI9Aj0CPQI9Aj0CPwK9GoL+xR6BHoEegR6BHoEegR6BHoEegR6BHoEegR6BH4M+PQF/DHoEegR6BHoEegR6BHoEegR6BHoEegR6BHoEegT8/An0N/wMI1P86/w8U3BfZI9Aj8OdBgEkfTABh4gwTO66vb2I0usiJHLu7+8GPcr2dEMl9z8/PCQATNphYRcrkDkl5vvsib84zqWNhYSGWlpaCiRtMJGeyCz/I9Ze//BCfPn3MSR5MfFlbWw1+MIM8mCTD5JXr6+uczHNxcZGTSzjHNSZ1UEZEncAnfV0+efyzRP7QZDIJiAkzt7e3yQe4sGDSwcFhHBwcGKv9ODw8zB+EGY9v4unpMSfHwwM4/BRWTVNiMBjG/PxcLC6+Cyaxra2t5UQXcPr48WMuPMH+xsaGMVxLLMEJbAeDwWzyj6R2MlDJc+TtU+Yjkn9wo42ZvAPfTFKqk5P2XYfDnLjEBJq7u7ucVBW/sIHNy8uL6/oU5D0ejy0/I8vPcZB3N/np8PAocoHF0ShubsY52XM6nZhXmTpeu3rUdpwyAzDC12VqEqO5ufkWo5VAjsDjw4cNy88Hy9Gnll7lievr62uJ6dLSomVrIReUGQyanHQUX21qj7q0PeyTfysCkrJtJGW5k4nli4WGHh+CRQpv726DSaIsLIG8Pd4/xPRxkj/ItcAPck2XYjlWY03vY728j9Wy5uOVWIylWIh3Mae5GPivRMn8+ZI0K7N4v5QSTSl5rtP7+/v7uLm5CX5c5ej4KHb3tmN7dysXR+D4lMV6ri6D+6a2F0Pr9NK7xVhdtqyurVcd/vAxWKhizccrPr+4uJQyiQ5TJrxA5iZC/sCL4KWJpmmCe1hQhMWP7x8egvpjHy9zsYDzugCJ7eWdMXo0Xthq+EeXJIVUKeS8/aWkiJia/GHyNfheXlqHT5jUdxAH7Y9xHRwexLHPXbDIzu04db7LO5wvk3zhT8YNDCUF6cA4oLcLC++su0tBvak/i5zkwh0saPO+LqrM4h0s8rK0uGh7uBDD4ZzrPTAVF6FgowwIHSaFByZHw/fV1VWwKAsLoe3s7biNduLw6DCYXMy1W9u19GG2WeQl1XwlhSRO/SZEVpKcp6E1tvD48jJJzJCPsf0DExbh6cb7LIz29PRkOz2NwXCQOIHRBtiYukVtOF61b1haXk65mWMyeTsxlDaGuraU5PIVYITsQOyzuDiyc2NbTfnQ5dVFXFiG4IlFXLDlyM7UNnra2uEIRWmaGM7N5aJEy5Zf/NT6+vuUaRZj4Ufn1terj+J6/vjT/HwgA5Qd39m6/LvUxUQpcpu7rOEw68mCcCzc8/69ywKPDdv4D7b3H9+Qjz9y/Kme48eoPvocMlblaiX9Zi4sZ5lUaSKMUchtFHWb8VAPf7ffNEnyOpWxagJbwyI3LJrG4jfoVmLx8S+58PDXNmcx5mgTyw1tIikkpezFm438oe4U+5KyLRcynluOtdW1WF9fd/t/yHI+fXQ819JHpx/dHkm0Q2v7iAGXHAvOmwfil8a+GNuR5VhXOvnlmEPSnyNJvqysQygyzmEBOvT8zvp+a1vF4haXts3X11dxa9v4lLFZpIzBx6LtDbjVuryPD46zPppfiH3wY0Hj1dW1/IGeRduyOcdryHVjnehwNCP+TBPL6WSa+j52vIPPYBG4fX7w5WA/bRI+48w+g8V58GvYB0khyW1aZiTVc1I9n21t/BftO5ZXVjIeXEcHUy8+ZFu89zGEziwvraS+zjl2qvwOojQly5Gct3WNY+ohKZ5tG+8f7uPadmlkW49fO3Rcu4s93d9LH8D5G19PO2G7NbGP9qNRypt8Fe0ml8Wu3DbTjP1oE2zNaHQeYHBiv3J0dOT489ix9UUQY+PjkLl80pmTNyQpwp94s0kKSbU9XU/8R7bn2nvjsRHYz0+2C8giNnTNMosfYsGzpimBraPMa/uPa/vPSlfpX+/tZ1/aPg9yCrm0gKLf/uUIKEtQ4s13HraGgb4Hi63hw5BTFlzE36euOW45Oj50PDAKFiVj4STuT5lSpKw2TRPF7S/rgKQoll/OzQ3nHH/Mp94s29eiR9jUjQ/WrzfEudXV1fQrC9gE+8Zh2x+TlDwjL6U0waJ2jVMbh3h+ea79Jdsm4iniqr29Xccru3HkeIW6XF5eWv5uMp78VhckxW+5CU6dJyn2d2K/zwJA6MWDbQH6em3beWXdGDtuwK7eO+5+fn6JppT00ejbq3/+EJ9s+9G79L2OFd65bzvf2sziZ+A/24KdliTVNjBOTeO2UbHNmMSjbczdPXH/TVyZj0vHKiP3JS89JkA/4O7+Lm0tsc3UsXdQiYiQXKNvKLxRLjHZk/Md246RF3KDfd63fSbW5ZjFPomLsA0stlPzjoB/+IPYl+RcRdO+KbNEYx87Z5nAziwvLdtWr8ba2rpt0vtgoT/8CzETOH2w/cbPrNtmIVPLxmxpcSmxRR6bAh4K/sLlpQr4a9rW1Qy0H7Xp7yORKj+SU3867LGp6CR+ZGQ/c3xyZL94ECxkDPbobuqBY9M7+2zurwBH4l+MR2MZaZqSx5IyJX6ed2xBLLRs3V21z163vcfug/mGfTv03nHq2up6LBtnFh0ZDt0vtO4OiEdKzbN8lTYRIevuS9xbJ8buC15Y/uAxF9azb9xnAbHTk+A89SKuf3x8mo2lmMWwqUk+yZtjfpwM+b53/3LssaWMVaz7I/tGcMF2kfcLtWgAABAASURBVM+zfdDUehneJEWTdbdMmEdJUTfleeIq4kEWnSJ2RjfXjQEyBuXCntZP/CEy+ME27YP7YNiz9bX1wN6tOLZYdpwGjizGiAwSP5SmCanEbCMYnR20Ox077eEfI4Fp6JXbieMa2uXKdi/7le73Yx8Y29rc2vpqAbq6qNxm/UGuL1/aH+TajM3NrVxEcXdvz7J9lLKBPcEXdSVJCkk+hJz8IT42Pi2fuZdfEeLPdZFlpClNIDPztoEL79z/f7eU8TOylX1Hy9q67d176yKyt/He/tV2EBn94D4Dsgl9cCye5GtVd9/Hup9FrulLvHM8POcyBtbfJuVTMBJsssKVpjEfg2hKlVv8BDp35/4Bfo22xeYcOl4gHr20/uEX0POn50f7oBeyikJeJkkhKc/9ll8SPmTq8qCXwO/Dw/jWfs/9lyvTDf43/Z3HvWwPWPD3HeNMHhd4b3wSO/ePPzFu7OM147S8tBLviE+G845DBua92JRSxiTTqsLyebmOJZoGanIfHWAsiRjgyr4XAh/8In0q+CFGwD7hU6uNmjqvMNU84+e26dcXS6ll05bDubmgv844wtLyUqzYJq063qJOtP86/RzGBGy7NlzXrLtlBZn5mPLzKful1e5btnxvtW2rjtmWY9EyOW9fgb0sTZnxW8wDJJUgrdQko/wQAH1IFp6mX8cPJpydnQV+gGNiUeTqyX1M8IDyQX8ZjZD8bfLhf+bjxp52ZA5KaYL6s/j64rsF47IUK/aJ6NYKP45v2UJ/kbMCLlH8VPeJWX24NnUsgl4hK52MoF/IL4v+PbJoocdywQQIJBnfyDzC2zeikLKJnXxynPbgfhi2mPdUxHu0AWnN89n3Vll2NvmhjuwU62vjOIw6zs8vBLqCT1xZWQ2IfnQnAwOPC+HrsClcW7fPxC7hH6uv/BTvLXNgs+gxg/rcwHWoskGZHVF2R5zr9sEJGthW8Tz5INfvXRY+GDv3ERl2f/UH06fOTzud7beyjbzDI7wSK6aOu/9L3tLX7QQPM3xnOx1X//rUTZ2F0PZde+IHsSEsnn/guHvfMRTx35H97MnZSY5nY4dp+6nHUySFpAC/txSK6EhSoMtN01iu5zJ+XnYcs9rGgfRRwC1xxkYaa46xH+9pW9+37LiRdkEWiHsax4SSIrc2YZ9diLITUg58nz+B3E1tn59sB27vxh7XuLTvHyVduv9yaR9D3wWZfnE/SimnTcD3rG4qIVN3zDX8HO28vLQcq60t3LBdw8YhN9QLIsbLetk2IsPrrtua411kjWczrku/OR/0WUvTBH3VgPmgItQwrNGkr8fBtbeH0W8/i4Cx8ickvo2n5Ribhm9HrpENbCSxPjH/pX0sPpWYH9l58XsD8i9NCfQaGSilRDg7ScE+YwvVvs2nT0N+M75ym9P2yHbKhOV9JiP2lxspG+9jzTHCmmUJ2cCOLLZ+EdmnTMqgvPhqMwNfHX//QFJIUAnv2E5Psz/0ZJtOHYknWJycMUZia+IwxnHoe4/cx6c/BE6d/iOjpTSpJ03TOMticv5WQBeT58HinWV7ye98sY3ECmCwYV3foP/nem845lxD161HC76XZ8ivKU1iKjlPUynFx03my75bsOX/0e8j74KY7MzjuAceb9r3+G7y7/HMM8cEjO2MHa/ho/CNUs1Tqmn8iza7d+M8MZ/PdZzJPGBvLtyX5h0muD/ZD0+t3UP7PGzdum0D9iLJ/UHkBKywMcgEvgpZaIw5OEiacS+ptoHAqni/ptzw3I51Ief8cNKVeQCX89FZ2sIbj788OC5gzEnq8uFJSHz97kiqfLXJjD98G2MatPmlbTwygC/bs1/b2t6Z9RdZoJxFyz9/+en+4l72F+u7yxv3P9EB/MTEfdKJbUhXqFR56Y7/bKkky1Ml6jZ13Tv7yQ+5EQdW+3kRF35vneMlHp+hP+IH813XsuPZ99b7WfzkWKrK94dYs+1btr9nDGguY6ehdb1QlHXIRiX36pekQPYh9ECSdewlx4OQY/pE2DLGcw/8vpz+JH0CdA4bMHHbTVHOYKt1kto0xMl/npyNpOrLI5I/+m937uve2g6MrW8d0beEnzn3s1bAyP4Cn0Asgb/YsI9IfBw/EQsxRtY4FqL+zjpsPjKBdc59S+RN2ZQ38njWicfGGN9GH3Z2t+t4t8f9RrbzY/MGRmQ453ZYcZtgt4nJ8GHwBG+rb9pr3vdhtykXHrBnpJJC0qytuA7BMH4HmcHvYIcuPIaXvtdjkFfuX3PtyX1+7i2OySBJ8XMb9Xx7nWOIPN6e/632JWX9nDjLqccLJtnO1O3B4/J3HkdEHsH0/qEdG0fu5NshJ28/8DrxuDkp/pV4At9Pf2nB4wbvFhYdVyzGO+/PWVaa0vhxpX7wjA9+ow/MfU2wTeaUg94js8TNo4vz+u7Q/YQT+9sTy1FHxA4dIXPsc8+x78E/o5vEGnt+58L/iWzvbMXWzmZsbpu2vsSXrc/xefOz0y+xs7Od/+PDc+RDfyVlxPHLxLaoa2NJ2SYRpPGn3aRav2LdiJha7p4DnwcmxGpX1/RzLmJkfccejm1v0r9bvvxoSCXQxaQ3sYSMGNcYZ0D2FhyTLbmPvWy7RCyL7r+NTbBP2PC0C7ZTXM8+jsfBiFmWbT8WbbdSZhnjcZzTvCnPxeVnZuFhLuAiT6dpm/pYkvlt7BOawP4xfrBsnigr+XHZXYqdWm1jyizXukLMhE6FN2TYSeoNKcS5qUsjlU80pcQwxwbmYsFxOGWR59s+HmMR+LJPH/l/i0/xifEAfBrU7Wes+8a/tboLP01TQqK0yG363W+f9S3F/GDzsbNzfn9HvYgXl43v6upKrLnfsLa27vHY9zk2QjvgN2ifJI9F0k5QHju2BK8N++P39jdr4GU8lxaXqn3JthoY8yonErx+vd+dA7NH96/H9h34fnxvR4zpXtimI5PEu8QDk+lLYj+1UZEU1A088CP4/6yTx4XgK8d8jGXy6v7CunnNcR+Ph2EDeTbebOQJvTnlXWPob0khlWhKEzybZS0tB3Xn/0oo45P7Zixw/4k2NJHSrpm2xx99D/KOnK2trdfxK8v4wvy7oH3gaWI9e3Jsf+cYCFyuHTtis0a2lyPjgV9gzIG4vOO3WJd5tpg/SILfSp0+zi/Mpw8AozW3+Xv3nz54vB5+aNuP5vEj/FnuqM+G9YKxFvhEfldoY/NK3fEr8EvepZSQFN9u3Snpx9e+vff3dCzBr9o64SPtISxvtAt9/lvHYYwRI6dHx8eBH9rZ3c33RPnjW/QJNu2DNt03cMq5v/GDXJ8/+93SZmxtb9f/NT868pjzWdC2d34/inzTnpXC5Yc3+HAS4uv/FIEDFZYUkslyhqxBTVNiMFBSk6mPfY7zhXsVufFuln7XDfbFcSKx/IXH7dAp3v8yfsn1Dvt8yF+U3ZEPZx/8wNB+KMfabe8Yh2asBZtK/xr/gk409lNSy8Ts6X/PjqSKl+0VdSB+vxlf25+P8v+zDg8OgvefW5vbkT/EZXn9krSVx5/zx7nq/hf2f46QcT/72fQ3vzNF1r/4fenm1naVc/ebj9sf5Lq9HedYBjHu236U2TUwaslJsE/6ryW15Ujee0NVfhQWt/Bpp/V6KV1a8lwppNX2+UpwMzYCf4Y+I2P4LuwF/SJiX9oDip/ZJGXfj/yRI+RpMBykfxhY9gYDfKtLVHhz/GZ/gfyCK+W80kP+Tw1jDlOPY/tms6gk9r9LiryeZZcmmqaWSzyHfONnh8M5v4NsjAH1V94fs636y9nhP7BjU2sfX23udKoIuRw10VinBsOh/e98EFsSw+CL5tyHbMynwrbacZifjLeb5CstcX7imB/fSTuhGzO83B/g3SDtxFgW9/qxcLZ84l+5mUOXUb+xMSVc347U7rcp10qUkHGZui60+/3dQ9zcjOPq8jouLi7zf+bOz86t8xcx9nnqCKi0a3Gl5MpATrLvOWllaDqdBjjT1kv29YwnEy9Ai7Z3i4vvEv8qg4XHe/qDI2BxCEktWXssA+gAsc7Dw2PcOd4Zuw9IzINN4/0t9oZqz80N/b55MejfETvyI0+kHz5sRI0dV319KZCnTmakWla0m8SxJbq1p5zu5JE4lzGd4+NT+6y92PYY7M7Obu7zv1rHxyd+L3eVfoXnXvlZjQ/up3zKuYkfYoO+it+xra295adp60z54vEkSakD8IsuhLeOnwfH5OjZpWMIxoYh9m9ubgJe0cUXj5e/+J0PuuRHf/bzwv9q398HuJIX9Tl2THnk2JD3KSfpOy+zDTrMJUXqcYuXpKxHvNm668To2Er0eJ33024XMPnk99J/+ctf4ocfPiU2a+5zo+/cD9/U5fLyyvaD952XfkdyZftyk//X/eD3+M9+30lx0o/L5nxPPQI9Aj0CPQI9Aj0CPQI9Aj0CPQI9Aj0CPQI9Ar8nBHpeegR6BHoEegR6BHoEegR6BHoEegR6BHoEegR6BP78CPQ17BHoEegR6BHoEegR6BHoEegR6BHoEfi/hUA/k+H/Vnv3te0Q6NPfFIHJZBrPz8/RTZxhYsf5+SiY1LG3t5cTf09OjuPi4mI2mYJJIEy6YLJJN+mECRzSjydXSMqJgEzqYMLGKhO536/nZJfuB7lI+bGpDx82Ym1tNfihKSrJxA0mqvADUnVyx0VOnhmP68TM5+eXgP/ptE4C4hlJJL8pUVdoMpnkBEUm4V4Yj5OTk2DSy8HBQezvQ/vBRJhRu7gMk2t4TlJOgOnw6rCC7wjlteFwkJOOmCDI5LX19TVjtBGf2glB4MNEpY2N9wGGYDk/vxBz7YIPTVNCUlJpJ9o0TZMTgySFEQrajYl1YHp+fm7eD9y+e+Z933QQ1OP4+MRtXSfwcL8f/NkP9eM+6kp70TZgc3R0HEx8YgLU3h64HAZ4cW08vgn44NlXXksMBpVfzknwbK4NkqSsR8VoLhYXF2NlZdmysp6TgT58+BBg8+nTp6iy9DGPwQy81tbWfP+Kn1uybC0kZg0TMFWCzdmTGLtIin77XSHA5DQWw0e+mNyH/rHA6/X4OsbYgvvHmDxNo3mxDk0WYtF/K1qJNa2brC9ai2UfL2kpFuT2j7lo1ITaPycBST4DWX9kKsX3+LjTeyaZ5UJAo/M4Oj6Mnd2d2N7Zjv2D3Tw+PTvJxRG4jwm5c8OhZQ5ZXYn36++DBTI/fvgULFiyvrpmmVyNpcWlmLceM0lfUrzdZKYkRUleSjTWZ/brJFrb7Pt72+RxMGmbRRlYLADbc3V97fO3qWPPtu3oJ7oW3qTMNSSnppBPth/uYfL17e1dXFxeWF+PvvoxLn7k4mTmC8ZpC8GG5+SM4K2UJvkFP0m5j4/ATr3LBXaWst4stAUOGxsfrcNMeDS1i56wgOKicVkAF2PI88UYSC6lpcblNG/xeHzKSYf4L3586+joMHbdPhD7LM7Ctbs7cHmwLXyOMM9SzZP9+E02OZcWeqrBAAAQAElEQVSvCXzAiXbATiIfY9tAJorSbmPLMOeenh5j6r/BYJgLn2C3NjY+xAfog20asuP9tdX1XNR8YeGdfatl2ThIdTI5ckd5wWY2wK2jwWAQkoIf2nh4uLfu3MTV9VUkH5eX9q0X3r8KFm2DH2QHvsnPZjifbUqJueF8vHtnuV5eCX4cDNlOPs0jtrhOpF13O69Y/pdi3u3YlQ1b3yPK6M5LCuSH9h0Oh7bZ71zfpVi1zmRZlhPKyYVqbPNJP+ZiMJ+C/aRPP0S3uM3GBnGF9Y3Fpd/IVWlKqCvUacdDl/rU7+5DO3TkcCT5K6Wx7xwGk5YX7RtZNAicPn38IfhRMhZBYgEfdG5lZSVli3sb+9vi9oQyI399r+6cg3w5JFnmhvHOsre8tFzbZO192jRsW2L/TVtw/qNlA4KPNbdjF79g9xr7YniQRBHWgEycOrDzbv32zs98JCVvEXJMOInnp2fHtA/BQkzoF4s0IufIey7i/fQU1Klpmpifm085XXFsum47/X59I20SuMEz+oetAtM137NsuUf+eQ75ZMGLr/g3w7QRuvjkcm6s69hm7Ofe/m7sH+7HwdGBY+yjYBF3eILPyaQu+i/VupBnR9LrOcpkQZclt/WKeVkznvD2wXK+YfuwQWodWXdd0BkWfVl49y7jHvSQOpOvisJwRS7gYDngvGT7YJ+B/uPrLi5GwSJ08L67t+t4cTeO0weMbD/GcW87wuJP2Ak/GsV5QpLzJvPoNo4j24bYjx8eubLNGdmXnp2fBovm4VNJ8T0svgJ25EsOkpx3mZG+yju8+Yzvacog5uZre66urKXfpe1oS2Tzo2WT46oLqwEupTTZB6LMK/vOa9tEiPoTZ2Arn1/wF5FYSQpJLrP//HsQUMgFAbn48n5+rGf4VHQH3T47O3UcduQ+2GGw4OKB+2VHR0eBjNGWDw8P9vsvgV7yfCmv8oQOSArOoc/oGDay64+hR8jNB+vXW0LvuMaC7wuOb+ZsSwb238UyJSn8yTwb25nOzmEb8K0sYohtGFnHWIAa28CP3h06dqEul47BxrYdD47zWOgFeyUpvt2kH5/79p6/55hyIHQv+TRut7e3uejD9dVVwPOt46gH6/6L9YK64g9WbRux7xvGCLv50fEKi7Wha8vur71zzAA+w+HAmDTJEuVAHEgyXvK1kkQ7FLcRfDw5Nrq7u8uy0dHLtB2juHA/HNuODLAACLHNxAD7k3lJNU+JNPJceKNMiHzHjr/OL85TbvYP9iw7++4bm2yjT9zHpyxsw5NtOXn78cyntmmTvEri9Iwkze6Zcx+9kyNs9fr6uu3SRsZ1H+0XiWXACQK7dV/nvuXl5fTVXRxMeVIJyXlTkuV/ai/J7u+dJPMMhczxNPB1zy8v6aPRTXT0+PjYuB8EvubIOgDhe4iRaXtkkXo6p0AuwAMqpQnJZ03F8jJwnPtWd9dWVmPdvnCDxQM9VgDGyGmNU9ccWy4H7UM78WyTutpkGRL5lmgaqMly4CP9o3Xz0jp6dnaWdmdvf899wX33m44tl/aPs0VWHtPuIG+S87OPlJyaqA9YIFvkiZxd2weRLzHDhW0Di3FzjZhm4vE6npFKlNKYr8ZpCYn8ItNiDIiriE/QyxqnrVrm3meclvbLcofsQfhGzoHLRsYN7jdbl1eMG7EDMWW1bXPR4VNcnkvLGMpiGLMtz8+O/kA7HX6wLL6SXl4mGePQJtnO9if79it1AcXtXCCRxeS+fPkSX75sxudugbnPX+Iz5HP8cNf2zo77o7uW7SP7o1HcuY+NrZJey6LAevj1Oc7/7slC4E9l0+xLcqyklM+h+3DEZO/sH5ElZArZWnXcim9Yt26uv3+fsokMpj2cyeenQD6RU8ZPkNP3ltGqu+5jWk6R705/kfvG+osOKPyXfJRoisnnuRbeXtx5esKn3N/FleO9s3N0+NDtc5iLPKN/+AX07gm77/udlXWt5sm+s/mnP1KXX03JEDsxnU7SZlA2PMALC1phC8e2O9mH4UcMzNfA/TgWdVzzuAD6C4Zg9RH/a3sHxviSDqPG9rEU22E7yWlLlCtVHsAOnCD2wYpYZXzrsSbbpquryxwrwDYRw8MPPGIXJ+aHPMkPkkTyNSEob8lXu0Nlm9W2wv/PDecC/8ePx9DO9HdW3earKTvv06a9d3/tvWMOZAMfmmT5+cDisFB7bcP9Iu4Fj1XbNvIjJpn3+MRbuaHOktzWZUZNU6Kx/IQ32oR4CBxGHutnbOnMfZjT09Ng/9rydOf4iPte7OPAA5IUrl78RzcD7U/a7Qm+xAellKD+nc+kX4m8rBrnHC9wPxNfQv27OFnfVETyGVN4o95j1x9ZJT5Dv8aOsZDZh4fH7GtNLd/hPIrlUFK8blPz5iPz5W/vT2d6gAzeO+Yk1rtzLHjnMvghaxb7Ztxyalnunun2OaZ+6Mjc3DCyjot1PAkbVOu3lDIGBtgqfN3iosebLCPr7dgGMvXJ4ykfLVfrtlf53Lsl57eQ2DWlJK+TVv4pH6L8b1NJKUv40jnHhsj2qvvx5LvRyupH91Ppr35ymT/M9j95DNlkmf7ocx+dcj/PVXleyjhm3nk2HlORXnFtoYn/xCa3s+RvE+Xj97AVLGaJHmFr0Z0Dj4vseXzk4PAgiAWJ/egb0d+g7SeWGVleaM/SVH1MmTT2ksg6SVI0pYmmaWLObY7fwecgz2D1aiPrmCq2Mn9oGb/its3Ye2nlNfZu8Swu21kHW5aWXz7qUu/yyUPfKFUby8KdWU/bzZH7GYxvQOgHY/dpO92PkpQ8N8W8m4pJpUR5Q43bdc59TOzW8pLH3zzGsb62HvhE/OZH2/yPllEIv4ncfnC9Nuxf39Ov8LswZAU8Fq3XyPq86zdwn7UpJUQd3V7Rbegh5ErJFHyR+nqbeO/f+PnDFQVKJuOmkLlXTKyM+AXieeQa2cBGXlg2Ro738Svj25vAziE76AuPNpaHxr6+sVwjE5JCUpSmRGO5oA1py3duV+w3ckyctGG/l7Jhe/GxlQ9kI2Xe195b5pGhVfvUFdshZINYAb87l7IxCMp2afHLG8Ly47skRUnZirSTz5Z3/ASLc+Ivzxx/0e87ONh3DHYQxydHOSY4Mia8r37wGAS2VSKf4rxKgANUiuXW58MbPHIOvpHtxUXeN63EmmU/cbB93YCsE2CzZt3J+no8G9vflCbzJs8fU73m5pv5JHwQ7cU4Lj8kuL+/n/yfHNex3QuPT+D7aEf8gGQOTWb1N/9ImuVJWdDz80vtY9v/Xl5dZNyGPcXmgL874zEYDj3+vRhrxmLD8rDhd3JpN2xHsJXIBT9sge9MjBpweC1LUsqhpMROqin4hTdkHTkfEz/eXOU7Uuwf/4NwYXlPfB4fYup4RHrNy4863/zm63dDklpeuhSZrqeoKz8SRZ0uPUaFXB+5z7i3t58LjH9x//DL5lZ0fcbv9xe3/V6Z/uJeHB4eOaY899jbTbYjesMi8VP7wlpi5UGqaT335/uWZFlQVmziuk/8ruTZ7ymQK+zntfslyNKF9Y3F45FvrvuxwCZiD5FlYqaPGTsRR30KbCByz3VsHnZjOBykHGdh7ZekLF9SXmusA5CktAUP9w+BnUKuaXPekRw4njnyONbI7zjQOeId5AM7NrUR8aOZZ3Sbup1/LlX4z5lLyowok3cud46Z0UFkc+w+JPziY6bGc244l+9rsYkbto/VX3wK+lT4EWwk9nQ4HNruDkKqeTtaDzaF/3xOUuIj1TS8UTaLeo+s6yenx3F4fOhxsr3YaX+Qi7Fv2g6Mnvwe3484bpuLZfsi/NK6/RNtBy/EOfCz7PjsnW323PxcDOjPNiVya92PufmKD0l5zGXsHljQn6a94GtkuSG9dIx2ZzvFPWHjWJytHw0ofmGbuk07+oVb/6nLkmsHhZyPwsUGMkU7P3usAp24c99o7PHH2sb3wTu6qdvZD9QPj9Y9P+9WdCbTlmQ/DaZz9v3zHrOh3dEN4orEfDiXMhAu34/4eSPFTvzrto43dBrdZsz4wn1v/C79hJPTE8cMxybihmPHDsfB/+N0dGK5g5A1dDJ9tcf69zxmy/+IIItb21uxxY9xbX6JL9CXz7Hp423Laf5QsN8HUN6V/eid34d0mMIbNZfxkPwtjv685CqGpCiWEye2f8/pm7AttMuVdQi9mo1fO/Z4tH9HRv2gPzxb47dSivMxkVFEyHkOHOPOWfaQu1n85tgE3cdeE7tCHx3PfnA8i61K2+DYhVgWe9717RnLWPC7b3xAtV1NUKZUGynbDqMQb7eqUynSXPO99MOw98O5uexjkz9lbfidQtpLbKaJfhbvG/j/BvifmxtW++R62pxYV6ZJb0tjHz58hd0oTYmB7exc9vPe5fsJbB71p54fHZdB3/5YUx4bj4/4tzaFN57FXi5gL80/ul1Kk+0QuVHJ3DGL7EP1WFIU8964fwF+8+ZpwTZhMfsYK/YZq8H/AK25X7nuGBv/AZ+UC73l9yM8mfeMLROrDwGGPE+/Y3FpMRbM4zw8DgfRtDwWywQ8SCVIX8lt6EZK/2J/hg8597sYxuBI8cOj7D9cx71939PLU9pJsI52o10H7vvOzc9nuy4vedzH/SD4gs+PljHqQZ04R9+Zus8N55KXNpufbNN6XSFVapomfRt2FJ9Kfuv4N+Px0e32g8d7uv9bSrx8jvM5FvTphxz/Qd7hB9+IHC4tLhm3haB9wIb6PT09u/94H/yfxbXHI4lFiUPAKH2Cx9FeHD9xb3iTFE1TTE3Wq5SSPJM21sfh3DDoD77zO9zlpeWgT7DuMYUN6xz8vLaz4yqPOaOnG/SxPDYLn6seS8SfoxfvFtzOxpvxNn74sSlNlmkWwp7E1H0U6na79A+SSnAOVYbBGftHu+CbiT3Oz/zO2f3EPd4n7eza12zO+gXdu6RMP3P+S/CjXPQb+J/q3b099w0Og3Gzy8ur/H9PYhbKoKyKY1e+ItmprPwf/Kb+JRi7LtiSRpZz06DSwCnUOG18jXs6vIipHqwr6Aw/+DdyzHHpd76M1xCv0pb094hLwD68Vfy9852PXP5g6HFobKh1CX1YfIf+vgv613O2K8PBINA7Sd/J4V9/SpLlRckDdWF8nVgSW3pychwHh4d+l7lned2OL5bNL/zgFv1av+v8TAp5/wvpL1C9/0vKPbL9xc9t+hl+dC7fmbrffHxyEiNjPh7fOs649/uDJ8cck9bmKtjMMsm/h7LI/AoDZfLHDEiyjCnkNlaJvFRlSVFTy2CBOCaFfL8qhTdk6Mnv9e7srxgbvna/lv+1eXT8hCzSHr4tP1J9TiJembZ4hMut5xvb1aZpYmD7jY/DPwyHA8t+Y35KyHzafQb96We/p3p03+HR/a9Hl9/Rk9+RvnisDr5CNW/SGcXr1vEmyTiULGdgWR4Oh+nz5v2eDT8752POv5VxPxK/9UbdIJnZUhrzM4jhYBjEiTZB/AAAEABJREFUF/PmJfs0jg3nHG80xsm3JYY88y0vknMxcT7xsu98MlboBvRkzCD6Xy/Gcur3QNhgHhEP/VtIroKi+Lv4u1ETA7m9YxBdyjmucRf30WbVJ93HzfXY44NXcXFxGaPRhd+Dn8eF03HG74+JTXGFJIWkYON5CPmg3qRgiS1bXl5yfLhiWg7s3JLjO+KH+fnaZ5dqHuTT0x8ZAdrxlZCHl5dJIFePtlvYspubcRDzYM/ov+MvJcVwOOex56VYX1+LT58+5vwt0g8fNoK+BHEjcjPveBG5kjSTvQ4xSVFKmVF4Qw4pg7KIj07sQ3Z399y/3855aXVu40Fwnuv3Hr/zY2mniO/pz3xwHAsvH7MP8MrP4uJS/BQ/kmZ8wC8U3uDnyfaVcsbuq1wyNuy+Cv9TxP7YOsY17oHvicc3wdGP/uwHnO/v7xPbM8eT1Ofo6DiOPOZ8cHAUx8cn1ulLx4d39plf/385vHW4SZqVIykx5jp2Gju5vLzs9lgPMAEP5tn95S8/uL1+CPoAtZ2WEj/4hifqdX4+sj25SP6Yx3l7e5fzkl7sU7hPqmVJmpXf7/QI9Aj0CHwXgf5kj0CPQI9Aj0CPQI9Aj0CPQI9Aj0CPQI9Aj0CPwJ8fgb6GPQI9Aj0CPQI9Aj0CPQI9Aj0CPQI9Aj0CPQI9An9+BPoa9gj0CPQI9Aj0CPQI9Aj8ThAovxM+ejZ6BHoE/sAIdBNF6qSZm2ByCpNOmdzBZF8mjFxdXQfXmSzCJApIUk7aYEKHpBkCkoJJHExYWVxcjJWVlVhfX4+PHz/k5I3/+q+/xn//93/H//zPf8f//u//Jv3P//yP0//xuf8JrjPhY319LSdxkQ9ldHw+PDzE4+NTPD+/BOfgBZox4B3plR8f/lMf8n55eXF5zy73MXEADzA6OTmN4+PjOD09i9Ho3Nhd5qI8LDIGj5PJ1wsbSMrJOk0ziOFwkJNXFhYWgsku3QSgOtHlL4lDhxP4/I/x4hgCozoZ5lNOhllbW81JTfPtRDcm0kDgJinbKdptMplkPW5vb4N6XFxc5sS701PqcpITlC4uRq7HOMD6+fk5J/LwHFi02cwSziEXyAcTbi4vL3IBqZrfUeJzfn7usq6CMt/mSSZS5U+qKTzD+3A4zElPrzK0lpOBPn36lHL017/+1XL0X6b/ttxA/zOTof/9X2Tpv/MaeP33f/9XcP9f//qXfPbTp4/OayMnGHUTiRbcDpRJ28CDVPmBx57+/QhIFf8pS4RMp5bBSepgyuObyWqlNDFf5mOpLMdqWYv3zUZsFLevPsUn/cX0Q3zUD/FBH+O9aV0bsazVeBeLMaf5aGJgaqL4L0IhmcJE2tLUelxtwFPqBAvPsOgMOg8xOR/Zfnx8zEmryNHy0nIuMM0P4vzlh7/GX//6X/Hf/2W5/K//jv/y/l//8l/xlx/+Yrtovtbfp5189848zc0F9rOUEmzoF6mk4JykYJtOJ/nDSugei2oxoQ8+Lq+uYjy+STvFROHEy/Zragx5TlJIphCHzBmOnGD88hyZ18NdsKDZyDbgpF3kCB9w4eMr8r4dB4viPtkGgwmZyHlJSv6aprFtG8bC/HwuaLq8vBJra2vBgh0sNPKXv/w1/goZg/8yFv+fvTdZchzZ8rvPATjPZDDmiRFZVb3t3fcCegdpo4VMMpOZXkJ7vYDMZKadnkJmMtNaO2206XurcqqcI2Oeg+T3/x0ADGZWVvfte2tuIHjoAAi4H//7mdwR7gj9JBVtCp/Nja34fS2wWY37uL8tPBvS0Vq1ZkyqppzEE2ObCwvsE/zQBlfiERxYmOXD0QdjYZZicaCsDlfRjlPVeS5c9FE2ma12d3N3Hf+Un3nIRcEj5dIuLOjEvrsbMkP7dzs92aVhyMWGZGQLXLa2Q3a2lCI76+vITYbNQL61I4yZNMnk1sBFsuPuxh+1cNfeElHnqWSC9r69vTEm/F9eXtrZ+bkxYRb5vpWfzfibGnyHoCgz7GOjUQ/f3O8Pon3G41VDluFtQ+2KzI9GK9bvS67hrdE02g35VRaffOAF4mSRurulSWqpZKkmfWgrjuj1+lHW6ngtK2t90zaFzbZkZkvpVp5yjv1tYbW9tSPctmTz12Mhm2GuZ/iUWq1ulGEqy+1xy2Th8fi3ugefM9ml+dyjHjXh1BDOXeFNPdGfwGB7x2gXjldWxsZvXNOULiFztIm7Cwa3YqMdoOKYlGPI3aMtwbCv9h+NRpJV2n/DNjc35XMlq4F9ltIWW2of2oXf19fWjHtYSAiZhe9qpWJpmlCMCD0UzUU6+ks/7r6oQ9hr+YhCx0h5WQsvtZkp/kklVw3VHxwGkomRZHVVccWG7BJYwSf8LviWTdoUbUi2N2TL18ZrkqexDYcjY7GrdqeTLYikeiRJEvqCbrFY+AV6JbuJn8CeQsRDxEksuEHctFjQRXaM+rpndSEvfEFdstqSb8CnUB7l0pZrq+sGzxuKhYJv8bi1rAc65vy6bCl6gw0e5DpJfjXliwykldTSJF3gNxP2U9lG6nAjO3Ahf3KiuA5b+v7DO2OxK/zD6dmJfMWF4X+wFTPJo5nb8ub+6TGLC2eLV57bR/kUbDPYZP6F+Pk8y+/+Pmzm53m5u7k/Uqq2pB7II3awr37DaLiSyaTs5IbaLNpSWGTYbEtOt4Sb/K/am4WuBpLjdqsd8XiSZIubTGUf8SUQ8jOT3MCLu8o2Z7ekXwqBBdxqmzwepD0eJKN3d7eKdy4N+XyfxyvI6fGJ+mO5fOLfaEfaFBumLNSCbp4khvxUWaRF8Qo2ATno9Xqh2+PwaxsWMQtyJBnalH5typ5t5cT+hvRvDbuwuhY+ajAY5PGc/B46pvwph3hFpYZcY6NYWBcd40UF2IJj6cPH4yPL6GP0KU9OpRPSv9ubm4h/qXfUQdi7KzeRdn/yD2VAlAdu6AC8gjmF8bKMujADL+IzbAs4FbgQq2ypnw8+6+AjW8UCcyPZTBahQ1/R20qOjbuT7YLc3dwzKviAB9oRe4NNOjs/NeI84hUWgIA/eIVn7iEzZaF8LCfJT9i2aWDJwqVX19eKe84C6/eybe/ev4t48UT2jja5ur5SrHhjhe9Q49nyho2GaN9U/XrinIb8MPEquIStxr/IZ2CHwWhjfdOwy5shT1sGRlvyneF3JGf8Tp8BWpO/xEaN5bvBLpOtXvT3G/JhxHy0BTy4q37LzP1G9t2zdkxkW7VrM9lW2op2pO2IyY81fgL+74V/4R8vLi4iNiUWpe0f27TILzHqXlPsQywB5qG78unhH+X3Am9hCt5bobPbiglFwn5LxHlwXlX7gPFgMJLuCl/5W/LFNlTCr6eSITc2+EDOog6Kny+ln/hC+hjYHnwa+8cnJyFb9A25lvvcPfJRYuBBfsgr8Qm2DDkmJuAe8gWfG5XB/bM8PjBzY3N3c3flk9hC/oQFukV8NRwOI06JfpfsUyZnW7m8bQmHjDgfJJw2oHV8o0j3ILPcH/jIHoIRuo5c4zeJR4ijWvKftEFd5UdMkSQm5qzYqHux/1tMBeOCreV94pWbm9t46TVt+v79e3v75o2xkC+L+D5//swgFpDL6Jk9e/bMnuo8L+Ji//nLF8YCQK9evzLsy4ls+tXNtcY0HhfIWRSuneXydfib+Mhs/igfiRgmhqxqTBOfQGzZVT92ID0ktkZmkB/i1dBHydfG+oahe5vo4LJeyr9ub+5Y9F3yfgT9OI636M9xTtdsQdrf0v0ho9Jf5HIg3xv+Rfpbl+9FdzPdSENP3D3qgTxC2JUb+VZsDf4XO3SC7T8/s8v8pRj3GteZKtbgRnfPxdo5/NkI3rALU9lKfC7x9V0sjieZUdHYpab8TFd9j4FwBuMN6St4BDbgI1zBF8zXiE3kQ4a6ljH5pvDBvhXYuCvTpdq4e+BFZeEFPrBB+Ezs06X6NecaL2DMgPGWzEbdSaYfov/DPWZFnqSQPW4cipIktUq1qvGihhFLdPS8oK94fCg7TJ3wffBOGyMzG9gnUciO6rcFSQ62SVVn5GRbzxOQmR3JCym0xTU63lJMwj2b+FvlQ76Ug61EbuAh86vVqL+7m7ubvvRRahb1Q27wSwUW+DD6MCey+ecXZ5nfktxwHdhleFjk4e7Gn/1am7rW6POCJ3GTyF6HL63Woi8LDshJYNLuGPLCgrxVtVWq/qInijWUySIP6iTiGF9GvIpOgQUp8oJPw+cTw4HLfOHPzHRrThkycwXpc+WPDiD7N+qHImeX8rXEZOQD/vehEw8xFsr1lm/sQxwWdatSN8Ws2Cf67D3JGnVsaXypXm8YtiL0qtlUDNBVH0D+czy2VcWuyF7IjewNMol8ci8+ryY7k6QpRSk8FOfiOw6+8OXuFvwopqjJV6LDHY3ZDKSX5IuuhmxLNrckz1uSWwi5Jg3ivPjYFMHXKnotX9/TGBntRl1oJ8oxNrU3yYI+P1788DPtuKlt3RLVnTbhRUS037niO+Im7O5RvNDuvRE/cXwu+4u8ZG18r5hxFti6e+TlnqXUMRX2tFutKtlVO7bbbbVf1ofDJ4wVtxBHg+2G+iIb63n8LZuRxT2KiYQlNoHfuY4x1jW1O21CHsTe2KVut2fkX9iIVLoAD9TNvrARs7FI541iOOT2UnYTOb66us7G6CXXyDdyzu3RR0zcTB/TxjF1C78qOUVmh/2BsTAeddpYf/SjW6rP50SdqOPG+laMeXA98S52L+onvwA+Y8k5MTP1RBYjrpN+tIRlJuM1SyWzaZJEO7rnDIrH8vPjCIDSgoQZ+3ONJU0VT9DujP0Rf1zreSyycalnF+hG2Ehdg1ygM5SQSC6QB89T5C5VnxN9Ryajv8l4rOwBbYssZ7aEOH87i/fl/5AHaAuZF23I1mysb0o+NNahPhNytSa5QPbxjRBxXMiGxg+xM13ZLMosZAPb6U7t4PSRXILsru+c+IV4hvrhO+nHMxbKsxpi6/fq/xGD4U+vpCtgc6+xwKniIHBwd7Iw9yJNrPBb4NBSPwSfNZQ95YWca6oP8k79NlXXrVxHNrQftL5h1LWQfXS80+6ED6ROYLxM7lm5Jv9E2+DHbqTDtNvp2alhu+gnHH08ki17H2M52LJrjSNg96gDZJ9sRZ6fnPyrD8g/I4tYBezwyYHjwzSwwxe2sCca66JdV8drtiHbuIVvASPJCfubwglbgSxgB+nzdRRzNupNK/Bx98jT3YNnd//kOMPpPv7vgBcjgBWYnGp87iy388gDtjIyyL/cPfbyJPZ/S1/w5Z7xaJIHMKeuPHe9ur6Mvj9jGe/VZ3z95rW9fPlSfcXn8WKu5y+yNHsJzLNP+osv1F9kwf2iv3h8fBzj7Le3d8ZLFOiTUhZYLIrn4A9O7hnW1B0MMrl+iLG5sKXYCT33SZLU8JfI6UD2arSwh7KDS32ALeRc8r0hGxAyLpuHHVi2AcRRy3Ju+ebu8oNJyDn8YNPQL+wVNo2+ANjbUsIAABAASURBVLHMh6P3YRPO1Ve61lgjco4uwjv3mTb3rF7atcc9+2Tf/orNPcst8zdTw/5gryjXPZH+psKpYV3Z8pH8BhhsCY/wDWEHto19bOh4ZVXx8MiIC7D7DY09LnCRP3LPyrJ8c3dzz/oI1JW+K/XHx51L5081BoJc838UnAe/aDc9W4Yf7Dd2mbbBBkG0Fyl88ryOtqJ9O+J/2R4VPtI948HdLUmytnKz6CsEPxqDgZ9L9Sl4kRB80Xa04cPDneLNWdRBtyu1IPtVN7jPGKAN1dMI+36vPhA8X8pfnl+cxzN8Ymv6XcScxNCP7f6YR5bTp9+JdCeLNxsaY25FrEsMiK+g30S7V2uKBdMkbgw+/pH+Tlz0T3xFd4Q8tFPk92Mp9vVeeo4t5LnJtfzqlWIm6FLteCkMeAnNleKpL1Jcf6Wxnct4bkR70/bEG6ca92HMFv/NS77evn9rb96+sXh515vv4yVy2HHsOdecS6cp41ax/cPDvX3qv1zy4v9EzX+/P7t7Xr+5+mbT+N+hW8VB17JxYJK1x6Wxfxv4POAhTXeZu5vpY9oS6WWaJLJFlXj+2oz+W8eIZUcj9b2j77YesSm6jw0oCNvEPummYlh+31AMg83Y0LNf7FaQ7PqqaCw/QL9ppOcx2BfK6Cn+6SieaWo8DJ+BvU/Vn4QvMcxHrCaWJiL1fxhTbLc7NugPHp8xr2/kzwg3FEuuG/n36Iur71RXfSoaF03SRHnNZVM+JVvakHkVZpQPH+gasSh8kufaqnCIem5msTz+K7fTW6SMFZDG+S0DF7DATvLSK+w2daSfTBmUVRSfNYdbmqRWpR+tsUXqSX93oDFVYkTyAUf4yGLqDdsQPxvrm7aZ+w3K3Mp52FbK2FtG28YYRrEf1xT8ci+0zjOH9ejbgm+n24n/IavXsrGZJEnM3XOySIXmQv5uJGdXirvQ59M8Fo/xuPMLY7w9G8edGjYksDZXfRPVt2pN+bO22pV2o65jyd2G6rYpvjbUvmvIj/rIPPfo4G90fZqm9qWNvKHiN7FsEPynyJDGoCiLdh1KFsfKF5+2RbsVmAi7OOYcpPPgyTnGJ4Kf3Cd3NSbRlPzWZJeTVHImW4o9widcYwfRSeGCLmIzGcPFH3zJXrl7+ErqlqpvSZ6tVtvw+5kMrsb/U4FJ6Jz4XG5z9sFsS7gx9rAhDDdynQy+1R+Dd/oTY2GMTI0UezD+OlCfrd8bRDzCOFZDukP5RZxh5tKfiLT5st/65u7m7sHmfDYPuQN3/j8c34EPwZe8yZ8nPX/xIn92RN9g+bmS+gd6pvTs2VP1H57Zy+9fGn7orfrKH4+P5O/PjHYl70K2JQJRrntWfhz8C/py9wX2M/UJ6B8g99fSBWIE8Mff81LPY/WvIPah45OP6reL1IenH/8+/q/krb1VLMALPRmrIG69UtxxK59HPEKMu6zz7ENA7oqPU40TIsvNsKtt63X7EU8P9ZyDcWRiK+xyJuupeE+4VfKuoCj2ftkv9ww/6oDdpM+OLaVPAw70TV8gr8+R1ef2/Fme6vi56Nmif5udf8a5L1BcG+efqV+c0XPd+1x5v8jlnLkEp+ovgDf9J/CmTUFEbCpxUfFZ3i/O/cRpNMk82gZ80DnaH6Ifgx5C/M8IvGKLl9M7xa/U4+7u1rDRxOjEoef0i+S3qOuJ6nuqeJS4lHozpjCdzhZlLtcIHjguUje3RL4SG04sj1w19IyiIZ8VNrVas1S2neswpPMYj5zG2ELw+vBgj+mD+ktZuaZ83bnrkewLG/0v/BDlI8+VStUq8ntVESnn4c/ddbebuyv9CT9qH+wfRK7ubo4OJqnhfyvipyZfSSxHWhFfaZroUhcFIhGrxcHSl3v2e9He2JR79b2WsXrQOCVjE7Oi8OL+7Nbi6CdJ3TzykSSK35nNbGoPdm+38zu71t/F/MLO52d2YWefpOfzUzubntjpw6md3J7YxwuNVZ68t3cf3hrzmfBJ/M8/NpH/ryJuuL+7Vxlzc8/KpGDkDWLf3S1NUwPPVqtpPcXV+HXi7YHiR46JP5FBrkmRP3ezcvtDIKDmX8gGMlHoyIPGm7GLBVFZ+jbtdsuIf5GPtbVVI0bkuT1zAkm3FO8SP/IcjmsGg77xgreGbBjyU5E/dX+URXYT6bh7dq7g4UG2DJ9/rr468sx47Ime0WNXLzVegP/mlobGnfr9nvp0K7a2tmabmxu2vb1lGT9bsb+VzyNbXeV/vxWn8nxMY+j0qbAh7lnZ1NHdAw/3LOUcPIHDrcZx0amzs3M7PT1T/HYRYxHweXNzG31pruN67vucOA+BMbaH+87Ozgydff/+g1FHXqhHjMIY0M3NTdhz7nH3yM7dP+HP3S1JkrDTYNxRn7jPvJ38pWTMndvc3Awctre3AxewKebabQov2mo8Xgnd57kQ9sC0ZXw+xPg/db+X/5vKl+mn4IG0pBKBEoESgRKBEoESgRKBEoESgRKBPz4CZQ1LBEoESgRKBEoESgRKBEoESgRKBEoESgRKBEoE/vgIlDUsESgRKBEoESgRKBEoESgRKBEoESgRKBEoESgR+OMj8EepIbNH/ih1KetRIlAi8AsiwMSMgqbTh5gUyOQUJqocH380UiZzMImFiSNMWmFSBRM2mGRB6u7BcZEPKde4eyxm1et1bTwex8QWJm3s7+/bkyeHoieiQzs8hA6UQuwfLs5PJhPj+t3dXd2/aSsrI2OCSDHpxT0rOxj4mb+oF5N6mNRyeXlpTHwBn6OjjzF57cOHozjHJOuHh6kV8/DcPSabuGcp+UCwSz2ySS9tGw4Htrq6GhNdJpN94XH4BTqIc0+ekB4ETgWW3LO5+YgR+TLhiXairKJMd48JN+5ubPA5m81j8s/19VXU4cOHDwYdHx/b6empMZnn+vo6JtI8PDyobnNu/YSm06nk5zauPZbsfBAeYMOkoI8fT5TPWSw8eH//EHjAF/IDuWe8kCF8zmYzdq1Wq8ZiMP18ghSTtZCFg4MD++qrJ0HUP5Ohw8Dm8PBAaUHZueKaJ0+45yv7+uuvRV8FfuQ1kZzt7u7EBKzBYBBlMtmrWq0YfLo/8mfl9osigDxEgRI59udMB5XQurvVqlVjYjsLUQy7Q1vprNpaa902m9u2Vd+1zeqObaU7tulLlOhcsm3rvmkrPra+q72tZXWvW1V/iaXmUaC+tOM6cncdPH7gAxlF5plUhl28u78LvUgradi9bqcre7ViGxubtre3bweTw4z2D2wCTT5N93b3Y3EVFjoZDoaxGEWj0TRsBCVTHkTZkLubO5SEPuvA4AdesE+Xlxex2BALNNze3ki/7+J38tBtutzN9CmIPNHtbLGCq9BjdP9YNoBFiWLxgfMz6fhN5GNqjyDl4e7KRkSaE3wzGY+2YULu+tq6sZAI9Tw8eGJPDqV/osODQ1tgk2N0qDTO67dif39vIny2jQU8+v1BLBDFBEj0M2RCNgOW3N3SJDFP3JgMTfvwQhzwyGz2cbxoIepzdpotFHR3qzo92Gw2jTZ0z+piqpX9ZJu4FIPgPM8XIHZPDP4rlapkpmksyMBihxvrG/IDO7a7s2fUeyJZORAmB5KbA+2H/Gif3/YlW7u7e8YCN2vCOFsophMLW1elH9jXufSFdif9vDrubu6uepvR/jeSFbDiZWzXV1fR3kzC5rciD3cPuUQ+e91eyDnty8Is8LErWYb3zc1t4/zKyor1+4Nos1qtbvC0zMcyX+wX5O6WpKlVVA8WEOhIp0bDUdjpzc0t295+xGgfPCDJSYbLxPZ1DFbgxjkW5mYxGBboHAzgp2P1Rj3awN1NQNjjpsbSAbwo+U1+4G0m3w3BYJpWrC58Y+Gcft/GiidYuCcwkPxgh7a3tg35YgGcvq7h2lq1Zsgh7eIuHJQZeUPa/cGH8yy2UK/XFY918xcOyu7K1tEme7sTo8z9fdqA/SxFVtF/5IPrVlfXbLjUDiGvam93D9OyKDiaIr4Wp/6SHWmc5Frf6Jt0wGUTKpWKMKrJx7et3xuEPUGWkFf4g+8DYXUg20PKMbIDsQ8d7B/aRHoInrvSvd2dXcWnW/HSi36vb41mU3gmxoIM2F/szrFiIhbegdg/PT2R7bmImGou2+VFhbSjj0TRg2gTCGza7bYNh0NDhsEPnieScXg9PHxih5MnS7b0QPs6J1sbvyk9UL0mtMnexLZ3dgzdxF50Ox1rMMFdcpCkSXBCG7PjsqXIhrvLRhLj3cg3nBsLXZ2cHscLbKjTycmxzl+EvXi0FeRgUQ/LN/KFWFD0Oo83j46IN9/biWJNFnzJFh2Zyh5ncSC3JuKDFOJ+iH3OJ0mqWLEmWeyELGKHdrZ3bU/9Btp0XxhNgnI5FAaTIGGkdn6SYwOeyAILRYFLp92JfFX14IV2inJzUZRkWbn9/Aj4chEcQGoD4p17xV23t7fSpazvgm69f/9O/Zf36nOcxPlCHj/JRo3q7iGb+pa+poY9a6vNB4OhjcerhizsSb8PJR9fPVG8cvCVsY8eHUj/s/TQSA+lW4fSvyfSQ2IbzuFvQpYGI+vKd6FjVfl60zbDJil1d0sk29jTuWz5VH1HFum5Vn+LRTVPTk7sg/QDHcFmsGDPrXw0daL+he2nDu76FtlPtCHry+TuwWvYUGx/uxP2aG11PbAKnZNtoe4HwuxAujUJvTuwCfqm30j3tb8jm7m+vmnEOyzSQqxYk+9K01Q22zJ9k82mfMs396x+4GXyEGCQvfDh0ohXGKOgf353dx+2akY8p+t0W7SzmVuxzWRzWUiH6y/Vnz9XbAu+9Fc/qP9LfHhxfm7kz7Xc6e7m/kjkBX8F0YYVtW8mR7mtVky2K1s0oe6SmYnoQLKSEbgc2L7wCP+ia0ihCbh9cu0TA8+4T7hi15DP1ZVV+bG+deQbQr6qVfGY23DVHR5/C+RiQtBJflwEf/Ms3ry5NsYXTmX7j+VDjj5+DHnHpyD/N9LtwF83u7vq9mVK1e9iMTN0d21tLfoK+OaJsMW+f0VfQ7qJ/k7AX/gSFx6EnD6xQ+nuoXCFwHhfek+chB9oC9tavWboLvLp7sbm7gt+OEYf6T9dXV3a+cVZ2J+Px0f2/sM7Q3/PkSfpLrqfKBZxL+7X3T43zpPH/f19xAX0KYMkz4yb8Buy5u45hhYb59iBt5raHznAdw0Ho4iVicmJVUIGqTf1p95KJzrehyR78TupjifCbaL0ABnUeMtBYCOchCH27RA8izyUz55i/i3F5GsR0w1l73pG37xaq33CK3zCL8T+74WQwTv1Ey/Vrz5R7Hb08YO9Y6HeN6/jpVwsjvjy+xe2IBZTD3puL14+j/OvXn1vr1+/sjdv34aMn52fGgvT80LGAgd3L3Z/o+k87PPnzLm7VSK2rsfiqfQLWfgWmZhIltBB5Cb86JOvLUu/MvTyCX4VuZI8cd0hqY5JD/kNWhw/Ma4Jiny+tq/zlPwPJKcTyeOu+s79X9ZuAAAQAElEQVQsFjsarURciE7Uqo+yWMifu0s+09BjFgdC3/C9l/IJxKJB2r9WrIpu43OQBdM2nz+2lZvrzE/7gceCyBn/kiZp2CF8TFcxBf3hdcYLtnYMP7OH/obOHtqB0knQofyv/Ix+4/c92Tb6D+vy29xPPuF/hU8q/0tZRblzxVkcu75cdUzAyxMdyX7rmQGxSGAlvbi6ug5/ebf0AqoCK3fd7bpNPom82YNcebp7yA72u98fZLHXxpbtqH+/L9mh//KV2vhJ0FeLsSPkhjYn5uIaZCLsErICIUci5Cj77UncG8eyX+T59Vff2DfffGNff/V14IXcMGZH/7jX7YcNy+INuBUJD2mAdrKPu1v2+1xjbPcxxn0uO0//6IIFgPMxFORqWXbco+am6tuvsc3VDsvlFu1cnKPfV5U8NNSX7bS7xjhet9sNXWqrv9hiAbI8XuMefBftCrk7p6yIZXmxzJVwuLq+jDHJy6sLY/HJG/lCfB39ZO575MEFi5u+jI3f8H28tAbfSn+6eIHHreKDAtdC1rhnmbifY9qpojH9eq2u/m5TYwAtxU2drG7SJeQPveKaaq2q39vWz+VxY33TWICMmAKZ3NvbM+KvsZ5tMY7Sbnei/1DJ9SdiT1WoKNvybfkYXSOmyMZssoXpyC/rv+7YjmLkPflVysOG7ssf70sf8NPEiBnt2x5jgLJ3G9KZ1fGaDQfyv2or2mjZ5uUsZEnIcbb7S3yrNQ2xCEo0vqP+z93djRG3H2tshJj76OgoxhOOFQeeKx6/Vh+IGB1ZdXfd/0gLnlUP9t0zG4KdJ15jIe+x+nBbikmIlQ/kE4I0dhNxn9KJ8Jws8Ny3/cX+gU30G9cTF4Z9kR3heH9PYwhqE8bRVoX1QFi3W221fcMq1aolaRp80s4z2l99OtKZ0qn6HA/q392rz3qvGI+FWqeyocjKTL9xT1EXc/ZEqt9MWLkwQza7nV70mbD5LFa4p3aHL2wavu8Aey/e4R8Kfvdk+3Uu6qdnXRNdw3UHwoT7wnbKXoYtla8l5fxEeCDvW/k4LrFwV3rCWGylUlWfuWLu+IKCWfGrT1EP7ZafAgEgCtKXPsg07TrVc1NkAf9wL7m4k1xAvDSlkAm3xPD97m5u6vlKJpRo383dDbtWU5zdbXdCNjY1Dru7vWfYhQO1N22ZyfBhyPUEWUCO1b5hS5SGbOj8RLIBHSAb0Sd6Ej6zkInMj35lB7puV7K3Jf2KmF/j8p2QDY2nJ8iEfbr546FYVgw5W/KXZ8b44bGeNdHvO/ooOyAbQFxBLAFW1DGRDhRU5AZGEMeMkbaki4N+P8ZiN4iLFENMJP+Hqg88QxPVd6K67otIJ/nxJI6l38JmR/eNNX5ODBDyrrF1eHCX7ZLvDBlXndw98Kd91DIGLw96Rn4r33Z5cREv4Xn/4b29f/8+6khfl994OR9tz/XKzszILL7tp96CV2Xq7tLZ1CqK07GTPT27yWL0baMtkZeJsKDtM1tyKHmBCvtxoGPho2u2NaaB/eMFD+RFnmmSmrvwwe6JLN/cPTuvis5lB2eS+Qyj24gDwAQiTgh7r3vdPb/795O4P/I809gT+owPO1c8SJ+RcTwWcn/1+nv1B1+K1F+kj0i/kTTo+aK/+P2iv/hGYwjvjTwKnXgQhshO0bag5P5YPsd/dKLuc8lTET8mqn9FelqXLczswMCwTTuSVWKAifQ65Dv0HFnOCDuwL5k+kE1D9g/pQ+p4S34PG0Askfl42Tb5d+wRtjvKl6wWOLt7ZguSzP7dy5YT5/I/VNg3xrjOFdfwkiTi2Js8diUfY8vtOrtmrj++7W/eyB8iI3flK0JfGZ/BBqyMxvEsiHgCOwAOxASf2ExhB4Y862JcG9saY7eyIeSD7QV7d6cY2XehtIRNnNQXfEDILvZvqvgHW8AxPLWabcWvAz2XWzP6YTuyw2GXlux3ZpsOZItklxSLEQNtyQ9hy6hP2GvZuFRtldllFbz0wY5zGHxIj7DF+JlbtQfP62iz67y/z7gbvHEt1YG499cgdzd3l4xlqWkTyuFz7hU7wDf9Tl7+hs/Bl55pXJUYm/rcafxqKt9EXXRr9pHMcQy5u/JOwkfQng09EySW7umZJs81e/LvHDNWQCxK3yVJUmPjfpl3tbu84F8BEvXQnWQh0pHyIM+CaIOCpmozaK64OCPdqeuDD75UDwFlzr7I3c09o0S6WVAq+UBmkTuI4+I3KoJc4JPw49hecOWlKS9kp59rTO/7Vy+Nl3S9e/fGjjQeeC47z/+azGT7VWx8VGykf8QvV6WoH6RdwyZO0WfZvTvJ4z1pjF3fxVg/45xztZOb/oqbcvnj/lQ6W683jBe/EVegzxvrm7an57gT2ezot4WNPlD8SVwCHdhE8R32e4KN0nWT/YlNlGbXH9ohtkM2/VB9OOzakydfR0zL+Yny29d9O/IRPA/PbFrf8B/1GN+owBoCZu5uSZpa6EazYdgaxok21e/mfogxuF3F3thSfA/ja8TF2EhidGTMnOwyGbd8A5eCwJHTXIuetTTWwvgLecEjfU/s9C62b5d4TBiovhPVGxyozyJV3Tje0VgCC6WvjEYa7+gaOswzDcqgLMomNeooHaGO6DpjCWt6hlWUCV70BRg7g57wXFRjaZzL6MlifBa8OQfm7H9O9CX4PVLl85XG4L75+mv7u2/+TuNxX9lEddqW/afOQ/Hd6XY0btMI+xS8fvIlUPmIf/fsZVR3kj9sIv4X38sLuq41DnVzexd9j6nsCPXWLcqzYgXWtCt9Xf4fd0t+ZVf9HHzfjmQEHDbU3mONLWATG42mpcmSDRRPalmZDwn20j7l6NBcvGFjwJc2YEyNstbU19hUv4364u8OJJeToj1J1Y7Id5BwoU2RtS3FKIwF8ByQOKXTblvIrXiSqoXe3YZfuzHGz/BnUW/FTY88CTgrCNk0c/eoV0X9fHAh/hnl/3uyp/Hjg1ynImVf/KJvBc/wGTIo3ifid1Kkuha9O6RvqTEHxmvjGYBkCPk40HnyoQz+n3ms8bXBoG+Mr2V+vWpiLvClfhnK9hvdCkxJwXUuGzkP3nmBAs+e6fdkvuVIz5PexQu2XsqvvKBP8P3zrI8Q++orxPHz6B/ge16/eWXv3ulZkvqX9J3PL84X/39D20LLwKhJlw//8PvuLlFxQ99MG5ij/9gDxhrx5bzw6dtvv7N/+NOf7U8i0n/4858N+tOf/mR/+rPo2z/Zn7/9B/v2u2/t6dPv7Omzp0YbvddzXewK//NPvxW9Kmy3ilt8iFs4INZAhjutjhFTrQxXon+C/9jQWAV2AJuLbXDPeFfCrUGft2ec/Jm+3IvyPcNPinYnn844PjHmkcZo3kvuXvP883v1ZRUTvVBMFHKr/ZeiFyLSxTPRhRwjy58S12b0POSbfZ6pvpIuvFY/mJd/UeaZnpkSoxPL0m+Y8kIPDIGJX2Nzvn4REiShy7RLMaZxr2df6PW1xq6v9DzsSv7m6vJKzz1Ei/RS494Xxv+X8CzjRDH6R419fdAYEfEk9f5emL5++1rjRu/ixSrILHnRTynkyf2HdYWXgtzd0jxeqdXr8p1NxTWteOaBnNUV32eyhr80m8knzDQOzTg1sgw9yEdOFdNNlfIbeVux/bD4iN0XPyce5VcU11VFPBuBnyRJQ6bclQGktjNt0YxKf6oP7RN5LTJ2c0/M4StJgrdU+MAfusl+/K6bFvVcZKKTn324BkzABlpgpfifPsBceJoQgdx1M6Tkb/l8noWb59nNbaa/B3uwu/xFXGfzE/swk0+ZST9nz+yF6OVcqT010ucPT+353VN7dv2dPTv/zp5+fGrfvf3Ovnuh/RfPjJftMW55fHJi+CnkmmcWVMk9K7eoP1gkwhR5akiueGnSYDCw1dWxbW1t6VnZpvZXLfPlbSOm4NpKJTX3LC8rtz8IAnPVY76wjciGToS+0QdqxYvaurayMrKNjQ3b29u1g4N90UR0EHQY87gO7UnMFTzUuYmeh+7o+nXdt2LZM9eW1dRHQ+7Iv6BM3eHBJFtQNiaNrNInJR6G8B/wxv2NRl159uL/pTJ+DgweDg6ylP3DmKuY8cQx1/FMmDqsrKxEv4p8yI+yyBuyfHN38ePG7+4uezuLfgh6dZX7ikt8RPy/ybUt82ifbeRLGWF3NKbDtYwNn56eGbENxP6V/E/mM6Yqr8Ak48PdI1fyYsfdgzfsYF39cDBeW1uL9jk8nAQeh2oX2qTAgmMowwlsnhhz8/gdfIjhV9W3wRbQj0XnTdssbGQmIzr8pT9leSUCJQIlAiUCJQIlAiUCJQIlAiUCJQIlAiUCJQJ/fATKGpYIlAiUCJQIlAiUCJQIlAiUCJQIlAiUCJQIlAj88REoa1giUCJQIlAiUCJQIlAiUCJQIlAiUCLwNyOQ/M05lBmUCJQI/MwI/HazZzIGxMQOJnUw8YpFwJngS8qkjvPzc2OiCBM7uI4JJUzagNw9JplQQ/IpiGuYnNLr9Wx1dRwTsnZ2dmx/fy8mdjBpo5jYwWQOiEkcnIPYPzhgsQEWFtvR/Rs2Go2MiYRM6nB3ivxk0k9RdvzwE38x+YXJPEyeYeLL2dm5gQ8TX969e28sKMjk3Kura5tOH6J0WHT3mOQCHpZv8MlutVqxRkxe69hgMLC1tVXb3t4SRvuBUfHiLSa8ZHQY58GmwIgUmkz2hdGmrayMYtHMYsJbmiaL9nH32E+SJHhyd2OyYFE3eKe9qdP79x/s48fjeEEX9WWCKfIxnU4Dc934yYc8bm9v7Pz8Iu4jj4yODVk6Ozuzq6urWCCAG5d5cIcPzoqb+dzIi6NqtRoTSJkYNB6vGBOfeHEWWHz11Vf25MmTnA6VHgqbgr40iSq7lvu+/vorI+V+8gI7ZJPJR8PhIMqs1WpWqVSFU2pmj/xZuf3iCBT6QsHsQ+5uVbVPs9mybqdrvJBr3B5bvJCrsWVbtR3bquzYJpQoNZFvL17OtZ5s2oqvWs/V3t62uv4qXrNUf672njPrlAKdr0eibAgZZUIfNoGFmkk5n6YVY9J9t9uTvRrb5saW7e1NbLGI1OTQJpMDm8QiFdpXeqDj/V30d9tWx2s2HA6tozo1ZRsqlYpJK0In5nNeUJJNqtNJc3fJZxLk5rI7U4OXq6tLu4gFkq+MBYVub2/t7v5evz9Id8nDzF13FGRuLCRAfVi04+r62ljcgUngxyyWygshPh5Jt8+MBYewAba0KSdz17eIBbDQ7WibRisWrRkNV2Tb1m1ra9v2VM+Dgyf21ZOvjAU4oIODQzsQBgfC5pB9EemhjvntUNfv709sa3PLVlfXjIVH2u2O1esNSyupqVLBv3aCjyRJYwHL+Wxm9/d3gQE27Pz8TDb7OBZPisn98UKuS8OvUXfalDyomjv1scjPfrJNUiX7NheRpbtbmqaGnWuorVkIZjRasY31TdsRVix+Bl7ICthAk8DpwDjHmb66MwAAEABJREFUoif8DoEtCwANBsOYcE9+5JvI1lMedYPYN23uHnVzV5q4zsztQX6LF1CAFXHA1fWVsLvJ8ZlKfh5tP7izoEyv17cV8by2uh6yHgvK7O7FAo9bai/Oj0djw4bju+v1WsirCoxPwQ9pQfDJj+6JpUliVelAXfigE+jG2ppkSXnzooHdfLEcsChob29i+6LJ/iTDSZhxjus31jdisc5BP8cJGVIbuLu5ZRt8sFek7P/2CFmStEqWZrNsP5HtYeEFcO73B8bL65CLSSzKemjISSwolGNAm7RabavWaoYcuvCmntQbYr8gjpfJ1S71ej2zvcNRLCyyIVu3s70T5QT+e5LToInRNpxjsSH42Nra0T3rlslr2+pqh2q14MNVsazkR2uXHS9+KA5/JF3mdSaMyAddwJ7WJIOtVsuo/1j2dmtTdklytLcrPvcnht05ZGEg7I+O90XIEum+7PVE8jTZP7Soj+wZerq5sRly1ev1rNloWpKmxiIdvHAh7OgJcdBHO/74UfHRx3hZB3p2d3drtJ8hf5Cp7kFm7m7wDNWEDTaPRVtYWAtZ3pOewQP2kUWtSA9lOw/gW3QIyXYWv2FLJ+J/X/XZ2d4NmzxS26FXDfFcrVUtTVJjk0SZiZXMnqfm7oaNvFWMx8JWxLonpyex4Cw+gn18BvExdqTA37Tp1rhfu/HhN/K6urk2Fnchdmax0pOTE/UzLmVvbsPWzGS/udbd4353X9wfO+bm7pamSUzMpx4L+yk5xDbsqX0mqu9BtNmBTfL6T/JzgdHhE5vo993dXfmYTVuVLRvKjrY7HWNxKzeXi5mJhErIktIiPrBy+yUQcBWSkas1LNqChVjvFdfcKr65VN/i7Pw0dItFRFgsCNm6lg9jsSTkCFI25u4kSm1BlSQ14jYWNBv0B/lLITZtVzp2iA7xMojFomGKV6T/B9KvZeI6iEXmJpInfOG6fNVwOMziuWbTsD+mDdlGhNw9dNzlg+EP3SEeuVIMxoI9vPQO3ThSDHZyehr6QX2pN3HYPGJC1Uf5mCm1n3abI+8icnV3S5JE+paGXqAf2O9VxWS8nACbgr4dCBtwOMjxmUjnJtK3faXYK/bRTXzxKF/IAntckx9K1A5q3bCJM/k1yzd3N/eMEmHFabC6kT26VKwb8YriXo7vFfNhX1gAUoKiS7P7dHvs60v5z2x5wU36pyeyP9gysP6ouDfsmWRrJjukwg1KlEmSJNp1YwMffif1xLNYRX4xbPVgZLwUZke+ZV/1n6j+B5KLT3E5MHwjBDZBupaU6ye6/lA2PQifpP0D4crvW/K34/FYfmxg7VYn5LeiPpG7eMPhieYImRiFPyW/3kcsuelPvCXCiTZ+mN5HfJn5k5PwJR+Pjwx5L/BH1sFXd5q7vr9AVKqiGLEpn47uEnPiH5GxibA8lH2PhSOlx4fCDvwmeco+2OIbIX7nmDgF+STebCtGItapaLwmlV93d4oMcndDHkwb8gi/2KJzjZmdyD9+VL8JW3R0dGRnF2eGfNIvcfel+pi5CRHp8lQxOAvH3cuu3UuO7+/u7I704d5YKIv2dF3trm+RbpOIq6G1kyapVau1kIOOfNdQPiywkC9EL5GZA8lT1Jn6S0+JY0L2JJvIaEETHXPtJL/+QLJ3KPyIJZ6Ap4jjA53jul352U3FUdiCoeSehSab6pvDTyI+f0z+fuy8qvOLf9z9B2W6Z+eI5W5la+hXYyeQ0Xfv3xmLprE4Yrbo3EuLBeiWFqJjYbkXL5/H+e9ffW+v3ry2t29fGzEPNof+OX5suWD3rEzOuT/uc/zbIEmhfAJtV5C7h2+ry4ZHv1DjH9imTfXTkLvQQckMvpG+/1eHX9tX8qccBy29CIRjZIt7IpWMRar7D3Vdtv+Vcd1X8svLL+Tit5BH2VwWKv0kvq1m8S08Y1PAEt2F3BP5hKllvpfF8y7C117KpzCeQhxxK18QfiXqzt0ZqepmP1MzwWtB7h6+F1tHrNLVGNFIY+L4GPp14Wekh5OFzuZxinQZfZ7IFjLOhC3gevrR9CdCVyP+r0X+lAc+pBmZNjcVL1KauIyV5f2BW43rXlr4X8VaxP9giA2b5mPFujru11d8BN/CZnHCLZOdluwF9ns1+mRbtruzG74Rm0M7Z/LydbQ7bb8gycQTEfLCtcuEPHCelPORSo64lzHgb3gh19d/Z8ULuXZUJmN24/Gq0ZdrKGZLZfPnuR+F32LXXZznRJ2IM68Vt/GyKHQ7W3j/ysAEOz6VbQ/br0ySuE87v+oHv7FMBTNu9Ptq8iX0ZZEzxqZIIWJkdLwmXQcb0zZXrIasaDc+7E/V/vguxgwZ+8cvok+Xl5chM7eyp/i42TTrW4VQSRbc3ZQYG/lA5JWNbV5ZgS953aKTwnVZXrmvIO6FOEbPK4qP6P83m414cWCn3Ykxym6nF+P+4ecVS1B3YtJMHldtY2PD0JmQSenRnvoFEX+trBrXMObCvSwqTnnwA7FP2cvEOXc3/HWlWo2+a6vZtn5P/Q7lt6GxhB357F3ZMOIQ/PMk1+F9jaeEj9b41v7evu2RSud31J9nDGJVcjuU32f8uSnZrSl/2tJ+sNHuPzj5851QfV2N6u6WJK6mnsdYNTqSxXzvY1z24/GxETfRxtc3Vxq/vTc22s7dzT0nc04HFXhWK9Us9lGb9vsDA4st/I/wOSDeCTow9sHzAEzBEwwLUttOgnSdfj9QvI3NgLL7Jran/Igv19TvoRwWkK/X6kb5SZLmPEUVTWphCutsph1kGP9xr9juTpTZyIdsrEMXUY9P7Ixy4pjz7m7IV6/b1Xjr2DbWcnmUHE5yPuEvSMchI0r5bUJ9VL/J4vjAJor9DnI/cRix3Veyq0+MOBk7S30nug8ZZAwRX7HwpTFWV7FUdjHaEj5lAOET0mH5+QSB4sBDat09TszV5lPZrnvF93eQYn32oUw29KxGauru5kmie133QUr0cXfpUmJpklq9WosxBuKBsB/yY/j6idr8sJDhXP73JQvQBNlXG090zHXQga4/CNk4tGXZz2L+XEYUjyE72ELiuzWNlyEbXcUjdclGkqb2Y5u7m7vbXPJyLx24Vsxwpr7SqfpKx4yRanz06OMHO9E+sTa4kFeSJFFXd+EQlOVBPjP658KJ5x0txRDoJC9zIP7b2dq1fdUx9EL1n6h+EOcmOj/R2PhEejDRec7tg4nw2JY9XR2vGTEAepfqORM8uLsUG47mpj1zd4vzsmmqkvR8msVFGteFf8Zv3n94Z9Dx6bFiygu7xe/Rn1Pbh980i3z0bT/1Bj4Q+cJnKlnBThE/4tPBaVPjCOg58kL9D4TToYiUdgabCViJ+B3akX+irxcvJVCbV+Qzk5S2ARVBJDCKcik7aM75WfRjkW+eNV4rXqL/f3F5rmeL12Hvoz3jht/+l3tW3885pQ53d/dW1A95PtJYwNt3b+2V+oH0F79fLFD+MvqHnHuhvuOLRX/xpb1+80r9xTfqL76XTpxIfi7VR7nNfIbkvsDY/ct8fM7XH+V4riAcmsmGgvVM8ubSQeKvmnxxW2NBxEGrsk3bktU96XTot/R8In3Hzk3Yh/Rbti+bJ7k/lD/EJm5tbSmGWLN+f2BZfNcw5BwMQ29VJvuQu4cOu7slSZLbtzu71rg049DHGls8PTuJ2BV5Jxa+vbk1+gzwbz/ThnxARfbiMvhkAXLiQ+LEkZ7f0ockVtpTPHEABuEzMjywAfvCaU9xz478yvb2tm2sbyoOWTHub9B3VJyZpqm52oDyIMosUvdHe8056gw9PGAv72U3Z4Et7UY8Tey2sb6hmFv2W+0DDxllPE3UhvuyR7Trrnje0tgTtgx7jW2jfrSDu8PGgtw96u/uGKPQo4eHB9mdO9nl2+ir0VdBb2/pW8hHTYv+iezXIiPT/Y8Hv9ieu5t7RhRaYIkvhW9kjLEp/A1xNcf0zbP63NmD+mTcw70Q+xD7EJjRjvjShp65I/f9Xs/6es7POAHHLfUrGhrjrjIeKlnnPtoSfRSoHP6zKGDVV6iTvuAHIs/PaSr+H8+pRK6XLaBAZUHyKQkrTriDWeafqGOSpJZKXiF0evGyAJ1zl6wqT3ST8Vr8OPEJY3ZvNHbHGN+LF8/ipRzY53fv3um501Ho9u3NTcgUZX5K/unh7/xIEJnlVcoStYX8Ee0DbshjRnfSrfuwc4xz0q7c56679DFtcU4p7VBv1K3dUl9YNndFfVn6tLvqB6Pryzb6QDYKe5Cdmxj2Orsm2w/7LhvBNQe69lAxK+NAjPsUxDnu35d9IZ4hXuR/WbAh9P1rknHkQ6yFPXf3kJmqYp2mdIPrsDnwuK14cQeSfdwRbW1tx/N1fBBxMeNItWot7jdtM/ktIRb56jA+xXGBR5pWjH4lMS2x2nC4YmvqczIOwUsI92T3GB+A/4wOjPpMZBez44ntx/6+7cgHYuOLOB3bX8vHb1wNQtkw4e6WyIZXq9VoB/jnGSb9XcqbyA+AH+NxWV9xeTzuifEbL1mC6DOAcZDG3MC/oBiL45zaheu4j3Hcr/PxuK+++lp1mRj/B5X1PYcGjnXFmkmS+dfM1riZ+LfYtC/+3d1msgv0HTKbeGYnZ6fGWAPPVbHrvFgCWeU60/20c2At2cOnDfUMg/if/g313st9H+1Ke+Of+P8RcORe+2wDzyDxQXuGbRJfLmzhP2RIdpSyaBPK2ohxH/m73YnqnrelZDPaknYM4rzaVWM/9L+2FaNsaGxqLF0ZDIbWbncs+iuyY5SPb8OG8ZzhVv1LnnlGvaWrEr6cazf3jPITkSRpYlXZ+LrkhHyHwmRjfdPAgr7hgfQKOszTiVLkY0IfSrySTnL+Oc+1B6GTh3YY8QXyAn31KDfkIdoV3hvql1Cvfn+gvm3b6tK5SqVqZrSvWl+gCt7HathvaQNPM8Fq7qbNRfA8N/zXg+IexoXxLSeKDY/U5+XlWryQh5fxvMz7AC9fvrQXIvoGL9U3CIoXc73I+gbv1Dc4eh/PTokrGWt9UL9ypvEm5E4lRrnulF9QnPpDf7m7sHdLZCsg04Y/utJ4A7786OiD8UKuFy9e2LffPrV4Edef/mx/4mVcf/qTjkW8jCvoH+zP3/7Jvvvuz/b02bf27PlTo+/G8z/iq+ub6/BxGe4as1FZxYc2gDiuyG8QmxJDEU+N9OxmVfacl1bwP12jIfrbls5VLcZ7ZCu4T6HIryLj7hmG7i4W5lFH7Cn/z0ZsSf1DXl8ho8+zPqxklJdyQSGziz7uC/uLjnX/S2Rf932vfL9XX5kXA9FvpszzszO7VhveYcsUt89mU/Fm5qYtvpT+Eh/ZHhqFtoVmsqcP4ge+sLfXGte4Fp9XV9d2CfGiFfUFr/Ts41Ipz0DwR2fnZ3Z6eqr48aPGiN6HTIb+f/9S+6/zF3Idxf/Jce+dxpWo85eqCB8QvJC6u+GbqrKZ2HDieeKajnzEp/8vkvlTfAByT1cAABAASURBVCH34h8yeohYln3OQ/NA24T3j4AtXOIa/YzeUT5yz3MO+uYc41fcdYHIlZNpw44r+Rk+YijPVcWZuxvPQ5IkDWzoJwZ/0s1EtsLdbbE93hr3ufsi5RowBhPweVC/ZCq7O410qjGuqc2I8ZYq5tz0E5CbRy7+WTqzmT3o787u7Hp+ZafzE/swf2evZi8fX8Y1f2oveCnXTOmD6O6pPb/5zp5dfGdPP4refmffvvzOnql/8+r1a3v34b2d6JnMxflF9I2RcXyKuwcPYECdwcHdZbsqhpx1+P8T2bO1tVXDvm1tbdp4PLbBYKAYpa1r6rq2Fm3gnuVl5faHQQCxz2hmyAYVS9NUzzprRszMWMLKyooRu+7t7dpE4/AHX3j51eHhoTFPi992d3cs+mi6r9/PntfSh0FvLd8oE/nM0vxkniCnyC/xP3aaY35K0yRi5n6/r/zXDH4ODw/sUzrU8aF4gZ7YwcFE1+1ZjIVtrEu2V/SsoKt8GuYufykG0I2CKAdKZGMgdw9ciEmIA6/kEwq6lK9g//ZW4zXyKeTBvZ8T56lDUSd8Cr7k6Oij/InGI9TnIZ87jUNPYwxrFllQPuTucUw+7Lh7xEup+p0N9cPp36K/u7u7qu9BUIbJYY7FI0ZP4sVpB4HPV189iWu5b3Nzw1ZXVw1siXuq6lcKGvmVmdwnNFc6t3IrESgRKBH4YyJQ1qpEoESgRKBEoESgRKBEoESgRKBEoESgRKBEoETgj49AWcMSgRKBEoESgRKBEoESgRKBEoESgRKBEoESgRKBPz4CZQ1LBEoESgRKBEoESgT+yAgkf+TKlXUrESgR+PkRYEIGEzuYqMKkjpOTE+NlTEzuODs7NRYXZmIHE0SYXOPulqZpTN5w/3RSB3lB7h6TU5jUwUQsJt7s7Gzb/v5+PpnjME8PlGaUvYDq0J48eRLnJpNJXM/EDiZ0MYG102HCaiUmvbg/lk2ZkP1MG/Vm8gwYgcX5+ZkdH5/Y0dGRxQLw7z/Y6SmTRa/t4WEqLphk4sFnMfnF3XXeYgIKu5VKao1Gw7LJawNj8svW1pZNJvuq/+EX6EDYcP4gfnvE61D3TCzDaCXyY0JNrVZVG6VRZvHl7jqXBJl58JLV7cGoF23+4cORffjwQfU7jjpdXFza9fW13eWTYL+EM/Jzc3MbC7MeHx/r/iNh81FyBGX5kMf9/YO5+0J+lrEhXwh+TBuTd1qtpvX7PVtZGRuTe5AFJgUx6Qc5eRITgQpMwOVLdBi4cc/XXz8xFnvgpVxPcjljctVuTPZas8FgEAtzMtGrWq2Iz0T8ipnf0+cPyOvc9MdMLqkVMuLuMaGz2Whar9O1QW9oK52xrbU2bLOxbVv1HduqitJd23Kly5Ts2IZv2Uoytr73reVtq3nDqvpLPTXX3zKE7jojWj4HD8h8YRNY/INzlVynu+KJxV02NjaNhe4OJoeW0YGxOEVQLE7B8aGxsMrW5pYxQX84GFmn25VtaBqThak2k7Bni0UWMk7cM76SJDVYfphOY1EpJnxfXFyEPqNz2Kz7+zt7mD7EJEDTliTcqx0+ntkkFsmLRW+vr0KPWWzg4/FH6fIH+yg7d3Z+bizsQb3VGtypYnWz9tzd3EXKlwnP8J1NvOwZOKyvrcs+bUc9D2MRlmwhF/YPhc1ElOFzaIcs1qHjQ10HsfjH/t6+bW1uGwuhDPrDmNRbb9StklYMXmazbLKhu1uaJrJvHnW9v78Pni8uLwxfdnxyLLt0ZNTrVL7t6urSWBhwGthMwx66qx452U+00YbIxzK5u3hNJcdVQ4673RyrWIhsx3ZZiEj1PsjlpMBnouPJ/kS+cSI8J7a7u2fbLAC0umbDwdCYcI9fqVZrwiE1tqJc9hfklrWZ+JBa2cPDg93c3tilsLrM5edWx3d39/EbGJOPuwfu8MxCQaNY0G1d9nlTfIjv3f3gifai3bHdg97A2q2O1Wr1T3gybeSpJLBnvyB3D3wqlaqxkEW327HhcGRrq5IlyQKLDFH3/b2JsDjISftxnKWT/QNjcSbkZ3t7xzaE7Xhl1QZ98dPpKEapRxlubqby9G1s8ED6W6VCnmayCTPJ/nzuqkfF6rWG/FfbWPBjdbym9ti2wEA6tb+HnOxYNql5rGuEQatltWot2iRJ8HUZAtR/mWxp43wiPa/X69YRhqOR2kT6vSlbt721a9gyypxIRjOibSY6P7F9yfNeyOuOZbZuaEzUpX2r1WrIlbtnpSGU2d5f+T3PZWoWaaJ8K5WK1Wo1YdSyfn9g2JMt2V0WN4K3CfIirLA5B6FnBzZhgSHJFGnonmwT1+3rHHXZkZ6SB3Le6/at0WyoLVKbyh6zWMvp2ZliqY92fCKSPT0WnZ6eGAuK3ymmms9nltd4UU+xau4elCrW5mVZYI1vYGEtZBn7MBHGh+LnkAXpZS8PJk/sQMdBqschdPiVbGp2fqL6UU90h3zQJ/It7AVlwcR8PjeVbp541MXdoz43NzexsNXp2YmdyJYei7Cl7GNj8Q/YEWRSoFu2KSfd7+46lbUJ1+CbsMkfjj7EYiSByeWl7LF8lWwReQQfus/ds6z0zTmIU+6JJUkabdrNZRGfu7O9GzaIulLnSdGWwmuidtsXDpw7AJ/A7dDAc3NjS/ZlLewMdhRZcffwJTNhYvI2Vm6/CAKPLf5ZcfpBUhTyyOJ/+Cj8OC9BQLdYKOjDh/fqu5xEDISszaRjyEyRk7syMV/8pdIx7FlbMjQYDGw8HtuGZAGZOJR8xAJ0hR5JZg4kT/iVg1zXDnUOYqE5iN92eOmg7CILrnUVDzbU18P+wAO8UAd3l/xKhj0J3YBXbMK1YjAW7DlRXxz9gDL9uJCPvg1/PI1FFubG5q66uEV97Cfe4JUs3T1sAXWo1WsRZwwHw9AX9AabFLZfmBzmNBFOUOibdI8Uu7m7s2vrGxsRGxL3ECuia7QDalboflG2aXN3w+8kSWJsYEW8gt3h5Vn0X2/VB71TzDdVH7zIQ7eZu+fEndJiyUMWGyreUQx4pv78iWwytgysP378qBj4XPH0Tei+67agRT4ckc88fodP+KrIh4UctdsW2Kj9d3Z2bKK6T7A5LHYuWTkQPtBE5/ehPflGUhH2ifMTXc81QdwjOsS+KwVnFgscj4ll+pkPlXxV5d8S8Sh2s4/EA944KFL2f3ly4W+WuFmqLxcD04f7WIQ75Pz0VD7y2MCdsYejj0ef4q86uemPdImUjbl79JNYbGog3WUBxy3Fw7vyy/vC8BD9RXdFB9oPPHP8D5UG6TzpgbDl9z3FsMSK6C7xSV1xK/FJmqRRnvunvMAH/j7rP13KR54Z8nQkOWJx3A8fP2gc7czwnzPFbO6JubsliUUqSbK54jjyQC7vFRfcKe5GljkuFlKMNvTsHnftmO5EYcwtSZPoSzQkB+02sTK6uW7bskPIyz6yBR6q8wFyRKrjfUjyN1GcsyCdC/lDXnXdoXA5BKPDJ8bimRDHB/qN68ifGGhVMScvMevK3rFwb0364FTSCj618xv/uLu5+ydcztQ2t7e3dqmxMBbZP1LMslhA8dX32WJzLCb3/cts//sX9kLHC9Ixi8u9fv3K3rx9oz7oe/VHzyT/si+KE90/Lc/90+NPmPkNHiTSafwCti8WkO31jHh4Sz4Ue49PzBZp/crwpRALugaFTD2JGLWQq7g+lzfkDIpzuvZQsS7XQbw85Kuvvok8n8Rvh7K1B7a7uxt9PfomEd/WG1at1UJHgC/0SDvubkmu07zw7k56h+8lNo9+sOJR9q80/olu43Pm0l/LN92uvce2cnMd/+0f+FsmcnR38ZqErWuoPl2NEY2GK6pnpuP4VPSQ2AO9hCboJz5Y+kw78Du2DV+NnRypP92Rri78r7AwbUXZ2l36uLm7JSLTNlWMjv+9BCONGVxfXYV9A8MHjfOyAPMMrNziPn1btskpZTtx3t2j39fkZRq9fvTJiCeI4ff3JxZy8ySXG9lw2v2RnhjtHiS5OJQMsE+6oEKO4t4nWX7aRwa//vpr+7tvvlm8kAsMN9WPHWu8uSdeiNnSNA1u51+I/d092kTWLV7wSX/vXONk9Gt4yQQxCRjdyZYjO8Shps09QMnqb9rXuV/6QytAXyoXnahWa0abIB89jU0Rp3UUH9MvQsdr0iewARfqhcyQl3tWnweNqd1Jn+gTXimevVKcBRGvXeo4cCFWk/3j3nBjysDdzd21l334baq8sL9X15dGrHaueA25I4/AVfaZ66DsLrVInmFxjjqFjRLfDY0bEy+02x1DjyCOsV/VSjX8aLvVtn6/r77Aqm1IJrY15rSnmGIiX4kObW5uxm/9PuMobatLJ1nYnfJnwc/MKBvi3OeUpKlRFmVS9oCyJHebspnIPmNblLMvHdiX/k6UQvvy0/va3xcf9G+hQm4Zz3j0v63M5iXJUtFqLeGStXv2vfTjz7vrFraD8eG54m/GXVlEOGJu9deI+ei/nWhM4Vw6dC2bS/9uLn4T1YH73N3409cnvHKuUq1YI499GN8jFtmizYTTgeKXA+yg7GFmHw8ssARHSNdkeE5sX/hOhDf281Bx0hPZFXwP9030G21CfMn41UD9H+SkprGwiA/Vpibm4LmgmfifyQ4+qL+GrBLP3T9kYxwPkn38zizkRe2hj243d5e1ydtK91N/5AQ5jfH09Y0YD9/TWNqB6oV/hN/gUbzD/4R6fUIHqrNI1x9AwoT7sJPUL+ys7OKTJ1+HTQWHHfXTtra29Gxy3RgronwwrkhH0H3axNzK7S9FQO3qngE2k0xM1f736gcR74dcyB7ey1ewYDwvgUWG3F16k5h7dh/nINPm7uF/sMXY5pHG4vFf2IM99WEmkoVDyTztu9CB/YnkQHJOKrnnmon2D0QTyQV0oHu4D/l49LUaR5R8IC8T/Y59og+6urYWstFRHIFspEliX9rEqupgIsm2ZPpez6TQ8XPZ8hONcxxL77EFYQe0j33Hf1DXJEmjnknicb/lG7/N0B0do3/YUezxCuM365tGnBN1E78H1E14TJboQPvQZDIRJvk4tXBg7AZbWsQAPGdKxYO7qyT5lvi24MWTJFLOwsuDfNWN+gr4Oer14f37GN/ErmHvGKOI+IgxCtlBy7cs5+w7P/U3JWCznIG7Wyr7VNEYAe3Uy2N02nBH8XImLxM7CKyeRDpR/w+89oXT/l4mM6T4pzU9b+pFjNSMmDRN0hwHW2zuHufcXefmGisRSeapf/hzxYw8qwQr+sb0cwu+3blHt/0OP8jBQr71LC3GAtRnZGHxV6+/t1h0OxbaV39R/UQWK1/0FfNjXtz1+vXr6C9m45mni2cG2A3KKLD6BKJ/CQfyk9SdvliGg56heBJyiC1sKXYbxFjQmu3ouR8xEnI7kQwjz5PcFuxL1ydBB5J36DD6oZzfUuyADcCexBiQfHyq582mbSa9jfJlx3S4+Lh7yDsn7mVz0lz5AAAQAElEQVTLiXvPNLaF7p8qPdezIOSdfsGtnq2iB/AvZ8+H25bIl/b/+bvwV9y12FeW7h44xfNbbIB8Bn1B6rubxxP4i8OIDw7j+SkYYR/wK4wnbTB2q1i1p/ubet5FHJvKthAPUBZ1Ii3KL1LOQfyODE9lK4mJOCaPlp5HDgbD6ANuKOYu2u6A9gq7JH60fyB7RFtmPO1HLDTWc136Kdg2bFzBD2VTprtH27hnKecol/Lv5HNvZbNvFHPSZhDH4YfxL8jbooW4n1ydr1+IfIn3zN+IpehfIIvEEMgUMvbhKPM3+NLTs1PDtuJn7+5ujT479S6YnqtOHEPuWRnghi9tqI/UVv+op2ea9IOI/TrSK/p+9HW4JkmTyIr7oTj4Z3xRh8Xl0iXyWCbap6Cp/Ab7Rcr+TPeoCnwW2Sx2qA8HSrOE+iXCMbEkyYi60mcr5CVNsvPwgFzgk8CPMT9wff3mtb34/rk9f/FcNvx7e/32tb19/1bj1kcxvssLUaaK8ylvmTIWfPnUH2KfGmV1kyTJJk7RZ9m9e+nTneI7bOCdjsFyqvYDVzf96SZ9h/xyznSONkCukDnkbSz7gg3Ypc+NvqP3QdgAEedE2GoIG4VNmOgc9h2bcYDNwI6pH3eocSDs2hONJRHTRjysa/ENO3pevLG2YcTPPY11MO7BmH9h7xEzd7eQF41poxtd2T7GODc2t8LH7KivRD6Zjdw2+ofRZ1Jc3Gw24xl1mqTGRp0h9hckZeAcJDhko9O4p9VsG3Z2lP+fxZbG8xnfxPbh07K6Z7FrHKuPyjmI8b6on3jbWF+P+qHH2P5atWZpRfy4IlcqqELd3dwTQ7fxeYPh0PgfHv6/aFf9Cewu2DF2BgWWOZ6cP8z7yuDMfoE56SekcTp+z8bqvrIYx1U+33z9jf3dN39nvJxrIr9M/E75xThlQz4Y3TVtwbJSPmLb3OE9IzBEBrHjZ7KBp3q2t3hGKDuIXGbySNxgVhEONY0LtZoto/15OQ7tt6mxmF3JHzhm7bqj8dZNY2yh1xtofKwZMgEPkLRAYLKnBAZp07BOc3OdTsRjkrhVqlWjDWiL4XBklLWxvhlyRHtRd9ovaG9ie6J9tSvnJyGzE9sRX1uKUbhvVf0dxjxoM8YJ0jSFgXhOTH8DO3ZHvdXXZFwWfGAP1tzd3F3cPX7c3dIkNXwy+ZEvfPK/Q2CBXh2iW5D0i2NkI3hTu+3DL6l45dxEegsdFNcXuoi8qN2RHWSG37keWQP7cTzfHOj5Zif+BwwbYaZn5eo7B//229wE3xJjHvvwC+74Lf7X8kbxH7EgfcR4nvT+neFfvn/10qIvoGdGL0T0DV7mfYKX8j0vXuJ7XthrPUt6J9+DX6LvjHwz1oqtncsWZ+WZ2tY+2zJ+Pjv5hzt0d9XdLUUXzD55oRTP+HmZ1IsXL+3bb7+zP/EyLtE//OlP+b7SeBlXlvJCrm+/+7N99/Q7y17I9TL+7/9UMT0x46M9maski3LnaoCCTBtjCAv/pn7zaLiS/+/EpqFX6Be+D9uQyEa4i3/TWAlKGoRKZ/kru1/k4y4eRNTjTmP52FNiSsZo3kteeUEpfdkXks+CQlZ1vEgLGf6nUt3zmMfzeI76SrrwSv3lt3pm+vHjUYz9Ryyr2AIdQpcURORYeJ7+/Al2PijaeKZxjals7X3MkcDWwuMVfYniZVyX13Z5eaX+u4jnZXqOfK4xbv5nCRk6Pj4OeQLPl3qGDKbIJ/87EPWWD+P/ummDqPNSFd0f6007zYOnubl7yD6+nFgGf9NS/N7RMxzsOc8QsafubjKnlvWl50b8im8s6EFxG/uUS/7GpiLd3PjY59vcdNrN3S1NUvm6ilEOlEoX8d+QK84wbbpc39lHrGc7P8m3co4PXyLlmZgbZUPwlsrvB19KkzS1RDybtkU9tf9jH64BE7ChXzXVeB6+FeL8PPqNWbl5tir9x3L7S897XOh5TkWKLM5k8x/swSSFdm1Xdmon8UKu1/OX9nL+LCNTKnoxf2ovHp7a87un9uxadC67dvydffdW9EL7vJDrzauQyWONzeKnrq9v9IzzwWgjdzc26lkQmCJrDT2DQcYGg4HimlXj+QG0usoLufry5S0jpqjVqoY8uGd5kV9Jv2cE5kvMsy+plLCgJ/Jc0dbE2PSFer2urayMbHNzw/b2du3gYLKgw/xlWMxve5LP7+L3nZ1t29hYj/v6/Z7kqC05Uh8mTT4rl0PKJzVzd8ns3JBT/DQ2FJqqr5rxlcRzQ/JcX1+zjJ8D8XNgGS+HkRb8HB6q73lwYPv7e7a9vSWeNsTTip4j98RPPewLZVFvyLSRunvwUsg819ypn3xzc2tX8hNXGgvP6DLm2zH+RCzHdcrikw/5cX4q20ydbm/v5F8uDV9ydHRkR0cftX+mfK/CJ3HdDCOvXNw9eHR3Kzbyc3edT6Od6nqW3e/39dxvzXZ3d4TFJDCg7hDtQvpIB8a5jJ7EteC4qWfkmd4P4n/uq9Wasc1m02gPyuW4pBKBEoESgRKBEoESgRKBEoG/AYHy1hKBEoESgRKBEoESgRKBEoESgRKBEoESgRKBEoE/PgJlDUsESgRKBEoESgRKBEoESgRKBEoESgRKBEoESgT++AiUNSwRKBH4VRBIfpVSy0JLBEoEftcIMBFiNpvFpAgmazCp4+bmJiZ1FBMFmYR1dXVtTAzhd67jPne3JElicol7NtnFtLl7TOZgwgkTrpYnZW1sbNj6+npOa5Gura3Fgobj8dhY2IB0dXU1JnFx7ebmhm1ubtr29nak4/FKLEzQaDSNiV+UAx+mDb6UxGd5P078BF/kyeQYMLqIyZQXsQDH6emZnZycav88JtGAE9eaubl/SpZv/O6eWIZR24bDgXBYiXoz4Wgz6p3htbYGHmP9/imtro5tbW3dwHVra1P4bOgYPFeU3zBwarWY+FazAiOKd3eSoGw3O0YW4J1JdxcXF8ZEUej8/Ex1Owu5oO5cw7VkQD3YRy44z+/cW2DC/RxfX19Jhm5iQjQTcbgXntzd3J3DIHcPXmnXWq0WE64G+aQ+cCnqyuQ+CJyQkwyjVeGXYbSysiJ5grLjQq4e8dqISYLb21shW9u5fK1K9igPuW02G7EYBpM14dXK7ddFIJ9fN88nptMm9Vo9Xgow6A9tZaC27onakoPmmq3W12ylumrDdGQDH1rfhjYw9kc29BUb+Mh6PrCO96xpbWvor2Y1S61inv/Z0laUS4rcF8QkWIh7KpWqNWSbOp2u9SW3Ixa6Gq8acssiiUy6Z+EN5BF7xyIaHK+vr+W6O7bRaKR7+9ZVHo1Gw1gQw91iQmFWJkzlYGjX3c3dtWdhy0MPb2/sRsQC0nf3d8ZiTdiu2XRm8J9frnt0nz6ms+gx915fX0vXL0Lnz8/PjQUEWeiBRalv5R9YQAw+3Fz3f/phMS4oTVPDPjMBnHoMhMVwuGIsQED9WFCUdDgcWr8/kK3qG4ugsOhMr6f9Xs/6Oj8cDAMPFuYBr7hev3e6HWPhFNqfCdUmXuBpLliom3tiZplfms9nFvbp7s5YLJn6nJwcy2Yfq47nMWFx2b/NliYturu5i8ztn7+JGeEKto+U5TIPRs0ynGqx0AgT5AeqM3XdXN+MBcZIkRkWPkROkBd+D5LPXJVsrcuHbqxvGC/XAaOBsO50u9ZstsJ+UQbFzeTrKRfKuDDVyvkyd6W6qMAJOw5W4MKEUWSH37I8LDbypY2RURak7XZ70Y6UPxqObDiQHPf7xnnq1mw25e9qVqlUrJj0HhnlXwVfRcpp2HLFGUmaWKVa0f0Na7XakpWu9ZX3QHofMiLZQqZWpDsj6RzpSqQrFukKeiWdF77w0+l0Ah/kpyKdTVSGCQL7nW1qstwuZIxTj4rwxXc2hDf17EseVlZGNpZPHKpdBoO+2qkXL9LimppsaMpiBMLAHRAyvcly/OF30T7ubhVht2h/2St0d6DyaH/aYZmiHWgf8TBSe3EdixE1Q07ryqsS+uAOD5T7uf5w7p+mgj+uBB90j3PIXKVazXWtY33ZEXhCt7Y2txQPbNumYs1Ml9ZjoZSx9AtaEXYFrUqW0DvOo5Pj8Zqt6jrqSp6tdsuQK+zgw/QhYsLT05N42cjp6amdXcimsni97OydbNL0gQUO5ubuIguy2NySxIVJIkrjpWlNYdWTbRwJR2wAPI0k50MdYxvBFL0IW4o+spCe6glf/Ba6omtXRuPQC87RBuhvs96IMpI0NXOhloGnXTcXH+5u+DlsAQs7YSOurq7CP5yqfizScqm4kQXpqNdDLE4xC/nUrcY2ly3GhjyozlzDQjYXl5d2dn4qW3wWi5Vgc8CN6+Y5D9zrLj5E7GfkliSp/ExFeNfCH/RUX+q2rrgYf5u15Ua0JW00ls3McFOcoDbl3FrYz3XbyPsma7qXdkU2esKupRi6WqtFG9AeJkSETtTLyu3XQWBuhnywIM/N7W348EvpFL79XDFLtmD/eege8Q9xT8HoPHyyGaLk7hb+JUnC/hS2jHYPXZGtQg6wnaRhP+VD+tLBHvol+YhU+33tD4hXZNvww8hZXN8bLHxgtgBOVWW6LW/uj8fIfNTt/iHiFWKvE8UrLLhFvS4v1ZdSHEasNpV9mS3HK6Z89FnO+6/dh4/PKclxqkkfWvhh4YD9IUZhUefQubUNxSJroXNj2UVwADtS+lfr0rfNfCwAWwrOYEh+2M00X/B2LluR0ac1cHdz9zg5ZTGKWNDi2rAlRbyLfYlFcchjqb25aS6bAk0VC2ODrtQ3DZk5Ow0bhAxdSJaudT5skWyVlD3KdM/KJZ+C3D1+S2U34b8le0F9aPux7M267MrW5nb4ly35GfoC67Ix+B3sz7jASPYInILkY5Ahfuc6rt9Y3zQw3traNhZ9jEVxFfeBK3FQR/6XGKtWrYVdLPj7PKXun5/7pY/hgfa5y9uOMQLa4FxjDcj4+cWZ+iCXdnNza7Ql/LlnOLMP6WiBe4WYR/WmT9Dt9BR7DtVvyGM/+UcwHUovkbWB9Jf26SlG7kl+gyKWHNhQ+o48gyn39HUt/ZdWs2313D+mxEqewEKU7+6GXpi2mWLsqfzenfw6fpA+E3U6OTkxfCT1vFG/DLvFteAgcdSd2Sdsk07MJbf42kiVJ9fO4ryukO1zV+1F2V3ZtytxTyxJUkulQ8Tm8Iw84uPDPqk+A9morJ4jYQQt4SQZHEtmV3Na03jImvQ1k791Q2+3JMPbIYPI4Y7t7kB7xgL2mxubofcFdi3ZiJriy0R2Q+zFZ656xI6+lnZ19Nv+wDc2g740LxKhf3StGI4YKPM9F4bdoI0f6dzCnhDzKTbiOl5Ig81BPoijprLh5E3t3WlF9n5/hOwhd7Q3dgi9Qd+w+VuKq7Fbm7JX2DP0i3i1j2+U3UJOGho3adTr0WdFdtFpFkpOE2TaDT/trnSJkKskRd5Ti+vVH6lWa5FHTXKX5VONlmN2WAAAEABJREFU31Jdl3Cv+WfgunTGzd1l5ufZWMH9vd1Kh/EnjHngW1joEr1mgW5sF22WkS1tbqaP/cQb5ZAl9aVOjBu32m0DP7AsfMOG9I84Fp0F9zG+RbqML+G6VR1nuoyPXlefcGyDwUD96V70q/FfqewbZWFzKBfiGHKncm7uzqGBA3EINg15vpVtI97Cvj3IN5OHQI1r81tiH73/PF/aD7nBHmM/sD0Fr9RvQ7JDfUbqv/Rlx5CvbFxB/S2Nk0V714q2rliapGpXyY4KjnZX6u7BO8dgmUomKLdareUyozTf5xy/kY9uCr51d6R8uetoiThHnW8jHr0M/3WtZydgcy9Zwm5MAxMZcF2sW82VxmexE0e/+FfGEcVm/oW2cXej/sgaOHfkL7saN+lKX9nnXF24c417pju6m0yCyAOizvhwdOfm+iZwOcceKk7HdoJXgc1cvo57yMD9ERTOkc/d3W3E+udnZ3ameO3q6lLPFW4Nn8s1EPcWqbube0ZJklpVcQL1aaof3VKctiAdN1QX5L8iG5IkiaWSjZriXGSyo3rjP/vSFewWMghxjt8Y56zJ3lSUP/eaYk54QM7ZL3jKzgml+MENOUzTJF5GV1NZDdlA8iNf9BL7STnQisZwRoploBX5aXSE/YIG8us99UG4n/o1VB9sBYvAuru5/RrbD0sFg5nimwf5PXQDn3jG+IGIWGn5JXbYFvpuLu7d9Z0TNdGRues7p4rGB5uNVvS1wAY/E/ZDfQ1iFoj4ZEOxN/371ZVVPVMTEWsLV+4p7ORYNnMsWxl5KH7fVB5F7L21tRWx/KZsLfaUNupIJ5CTmmQgldyIMZk92lmtL+WiuXWUn5vbTCfm6rfNROABSWT00cWqnGql78fPXL9wlEZcVzPkrS35pdyexjwKuUQ2ie0YDxrJTmZ1Wgk7P1adViGeGy7FdfRPNvP6ZXHdjmK63aAdxXac21T/hetGwqmnvi7yVZO8hrxLfuE36gCTJf0oAhLVT36jXZEF5CCjmc1kA2fSD+SD37nBXQiL2F8mnbWCkiSN8btMNjry6cUY+UDPXUZ5rK9U/SDaERqrPZELnqtnsrGq+H3V1on59UxqA7mQnBO/IQc7ek66u7Nre7t7tqeUmH9rY8s21OdHd3q9np5/NSxFB+yHm8Q+dIA6Fj6BWJh4+Uz+4FxEvMw4Iuex99h9Uy2TxJWItG9s2nV3c88I296Q/exKPkfqx62O11SXNUNuiR14frwm3SeuIBZCNyKV/o+l66tcr9+5Nuqkuo91fiibj56Ffis+ReYdXoIHNzFg+jZ3vs1mqmRRv1vFQ/QBz+jXyl9F/TTeSd2wfdi3qJ/ucdf9+lhB9tNs6CXk7uFn8HEt+btu3k8eyyZQ503aUW0NXrQ/OK3KVvA7hHyEPcwxAktwps3xo+RbqVYXbU+ZRQ3cqZSp7aG5zWT3InZ8uDfa+Ob22oiziRHwCzPpAPdDRR6/5dQ9q98yj2pS1XMW4xf3egZLn/FG43bXGjO/lAxEX1HjTMj+I51/0l/kGuQHeaGvSX+EF5aB3e8No2Vs/tb9hVzIXc7lGzl2l3wr/kIO2xp3wE/hC9ek18g2fhs/ty75XZVeo/sFYbsY4+U88s910LrsILKPnBOTddTnamAD5Ifd3dz9k6q4e5xLkiTOo9vINLp+rfHEK8WrF9H254qDLzS+y//E3IWcYDdCQXSnQ/HFjuhv+IANskIWPJPCNhMXMjbUVlzLeNhYsRD6TH3XV2UzVe81UcRJsg9gMJadXNX+qrDDDnDMvR1iH9ndIh5wh/FMzykbouxl+vwcx/DVUMxKu5H3mtppfXU9/i9iXfscU+6qYpexeAjS/lrQmmK5sfqyQ6N/0lQcWFMsViWWTxPLOIIDCYwS9+wM5ULgM1U8Sr+V/iu6end7J9t0F/o71VgxcWj4ZBRbefDJs2H3Zya3T8uah8zcq195rTEo+lMnerb48eSjfTj6YO/ev1t6AeSF4Yeo2zT6n7NHXoFDBAbuHra76B91JBu0BW1MPDlU/6Irn9FU3FmtZXY+kZy7u1m+AQ155Yf/ZKKis2u4UXuu/JIkFR+V6KvVFGM2JBP4XnS6I1krxjIZA6DPg26OilhX8Qx+vSB45hrq0Mv7Rvgq8sROoAf48zRNhC8YZyRW4jNTHAZmYIc8YIeJT040nsvLzo4+frAPH97b+3gpygfjPL8XY0Xci2yRGTi5W5Rjf5BN1TGLryyJZtTXDMKHi2bCcE4qQjYg+2zjHNlgnxjzq6ovR/tEu7cVyyqujPbWuA/tGW2uGG8U7T2KZ9nYb+zGKjZKccuqbAT2ArvBmNiG4rnlOHZne8eCFMfubu/aNn0cxbFjPRtHXrqSNeSkKp9iqiQ8KjF4TJPUqop1eJ7HOAi+Ab6gog8Gv+SBvNUb9bg+xW8kiZkyivykAHP5L1vaOI7fdC7RtchnTfoWZcmvdaWD8IdvgwIL4ZBhkY3ljz7Th5F+RxeIjVvKg3rVqjVLNdZHfVRU9nEzd7cot1qNZ+rUDf8IjthhnvURL7I/lt8YDkbqa/Tj//DImzbDt9Sku2AE/6n6A2mSRL6U5+5ZOZHqvNIoU1hzfU1l13U/edSqtcCuUq0qfk0jD3c3NvcsZd/scd+d8SiT7b4P20cMRcx1LR98o/G5e43vopvEUT/EumbgQ11oP/6fgjYFZzDkGOrIPjZlm6riz1U3W9pow+KQ/aKMYFFsuvoPaZpEf+2xXbtGvoPBIPpqxRgPtoz2I10p2lXjP5wbyib3pRPY6Y7kNcO+bqnwpgwTDjPpIvXM6kv/UhzpXMaTBLBgtEhdvjuXSXe3RHVLktQqlWrggrz3NOYwUNkQMgiBz0j8jSRrKzmNFTOM0cec8NXriisYg9lc3zD+32Zra9O2NaZC35Lxhl36lrv7hk5uqj+CHoM/sttUv6VaqalabtSLOkD2m978M+4yzGf0gfRs+V59A+L66BvIlz/GiHqepGdG+BP6wxd5X+E8zuk3HSPXjKHyP9v4+HvkWs8fsbcZLllZZp/zYP8iNnfP5TcJBBhzwDfT3zo5OVaM9MFev3kTLz979vy5LRMv3Hz+4oW9ePHceLEUL0jiZWnv3r0Nn/9Rsda5nlNfq83u1Yaz3L+ZtkQ6w7hrFks1wzZiR9ETdGJtdd34f801xdpj+SnsK7rckU2py1ek0l9l84OP1PYH537uE+5u7i6LMDfqyFh9Ia/EQ9jVc43nM7bxA+I8pHGdH/z22bkLjoXnhehc4yXkSTsh95SBXvDM9U7PAOBhlseymZwLBfGo75/t457h4J6lFER7UD59g3vpHs834BvZOvp4JDn5oFj8vb199070dkHI0Nv3b3T8xt68fSMZfL2gV69f2atX3xsv4yK2jJhSuo6cUXdkmDIpvyCOPyd3t1T+va5+EH4Bu92WfCFj2FLShvptmT1NTGGahU1FjkW09eeUlWHm9sNtHhLy+M0V7m74xjRJwyehFxwnrvNBcRUOh52fj3IzqFIN5t3dgodEaaL4I00sTZI4Z/rN8o3a5Ls/moDJ5zhxHDZYmGSVWzDwo/n8FD/Iu9vUHuxefzfza7uYn9vx7KO9n0n2Zq/tzeyVvZlDki/S6St7fa/9W6XXOn/+2t6evLG3H96GbeQlcchzJnt3iqcejLqZm6WyURXFa4WN63Y76n/3jbhlXWPHm5sbRsy9rucn6zoeKwYYKLZBDrmHexMwF7n7T1H9Mo9fCYEfKxbdgEJmJDRV9euazUb87zmygKysra3aZvx/iJ4jqI9GPwNZyWjVVunLaYxnVcS5kWJM4sGe+oRt/tda43Gp+lXIkrubuy/YoezFgXY4hhdiYfa5p6p+RbPZNOSXfCkDfra3t8TXhq1LfouySVfFDzxDq+Ipo3HE7OTRkP8mXxVnlLGcsu/uCx7nMrrwwhjhrfolNze3dqMx4hulHDPuwO9zHA03LxHn+K24Fx0lFryIuYnndn6u8UXFJvw+m01zXnI7ZB45ubu5e76fGDpZr9es1XrEg3puEaPr2Q+4gAfnwCmjFY29QWO11WrgtSndh7gWWlPMT1vTZk21P7bDLCvXyq1EoESgRKBEoESgRKBEoESgRKBEoESgROB3g0DJaIlAiUCJQIlAiUCJQIlAiUCJQIlAiUCJQIlAicAfH4GyhiUCJQIlAiUCJQIlAiUCJQIlAiUCJQIlAiUC/9IQSP6lVdjMyiqXCJQI/I0IMKGDySlM8GMyIRM3bm5uYsHDi4sLYxLkzc1tTMLiWuZtQMvFcr4gzjPRolZ7nNAxGDxO0FpfX4vJWpzrdrsx6YPJGfV6tlhBrVaNRTE55ny73TauXV0d2+bmZtDq6qoxaabb7Viz2YzrmUTi/ji5A37gBVre5/hvIbACJyY/gw0TXi4uLgMvJsOA1f39Q0xYc3cDC3c3d88nw9hic/eY/NJstow6MsGFhQ6yiSvjmNwzGAxiklCr1TIwYeIQ2BbUaDSs3W5Zr9dVHoO4ZzxeySfFrEXKBH/KqFYrwYe7L3godjjFBCLSGZPEpw/x4izqwwQf6nlycmqnp6chE7e3d1FHsGVCEPKTyc6tsLg2MDk7O1fKhKCbyIsFbR7nFHnwUpRPPhDHYFatVo26dTrtqBfYZBOCtmxzcyPqtbIy0m/9qDvXIQtgVKvVJRPVWMCBfJCper0W+JEnE43akismBoE7k7uQKRZrW19fNyYYIV/8znX1eiPayd1hr6TfCgJqDmSFNu11esYiKmujVRv3V22lu2LD1sj69b51qh1rJi2TBFhtznfdGtbUX8taLrJ2lnrbmjqued2qVrFEf8tVLSbmRjpniq2+dIG7W5qkVkkrkruatWSTWMRjOBjaynBkK6NR6OVoNLRB6HPX2tJnFuGoy+41W03rdFqS4471+13rS5f7vZ7Svs53wsZVpA/uSW5D4ECUFW+fb7PZzEIn7+9D72JC38M0zvHbfD4T89nNYt3cs310k0U7WISaSfYsdssigtg5FlrG7pFv5BGTjD8vOTt2d0vSxNI0lQ7WQo/RIyaAswB+YcsqlVRlZ3aRyYLkf39/J54LurcH2aG5ygLfmnwKmDUbzcCEBQUbwprzYJ+oXDM3NuqiSrJr7h6UJEkc3wuXq+tro26npyeyUefGohY3tzdRNrYsMNLVutXMLduKNDv6q7+pzzxj0NzdaFvqBUa9Xj9khUXQNjY2jUVvsEcsvtNuIwsNazRFkhvqnd0nueG+4YpkbcWGkjuu73V7krO2NXQtWINHtJ3KLsovKuHmxW7Y9YfpVFjc252wYvHxB7UDsrG4X21S3ACuED4YqlaqFiSZrYnY5zxthEy4J+au8vQp8vhS+sijm+sC1zcL+aRJIl1LrVKpBlWrFavWqtK9jKrVmtUoN09rkpsFxfmq+KuEfKZpYonyQ3bcsq1Is6Pfw3ehv1kK/+5ugVWaWCo9q0LUvVYx8Dw5DzAAABAASURBVKpov1KpBI6prkmEgTvtYqZbF4TM2I9uc3P9JYkb96fSd/Ik/6ryf2yTmtoGEu7VmsovSMeVqnioRFskaRr5uCvXnOxv2DL5mS/l4JakqfShEXYVPckWRikmEG/a5saGcQ47zWIV2HLsDXa6FnFF3eqKufA5xBvYMmx5R3FKN1/ooiV7jl6CgbtLjx5kX64UO53Y8emxsbgBi/tjh7Cnc9lruHT/Yb11ytzVhvItVbVXTbrcVPnYiq7iZ3iEj5rwpg1QS3SUxclZsOQOe/pwb4UO8xt50k515dXAloqwpU3FoRyTF21p2sAQ0q6JO5IsdYsU3imHRVJYNOX8XLaUhUOuruxW/YZ7lT+V7ZjL51AuBA/4pGJBF+5lgZwb9Ttubm+F15181YPsEKhIAmWv7IdbnEH2qtJ/YrRWq61YuWu0HQuzrecLOK6MVowYGMzAijpS95rsQl1tyrmO/HG327ZBv2ej4cBWVlaMmBAiFsR3tXQN91WFdZomUf5cvBUUJ8qvnwUBiZtJ4KzY5hJ0aDabGv2O6+ur0KuQv6tLQ6ayhWvuJUtTm6tPU9y7nCJh7m5Jklgq/apWa1ZXvN/OZQkdy9q9YZVKNa4zbSHD6ufd4R/v7uxOcn7P/sNDlOWyichJTfKFLWgoTsl0rGnoML8lSWruHqQsP/kk4gcyN0NXrot4hQWdL6Rj15d2o3iFcvHNM+FABsrOuMd+wq2Qb+psyjyVDaVe1Kfb6SreGIWuEK9sKmYZj1dDB8M2yRY2l+IV9KctPeorxh2iZ4qJSQf9vuLfnsVit7Jv2DpVPWwA5csKWJbaZ9tc18wMDMD/Tm3woHaZKn6BX+6BJC4W2MTd88iL34n1bmRziP94meDZ2ZlsdYYtv3FN3B/3PX5xriB3D/9VkfyAS7vdsWF/EJhgg4jhMlq39dU1W1F/gPiso+uQLWSj3qhbTfYoo7qBUw3ZERZNZEd9fPDsqV8wVHw3Ho8t8paNY7E6FvMaDIdGzNdqteN+2sndVW+3YoPnYv+XSqP0nA8laoq5sejTVH4PjPEDyPel/AY+5Eq6jC9g8VNkn7bM+Paoi7s/sq7dNElDNzO8mlnfQDKGvUfW8NeFvnHjTLbgQfKB30JekBv4gIhxuSaVjFdrtcARf0Eb0Q4NtUdN54ll0XF35/Lgix337Bh+5ypnKt8X9unmOsZNLjSmVtSPfhZlc80s9Hce+bh7niYRw7krTR7Jnd+lEXNIXxS8TIVPEr5z8TAnlf/N0nng7648Is9Usqs4UD6UeiF3Dcki1Gw1rNVuWluy11X/FP/Yk94OBoWPHGqsZMXW1lYN+d6K8bktW1/f1Ll1Qy5HksmubERDsUaaJMtchg6KVZ37Qh109rf6cXfDNidpGtjhN9D9ivxDRhXFuJWQyey4utjHrlVkJ4IU0yFnSZKae2Lm9rvf3F11rYQtaxBXyhZhkwYa9yCmCnlQ3NqUT0jVJ0FP7uU7GWPE/rLA8fujD/b23dtYnO77V9/by+9f2vOXz+3Z82f27NlTexr0ndJv7enT7+Lcs+dP7bl+f6nrWMzu7bs3xqLUJydZvH0tm3Iv34B+Y3vQgkew3cT24+HS3lz6M81tBfp6q3HPe/n7sEsxpjKTHEOZDLv/eF5L2f6zduEVnLjJPcO3nscoPWE5lI4Rp+J/N6R79F/6/aF8aSfGougvoH912S38TDsf++S+kWLjofwJ/gjfgu9qSP+xb5Q3w25ISYvyOQeJDSUuMsOeBkbC915tSV+D/gf2fYbtEYbUwYzrIcu3ZczcXDqATMArccBAzw3gEdkhfofgDztlRr/q3mhX+lO0M+399v3bWMQQGXj5/YuQm+cvnkt2kJvv7OmzgrLjkBv9/uLlC8nZi5C5dx/e2/HJxxgfulKcFYtiyY6roc3dKToje9zcPftNVWKRSF6YwH03xGgsHlngIlkCExOu2d1uln3sN7GJfzW30d4z2k3HqewcstNUHEK7dGTPO5K7rsaX2G9Kz4mbXe1X1GEuL1PsL6cz+Tn8PQtrnulZwonG34jZ8YngdS8ZQkcp393NHbLgh3P4ba67vMxe4Ey8Rl6ce1AbzZA3VYBri3Ld3RL5HupRlZ9Dd4hdO+qv45uIlxry69VazbDLXJcofnenbJH2OYdO8HtVdr6qPiBySL0r2mcBca6hnET3iXFjEytKBKK+/7GPStEtvuCTvKIs5V0TRXlK2a/VqmFfs3M1jXVlVK2SVq2Kf5Fvgd/gJ0kib3e3X2OjWDf9sSMG5pIr7AVxOrERsR7tT+x3oXa9Vl/nVnY24jH0RboS8uRm7nwZ24LcE/nhVG1XNfpa2LHxyqptbm7ZzvaubSndWN+wNT03jNh7MIhxAuxgQ34IeSDuqan9obpSjiFknuvoB/bURxkOBxG/E9uwoDQL6o5XxjaUDe5rDLbT7lhdthnsYTDkMBMCC9b1hXx44ort3CLVvrv23cwgy7aoc7b7yTfnyRc9KWxsYae50N2Ndk+RgYrkQXITdWrUrCk5b6nOLfXL2qIOsV23bf1ex/oa+xgO+6rfULHbiq1HXLduLGRPv25LfTvqix/v9QbWbrUDb+QuTVIrNngr9sv0hwjk4rD4wdXo7q42gxKly6Rf9ZsuwQiGHbTPtpAH2dtIpSvYwCD2Vdhje5BXYrQVMWvYD8l6rV5TO9YXsrGQC41p9rqSizzmHyL7K0Nb1bP4dT3HRx7QrU3ifskG8cfaeE1yNLBms2Wp5M+dMh8J1uGn0H/sPfp/rfHCC/X/LkXXNxo7xGdqLIVFjmeyF9wTGGRfZJNhIdPq7oa+1aqqh+S7K7s+UEwz1jjEqnR+rOfhK9LPoeKJvvrPXdUL/tDvmvrYdRH2H2qp39iTb+N++tRj2RGeK0acpGd5/b7kXvET96byi+6q2yc8qZnEnQfpW/ijo9gy/F7UVbHolcaoLhjHUX1vFCPwO+3nyisjZcDH+frrCdwKmsk3uvKv1mrWku72pcMjjUWsjMaGPWNhcNKhsAKntrBoylZgMxqKCakzGGEPiemHwniUY8Jxu92JdgdPfBc2yN2XmFdjxRFpRjO17Ux8ZRhNDRym8uNT7D6k3wr+49bf2xfVFwZgkVFqyE2qvg8YLVNVsUlF9vpTqlgFfw5Jn1KlaZKYQ2pLdwoQKHmivX8RH2SCiqIzpJALjyRJrS75DhmVrg8lnyvq42AL1tbWJOdrNhyMrKvfWpJv4gXkui4bUNN9dfluzndlQ8IfKlagz8pLC1c15oau9OXnyZ/7qmqvNLcD8FSQfWHjN+SamAcbx1gQNuBa9gDbgOzPc3mXcctzoFaL3XznL08oc5nkJixJE8NnF7pMfUZ6dswzZ2zASHgNVO+ubH9b8QHxAteCEXYg8FHszzUD2YDQfdmThvoBNeGIvCaST9NWlK3dH/24u3E9WDY0TtRR/4J2W9PYJnHbWLhz3FOb8ZwNuwRPTdkkiOOO2ovfe91+xHYct2WnW+qz1NSu+AdTOVhnmWRjgzfSjLBH+Z4uCJsk+0M/n3YpaDqd2VQ2S5dkF5tH6p6lcfATf7m7ubswylLTBu8z8YH/ZOz6WOMcb99qzOT1q+j/ssA/x0cfPhh9pGuNPyJ7uvXxk1d5jlDkZ2kH5BpbPpQMoDsrwn9VvnRNNJKv6Mo/oidJkupO3a18wAOeSME4z+4vT3SjsonrU+Vbq1UtZE1tmMnnKHR3XXE8Mcfu9p7t703sYHJgTw6e2JPDr+zrr76xb77+O/sa0j7HXz35On47mBzq+n3b2d6xiGEl4z3JcFM2oC6ZTdNUZbvUjvrAyTwwd3fjOXqSJGG3k1S219yIt8HzTnEKMcvJyYm917jBu3fv7OjjB2M8Atzx87fy71P5NGUVbZhEvG9/mG1OTeKLHTPq6e7CTURdk0T7wo1U5O66xu1xy27WaZ0S/kiV5AH5nskeQsjWTPI+V0yri+L+RHnTbtibarVqdek5sttQDEjcgu63NX7d6bSMmK/X7dig35X979toNNDYtWRqTc9RFMtiZ+gvQtidsDmKjbApLdm2aq2mtkso+lG8VQV3tzRJjf5/Vb4ZPqry41XxEyT/AH+pfHei65Aldxf/9umWQRDnQCB2Fl9cn5gnwjFNLE3TLCbIy6lRlvSFtEYqXqt5WqvWFuMD7FcrVYPgN1F+Lgzd3UyfuTCHTJu7G79zbUMxIP4wswdD4Tewfr9v6E9L+lMVH9wXuqC4Frk/Pv5ovEgEG/T6zat4ucgLxuM01vZcY7WMu8U4rsZvl8fkOP/8xTN7+fKlMfb7+q3GcWXDTk6PDX/Jy07uNJb2MJ2GrrqLcft045R7cX4uez017OQt/18gO4j/xa5Po3+hZ8Oqt0RukQn1LqjAuqq2rVWrwlL4Ka1WqtEGqc4naWqJyitKXGT0T+y4QA9KXFin0a7kh7yAabVWMVLatKoyawWpfWsLquqaR4JfCP7dI3dzV/6eGOceSb/pvLubmUgf+5EN0aR9M5pZ6KF0ERvIOW4jm0RfSZqoHjnf1Zpl+lg3+hCtVkNjBk2NS2f62O21rSd9HCyeJ0kfo2+5btj4nZ1d29b4zebGlsZu1jUuMba+Yq9M5qoqVnZYfMADTagTv7uPIDN3N5cupkki7D6Vg4rkq1JR+4oq0rNKHFeMeIb9VHaFfdq8oET5eOKmjDOyf7mbuwuGRwKJqeI6bABjjow946uPjt7bm/yZE/aKFyG9efvaIo7Ss6R3eq7w7sM7+/DxyLBFPHO40jglz6ixLYzFzXIhdHejDWiPmuLZruJZxhLwLbs7e7a/u2/7+5OIXfb39o3zY40hZr6mFTpDm7q7Fds8N1BZEWhk8csvk6JjyyW5ueHLoDRJVN9cbtMvpMkXzn3pOp1LUl2r65NUaU4Jx0EqR+co0z0xdzd96aPUfp3NzeWHZvE/Rg+K8W5vb+3s4kwx4FE8S3qh55HP9Fzyu6ff2rff/tn+/Od/EP3J/qz9b7/7s3373bf2HaTf41nm8++M51XZi99eGTJHbHmpcfG7u3vZ3pnKmwcVNaZtFpTLidgyd7dUeNUV3zY1Hsfzmn5/YINe3/oa+8GWdjs9a6qPhH9x4//LFd7k/x6uUqIcZI78dWD69RNyHf2jHy4QH/oEP+6+SLWT3+pm+gTZz7P9UGMoUGUt8eNiwF3fOelQF/zTn8Amv4z9AjfwolzO5T//LIk4jnyLdG4zmypOfrAHu9Pf1fzSzu3UjudHdjR/b0cmWk5nH+zjwwc7Eh3ffbSTm2M7vT6186tzo//C+CQ2bqZYHPGiHHc39BAfhD8eaGx1Vb6bseC9vT07PDy0v/u7b9QX+9omk33b2tpSvD22fr9nbY0p1CSTieyGaXN3fZefPzIC6ADk7vHssq1+/WAwUD9sxXieRH8L+WEfWepojJ5+XE1xbhZDNmSnoKbkp21d9eWQpcxntjVW0Ig4GHuHXLnZE8xMAAAQAElEQVRjl+dGmQWuy/tcAyG/lAM/PdlFxr5XVkYhq6t6drCysmID8dnR+BLXwQvEPoTsZ7z0VZeRcT/X1jWOSP5F2V9K3d3cXTZ9bsQk2RjTfYyBL+/z20xx7pfymEkn0U38zuXlVfyPGf9Lw/9Tc+6evtLDg8qQUVcGKo5vER+sE+kjpWli1A88+n3aZyQsVkRjW9P4Ke00EB7UGb/BtfV6LdoUH0J7cb4tHeeafr+v9h3ZqmzD+vq6rauvPRwWz1Bq4Z8S2QF3DyaW2yhOlF8lAl9GoDxbIlAiUCJQIlAiUCJQIlAiUCJQIlAiUCJQIlAi8MdH4DddQ8bs+B+G//E//of9x//4H+3v//7vbWdnJ8a73D3G/dwfU8bWGDf/V//qX9l/+k//yf77f//v9n/+z/+xo6OjT8Ywf9OVLpkrESgRKBEoESgRKBEoESgRKBEoESgRKBEoEfjpEShzLBEoESgRKBEoESgRKBEoESgR+M0gkPxmOCkZKREoEfhdIcCkDh4g39/f2+3tnbFo1NXVtV1cXBqTPDhmgkg2WcJVt2XSoT78Bmk3HjoXEzOYnDIYDIyJLWtr6/mkjsdJLkxoYWJLvV5fmtRRNxbjaDSyyTdMDGFCx9bWhm1tbdrq6qoxqYO8mfzBvZVKGg+5Kb/g4/N9jv96yu4kb164BSZMkry4uBBGl3Z1dWXX19fC79aY7M917m5MNoEs3zif70bChKBWq2n9/iDqxUuhWOCYRcRGo6ExOanb7Ro4UU9wLYjjer0Rv3FNhvMonzyzauvr68pzbEyKoYxKpRoYudN+Fg/6mWwJI+4uXj1+h8dHebhR/a6Micunp6d2enoWdWXxBeSGa0nBhAmjTAICB7DhHl7kxfHd3Z3NZlNTqaLHj7s/HmjP3UN+mNyDDNDGtDVtzqS+nZ1t29jYkByt2uPCQUzyaxuywD31pQlC5POIVy3kCizJt8BsNBoFTuAFgf1wOLRerxuTv8iTfJbb0crtF0cAWVsUmotNmqbWlJ1gcZDxcGxrozUbD8aWvZBLbVgfWKfatWbaihdyVec1q80b1rSGtbwlagc1LUsb+qVudatY1RL9ufmiSHbmzEjVTqT5fDZ3tyRNYoEOZK3ZalkmW8OQ0dFwpFSkdDjoGwvDtFptq0t36ywq1WxKzlrW7XWkq11RT7KXEZP5qR/y5+5ReuhsXrYtbe4Zr/PZzJgczsLI2HQWPuUYnUZXZ/OZ8skyyG+RWs7j3Ew6im4zEZeFVVg094JFA2+ujQXsIw/uDybM3D2ItoGUSRynSSo80ljApNEQ1u121IlJ4VH3Wl16XolruY98sZt3d/exeAp8Q5w3bWmaKq+6kReErrPgTlN5g3mlorySxJY3WBR7UYZ7Yi7id+rBAlXxQq78BRfYbxZsuZOdAitwMjdzd+NPX/aTbYI+0BaD7m5V8V5XPdpttX9MCl2x1fGasQjqxsamfOfYWDC7Iwyp9+MicrXAo63zTCZFzlZGK/KNI+v3BpKznuQqk7NKWgn2qRcE5lCczL+oJ+fmkp/p9CFvhzujXab54uMz8QzRzmDi7pYId9oHoh0g5LVWrVk1qGrUkd+TJLU0SYzJ3EYG9k9vziUqx93N3VWe8pA8RDnyaVlZKqNaVQyRk8qt1YryP0+rkk2RMEmVT5okka++zO33ukmogvW5uXtQonqlSWosvlSpVoSNCIy0T3tAqWQvFQZc6+7KAVLyyWf+ydEnB7rc3dUmiZEXbQJVVUaNsmp5e0RaEw+PVK3RLlW1RcVS2iLJ2uGRF/ubN4lrnocLE7NUda0r1ux0ujYcDOPlWyxEuKFYicUENhRbrI6lb4NBvLSrJVvebDZCz+qKK6CG7m/I5zRF/I7+daS75EnabLasrmsqlarK9LCb2NOT0xM7PjmJFwdhf7BDU+la6JO4dPe43szNgjLcwQO+K8KzLsya+ItWW/z1RN3wf9VaLXQKu4J+Y8Own/dhT6XDiu2J4Wey7+4emMNjU3aH/CDsaUPH1VrN0iQ1g4eMBft8c35z3MY87AQvGCMWZoHJi0vFw9dXdnN7Y2FPP5sQDg/wdqffmThOLJ2R4ue7m8jvYTpVfJpNIv+87OVjsAFn2qQVk8B70a4sgMPCe+vqc7CIIDEw7dRUmzVVxzq+t1q3AoN23Nuxfl/3K/bjhV4sTjmWHWYxSBbwxK/X8nalXPgIe/koZJwq6edAQLKmT+SMjEs49JnbdDozFmijj4HssVASC1QiV4XsTSVLM8Us3OzILTuiyEepu2f2SzaoKh1DB1rSr65sRLfTi/4VcoL+JaEXpr7MTHr9IFm9U/mKWaRn8IGOIRNJkoSO4YPqivHIE7vQbLSsXmtYVfYxTTN75y6uRNxn2tyz40R56FBlPMQLxop4BT0jXvlEv6ifz809u9ddqTm3/01U8EQKkWOKDZWNQB+Ic+krZfHKlm1ubCl2GUsHB9btdOKFII3Qt7oFFtKftrClbzUaDmxFfa+h7HC/37d+t6d4pWPENxX5Jdifq15z6Rf0w4ooHp5nbTElXuHFg/d3apd7m4bNmUY7ZffqwjwDZReyU9jJW9kh+qtn56d2KmL/9vZWcc/D0v3Zze4gkO1n+Zq5ey4/qSEnLCYyUJ1Wx6vGQo/0KbFD7K+trakvsCI705ft7oRsYY+oM/fWFBfXhG1NKcd12amm/AmYdSSP/V7PRmGfxkaeLFCK/1oh7huMjDgQ2eV+2sn9U37hGbJfchMPwYVSs+U2m4Zs32rMCf0F90uNp4Rs39wYixTjJ1jsDJ65HZ1wj9yiDU1bkiZGLINvRNbACwyIl8ENbKvVmhV4zCVTU9kE8r5XvI8fhtBdfBPZp0mq/kYtZJE8G/gN+d2m0praB/lMksTY3DN+3LN0ruB4LiHD5kwVN2OH8PcXVxd2ob5UUb87ydi95DUrd7aoD7l44pYsKNF+Ru5u7m5mUCbTlGVLG2c5N4OHPL5A1meq91wk9nS1m7sb2BG3VRWrVGX76hHj1K2pmAdqa2yqHYuattWf6FhfYyK8PG846tsKi/OPV2IsJouftoyXciHn65LzseR/KJnsyA4gx4kwnYsn+2SD209O/LYPhJnTLp4Y9UnTNOQqle9AJjKqyvZXrSob/zlVhDHXgHlFY5bcnyRJtIWZ2+99c3ejv4GONGT32/RNNX45HAxsRbYe6umY3+iTIg/4TXTiTH3xj8dHsZDru3dv7c2bV7EoKy9WehELuT5beqHSd/bd4uVK38ULl569eGovXr6w16+/NxaCZUHY45NjIy5A/+4VA/OypLl0gnLB2t1NH3Z/SBLNufSFe7j37u42bNKdfD3jnQ+yITPF07NYLEkX/zCHn+aMsi5sirvwlW+sy4+21DdhPIX4dKw4Fd+7ofEC9G4gvNvSu6ZsFlhzfU0+BVvYijbpGfcxZoD/7vcH0u++YTPRVWQU5mfCKuyGjAY8cC4jcPPYneuaqfwvL6ECJ+zZg46nwgf85tJ5feJavlQFkk/I3aVPqpv0qKF4qd1p20BjZSONgQ9VF8Y/8H2ddifiCFPR97KdLIp5fn4e/aqjDx8MuWER31fxIrcXVsgNiyIuFgBmEeCgp5Knp/b8+bOQm1gE8fUre//+nR0fH8eY97XG9YtYgHq4Cl6QeDZt7q5vM3f5NjOjT4c/wX/dKrYgvZfsMY6CLIFpYBnxmpnrj4/9Bjb4op4zyfRM7co+Nqomn0f/EH3GnhP3MebKfkMyVpVdS2QXJSb/aC3I804+lxidF/Cdqk9MPJvhfBfxAHIjZxiQJMI0y3BuyOFUcnUrv3mVL/x8RrymNkI3pyFvc92aEfe5C92cqEdFfg5diBdytbuS945i1Fb4+ZrqUJFucd2jTbboV6dJKptescJPVqs1g7iHc6nuS9JEMixbnnjwTvn2TwHC7+LPRO6el5UY+VXED7hmpLJr8ikiygxSm1R1zO9xHNfXrKKU+9PCv7h4Ut72a25u5vFneTtOI07nJYf0/bH/xEaXio+uNXZAe2JHkJe5ZDFgivuLXGyxJcI7TVOj7eryOcjlWGM4W5vbtr29Y4zrrGscYHVVzwVigb2+deWDsJ+f28eabCR9fGwgdpN4D3vZlS3tMzaguH5FsfaqYpu1NZ5DrdvKyqqNFOf0NXaLfjRkmysVjf2I35l4n8O8iCbIyKOdPUmMcVB3N3eRubF5nuoWDm2RZkc6ngeGM+lnkHwUepqRmbtbIlkEk6rkEhmpSVbgq9msR2zXls62NebR6bSsp7r1Iq7ryif0VZ+h+nArtp6/kGtTY2IZbdqG6hwvJVF/rdVqW139E+QvSdMoFx5MW5Fqt/z8KAJy7PzmFti55AFKlBbEsbsbf9nVfEP2uHGYE7gHSe5CNiQjHEtoTJmYu1uSpEaMVpWM1qo1q0vm6/WaNeV30YdWq6l+eEv907b1uh3rF4umR8w/MvRoXfE9esUz2a3NrdCxTcUeq3o2z4K/5JNKJuwL21w8TTVug37jC3juciWdR/eha56jK9bCX9L3w+5TPTf9iX9TOpdSQKYtEV6pbF21VjXK7aifPJSejtHR1bUY4+UZ71DjDfRfiHGoY116WpdeRCo5Rt9bEVN1bTgYxH3o+crK2EajFSNW6uc6zj3E/O5uYoePLTaYzc+wi8/H/1PXG8UDV6rfpcZIM3t3adg/6hrtpOziVqX6LLL8W3fIGzLxW6tWY9yhLx2mTvxvRmClNqX9ONfTOAP2ATzBhbiROjfU/223Oxpn6NlQ4xAQsRlxaEfnm5Idrgv754mxqUiSnNRqAoV4EH4g5BTf/SDf/iAfDnFMHMVvENfnGUTi/lOiE1n+bF9u+hO/IadpYugFfR8wKggbyn61WlFc8UgVtRXnK5JvZJx7kzS1RPm5e/DMt6uMOPiX9iVZWlTZTdgm6h/UM/mWro5kBzJ/rfGy1XXjpZzIbA//Lx/I2CzyWqvXwg42ZBPakuGu7N5A/n4km7FCv1Vxw1h+fkW+v98bWLsl3ye7WZF/TWR/8OPwgTxD7C8T5yDkmv4uNo6xamzAlWzfrcbAHiT/2DpoIe++nMtfv0/ZoUeym0mSSsaq1lCs1KYvCE6qI+OIa+M1o44D2Yau4oKOsGiJuLYujLADcY/wQ+8hno1gU7EV2NMCk0WZqgz7X+Le3S0Rfqlkmvvqwp9ysUFritkY38Q2jWRrsEmddsfailsoq4G/Uh1aGh/lPHEf13Rl/zvtrrVb7fAHdbUTuuPu6huYNmzQsuDo1OIzN3DCZuOfHjR+R5uRBsk+8XtRH2W5uPPn3HF3c8+Icih/rrgPv4Ivob/6VmMmr9R/ff36tfEyibfv3tiHo/fGuArP56jHnLaQDMxzUhKhAcfkS1uAV6fdsQG6I983huRLkQ98BbYeOXBnAX/dqTy5N6MfwzX79YvfukWfaBt3lw6nmXzKJ9OGtCtjFfhixha3Fdfv7OzaFBscTQAAEABJREFU/t7EDiaHdnj4xHjxFi/ggr756hvjxVwQx0/0+2RyYHu7E9ve2rV1ydVouKLYph99P2QOe2zawAdAiiq5u4FJkmZ2O01SM9cViq/Ak74o+PNs98P79/bu/dtYRIdxJ57X0M/lGnTbtCWJm7trz/NUu3+oj6s2HnVzTyxJRC4izevu7rrm8VNgvTgjYaAdiBNnwnkumilmzOyiftSF7m6uPNM0NXxjVX4SG96Q/cji2IZ8QEM2oKk+flv9PcWyva5i2Z7ilr4xdp094x3buuKeTfVxIo7V86t1ycdYtn40HBn2pCX7V1Oc7I79yMoXC+b86VySJiGz2K9qtRKyW62qr54T5+EzEb/w7O66HVKijzRI31/45EW5u7mw4/4kSR/LquRl1Kp6ViEiFVVFNfELsb/MS1XnC35S5YXfclf+qkvBAUecT5JE2FaMPnBX/nAoXxhxtGJjYvyufAC2l/xoL/ryV4prGZPBHvGCOmzQ6zev7XuNyb7U2Ozzl8/s2Ytn9vT5U429ZWO4jOM+01hukMbieCEJY77fv3ppb3QvNuzk5MTQM8ZxiaOn8pVhu+xxc/f8wI1dd9fx3Kay2fcaK7xV7E1fg7GFe43HcZ4YE/mCf3fXfRlR9zQtsE6tUn3EGjwramfqTT8qTRKjXXWzyvtLP55d6G5gnaa5DKlM8q0qrqipjFpN7aqys7Qm2foh8VvwpHu4N1Ue7uJJebu7uauMkJ/UklTkSZxz5zfTvv0TmyRUSgpGM+niXH4ndJF9KO5WXsIhTVKrKFaFn1ret2qgkzHu0LS2niXhvzsa3+1Jpvq9jvxMz4ajQejk6uqKbayvRX+SlydCjGnje0Z57NVqtgMHM5evngfNc/7sd7N5xiltEG2TWJKmuW6nwrBiyEC1IrmjXasVnat+QmmaHacaM88otUT4I0/uLnQsyMrN3F3YJGZuhi9mTJ4xR2JwfPWHow+W2apX9vrt64xkeyKOevvG3r1/F88Fjj5+MHw9910Tt2ucIrMlD4pfMoPt7iortVTtQmxBvDQejW1TvmVXccve3r5N8thlTynnx4qxet2+NTX+UFO8ih67i1lliWybNok436Jf51Pw4e7mLirkVjKXppLfhDr/CPHbX0roAdcqTfI01T6UJJSTZOWLh18HCXss3xULqmFmik8eHh7sRj7mXM+jkBP83gv5vGf4Oj1v+vO3f7I/iUi/VfptvJDrz/bt0z/bd0+/te+efSuf+FTPop7ZS/m+13r++Z5nUafHdnl1oWcjd+HLKKtoC1va5nKInCeN0+INvGqywy3JVU/+mvErxn0K6uhcQ2M6lUrNzB/j+cgH2TPVT/lm38pZ5+JQ5//Sj9hY4OXuj/vKwF3HSn/pj4rN+FDBcBCUnYwz+vpnfTK8hI/ukjgAl+yBkjhQCmiuH4vP8n5x7m9I3XxxN1zMbGrT+YPdzW/t2i7tfH5qx/OPdsSLuCB7/7g/0/70g328F90d2fHtsZ1dndr55bldXl+GTGPjZhqznVMPSlJx7i5/VFGc3VJc3de48KoxHry3t2uHhwf2zTfLL+TatPF4Ja5ra8yhXq9ZkqTm7uRW0h8YAXSD6pG6u8bnaooD24r7iPlGivtWJBtj0WrsY5vaGn9oaGwH21VX/FjXWEBDdoq+GPJD36PX60X/jOOGriXmTOUnEvklyiuIcqHi2N1D7pIkCfkl747Guih3qHGmkcbCGOdg3Gms54ic53fKyHipW138NJsNyX5Tz0k6qkvfuG+oPlJXcW1DY1PwYj+yufviF3jDpk+nD4YP4VkA+sb/mHBuit7NZ8Z1i5vyHc5x3c3NbczLu4g5m9d2fX1jnLu7u488yZ9b3F11Z++H5O4Gz9QRTPn/i5WVrH1W9ex0Vc92wCOrY9eajJ+qbWijZQIn7u/Kt4AduKzq/mJu41AYE/9zT0V9hTRNxJNbsVGnYr9MSwRKBEoESgRKBH5dBMrSSwRKBEoESgRKBEoESgRKBEoESgRKBB4RYNzq//2//2f/7t/9uxgb293dtX/7b/+t/bf/9t/s//7f/2vff/+9nlV/eU2D9+/f24sXL+x//a//Zf/1v/5X+w//4T/Y//f//X8aEx1rnDyxf/Nv/k2M7z2WVu6VCJQI/HIIlCWVCJQIlAiUCJQIlAiUCJQIlAiUCJQIlAiUCJQI/PERKGtYIlAi8EsgcHJyYv/7f/9v+y//5b/Yv//3/97+/u//3vb29uL/bN09/lfU/TFN09R2dnbsyZMn9q//9b+2//yf/7P9z//5P+3du3fGmPwvwXNZRonAMgLJ8kG5XyJQIlAi8JcggMNiskY2EeTBmKzOZA4mq15cXMQk+NvbW2OCCNfKD8oh2oI4VxD5mDYcJJMtmLDBpAwmdjAZa319zdbX12PSzWAwsG63Y0wU5DomgTChBqrXa1av1/VQuyEn3DauZSIIC4Btbm7ExC8mdXS73biGstK0ogfX/rM7YOoIFjc3N3ZxcWnn5xeRXl5e6YH5td3e3girh3jw7p5YkiTmngUPgmbxcc/OMSEFDMBojQXwNtajfuDFRBYmtFBPrgET6rpMTPwpJr+AE/esrKxEHmtra3qgvyr8+oEzk3zhZ8FE7DDDMuPFPUvn81lM/Ly7u4tJPcgCk0xPTk5jcRfqym9gMZ/P41rkh3PgwvVck2FzYdfX15Kru7iO6yEVFbgEC/kX59nN5Ke6WDCIeq2urtr29pZo2woZWFkZqW4D6/W6McGrkKMCJ2SpIDDjPJOFmNTFhCDuGwz6ksdR4IVsQsga8sWEr1arHXyQj7vDXkm/AgKFbETRRTMoRVZo0163ZyvDFVtbkcz3V23UXbFha2T9Rt861Y61kqbV9FcV1Y2/pjWtZS1vi/LUWtb0ltW8bhWvxEIZlOfmJAua55NSi9TdLU1SS9UxqFVrschPr9Oz4WBoK6NRTNQbDYdKhzYIu9eVvLYkV3VryM6x0G2HBSp6nZDlXr9r/X7P+r2+dTtdazSbVq1UzT2zb5QL2dLmnvEodTQWy5hOp7aY2PfwoP0HY5GpQmdlKJUfur+UierF5L9isQIWFDplwdvLS9kB7Nq9xQKJs5lun5vrb/lu9uHL3cPupbLJ1VrVaJ+29KirNoLarVbYd+yRe1Yn+MWu3t/fha0ghabi3bQFtrWa8GooP7VdQ9RsGYvF1HWestxdV37+ceO0uwdPpg1bdX19ZVG/s1PZ73PZbtVRtvvuTnVUmeBkwsM9v1/3/RSfhRzPyX0u3twqatvAqN22Xr8fCz+yAMnG+pZtrG/aeEU2XOeREerbaDaEgWRYslNvNKyj+5CVsP2jFRtJ7lhQjQn4beGO3QMf+Kd8iP0fI+r+8DCNBXPv7u/Dnz1MJT+x+HjW9nOwMbDJCL9SYeEQEbayoFq1GrJbqVRVz4rRjlzrrvt+hIEv8ee61t3NkyTaMZVsVaKsii3KkqyxXyMV1aSLQZKP2hJVcl4quj9N0sjPXXmrjN/3Z75gH4yDZJOIMaqqa7VasVpNeAkb9is6ZiGyDAO3BAxysn90eyzHdR33pZQDRTnVrE1qVZUH1ZQ+UrVa0+86rmbXVdQe3B/8Jom5k6sy/hs/P5QjN8qp19GZjg2kJ/h6Xry0vr5hWxub0rcNxUxj2e6BYs+OEVM0ZGvQoVqtrnrUra77G9I7fmvJBqFjnXbHiNOYuI095/qq6qfKGAvVs+giC7mcnBwrZjyPmOheuoVNnuf21LS5u26BdKCPu0s+PfiuCqea5LghflrS+aK8Bv5BZYGfaUN/p+iv8r+TPaUcFojHH/CbuxvtDo/UoSDqgn2pVWtRnisvMCxIh8EbKeQm2z2byz7cyT9chx09Pz+LPsO1Yj5iwTvFkFPZjrliShXLbQYP8HKrfgXX8PIk6FoxNefgmXtmynuOQ9NdRardTz4sPlSVzGEHW/IrYDKQjx2vjG1tbT1oRTYR+0gbUdeG2o6614RlXW3KuXa7ZT31Rwbyu8PhwFYihl4zFgEcyncTX5A/bU+7JkkqCygbrnrBW0GfMFce/GwIYIEQDeIRZOxa/vxc/dWzi1z+brI+B7I/VSw0lywFM65vKDLQvj6euCVpKv+UWrVWk29tWEvy0FUMhzy1mm1DXpCzRPbJtM3kC5Fh8r+XjiGz94odHogdJBPublX0tV7TvQ1Dr7ALyBp5hc2TDLm7ubtyfPy4e5wryqKcqN/5uZ2enhqLQWFP0B3KjTJlQ8hBt5Jk5Fnyt34Xsk1KXql8L7pDfcBnKDuKnmzKfkLjseIV6WCn07FWq6m6N4SB7CbYKmYBW/SJmHiFF25I3waKb+hvoaPoZ0U6DfuUWZC0jeJz4tdsd6a6P+T27l4270Ft8KA2jwVkEBJIl4INRD5FnlNdyyJKl/GCh1Nj8dLLywvZs5ssZlbexbXuj2UW50jd3WgreK6rvdvyBdig1fGa0Z/Et2zIv7CPr8EeUV/wacpmIRPUuSZbVBNGdWFUEOf5vd1qhz/qqU8wHIwiJsxeOLghG7VmK6OxfNZQNqwnzFuBdyqZdveQJfvClsPyhV9+hlPwkWcLZjPp43Q6C4yjvyF9vRDuUMj2Lfp7GzFo6K+Ydf9yXZIktUqVOKMeuouutYUr7dASbmBY2GxYyMp+CL+M/mQycx+8IDNckwq7rC0axuKzTfmMpnw9edWqdUuRT08W2Lp7tu+6W7Ylq6PqJzkM+yTfdql+1IWI8ZFr+UcWsKRs6jeTnCGXpvvd3dwh5S97k2CfksSSnNz5TeV89nH37IywUgfN5spzLluUpfPsWLjHRbrUnTxTY1HJDL9axDeNRl041q2pfkZL+tuRLaTv0e221Sft2mDQs5F0Ft1lAUXGrdY1brW5uWmbm1uGrK+trksuV42FdDvqwyLP8E/Zc/hj53dILp7d3VxtkSaJpUkq/CqG7kPIGWlGVZ3/nPJrZUPToNSSNLFEbezKe/H5ne64u6XSjVq1Zk3FqW3pHwt2D+QPxoqpRrL3+Ax+q1QUQ0kW0IGr60vjBT3HHz/GItJv3701Fpb+nhcrvXxpL148t2cvnhqL20FPnz61p0+/s6fPRM+fxvnsxUrPjUWp38Vi1B/sJH+xEgtS38tPF7r2l8og103DtzxobPdOdGuFzZjKd2DD0F1Vw9jcf9pWpHzyJdic68vdJVOVsO/YtsyPjkLXNpb9b38Q4wJN9Q2wWQ3pdF2+iZQ2wY+MFNeuKDbGf7Oweq/X07hUJ+wdbUi5lA+p6DBPnFsm6s1404PsHH2M+/C/9zHWS98mw0YGMTIwcwcfyJY2j/Pu1C2V7VH/TLHDQGOz8DgQn/2ID/riry0bVTPdoX7HvfpRV9Gfol/Fopo8hGcR31csAPy95Oblc3v+4lnIx9PnkhXkJafvlD57JtnR7y903Utd/+rNa3v/4Z19PPmofM8MX3R3dxO+ARzcfYlvM/fs2N3z/bn6N9PwLVDhaDoAABAASURBVLcaTyK2wP7fqx9EXDJVXwi8Ii8z3WNmbr+pDd6gWe4rkiQV5nXFFU3FIFkcgg6j19h2dBm7556oldXW+tiPbDP5pLu7W2PhZvT99PQki2evrkK3MoymNpffEqQWZOpnKs+5hO1Buki88BivnUVet+pLTvUb1ywTbLi7JUliaZpatVoJ3SHu6krG4L+lWAEdqdZqoVtJksb17m7uj/emslfY9Wq1qnyqwqQW/YWK8qQ/nS7uS+I+W9rE+tLRp7uuQ3ePe/ArSZoa+VVlRxdlqcxaTtUaZYtkY2uQ+K7WxIv24/pK1eAzVT5JkizqomJ+hY/b4k91NB3NJVcPiv1YSO7u9i5ibWKiC/XfLhQDsug2sdGD7CvyQnuaNnfllJMOFx936piqTSphO5BL+v9bikVY0Jl0Q88deYa0ovF4bB3y25JvashHNRTb1RVz14QhxJgAxxH3yX62JR9czxjCkLhHfmys51HE8+saYxiPFXvLRhX2s678wN+0wfty27u7Ob5eRNvQ3vDv7mYid1JbbNxfHLh57HIODFlMHAKjmTDlPEba3Y28aX/4qFWrkvmasKnLJ9f1fKIRutyO2K6tcau29fQMrc/Yh2xuEdet8zxSz2zBbmNjI2I76szYSF/9kLbGoMCoVq1ZmqTGBg8Q+yX9YwjMZeP0u5rU1a6OPHhitBsyQRrkibm7Lsw+j7Ikg5idCpsL5gXNdNFM9nMuWzvP5YKr3dzIM02TsA/YippsSb1eC9loEO+LMrloWVfPpLp6JtWXbAwlF5nsDxVrjA2ZoK+PbpFCxP2rq2vW7w8kYy1LZX9Mm7tKzkmHNoM/xQvoN74RH3mt8ZuF/tM3kj3n96muQ7YXYKkO5KFK6xS1sqgT9hI5RJfR1YHiTcYk4Af9RKapQ1/P1rD7jF2E7KrPXZfuNyDZgpb6eF2N+wz6w+hTjzWWwQu5VvRscTgcWU91a7c60qeGbHRq7h5kJh9lbBlP7OmU1HGuZ2aziB/wUYxxUlf8F/UlvVWccC9bR/u5u27NKfbzQyV/7Yd8C3J32cmatWX70OGR4j/ql2G1rrZdVd9uaH3Fgh3pd0vy0BQ1FD+CUVO2Db3vdfs20LjPUGMR/f4gxh3a8qfgV5M8YXcSyfSXeZ5H20kMIp1JTmln/He0ufw4x5/Hj1zvDjZfzvW3eBZuYTnRV5IkktU09CKVbwcjqEr8sDiuSjeXqaJjkfqKyDg6leWTmLsH6eu3WPWfjSdkmcyLlP2CkiS1uvw48t2Tj0JnC/leW1vL5Vt6rGfRTek6NgCqyw7UdB/2o4W/l+0b4A+Hg9CHsfRkVX5+RWlffZF2u2PYjWqlGu3pLv2XgH7Ok7tbsfHb43j1dfa85OI8+jDExFPZAHSB6wwDpxsf737c0+l/1of8CuLGNEniBS7EKdQjw2lF2Agf2W/qOJC973Y71tbYT0sxEC+5ob7YgcCnyzjQQDZgIN3v6rqOYoumYuK6VdKq5DyhqNBvyo6DL325xbWpfAW6UNeztY7Gi2g3YqvwKbLBwzy+YhyqrfZpKXaBl4ZsU1v7Hdke4j7qwv8YcNyW/WrKptOuFemPu4sDbI+S/LPMW/5z8DzT+P5UfTXG3rFJD7JJ9HGn4Y9mcU2ehdSPfIujnzr1yN/9Mc1KmBuyQp8bH3Ks54rZmMkre60+7Js3b+zt2zf/P3tnEmPJ0t31cyLvvTUPPY9v+N778MayxAYkg1ggL2DFxsggCwkJViws2HmDhMwG4Q1CwBILsbGEZXvBigXeYslCwgu/oeehqqurqrurqmsebib/34nMe29VV0/v9evX/V5m5cmIjIw4ceLEOSdOxK2MtCdPnmhd5bnhU0N7lGWIaiASdNF9JZlLkg36Gd7Nz81rDDyntebz+k30QsgHsjGjvqefyCuRjzFulI/C9sanqlVeXXWKqYp76FMzlk9pnJrVWMTHkS5IDi5fumJXr14zPmzx2aef2S/4INcvvrRffvFL4+NbfIQrPsj1y1+Jez7U9cUvfmm/+OwL++zTz435AOvxjHvgnZQs9aT7heZ2bjSFvlWkPt09+F+kIuiizUoRqZUdST7wX5izsP6w+mQ1f7Tj6RNbX1/XbwnP47dQxve+8rpXknWVDpx1BT+hIGRB7VELg2eMee6Mecnc3fitNvinuNXHUG4QgJxIWiW/tRRU8g3KGiru60rcfYAPu9Htdm1M9hvZxS7gs0zKLkxNTWjNIvuyszPThv93RrbtrNYhL5w/axcvnLdLGhea+Q1+7MV6TofMzWoMmZyYkl3rRhugzUYO2likZMhPR+M4dDAmjAL0FbJvKRVBs4sn7h5YTuKLRC5iB/pIFKAe+Fck1SVbBs6oq9uTP9e1bq8G8aEH6L4nfvS6PdFeA/Fu1ygLJOEC3JwqJPwKVC+37m48ox0T8vmmscnyqc/KDs9rTJybmw27j/6Qp9J840A+O7bo+fPn9mztmfEhLWxSrMc9WjA+svVQ67is07LuFmu3rOECWou7x1qcgDwPFx4aa79LsmGrsmH87wT+cvzmqbW0vuwx/HF3c89gOtxdV05Xupqk9uBHsi65J/r25Guz5sD/ZBzVtrwU7cpGIZWhnEfbaX+hfoNXXfln8BvedunnTuZjofRU0K8qZ29+eJ2V0JNbSoXsSyf6JtfViX7t9RQKeuq7bk/9qLBHOALdbi/KdURLAS3Rrz5si3iSlFakpHoA6lOodHc3M9efnXrA40o6BwSfxKsSPRTkezhXGWjc3VKR6nZ0Q+7GZFtDHyVDk4OxOuvjTK2P8+ijZIqP5F1AH7VWc1W/JV27dt2w16GT+j0JP252bk5rF1PiTS/qhC7APtLDRbd7sqS+KZLCopaDWsfp004XWQM6g36O9OjvjiGDRZSjrHCAR31hgPCbUYv9bA93N/cMMKEvvccGsLbP/4BiW/jtAH8JWzWA5SV7LPuDDVteXbYV/S7w9OnTGNs3Nzflt+/GmjW2BZyVdEPVqC9dOpDUV4UxHs3IX2LNDJn+5Pqn9uknn9nnn/1CvssvDB+G301DtmdnY92EMvSvu+YU8slMh1SQq+DDON09xjLkNgOy924gpYynCYsiiZ+F+FpYkQqFKUA9Gv1qFjEzhfYeD3eP2ip1DvO6I/l4+xpjNjefx0dZlx4/MsYxxru79+/Y7bu37dbtW8YHuW7fVaj7uwF37C4f5BLwocoH+i1qUePlkvz4ldWVkDf+dwBfs2x8IdUZlWcSwh+FDiDSdXF3K2QXehorGKeZF83NzckHmhcolG8zo3F9QvPgbrcn7un3mzKPmaAHFyDkOjUSVHomeVSMiI0eNRmjScO46LAa3F1Rz88Uj4hudRoQ9z/QReRbVDJaETTo3t3NvYGczd7ygFeAmKUTLqlGMTLSGlzeRN596OaBlJr71rcj/R3Yge1UO/a8em5r1VMbfJBr8FGuJ/a0FBwJ+CDXvuzb3ppt7D63zZ1N29bvcnuSaX6rQfbU/VGHqy53l43raDyeCHli7L569Yp9Gh/k+sJ+5Vf+WsBnn32mOdsV4znyx9wSG1dIrwNZe/mhOPDB4EUHgCRftyd7hAzMz8/ZWf0ex7tu57W2hnwwTiIjrPOwFoecAOFDyn/EVlGWMXVW4+Xs7IzWnibj94uu/KRC9s49mbtH26kzIiMXd4/nKaWQX3CDk3rPaI3/rNb4RumZ17xnWutLE1oHgxaAMtCX7ep0yD9zStapyEueokh22uHukeyeQ2gstd50dHQU/9OArhFv1p7wLUL3otTxC+nkY17EGMEcid9Sd+vfUBgzjpfPdR7HYsEPd4/xAtrh//H+uWAX9XsgfUQb4f8oP+hT+E9Z0uEneTIO/Wak30vzB7ku2pkz85qTT8s36kV9Sf3gnumCF6ajCRVtz5YDLQdaDrQcaDnQcqDlQHDg3//7fz/wWdz9tfHPNAdZWlqKsu2l5UDLgZYDPwMOtE1sOdByoOVAy4EfmAN8iOtv/a2/Zb/6q79q/+2//bdYx3uXVbKmyFrju8TZ4mo50HKg5UDLgZYDLQdaDrztmhq/8f3f//t/W8Z9uBx4r5QhC8iE++vXY91zHmTuvRLZVtZy4CPlwHfRr//5P//nR9raluyWAy0HWg78eBzg92J+N3bPvor768PWn/nx+qut+ePkwMbGhv3RH/2R/cN/+A/jnbEzZ87Y3/27f9d+93d/1/7gD/7A/vIv/9IePnwY79Ke1kL+B3ZxcdHu3Llj/+N//A/7t//239rf+3t/z9irhv9H/ft//+8Hfuo5rXyb1nLgXXPg9P/8fte1vBZfm6HlQMuBj4kDvPjAgMZLG7xYenBwGC+Z8oIHL3WwUf4BL8D3+0Ze9+yUnmwjzwDSO50iXrbgB2QW6Hgxo3kZML9AM2UTE+Mx+PISBy+fUqYoinhBgzCndSIPecHDCzi8NAMOfqDmpRHqYNDtdjvmIy/i2Ds+aBsAr3gBBp7AG3jES5jcw7+jo35slEJescrc/QVK3N14CYV28iIkL/bQHtrGCyy0k/uJiQnjWfOyCzyhzCiQ1u12xe+xyAs/4Pfc3LydO3fWeEloenomnpHX3V+gSUmR5u7GAe3Iw9HRkdGuRha2t7fkFO3EBoq8NAQvyEvY5IUXTf7mxSBwgA/c7h51ER8F8AB6bJ2Qn3HLfT5jvBBFO86dO6f2nDX4RBtpK/yh/+ER7QNG+XMyznP4RX7KUR4+g2t6etoamWIzD56NjfWM/PSXu4+S3MbfEweQi2NVqRvoD/qWvmFDrSk27pmZNTaKm5masanxaZvoTdh4R3am6FmROpassFSlCDuK89GtrvHXs54DY6ardZRW6Lkrp5tbc/Cia7yQWiml0kWnYgYtQMhWr2vIzeTUlGiZEczZjOQKWZ4Yn5Ceip5ez8ibUqGyheJFyNiY0uNFv7HxwAEeNs3qdXN+58U1VegCzqCHyDFQqmhDJ9G5fv/IeFmce6CqyrDjypVLNcjUMBUL24UdQ4ezvm9L33fDDvRlDzKOuuEq666LMLnX4Qi/lKy6LHBCB3j3D/YsNm3Z3LT19bXYuOXps6f29OkTY/MoNjV6wsZGAkI2deH52tqabbB5r8rt7Iim/T3DDue2QU+lmt3cM1D3EHJaEv8qJWKrsFPggZZRGx44Ndax2YiymrlZQL7ElST7DkcFg+tyItPcXXJZRN83MjwjWz0zMyO5mbU5XjhVfGpy0pCDTqdrBWNkynJDewrFQwfGx2Izh8mpSWOzYWzaeMjbmHVVjrymAxroe0LdmrnZMTD1l+hsXhClz/vlUfRh0/dRFkYqr7ub+3Fg46AA0Ua9IbcjeVTAzM0C7DVHXY/VmaPYAFcycFPHi1BIt6Tr6eXg7uY+BPuJHO5et8QtmZu7wgTAi2LIF0/mSnd3UyaBfbejLu/uBr7kbi/2x4m6635xFw2RX2UVmrlxuOeQ+NsC8glQDvFxd4OeQrqP2IwUAAAQAElEQVTTlS1FN9iIcG52zubnzhj+xBy6JpiZmY4NBsbG0JtO2GbKNdDg4b7T4bmg2zF0sAE2yEmpMPgAHWy2mu3ptvHCNJvjDTacRtcEpsPdzR3QjRE6EYHrToFOsoYtlU++Lxu4W29ky4dk1mRPnz57km3p01XZ0xcBO7u29izb0ufP5c9tWXysQPiOarsHzWG4VV9zunsTNXcfALakL5+X9uzu7lr4fHs7GjP2YszAngbekp4ARSVb0o8Prezv79ue2rB/sB95Dw8Psk2HjrJU5qaMoidO90xDKlLwflz9NSUfYHpqWj7cTMCMbCf3k5MTMe7SP2zMWKhvikL9o7JJwAdJsJE8p98nJyaNcrP4E8iEbDLj9+TEVIzL5CtUznTAK0DR9nwfHHBVglhIEeA7Y9Lh4aHkaF+ytx2b86NrzDkY53lOPkAlzes/BRZgHKTmUG6Q5LMyPsxz1D+MuTAbN21tyV+R//FMuvM0/JWn0q8nhr8C4KusPlkxNnbiOTq2tv7M0Ev8KHT+QHRmXUC2VZ+buetiLx7uPnjWlz5QFhzoO/NO2ojeHGq+fiQfj/H6pM5mrJ4Da8L69g2ChmejWT25bGIn9ClvjjFt6Nls2NJ5m5W+oDv4ullPOtlnKaRvKVkSdGU3xzSvmtAawITmuGzURjjwV7rZz3GHZjo7U6Auz5GRKzRW8mlpf198gBf9sq8+LK1UgQqgUwOaguBUH8vGHIm3h7J92EA21gTg7aFsETijvHA0Jd2hKd/xjBhtwq4wtoyPj8e8lTHl7Nmzdu7sOTszfyb4MiM7Mjk5Va99jIXdolxRdKxIhRUDHhXiUwbSyMNY05Uf19P4NSZfD35NyS8Mu6RwUkAa9fe6Y9FH0OV+nF5obsCO8YSW/DAABQE1LdSPXgbvD4/C9u/v7cemscg448KhdKWvvqk0blTq36qm1d3NPQPUKmauiLubSzYVNXBTHjzoC2Puc/3ogz6im081RqKnq/UYuaq5BsBc44mePXv2LOYmMd+Q3oMDexL0SBYaWqgLcHeCAA9q4CwyplC0H0kukbF9jXWhuwr3NfbtKwQvtIK7VFspT78Vkgn0p6c54THo9qJv3VPUB29US8S5QFslGtEB6gU/PMUGsVEmm889k12ijfABf+Cp7NkzQLYNHq2trxv5sF1sWMeHDre3t203Nmfai/7CtlKPmRvyOdYbM3R+SvKNTGbAl5qUrRgzZJd22U/gcLWBLnd3c8lcA7TP3Y3wleDJksoFKL+7m4mPnPaRH+60RY2oA2Skj/zLnuLr4R+GPj7fMOTs2ZrGUc390b+VlWV7vPI4NkFkU8Slx49saWnRHgkWgUeLtri4YHw4iQ3rgIVHC5G2qB9kuX+09Ejll2x5dcUYkxmvkWHqRRfQCXQDukSlufsJMHMbHlIlK6XD0Yajw3jRirVP7vuyT6XGEHABTSn3UQxN6puF4BmFQSmhdHdLRbJmnMHmT2tMAWY1/gKss09pLGAcIB/jBmNISoWllKwoCpXvSid7xngBDsZx4ugvfjR2p0jJOLL9DavC7SmgZ7Jb8AF+9NXXffgCiG+lntGeFwv6IEnNirh7TiN/BV9VFjtzoPkBNoyxmb5cl32iX7HVyM3qk2X193LIztLyUmxI/mhpKcsNMtMAsiN5QWYA5AV4pOcByM7jJVtdXbU1jQF8MAq7hz/APAa6INQ900kccD9+X4p25Ay7fijfgk3TuYcvfEAn2oZgUVhwvLQSfuxTQxdtBSAlyVYN5WZc60wTNjU5HWtU+H7IEPLW63ZjbEpFMvdhqyQhoAko1af4sju7u7ap+eeGAN8a/dzfG44tpXgYBXQZ6J98ggPJAv3BmLylMYn1O+wKvC7l90EzoGKD091D7guNqT2Nn8j5NOuzoTOzmu9PSR/GNI4VQXdSfvch/e5ep6fQIfccpqSQuMBTzqOsBth3ONzBYSpPKBB+d9WhMOqqwyIVlgJefJZSMhctrL+5C4fA3GwA9kMeL+Km6qZu97gz+ravtWT6jHWDPflCAer/vfCJDrUOoDVH2Y/T+rKphWfuHv3Wk580pnVz5ugz07Na05nXb0X8XnTO5ufmNUeZlcxOGXI6prUC8mMb8V2KorCUCisiTBESBzr6LQp7CFCGsuCYjDWCqcCJvW1sKH7Q0NfxekomhRLRIjXWhIpUhJ4gi2Oim5AyXc2LCmjwZO6uEi+etPko1luyv7yt3+TYAHZjYy1sFr5cwNOnFmH4dU9tDd9OgO3ErmFHN+XbUn5Ha0joVIyP6pdSOurm4kPHur2eeDYROjI9NR3rKlMTU4YOjcnngy9Bc0rWHm/KAVnELBLhurv0tUhFyAT8xI4ydvfgb68b6Skl9Qj4c9lm+EAemBop1bKd7Ms/l2yoT/Hb6Wv6fE2/nyAPzHue1rLxLGTjWcgGeTY0rj6XX7ap31jw0bZlX3dlp/eknwfy3xjDSlUMLejOWMxDJw1ff1p+CL7H9NSM4UvQjkJtcneIDnDPcWhmLDySrIUNEH7kb1frhrt7u0E/z8rBGNAwS2gyCjW5km7l9KCn2zF0Ez2cnJwKOc0faJmNtbzJ2idqZBb6KZehkKwLRG+n07VeyPx4tIN14hn9fgeuOcYLrQmCCzxFo6t1z4go0SQa69Pr9ErtGLRX/sB+tLdeK1U/YQOxh/CFojWbiL5TAD+4e91utC3axAbNtAtgvVRtjfbJRnZqe0Q/RltTto3dTs0j2dsJrXdgDxugD7rdXvDTPRn1mbmddqgHxS9dJVPwiP7m4wmlxvGyX+p3y9JIg24glOU0RB96GkwQuPjgrmsD4ify5+IT4UuB/JHXY/xwd7MA+9keWR6QiNoG1DxkLb8n2cUGTUuWZyTTM7JN0wHTYauQ1Z50vJFv+N7IN3HSe91etgOS8amwJ9Naw5sLmJ6aDv0Z07Owc7IDLhtOZ0BXA9w30KQhz8wl9uXn7Er38Xv3tPZ1KPuKjeB55MWYNIXp7ib+HcLAh44JQJuKZJ1u1/jNufFjZsWneWyBgP+BGddvxz3xoGhsQFFYkWr973YN+0ce7O342IR4NRa+ArwrhN89Gcdo3REXAZWAZ4CbWxJeysFL7Af2Z1p9F/ZWdok4dPKsJ5qgPfttHStEV0f2KMqqT8nDHHZMfTMu4J5n5HOTvMCDqB+5AZR44oTOUj4QNqisbTd908cmCUo9Iw/F3MFK7IcAtwY99QHQwRwIudncfG7rWst7yvrJqua/mrvyAQnmxGvy9WJuJf+QNcdDzZ1KteUklaoheAhf4ReyzjrCWa1bX7xwyfg40blzF/IatmSD8XBc/d2RXLjj3w57M1h7soL6/uQz2gK4u3XUf/QTfsSsfj/g/71YN7944aLxT/V8hIuPsly5ctWuAlev2bWr1+36tU8E1+0TwuufGB/pCvjkU/tE8Ol1hSPp169fj3Lg4ANMtO180zaN6xPyEZCbgbyItoZGd5ftTebSc3e35sj9caDfnnb0W8/zWNPC58p+1HP9vrqt36b2Yj4zist9iKPB9VGGtQoNpcDMpc+F5trwsSedRLZ68mUB0niGzsOPBqw+QIecHmkdCZndk51kfsIaAevxa/JjWfvBd8WfHYSSd9LXFK7Lj93Qej99sCVfdntrK/onfEv5Xvwej59BldABTSF/k5rPybYjh+gBdgj/pqc2BM1+vM/cuc/AfHsAaj94B+CSG+V1V15OAXW/KVCMvITubkngyc0H9RRGXUVKVhQp4inltKS0F8CT7IrKuxuHew6NAIhE022+oW8rzcWjX+Sz74uHYX/EV3i8vr4W/8f15OkTrZ2t2IpsUazlLj+2Zh33kdbWYh1Xa22LDWjNtlmHW1B8UWtzjwSLek5eymDPmLOsqU83t55HP1I/84PqpFGxfDTNyXdV+JDkP5TvHaB1XOQLPxMcgBzRnF1Xdzf34/ACD2u+uud8KmAB9pYH5U04VMxdIX3zQt8W9rL6T0t3B48Lo04FqShkYzsao3vGuI08I/PY3ULPUpHM3ZW5GR8VRREVMFQy52Pdsq91hwP93ryneVqjj+hc/i2pXm/Q3BKdfKZ1fWBN4xN9t6HfzpGV59LHmFvubNtuPbekT7Cj9IO7B61jmlegh9Pht82E3xY6qXUX6O9o/DGrxx/RSln76A547mqFCRSq7amB5Bb2BDkjjbAGV+hOnyWLPDzXfVLonvEYoQ0P3Q5vfoYx95ovajuywm9AYRPkFzHGMDYwzrCe3MCOZDRAfvqufvtEXskX/3ehcpRHbrGLpXxCoa5PH4T0D7La0/iHv4xMz0imZ+XXnpk/Y7E2qfVKxhrGIPSy0NiZoo8znmzmJOQ11h8rgG9ubtgM6ByXf43/P9omfPZRoJ1vA1FWfubc7Hys4fJ/FFFe/tmsfMNpzQuoE14xD4CWUV6N2nGL493zzd0Dc3OBL6V8a2SB33qQkU2tra5pXAzf/Mmqrays2LJ+m2I8ZEwD+ADcsn7vjI+96ffK1fj/odUYS7GX+PfbI/47+KmH+hrAPldcamLgBfJG3zBnmpaszc3NGx/SPH/uvJ0T4F8jg8dkLhXCgD1VMHLmlnJ19bwFNFc75SDXKOQs6gOdxAmgnfgASBzc/NARP7UCeBhkxEXj4Km5Xp3o7pk/rnwCnWZKs4jYeztyW/K1Hx/mOrTD6sD2qj3Bbgbbrf928n2l9HLX9ss92+/v24HgUGsSfLg05E7+32kNcPeBPUAnm3WXublZ4+NGvFw9J31GDtFb3m/AdhRFYe7vmTHWHu+LA+h4A9Tp7tHfhca2nuZTWU5mLNv0Ga3XT4WPNzk5YePy/ciDHUNOOvoNjjiA7PCskbVxrVMR73b5v6jCsH+Au1OthgPpgQbQUVp44O6RF/yUxxayVjgnuZ2dhZ68Vkj6+Av0dMJHbeihPHnIC/3cQ2dKmR73TIu95IA27Hpfa0vo2nEoY/5CHuAkCtKOwi8/kD+9J9i1Pf2OyhzpQPOdI83XwEc+ykKK++n0uLsV0suxsZ5+75uMvpmT7tJHMzPT6qPpSKetPfVhtwsfiihDuQYavpCHvJOaV1MeXMDMzMwInm7wMsnfsfpQd9WxNvi4ONBS23Kg5UDLgZYDLQdaDrQcaDnQcqDlQMuBlgMtB1oO/PQ58PNrIb8JsgEoH+L68z//8x+MAX/jb/yNHwx3i7jlQMuBlgMtB1oOtBxoOdByoOVAy4GWAy0HWg68HQfa3C0HWg60HGg50HKg5UDLgZdz4PDw0PhY6K//+q8b7yP81m/9lv3xH/9x7K9m7/Cgnv/1v/6XgZ96/ubf/JtRL+nvsJofDNXCwoLx3rK7x/9Pu3/cIX3+gzHrA0KcPiBaWlJaDrQc+Ig4wMsavLTByxsMVIeHB7a/D+xb81IHL4y458GAprk7QQDlG3B3K4qOjY2NxUsXvKzJi1gTE+NK68VL4bywkVIRA4y9weHu8fJMSileEWzp6AAAEABJREFU3uBFD/BNTk5GHSdf8nIf0mbv4GjaBg8aPh0cHAaPDg72w4ng5f7XvcYHHsgZbQd84qUVAD6Nj08Ej4rizfkDzgbADX94MYgXaXi5aGpqUrwfswanuwfvoQdoyroP00fbeijniRd89vb2DeAePlAWIM4mQ4chN/vBF/IDB/VLQeCjHvdch3sOSQPAA5i58XIV9PPiDi/w0Ibp6en6ha3JaAsy5O72Qxzubu4+kDn3fG/t8aNyIMuHxSYE9D8bvYT+yNbwAjKbp4wr3ut2jY25PLmZzsqav9Lir4qrlQp5Yjr4UFdhHctQWNKfq3AGUyxDo+O8t9uUdXcrUmGFdBbZhaYJPjQwNRUfR+r10L2OmbCUZWUZREPZQFW/OGiBnjpTgzOJkkKgsEg5dE9GHuWOcoSAuxMoTWiqSvUIv8JK9cC7krggMkROEx7TQWsU6KzEk/7RUdj9vb096fuusWEgY0NZ46nAobzN6Z7rdVeosxK/S/D0+8KzHx+hYeMOXkhfWHhoDx7ct7v3btvN2zft5s0bdvOWQPFbJyCekxbPlUfh7bu37OHCA3v8+HF8eIZNPthI4VA2qlK9STxyd3PPAI3uwzj3tIP2YJuwUWywwIaT4DjqHxmbNVSiHz65Cri5rs2Z41yBJvV1YTXCM5FjLjqRF+SYTVImZPd5cREgPtbrWafbsaY9alruT/UB9Pfj5c1SJAK5/4RS+d2K5JaKwsAPJN27Z2rhEbjsVYdohd5KPKCuCpklTQUrhceK5qojiWcAfU9YQavyRzxCZVMoNBJQ4oI3PocVERvgrGkrhbdJK5VWQbugIp17QPFSNA3SdE/13BP+VGDYHnpbIIbR1Ay6r3lBvgA6RHkIvjMPhDxwKRz0heopj0EpGVb90S9NnPshZMHQVXi+My0qCC2l6hEmQ9fQs550ivEB2zwt24x/MT0zHZsr8qwokkqqhHiR6S4NPSslMw0E3riv1BbaAIzG830j+5TDnmJbws7U/iJpPANUY9TLxUNN3ZrQjE0yqqADm7W3t2tstLf6ZDU+THDv/j3Z0jt2+85tw37evCWbis0MuKU0IKeFPdVz8t26c8tu371tlOdjByurq/GRru3tbflve3Yk2206UspjjqLHTndo9EhjsyY2bsCW7u3v2YHmDgN7qrGEzc8q9YWKKL/aUvbDZ95X3sgfPuJhzU8xf0QQcxkVq89KcuHu5u4GbYXsXLfXM8Z/NiCZ1JxgnBfo5QPwzN3NTKByZchiqXoqQWmV7gHS+4qrW5VO7iTb2Qk/fGxs3MZlm/HNJzWmE8+yUoDVoIf+y6G1xw/JAXVjRl/VElKpv0pDL5iHsRHOrnwWxnXSKjo0FzD3XNhdIadCd6/TKytDPvqG3O7sbNv6+lpsLre09Cj8jbv37kqXpEc3v639lRtxjy7dDl27me/lo9wS3BTcENy+fcvuy98BDx8IYeP07Z0t+VT7ITvumQb3HNbkHguQLXQIm0G7sCWHmmvRTug9OpTPIn+gVHvJe6xw3HhczZrQXnucxOPutb5JL6Rb2cedNHQOe8ocvDfW1dytG/moCnqYG/ZFG1BKx8A7CkJr7snQZXx2oEjJipQMu+3upjPAdFBWQT7rq7oueBn44QGQE6Wa2JM640gAHqBUXjZohJd7u3vyd2W/wh71rRS9I0UGUco1QGLQLl9tbKxnE+OTmqdO28z0rM3Nzdvs7FzwCJvhnm05eEvVm4F6SitlH7nPeEu1J0MpGppn+KXloFypMpXyDdvnngxaUu3vucO7IZi5ve9DJNRVqu76plTfIBfI7YH8dniP/h7s79th8P7IaCcF3d3cBebcngoDfBprmLM839wwNnF8tLRoDx7e1xh3N8a6mxr7mvnGLcXR3QFwLyBPTrtljJH37t0xNohkvN3Y2LDtnR2Nj/vGeFepzxqC3If0ubu5e/MoZJD2RJtF46HWjg7kB0DrPm0WD3hWqa/N3AqtnzGHHdc4lsedKa1zTdnU5JSha8gSY1slPoK3VDniVh/ISdgJ1cMLI9C9qvGddtx/cM/u3r0TturbG9/Y1998FfCVwq++/iv7+uuv7JtvvrZvv/3Wvr2hOdfNm+LDbbtz967dvf/AHjx4aIuLj2zp8bItr6za02dr8hueGx9HoS3UW0pGLdpRaB7eMWh1ZFJp7m7ubh/zERqni071rU4i6oumDwhfCRq98nOVVVxKLHaARMFHeLp79Kl7tm/I8qH0GPlmY7onT55Khx5Jhu5o7NQYip4xZmp8vKXx8W7thzKvZ31gcXEhPqb0iA9ysYmdIDavW34smVs2NntdXlk+EX9sscndyuN4vrq6Yoy3bArKGsGWxnToOWx0Tf0lqgd0v4ztrgf0FTJNu/qsDwTI/krOSec53aisOilh5vqzd3S4u2HXi1SEPqH/4/JJsQeTIzahqzGoKJK5J+OAtjzuZlqbuMluuTIIrSXpZVG4dDRZ0SkUFkpL5k6OWj5NxyvEU6OQwQPqK4U74uKvzrqgcpwoD3p3H9SjjIGjr3kH/cTGrdhw1nkePnwYNgvbjc26Kbm5fedmpN27fzf8q4HcPFq0Jflsj5EdrRE9ljwsD2A5ZAP5aWA55OhxyM7S46WQKWz907VnsmvrhvziVx7KltI+6ATcnWAA7sP7aL9kg7YA+G6UrZTGMwDODgp/YJFhVymm08zNHZCMFIXmRWMajyZtenrGZmZmjc0d+UDXJHMvzZf4YEeRiuhP5CF0wy1w0G50EJ7CWz4SOdigV3Nb5sj8lgDf4BNwJH07kL/L3Je1Psa03dpXY8wBH/lLCRz5R8F0pJTpRj/GtD4MndDMZqhz8s+mRHdXPq17CpolrTkUPhUfxId4y0iLPpW8D+pVQ4NdcaHk2wH1CkXgjrrqcR38iipd3BPuUjdApbor0VjpPkDxsklTPJ4pBOcA3o6k759b/Q4SNycQGZXWV8vBB7n3tQaA/3eo8SL68aiv5321VQ1VCfdcTtE4aVNEdHF3o2/pO+b/01PTxprOjH4rIj6lNR7mJ12tv6eQR5NfWQX0NScppY/4SoQNgL+J51D0Ki/5kTHCEn6LrzqNw9W2JDuaEnKWgiZ31yPaAChan8xpWNdlHQo5nJyUTxebEE7YmHSn1+0Za1XueSwtRSM0AaDgHh3Z3t4azFHZuPzBwwfycW9pfL1hN+TXfXPja/lx2bf7Wv7cV4Kvv/nGvv72m/DrbuDX3b6tMvLr7t23B7KxDxcWNe5q/JSv+ER+3fqG/LqtHUPX8NVpibtH+2jrKLi7ubu1x6s5EDIDI9EE6Sq54WO307GxmD+Oh4+P3AZoPtmT/DYyQX5TWcJGJirdh/5LLtGhba3hra2tGT7TwuJDjY/37LbW+25o7eKbb7+WDAjw97/J/j7yQfo3N761b+P3mFsDn//e/fta/1jIPv/SssbP1fD5nz/ftJ3tei6kOQ20FBobOvIhUipCRqwWB3c3d4fkgEoy3RcwVziUXT+QT8ZvTPuaC2ELSK/gjcq4ey6r0FzF4Z2YqNMqLkoqVG+v19M6XeYdc6RxzZ2wCT3xruh0zV3jUelaR61C/0vxqgKEoxQtJ6FSuomvSfViX/hNZhq7IqBfeqqvUJ95cnN3M5124nAfJoKvUpuwN6w30F7WPvfUZniAbaFK91wmX08gfMvbSghPgrtbp9sNGZupx2/sJPyiTXzoxt1pevAJe0dfwR/4VQbPyrDPgVs0ubsVqTBkuCNeg4P7JN7YCcaIJGsOP/lM/M7dqz4Sr8roF8UVUldT7qMLaZSIzkEVvNOteNzEc0gbTwUyi3E6Gw4pJWNT5Gd7wisxxNzdUkqG3HW7PRuTzo+PTcS6G+sn2NVut6M8bvnI/Ea+0DvCDFXIfNmv5IMAdJFbKgrrCid2ZVK+4nj8DjAe9XSlS9SbPBkHNAHETwOeUeehbB66vy//51A28Eh+DzTwXAKiilXaMxBYXHT/HU/wBn6VT6GrXRuTLzw+MW7jtEdA+/BLOp2euRfihVn/SHyAH4B0vxTAc6t5nsT3VCQrBIm4wMWLl5J7QmzdXWUL2Y5upkc+EHQFiOe9mr/4TdRbSgmgIUA0Rag0ncE2NzPoKIoi7FxH5YlH/6guPX7J6Tm9DipV1vCMOivZo0q/W0VI/EQ7cuF3c3V3c3e1I4eVGgcgN/saL5g3sdE/fl/Mex9pvYR5r+a8K6vL4RfiA+BTl7KdAOWzUJkOiFcLhddlo3vi86R8ZeZDzYewrly6YteuXbOrl68aG/nPzs7Gb2wdjXmpSEEfOEdhiF9VvHBSn3KoztEy9AtjD2vlFy9csmtXr9mnn3xmn3/+C/vyi1/aL7/8a/bFL76wzz79PNKvX/8k8ly9ctUuX75ily9dNj7adeniRbtw4UKG8wqBC+ftIh/1ungp8l1VW8DPh7yiDuH87NPPAt8l5Tl39rwxH0THe93eqW1Uj0R6kpwXqTD4B38Ppc/MafntaEu+OR9D3dx6btuKs56R14urKOuemdOE+e7jvFYiW10aulfKNlTmWZ/Fv3GtUeErwU/m2AA2ptfrGbwzHaXkM8uDblSWeJ/5vuaDu/WHf/jAD2t7DxYe2F2tx/ObGr7st5rjfC0/toGvtHb9teY538Qc51vNg1hr1Bznzl27d++e3df6dcxxHi3JN161Va1Lrq1pjWdzK+Y4+KHQQ2Pc3YqiEHQEyehvU5qNHNCab5Htl0EpdBWCX0MOcrk3u8JfchKqFixTIKH+AHgo3pc1RJpsVEm6CuG3BSheKj0/FyaRBV7A3dU8J2quP1USdB/1D+MjWOvr67aiNVV+Q+D/t/jfgRs3vzF4Hb9zan5B39zXb50PNRd9uPBQcwbZJf0Gk9fjloy1vOXBWtxjrbU9NtbhlrUGh90izPDY6O9Yj9OaL+u4a6zHPX+e9Ykx8+hQ41MZ9L54UQucVFcbzEraLV70tbZ4JDi+HgcOGJFBbKCgynFPtFLcbMi/ykrxechD5RN+a4AibwnCALuFoqpB9SkRlE1dtKFSG6Je6geUgfuySa/vSQMgw9WX2GzG0wn5Lvj6ExOThm6S1pPtD/8lFWQPoKwoERE6hRN+HWmOdyA/ZXd3Jz46SD89UD/f0do9a/g3NW/8VnPLb77VmgMgvcz6qN+TSB/MLW9qLnpbvwVIJ5lbPtTcUvrI70mrq0/s2bN1i7nlzq4daM2VPqPt7i49RB8L6WJh7m4cIk+BmKXrx3zCb1pBe4ahUpWQ7+s494Akpukn3XIn2REHlFk51XGK/9TPt2gfvBrN7u4hQ+5ujEUBYe8LKxTG/yEoLPRbLPfDUM9TIRlMA3DPuKw+qAtAL5Hfw8MjyfJ+/G8BvgAfbSrlS5p54HCnvMVBXzadB47R+8jwI1wyHZIqEePuxpyHMR2f8OyZs3ZBvtalS5cNn+zateuW4Zrha70tXJX/d+0qOK7ZdXARv3LNrsjfu14GY6cAABAASURBVHLpivy5S0ad/O4wITvW7eb10lQkEzstDtEZ4Q94cfcB9lH+5P4+jP8R2N3d1di5HWMWHzDclJ+xubUZvyltbeYQP3Fb63Xb+n1yRzYP+TiQ74O9RX6yLEippeGDCutIU2/zyN1jDgxfZvW7Bn47fi0+8hX5vvD2snjIh5Kmp6bVj72B/NmAeaZDbRMufPOUkvJ4AHMw92TuLrBjx6tYzrNSfgftYSyJkDEL0ENJVtOEYzjf9Y27B8rgpi4N/yrG0oDSgk7RFBnri5vXsdMD13N3twG/xCPiLt6566nAlMd0nECtlB/mVK2BmNCNPktWNH9eKKVo7hQfPkt6VtT0575PlkQ/4C5sAtNBO+AffYmsIrPI7r58s/39A8Pm9eXH87xS31cUeC+9LOLa84PigLsbsoQfytjRk885rvX5Sf3uNaH1pzH97lFonHV3e91BlpTciiJZR781AEUhWRakVEQ97uAB7KWHu5u7C0+h37N7eT18Zlq/aU+Hb9zTHDWlZG92uOoFpCtBQxF4i6CJtBR12SsO9KOq9QSdyVAZYSXd0XlqaZ6hZ6w/oHvo4MHBvvTvMP4vts98p7azIHB3ghfA3YNGaKbtjO/83jEjntBHpLmnF8q9LsHdgxedTjf4TL8D4CQc03ofMkG9ZszXZJhbO2Ht0XKg5UDLgZYDr+BA+6jlQMuBlgMtB1oOtBxoOdByoOXAB86B5/oN+1//639tf/mXf/mBU9qS9zoOPHv2zP7JP/kn9m/+zb95Xdbv9dzd7csvv/xeONrCLQd+chxoG9RyoOVAy4GWAy0HWg6cygF+H/6zP/sz+73f+71Tn7eJLQdaDrQcaDnQcqDlQMuBj4oDLbEtB1oOfFQc4F2H//gf/6OdP3/e/sE/+Af253/+5++V/r/4i7+Ienm3+Q/+4A+MdzTeKwFvWdm9e/dseXn5LUu12X9sDrz9f0r/2BS39bccaDnwo3OABTte+uj3y3iBgxc7Dg4O7eDgIF4qJOSFq6oqg1b3/OJG3IxcqqoygCRekun1xupNG6cUTlh++WLMePmi0+lYUSRzd7K/FtzdUkoqUxhle71e4JucBPdkxMFLHncPvO755Y6GJvuOB+UBeATwggv8ODw8EI/2BQfBN/hHPlV7ak08A3hYFMVIO8aC/olmQ5zx8XhxhXbSHvK/DVCm1+uK55OxOeHs7GzEx8bGok6eu7uddrgP04+39VCycBAvFO/v78fLPvCB9qjbjbbzAh6ywst4vBBEPoC0Jq+7Rz+6e/SR1Qd4iBK6e8gI/JidnbH8Qa7ZaAsvCE1OTtpoWyj3LsE90+Z+evgu62pxvTkHkA2AEsgwm0h0JedjsgXIw7jkm024CLEFRacIWTOTXfK41h/j6isUyJ6VPBOYuf5SvKDaiWsy/ki1ODyuw0slhEBOcXdLRTJ0ttvp2phsHxv4TdX2CfqKoiP7aFaWVUA/NpMqFS+VLlC6ImaixN3NXRTI5qVUWCFIKd+7QneeC+xlRyVUlZVSzrIsc6j2VmorPBTlpxfUg1J0HPX7Ydd4uQ9An7F5pXBRfrSwu+gYAZ6Rh7zoPRsPbm1vGv+8xCYrC4sLdv/hPbvDpvC3btqNW9/aTYXNBvlstsMGHxluxsbxfEiG5zdv3bA7d24bG4E8Xl6yJ8+eGv/gtru7EzaJut2H9HDfgHtO5x7aDg+xafuya/vRVu5pY5+N0TQW8pI2eRtwRQAF3+EUY6MUYWXubkn9W6hfkZdmPENepmTfGCtJYxwtihT5K/Vdqb6Bp0BZSoYDyuhr03OhtZSEW2WKlKwoCt0X5oq70o2j4vJyoJ6AkB3F1OfIUYX8UDZA6apvcFXe6gSUkV85SBcOnotQlYJSkLychlc9iZLgFCZwBogvlQD+qCpVUxlxnkHHAPSQNKAERw3URxrhTwWa9qiJ4od4LsYRFwtMrKqh0jNAz+FnND7fR/QNLkJb46BcAyb8wzi0DCHLa+4f4vIrRVh+nisknmNvf1Wt0ZIIhVc3ltylCx1jk7Ux+VdsEjY1PS2fYtamp2di40b0LRXSFeU1HdDQlx1ooBTjhiDsku/hfWnNpqWjaRGXLT3qH8k+HcSHqvCJDuVfk1ZKf6kHMAhVvWZu7m5mbu5uHJXqZiNX7BP2+PnGRnwsaHHxobEhPRthseEuHxLBRkbIBw9qGLWfN2/fkE29ZeS/c+eW3b9/zx49WjQ2oV/fWDcWzPbk4/WPjqjaErZDdLhnWkh0z3H3HJZqB5vMHhzInu4JFB5q/nAoH5l0aK/Er9zGysqaH9SzX39AKfKJV+Sr6DdVlNHnOnQbckYIuHvQho3rdTXm0q+ynfiH2Qfoqc+xf8k4Qk7Fx+iTk6HqK6UUfY3JVeXie4qxvNftGbiwx4znbHQyoXq6Si9SxzigFSDewvvlQKVOrdRv6AUfgUM32LT/QPIXYyQZRkhy97hzG/5FQuApQ4cP5RegA+jC6uqqseklG8zdqz/IxeZzoWP4LNKvl/krke+mdE069uDhfVt6/Eg6tmLr61nHmBchc+6iRRB06OKe791zqKSwpdiXI+kHegKNAbWO0f6mvTT5BXl0sHw3AJe7mzuQQqeQ/7Gxcc0rJwSThk6gJ2PyxbtdedBFUmVutK8vG1qe0DdwKkN9gtctpSJwF/KTU1HoPoXdds/PzdxeflTGeF7KxgDgrxSvZFOBbHfMhCrAdFRiFFCKPvjHJvchP7u7xsZzR7JRlXAo66lnVZdXFUFrpyMbhN+vefyU/H42jGKD09nZOfFoSnPanupOVkpeG+irbuovgz+VnpUnYJhG/5MXW0pYRZlyYBPdXXR41OGezAfg1hzK0kTfY6j6VbFOUyzqrcQD5HUgyxoPmSfQB1l3j4IPZHZ3lXOix8Ddzd3NdFbqJ/Cx6Sl9yJyAj7mwESRzBcbIO5o33NL8IfRSYR4Hb8ZYyHgJ3ESnBTel19wzB7l7/66xCSXj4/Pn67HB1t7+Xqz5VJIBGzncRYxOklyEuTvR6CP6OGjUuIp84QfsCw+4DtT+I+Ydwucqhy6gY8xnWQeZ0Lg2JWDTXMagnvSsKFLgLsVL6ACQc8JSsnFU18MHTDZE9+qTFbVjwe4/uGexiaJ4wMdtvv42b87/9dd/ZV8B37Ch4tf2zY1v7Nsb3xofbrh9+7bK3LV79YcbFh49sqWlZVvmg1xPnxkfbtge2Zyf+l3UpVRYIV0uUmEpJVPT7GM+XqBd/VVhAAgZQwJ0UUb64VWgLDqVV6ciH+np5u4D2t1zHDk/0Di6t79rbETH5tGL8jHv3L0bc/2bkr2btZ6FH6q1gPvSM8ZJPiCx+GhBsrooGXtkjx8vZVh+LHkDkLvl2MiVDWLZGHSFTV553sDqSvjHq0+fxLrDhvzlbTZGlr4xbkIfMmoi110XtcA9h4rG6e7m7mY61b1hj/oaE9ArbHAG2d9G/yQHrsxu9TGI1PffIUB+ophwsV6QimQdrZ2j/4y5kxpnsAv4p4y9HY1BRVFI11TAZA1EOO1knAFK+ench8yKXuZFqGWRUtZTlc3lk7lnHMomREL2ilPVyMaJF7LDlWzPcAxWTXqoU6UrAyNoASWcevbl4/ABmLDhT57Kb3psbO57V/7XjZvfyiZ9Ixm6EXYbO4ZtR24eLjyQzOQNgB89luwgN1ojWpZMsO5EiKw0sFJvAryyumyP9YP34zof4eqT1ZCbdckN8rtb+wTwbpRod1o0THHP9/QbeWnLkdpDyJh9nC+vZesQ8Y8Sq4JA9aDRLCAlNzYqHRvrGePSzMyMzc7Mxhy62eh3TOuw3W5XMpiC6gr9kBC56U/l4Q0f3IKnbE75fPO5bMSWxtUd292T79XoqGSVusnPXPRAvi5jO+V2td5HXu73NVdFp4+km+SNSnUh3oC7h3xDV/ZbJ2Puj38GoEfolLtLjlWrBJayVh+6PZbOswZKPWziaqZ4pvJ1uTcNxGll1TWfioNGeEZww8dSvJR6DWjJ96WV0rsGGlrKuizIhIngRwP1vKn7zd3VMLNSfYsdxd+j/wgPWCvQmEE6ukI7KOTuuZydfqSU5Ft34zc0Pgo3o/Wc6alpmwImp0NO6dtC8wozV91V/F414J0YWgqoj3AUquB3qTIZ+vLXgZxHXBWPjSNoTJL5IsDdzd15cgI85jRd2fAxzRUm67kC61Ho07jmVD2lQyvtamgiNB3ubtCEj7y1vW1r62sxp8x+7n3Dx72JjQS+/ca+PrYxNn6e/Lr40Oq3sqE3ZUNvax3ojt27f19+4UNbWJTdXHqscXbVnj5dE/7ntrm1Lb3c1/rVkUFHjEPiOfQxVgDuydxPa6+Ibs8THJDcyFDAy1LyxcMiJY3rXUMmkIEJPmQwOaF5o+bWkpEx+fsdyYyH/bT6kLFQLLBJDktsgOQYW7iNbKw9Uz8+Vp8uqH/vqZ9v27eSi28afx8/Pz5g8FeSE2Tjm9hc/9sbN/SbzE27ffuO4a/dG/j8SxqLl22FTdPX1mzj+fPhx4k1d6E9WSby/J+4uw/kwn0YL0UvYyK6Dr2Hsu18jBlbcKC1G9LhjYrYAI/a6gKDd4TCQZ2mRGSw1+3ZuHgVuiT+wUN42euOaczqmHsh+XXpsgmqDDXPSvFtFMCbwczFc8YNfKxprRlPy76gqz2Nc4yF6IO7G382crh73LnnEHzUEe2WnWvGM9oMD0g3tS0KCRtnjr+bK/UD7l7bywmN29MaB2dCzsbHx7Q+3rWi/t0U6Soln2HvZPdKrY2W4lMVPIN/pfipXOoHeJCKwjryP+FVBxxFMncfAbVO2Qet8TpWh/FIuITUkI9SdZeqD6iUrrMuQFAXIvpRgFoXDahoXlCc26R03fFoCOQ5DhRSCjnFxByEqOTiSvj5naP8Q/6KkL9OyHBP9hJ9nZANRVfHNKZ2ZD/JJ5EMZlW1bCFfDVSS7Zxe6TeKSn6CQn4PSODt2fi47LHWYcA5PjZh2dftWSHcLhteqRMBKmhC4qNAOrqOzqP7AL5PtnmlurpS1w479vtKOvWNArQk0drpdg0bNl7byglC2c8x+SAd6bE7a5VmR9J9bACQ+ST6RJ6bG3hGoUgp0tz1VGAvO1S+eeTuVqjvsBvQM6bfV6AB3vY0z+h14W9h9J3Ya2XYheqFMNoozoksc9GBDQJnV20p5PuRJqrshcOVMgAiqFilfjDDDgXeE7JCmlGXihoVDsDe2eHu5u4DfGVNA+PG5uamPX3G3HjRHuo3wMXFBf1Oge/2SOPziq2vP9PveFuxjt3X/LNCrsU8ncKXmZ/jFv01Jn2Zmpyyudl5O3fuvF24cNEuX75ifBiBDyGwsf/szJyNq2+Cn6kY0FYJESDEb3A2dcPfymhT0viK7DEPu3jxol29et0+uf6pff7ZF8YHuYBf/OJL3f/CPv3kU7seH+S6btB1+fJl40MQFy9eig81XOSDXOcviP4aFB9+kOuKXak/SnB532cEAAAQAElEQVT92ifC9Zl99tnn9umnn6nOa3bx4uX48Njc3LzBi26vF22kbQ00DXR3c9Edsu/oSRm8Zj7Keiv+F//zQj8R8psUH+EADzjcTbhNhyIGKPoxn+pWiUHojMleFpKPnviHvEzKXmaYkp8xZROyoTxLRVL+SpBt3kCfhOhIMouc72ndBR42H+R6+PBBfJDrln5Tu6k1xPBlR+Y4X8mf/Qq/VnOfbzTPuXHzpt28fUu+7x2Vu28PHjy0+CCX5jiPV7RGqPWlZ2sbxocydlUXNpl1PTXH3N2S2lEUsj0py7u7R7qNHPSpSFY71AJF8j3tyjCwIUKqFAOUUxiUoDtF3ugkN+VUheoSFkWqsIWlHatDGctIz3lK7Ib0v6xhlD7wnazc3c10qrQJs/Ebzc7OjrEWtqLfQxe19n//wQNjrsnvA3wUjb64LT7f0xodvy/wm0tex12UXXoUsBTrcY+11vY4XjBZZv1NEKHWa3O4bMtaj1seWY8j/QnruJpzsCaIbqFnR4dHwQd3N/ch2CkHbYYP2MK+1ono41JrECU8rOF4MTFRCZTT46hnkFe8Jb2510P1ItxSge9yUoEw5L4Aj0BpwzrMypE6y7ofI6RvBeR9Gbi78b+SPflAzI2yLk7KluO/jGsu0LOO/JeUUlAfeKAns0DNq+J38aP+odYADgz7tq51h2WtuaOPrMHe1u9l/K72rX4z+rqZX0oXv0YXAfRRvyV9q9/Db966pXUH9PGe5qUP7EH9Qa7Hyyu2svJU665r9vz5lu3saC1Q88K+bAE0ubsV0sVCY3lRpEGfG7Tax33UrFZTiNX9r3ZJDHLDiAxASTmbIhRRfuXl1J0CPdQZD9vLMQ4gRyS4O0HIUJLcA0XIVhG6gr5kOesY6czzCQNSoXEhBbh74HDPoZlbc6CzpXQT+WW9m9+3+a13r16v5hnZ3d10qpgLOHPnNbTSp6T+2AA9ALTik2NLZmdn7eyZM3ZefhYfReXjW9ebj2jJj8sf5roefiTP3gzIz8e8CDPwIamrV67aZfmkF+Ujxge5WIfRnKUnPyPbr8Jcf9CYeZX5+GI8p7yLq7sP0FAvfUp/40cwr8On2NbYyZi1pd8f+b0DfyZga1O/ewiUvi3Y0ZodthVfMa+BHcru92V/JQFqCurfVEddAPUR6rGp6ebuYcvxp+kbfPn8Qa4r2fe9cs0uX7qsPjtrU1ofZ36E7LunKA8ewHS46U8+rrsbcy/yZVC60kzPbXA0pQYJw4geBY0aw/K4W6pdpdolu6VG8UxGS/mVUdfmjCqam3cdRlWqXxVXp42norUSbVTr7gQBL70oi7ubi1+ZR8kidBfvlC5eKarabHDU6Af3P1Skrt1EkUU/emEp3nEojl0HzzxZIg+hbKMDIt5dmARDOiv1Y6U1klJ+wZHgMP6Xfm9v3/DdsXnoAjJajvBzWL6N/VQ5gO40QBvd3ZLGzUK+GzZnTOs641pvZh0NaGy4u9vrDzd3yWiND5wZkhVFshTymgxU6NgQqoHNaepwd5UpjPqhg7X9aa3xE4dOcNkbHEKj+lx1A0k4GygUL5Se4rnpaPjiTjtcKdh3aLPQp1I+A3lK6UxZx7kHIvOJC+l9rdEx5qB7jDv7gw/i9UM/yUMxdw863HNIOqBbpZvARW8a8IPf978LP2zkcPfACT/H9JvJuNaQMkwYfCbe7faUp1D9pj46DtYeLQdaDrQcaDnQcqDlQMuBlgMtB34kDrTVthxoOdByoOVAy4G35QBroX/4h39on3zyif2H//AfjP/3elscbf4PhwO8U/Zbv/Vb9id/8ic/OFFn9BsbG4j+4BW1FbQcaDnQcqDlQMuBlgMvcKBNaDnwMXFgYWHBfvM3f9N+4zd+w+7cufMxkd7S2nKg5UDLgZYDLQdaDrQcaDnQcqDlwEfMgeb3j6tXr9q/+lf/yniX78dszurqqv3zf/7P7dd+7deMDxbzf7Cvo+fHeP5Xf/VX7W9FPwbjv2ed6XuWb4u3HGg58DPlAC9+MGDyTwK82HF4eGC8FMiLVQDp5IE97m7uGbgHmsGMUI+sKDrGyxe8/M1GjYQTE+OR1ut1rdvtHHtJBRwvA/dcFy/HFEURLxz2ej3jRY6pqUkDqKvb7RrP3T3oG8UHXaP3bxunPAAPRvnEiy9D/vDyZLzpp/pfXoO7R9t5iZR2jI2NR1vGxydscnIi4vCoEA/d3d72gE/gBRcftAKmpqYMHr2MPyfroK1A09aDg0PJw4Hxwg/APc/IY1YZmxsgI6TnF4L24+U84gcHB+FQkNfdo+3QaCcOngPuLvnoxss6vFQ6+kEu2jERmwaNRR53P4Hl3dy6u/rQB7S653trjw+CA8hPp1PE5lvINTA+Pm4TgjHpE/Jf6Lknt8pNR2UV24vw8q3CKsKqTquMLMlS/YJqJ2KuaxK4nrpx5Gul6ADibT8zd7egSTrbkx2CHuSUDdSxfb3euBV6ZubSlUpQnoDKKuHSiTopl1ty1Z4KK2TzipSsSMmoA3C1S1Xayw7wBL4y11OpvZUSA1RItcVVlxOnnqhMbICrMYCXw9n4NuvwYdA8WsDdzd0jyd0j7u5qiylvZdgINlrc3NqyZ2tPYzMWPiJz/8F9u3v3jrHp/c3YpOOGDTfBvxnpPLt1+5bduqV7AZu+ALfv3jY2X2aj7qdPn8bEbmdnJ14IVoca/AHch/QEgbq4u64WdGV7dRB2ivYdHh7KTgn6R6IdW14qb2W5hKJxNndNGImvvYj1yiPe5oi5e9BZFMkYB8Z6Y5LdCZua1Hg2OaX4uLEZWbfeKEXZjbbl8acU/UMgjYfkSbqk5CEr4C6QHUFKKeo0HRWIFL7qDDkRrZVkoazDqlRJ4ipfNYUHESUoPihHPkEpuQNOpgsFpwq97RmVqGwdqo6TuLkva1pL0c/96VBKTus2Cc/bUvIe8n/vKmg3siGGSaYtgKaSPujPnGDkEUM4Va/4q+vbnpQK3MIJfrFfdVY1lApL4eeeEKjiXtcIIYLyb1vvsfxBhFIUNriQf/Ss2+vZuMaHiYlJw5fILxzPGLY6xgzpilQoCiM7vOiMDSvZvKmWKXBWyLUaR57jUKmNQGmleMAzPqQStkb2JTaelj90KNtKWtkv1W5ALRe97j7QU/dhPHApL2X29vZs4/lGfHCAH9zv3b9nd2RLsYvY0ADZy7Cfd2Q7b2cYpNfP2ECLMvce3LNHjx4FvvX1dWPjED6SdSQ7KEYEPe6ZFncnKcDd4xk3tJOPoeDv7e3vGTZ/aFNlT2NTpWxP1VJjYw42bNg/2DPyD/ghPlc1n8lnRh26ur1wuLu5uxUaV7vd3K+Tsp2TE/i6bDQ1Mh8wF58rK4U7QP1HPaXCsu6nsl/JrpLHzL2wouhaT/KCPzGBzIR/PmkTCklPRWEclcrrDPzct/ADcMCP45SqKCFfS/UhshobHu3u2t6u5E86hq5UeqaMx053N/fjUMn4VerEUnKKLG7vbNv6+lroxNLSYvgbd+83/sq3hh+CPoWO1fqV47eM9Hh+64axSRkfHHkgf+fR0iN78mTV1jfWDfzMryvR5z6k5Rih9U0luipsjWjDL2MjusPDIzus52SE6BJ2qpJ8k5+iTUj8baEp24SUd0+GHcWnYK6dN9SY1Jx10saZk42PWfgs3Y4VRTI1y6CnL7sFlLRBAM4GwGtu8nXdipSskE4FpCLqcqW5uxmZ7PgBjiaFONDUgUxwDzR5sj3JdzldvS7elrI58BR7ha+LfSUOr6sRflLSHVqIZQAPUphEJ75ab2ws7AObHfFBLjb3nOODXBpvet2euWc7VKnfG1oZH5p4JXqOQ2nVibzwsilTDfJDjwt/Cr4l+YABqs+ddCfDjw7umQ76h3agowcaFw80HsLzZtwgvZKsmLm5HwcbOdw97uADuks5PgLERz6ePl2Nce3Bw/t2795dY6y7efuG3byJ/mpMrMfBrLds3DmEJo2NBinLByufPFmJcXdHtmFfYxwbVVKve6YhCNHFzY0TcFdcEfLRx/2jvjFOYmNo797efsw/uOdZKXkzlSkY0xh7NJ+dlOwEaGybEvARB2SpkI5IODSmISNIISApl0yU0rkjjd/wlU2+1jc2jI/M0I5m7nVTdutbNkpkw8Qa2MwU+Pqb5sMNN2TDNAerP8h1lw83sIHi4iNbevzYVlae2JOna7ax8dy2t7frthwGTaamFylZoXk4+sF81t3N3e2jP8RqWY/cjDoe9+I9fQ3wkPA00HCjrlMJ8utGMbKr83LwcVxdfdlQStzjhvYyFiHTe/JV2XyODVWRPfzUG9I7ZO+mwpjba45/994dw4+NjVwXHsZHJB5p3F16jJwt2dLgY0nLxkagAavLkj+BwuV6Y9fllcfxnI8tra6u2BONt2xcjb8c8il9O5S9QdegE4LdXe1woi+Ae04nbyl7dMQYXAP2hjRsWYXeSg4CgYq4eUS/z4U6m/IufOhQkQrrdLrGesH4GOsFUxp/p2LMYexhDErK4844Y9LDSj5tqRDoD+KB2808mSXGikJ6mlJsRlloDE6Ku7tJNENO7VUH7UaOxYPgh/gEP6gDAEcgAodQEjTg7ubuzW2EfdmuXckNP9g/0foOdubhw4cxx7mhtSI2fb1x61vDr8pyc9fwr1gTWhjZmBzZ4eNafLh9WfKzLBlZkXxkkBxJblZWViQviiudvEuPl2KzYGwlm0BvyFcb3aw52hNUDi/ux+knDwAv0IMMpeY89EEVfVEFU4JxZseL28jxI0ahjV7LIYS4u7m7IR89rVcxJs1Mzxhr9DPT0zGfJm1ccyX8Q2SIdqIf0Vy3KE8aOsjaIraBsZqPnjGusgH3/sG+8Ry+BR9V+Eg6x3iJf7Y7+BiXfP293cGY0+Q3HZRrQLeScck3Y2pXuiMfbVLrbDOifX5+3vDPGFd73V6mD1kWUA4AD5xo4twD9C9hlnXNbVWGtmWOEaPEW0AuqKpUtsEl3y/wS7eUJF3kcSUZAkrdV6dD5B8+Fwt1NhW8BU3vMKub/iQ/oOxLx9mgnj7d29+P35aI0+/4cKV8cnhLdneniLnnMG5GLvgVyBvz8ljTUb9OA1NZJifkP/W6Y5YKPshjsoHVgH/04ShQ5yggu81zaAbyfTXgO6S4uyHv6AYh4N7Qm/NaffAsbLjkENqQPfQG+vkNoye/r6N1X3cf1AFNdXGDpn3xbHt7y/IcVX6uxsoH8nPDx2XeeeNb++YGH1n62hp/Dp8uQD5ffHQpNqu/Lbt6N29WLxu7sPDIHi091riKX/fM1uU3bm5uG+M4/q6EKPrB3dXeImwB7UkaQ9yb9lp7vAEHsj5nnUypMMbuGNfl8yMLyMak/P28Njmmcb8TvJcFkFxwBbJsIR8AsoEObe9s2ZrWL5aXl21R/tR9rfGxgf4NzX2+Uf/Hhwzk83/1zV8ZHzH4RvGc/q3duHHDYtP0O1k27snnz5umP7LH4aan8AAAEABJREFUj5e1JvLEnj1b0+8um8bvLugvOkt7aEcn/P1CtCaBByfcj4dBq3Sccgfyxw40/2P9BrkmJB09M3NzH4I1hyoDB0BSId3u9nrhB03ItsMzdGmMNQmld+QzpcQHIMxK2cbjUCoNqOqQeCke0zeVDeyL1jimp2ZsRmMddYwJb6ExBbzuDhkBDU3cuOd00irZcuplnBravr3QrQPxgDXRSu2iCED57wrgGS3LfQPubmEvJ8ZtekbtEWA3JyR33V5XPmAhnicz/XCKvctQZf9F9NGGEh8v4qXBJXe36APxuSsoxJci1XisOTIv8l0dV+DmOSkwqVrhrcQrINdTql+q6A89qvN+fAF8oolqSbRFF93qTo2qalDrlXwiTQV5rsz5mSLK8fEx4B1SHPwYwefuGo+SZLcTss3v7+h/jKvS295YL+wnumo6KF/Cc8kxMnYMlM76Wh87od8EKulBSuAdM+xK2OTxSQN/T2N4t9aZJBqEOvdRpU7j5hSg7iP5s9hp7B32M6/hHoWO8TxA/RzFUQ8gbr7fBbxgQDfR07HeeLSDttA2gDj2wT2Jnsr6RwLxAX70FYIjWqf2ursVKRl8HYBzL4L1zN7gcHfhKKzT7dbzWtEkvkLbmOYZmb8dc+E1q30i9U3Qo7AUBE3wPBNm0FLIBmH3wVtofCBNxe31h9dZpGXCiZyUskcNVIpXStdZ5xsNmrKjaW8bd3M/Drk++qEvX3nf2Nj/ydMn8tUe2YLGdz5gzvrKktZLVjXPZezf1jolPjW+dCk5r0Q39gVqGtorReALPidjAP9rde7sOeMjVlcuXzE+qHD1yrX4SNfszGz8dtqRbwo/3XNflKP8B/lrgDoboKx7snHpKHVfvHDJ+GgDH976/PNf5A9yffnX7Be/+MI+5+NZn3xmn1z7xNic5uqVqwaNfJCLjw7woYYL5y/mj3Gdv2AXAD7QJbh48ZJdvnzZ+IgXHxn75PonFnV89rnCz4y0SxcvRzuZD6LjvW7P3HMboXe0We5u+AUNH0rxF31mfgrf8c2Z025uPbetra0Y4xnzKysDp5mbBehKtI7b8eOjuUPtJEph+0xtSdK9rvg3od9KWa+elE82BUxNhQ2Ft/AOeYR38JfyYmtYvf7RUcg5/Nzc2oyPzy1rbYY1nrtaK2Tt54bmOd/wASD5rl8HyJeNUGvX33xj38qP/ZY5zq3bWiu6oznOPbt//4H0ZcEePWKdZ8WerD6Tn7xuzze3bFe/G9KHDT0uuwaN2Z/FpsknspccIr5pQw6r4MWxuFqmbDQ5kEQ8Ym94UQH4DIJjeEkXSATDTypH9LFU4gt59bxU/tF0KHB3c8/AvVoQbThSX2xrzWVda2ErK6vG75j367lmzCfUBzfVF/QJfXP//j1jLnrcLi1p7iBYXtL62mOtuQHLCpdtRetwsTYXYV6Pe/zCetwTW1t7Zs+fb8Rvp3k+ehj0QesouHt9m0PaCR/wu4/0m8iRxl7ipFWyiZV4IUT0Tl2uDpTOs1EoT+Fdfl6X+Y6BqoIEgbiuG3Cq60zkqU/V4+p46ib9VVCqEM/VGCME3N0KzcnwiUIPQwcnbUL+/pigp3lMRz4744BZtneUNx2UB1jrRg6Yp7D+tr6xpn5cjn5mTf/WHf12xtxSssBc8mv9fvT1t1/F2sNXin8j+JYP5Eknb9y6Ffp45+49rfnfF44FW9TvScO5pfTx+WbMLRm/6CtocHdLqbCiHsvdk/2kDvWxTvUbrVKslgPaPgA9koQoj66D5yTqXp2mJAmL7uMkLSLt5RQOuLsl2fhRyB/iKkLGkDMA+19oPCNepOGzppy7m/sQzLIO0WfoI/LLuMJv29itfX47jvm+fAHlBY+7Wz7U74pQVsEHcULLEESzaGV+MKF1VXzCM2fP2oVzF+yy/Cd8Mnyp69euhU+FLxdw8v4qz18C5L123fiwF9D4oFcuXzX8vYsXLhp1zsgfZb7S67I21o2+bBgWkh+sjEuT/IOFQ/5U1vT3vtZod3d3Zce2bUu/jeMHhk+4uRn+O34NQBrP+XDX7s5O+IrYPewt8pMVumlHIydKlbJTL2O5DILa5ubuVsg/Z947NzMXH5jFr+UjXPDvmnx5/OUzZ87q95ppzZXxcVOUM3MbPdzdmNOGfCbi+EBu7jm/HhsHNBC+EkRrqcGM/0voa4yiXQFKp/ywv8wavPZOD+g+jhCORt01DSVju2irANEqDg8L+DB6WsxNfyKcOQH8yqC0JF4BembKk8F+8EM1Rx1NqJ6zDIW98k99y3PaUaTCCJNopz3unnHWYcO7slnHPTiQ7O7r97g9+e4Hg9/wytP4GZjay0+ZA418ELq7IUMd2SbGjp7Wdcble2K/CXvhg0reUrLXHUIlXC5IVsgXZHwGUiqUBiSFyCpg9YG211EF7m7uGQrhoP7JyQmb1tr+zMy0TWhtHDrdk3K/+nTPeMgLJLUhQxH0gZ97d38lIvgElI0dqkr5/lUA6S8rzLO+5jUHB4fSvX3p4N5A//IY0heOUkNE5oH7aXS4uWeA3oYf8GJmZsbGNY+HHyn5y8h4abq7Bx8ozxxkXL/JjKvvgQmt+5DGs5QKM8u+U7a90AtYe7QcaDnQcqDlQMuBlgMtB1oOtBxoOdByoOVAy4GfMgfatv1EOPDVV1/Zr//6r9tv//Zv6zfs5z+RVv18m8HvOv/sn/0z+9//+3+/FyZcvnzZLly48F7qaitpOdByoOVAy4GWAy0HWg60HPj4OIB/+vu///v2xRdf2J/+6Z9+fA1oKYYDLbQcaDnQcqDlQMuBlgMtB1oOtBz4KDlw7949+zt/5+98kL9/3L59Oz5Y/I/+0T+yZ8+efXD85YNcHxxRLUGv5UB6bY42Q8uBV3Kgffhz5AAvdABlWVq/D/TtiI2Dj47ipaojhf0+L3XklyPcT38pAxyAmVtRJOt2O8bLFmNj48YLHgBpvJSTUjLA3vBwd3PPQDnwgI+XOxr8DV53f0Osb56NdgENj45q/rAR+tGAP+UxhO6ZDsqNAploA/TShiF0xbOeoCv+dWr+ZByUeVNwd2tw88ILMDbWE96O8KYBH92P43b3eEY90EtbAfqeNsZLxQeHIROkISvkA8p4iQi5OZLs5DzkByhL/lLy5T6sw92pagDgAdyhv7CxsTGD9qmpyQh5gYc0+EX74KH7cRz2Dg93D3645/Adon4LVFnn3qLAK7NWQge8MtMH9hCZGAXIo++LoiOZzjqDTPS6yLjuO10riqLWH3LzelfFdgUZxICRO2UQU3RVL1s69udKPe1UfuEAK6A7c/3Fy6uya7wQ3e12w+axOe2Y7B/3KRVCll84o/hom3Jcj0GmgNPdLdXgwgsM7lWfDcBOOeoWqqKMW/eK2wBUZKQu3cWjHFYxDqC3bMAx2CyMMaAqla/GReYa3MUBQX2rgDyl8fI1G3nyAxEvn6+vrxkbSbHhMRuxsAly3jCZjVoEK49tuQE2URY0ecgHsKHykydPbE24Njef2/butrGJ71H/KPrX3VV/Ppu257t8JQ1bhE2ijdgoaGxC0vsaB0vZtGAXxU7wiqS3BXANy7jkEyjCViMfPdm78fEJQ2Z6vKAq+U70e92eitYJCfSfBqaDrMiIJ7eQlwgVd9fT4Qmu4d3psZN1RC7VLzIQ+wyRmC8NzhfKqUx+xnWUkaPxjOO0K7lGIfIoQadIyTjjqgRVFfJJHuhoQuIngWc/BwieiFNNW+NevGruCfNtvnL/XQD+ivmcAnoEEVGoCnmmQOlKI6IKctrwuZLe6SnMqi+3CV0oNCaEnvXGDD9ifGwi/Ao2Jur2ehozOrKo2GcAOoHKsAPASXpfeh92g3KlygpkN8OmyE/kwy/4jNyX8odK8QI8qulY291P6KvysWHrkWzcwcFBbPLBRwb42MDq6kpsarUiW7kcIDvabHzFPfaUMNKWLNtT7OxybKq0urpqz+rNrra2t4yN0g8ODzQG9IMm9yEtmdZIPnahLUGbykHfwaF8wKND+YJHgYfnlM2oKqvU9oHtVV7imSd6praGuKrrhjUfq87cPQD7WKQUNhSbyQaO9C2bwRWdIvJYcwgfNJwGIsdyX6gnlE8FrUiFdeRL9DSWd3u9GM/BTz2xcU9KgRl8KhXxj/vyLqiHecITgfoyOlL3P8TZ1CF5yRuGHdpBLX+NPNE3wKnVu1IBBZBZybdBTvED0AF0Yf35eujG06dPbFV6hn7hgyzXujTwVdCxBkLXHtvjx8BS1rGnq7Gh3MbmhrFZI/iph/qierWB8GVQ6TnyiT+FHejLDrDBIzgIjzQfhQfgIy/Q4JKqRLRpaty85cXdpRJuoW+yox3pRK/bC19lXP5tT/rBBq8dPSOPezIOaIaW04EcNdT4KUf5VPstaZBupqiddiAGAeLRaD1ZJ/VE6fTvybIkkwca++VR/lCSbCsylG10aeA7Wa655xkADld7C7UdHnR7PfFlLMaWyckphZOGb1fInzNjbKmsrMcIyn9XEIqgj/JWH/AIMNUT4DY4PNIGt+814tSWCSMWdJdlP8aGI8bFgEPLsnwU6fQL5dy5RrHBxX2YRvtLGfC+8MUYpD5ko3g+6MK4xlxh9YnGyJXl0Mkl6e7jx0vGOLi8vJznG7XODvSa+1qfV1T22dpT23j+XLq7rfFxzxjj2DSUeql/QJgi1QvCphQJWzWgsS9ZOzLk7OBg38DF/AP6KzpV/VSkwpAlxhvmBFNT0xabn82fsXnB7OycTU1P23hsaNKzrtbakC+XHIoEK2tb1pfvgY3gQyebm5u2trFm2LKV2paxuebCowVbWHxoDxeAB/bwoWBBoPABaQ9JV54FweKCLQoWFhcVPrLFR49ig86lhp8rKzG/W6/nZnwMjI3J6FfaB22AuxP8hMDNaU1ciGRwd3N/Eczzc65EvUlwUj4OULNGCK1lXHLe19i0t79nIW/yK1efrErHliUnS5KzRYFkSHKz9PhR6CDjKh/OQseQG/xaNl7d1Nx+UzLLeAns7GyH34tuI1e7OzsW4e6u7e7meDzb4V6wJ9Az5C90DD9TtKGz6Eejt+5u7j7SFnvhXq2TTukaOlxaxsG9QG3W1ZrDzZvoOwvd3dzdGBsZY8M2xHrBuGEfGH87nU48d3czAzQyQVsNpWwLbQZkgI2DXIyxASmpvAuSufMEsDiiTMRevND2YxBDrlJUL/Uo9mIhpbhn/OAuxVfGXNZxdtTP9P9T/TiOfcZGAYuPFmVvFoyNx/GtVmTPse38iM5a0Pr6ulGODzyx1oT/htxsbzdyQyg5CfnYkczsjsjPru0qPeRHssRHXZEb4FA+ZV92FBqhVaS/cLrntjQPyAdQBqhkjzOIOYwPCnQ22c2OF7cP9aBL3ZPGm678monYwGx2Zs7YtGtGY9TU1JTxsZKe5tiF5l+mo1KhkzLAWHAgfYS/je6ykXn0mfof+3FQ851x9lBjOj4zfRAekjYAABAASURBVLkV/bk7GIfDf6j1mrpU5bHT3S0xnnZZkx0LfZmcmIoNKdnUk03YxsfHDZ/WPftn4GnA6oN7ooTAID7an3TqSSDjdwHh0SnsmXvUKVaiUgGgzGl6rgfH4irF8w8GfJQS6C3DxzuUDDRAP6JnQFnbqqaU+zEETXKEntwK+dY9+d0TWj8F6E/WAUjDLhbyzVmfF5vEu+p7QUNb5re9cLi7ufsgnTrzTa5XD0N/xkXrzPRMfNCOjxHMz83bvHw7PgiAHjGvgnZ3V5EhUC+8yrqzG5u7bmxsyK97athE/FvGVuxk+Gr4cAD+nHw5Pnr5QGH4exEuxJi8sKgwbOzQr3u0tBRj9PLKavh1+NP41ejqvsZ4/LpSthuachvb65twAJkY5Zm7WyoKK2o5xq+fnpq2kItaJqYlK6RNTk7G+mX32HivsV46D86wrbKXjGXPtd6wJl8cn395ddmW1J8xjoYP/9DYNP+hfP2QB8nHQ8lDjj/UPGDBHka+Rfn6i4bPv1DLx6OlR7aEz681DuYSrEOyYf/m1nNjY+H9/X2t/R3KT8KCWRzuXoeiVQxAbqAVfUeeGf+xBayRkk5bKOHuIf9ReOQibQo9JinJd0FX0HfmTITdHvOinpGeUmFuSRzCvpvJvERZ6jgNTAfpCkzVW6F+6XZ7GjuyvzUm3J1O14qU9DzT5w7uYXspexIq+QHRbvkTtJn2Av16/DJReLLMu7p390CFHWT9sqc2jGvcA2hPV+MjvmWSPa2zikdmpZhVqb9GAUTcEwLubgkoUshxSg1fLPhjb3hEn8IDsRH8QKm6jbQBjtyOwe1HFhlQH5G4RAvEvjr04Jl7Ds2VDCjgJOqRyN3PG5APOODuhswVsqEd2cWudBP57skPDdnWPc+UzYZHZcgWOF4GEv2QvNAZ4e1JZ8aEkxB96WrdBV1KqTBPHqgbXHFzygVxLjVmslaF7h/Kz8UWhM1TOuVPKfa9k0bxQmshXnWl871uz3pqV6+Hf9wL34Rn7rKX0sNSTABYmwIH9EOMq7nkcek6/AHyvR6Y649c0lwVyOUq2RMhzMmDq7tbKgrLfTYWtHS7PevCW/G8SIWllMzdhUynUIikwJXx5jQlq6+4WuSFrqJIstHFsLxho+v8yirS7GUHz0RxXQ9ldKdE6tSdigmBru/2dItm1vWUkgdkY1++1pZ+m9vYWI+PE7Fegq/XrGOyhsJ8meebW5u2q3UP1jz6GmdKMQuahTJIdXeNiUXwGV95ahI/Y974EBcftmLD/osXLtn5cxcibX5+PuZ5Y+NjKtcRfW4c7jnMvCDl7SDTVKlvPGiZmpwyfOBzZ8/b+fMX4qNg0MIHBS6ev2jnzp+PDzFAz9zsvM3OzoquGZvWnBN/Gb+Ijz/RJv5vLMOkkc7zaflTM/Kh5lRuXj7VuXPn7MKFi3bp4kXVdUHxC2qz6jhzVjinw8dKkrthq+hvIKe4e/DCHZmqYj5DX8H3Pfk/fHxjR/3AR6VY18Cv4YMEtPskz4QiI/1YrxIu2oWs0YQiFdbrdm1M/sWk+if4PjdvZ+bPBszOzBr9PabfjrrK19FaQVGk4GfgET5kl3VxZH9HawKsCz579lS/w7Ge+Ngea/2QOc6CfFT81IeDOc4DexA+7QP5sIB8Wa1dPxSQd4G1a60/LgJLi+ETx28BWk/KevTE0CM+oEEfHhwcypc9slK6aC85GqmAdpEum6EeVoR7bmQ5SFDpJqei3+WkOKCyQh/2LkKlUUeAEnSqWiVGPqUqAVoCVErE6ElzehOJkDwxNqndtH877M6GsdYGn+DbI/EOWNRvB0uaC5AO7/jfLuaI65pzMB9gPQ57lD86shW/n2xr/Yb5I326o7W2Xa277RKiK4PwxHqc1nL3pVMHmtccas0A2aA/oDWIfoMLeSkDEG/gOC+GiDL39HSUd4rDPgIxWKd42xSJxObmu4Q1LlXcoFI0EOV7PVekofu0kMyRDpG6Ia4gxkDG1zH5LhPjk2HfZrRuNz93RnPM+Vi/m5yasgnpa0++AD5USlkfKQ8e+MZvzKzL5bnlc2PtlX5nnZb5IPqITAx+T4o5pXQQfQQ0v2SOGboqfQ1dlP4uopOLj7S++8iYWz7W3HJZ+sjc8smzJ4Y8IUfY0pAB/V5Y6vc+scNkNOyncoQmDi8W0aZxo4PEyIMczdcmaxu+yAFkGOAJss24g6xPaB0O/4AxifWWM/IN5uXzzM/N17oxF/qCHzGuvJRBPwr5rO5u7hnAC1AHcpnDyrClyCyyix3k9wnWZbCNjDOxniabuCcf76RtAw84f3wY2h61Vr551/C1ZjSOn9WYfl6+2aVLl+zKlWt27do1u3r1+jDk41tKv6rwTYCPRvERr8ABnih7VbivGBsTXpTPdkZ18pvDuPqj2+uGX0qfqjOy5WsMp73fo+lzQuxTX+s6+IT8hkFI/7LOdaQxDH+QNIDn5O3jr/fLGFfMXL5xCii0/oTMNTI7Fr/9TYRvi/+L7CKvZ8+ckw97Qb7sRcN3vnL5ql2+fMUuXrwkn1q+7dmzNsf/DkxO2dhYL3Cb6rH6gG5kzt31DCgMOR9AyveJua7y2GsOd48cpeYg+L60L7e1b4wlpXyqSs+i3txzkf+HufhoS4PH1Bv/UyW+9+u+OuJ/qURXKbpOo4Myo0Aedxe/0pBX4lMSFClFOnNRd7c4JJvwOOI/4EU1G9CxrvX0N+ETNuXTNu2zNcwonLEpm7ZJn7IJn7Rx5RlLY9bznhXeCdqT2uDu5p6hIZk2wAf6FXne29s3/ILNzS39DvtcY/ZG+Af4CBsbz21ra3swLz3S+N0Xzynf4GvDnx4Hmv51d+lGkp0uBN0YPxhHsUGE2LYkfTFze7PDJZuAJFzymWpwd3N3M3OLwBr/nRCQ8imN090JhCeJpo7WIMZsYmLcxjWmDGnKeey1h0d97oQeOE/S5O72qgNenQRRXNspxaRwOl9AQZlS9qov+8X4AqBfQF9jSSk7Rh4Kur+aBh5Dd7cLP3riBfwYF296wSP3BJq3Anc3cBbyl+jnrub78Df3/dgAN3ksDnyNiLSXlgMtB94bB9qKWg60HGg50HKg5UDLgZYDLQdaDrQcaDnQcuC7coDfdn7nd37HfvVXf9X+4i/+4ruiact9QBxgLe0//af/ZH/yJ3/y3qj6/PPPbXp6+geur0XfcqDlQMuBlgMtB1oOtBxoOfCxcQDf9M/+7M/s137t1+x3f/d3Y6/Wj60NLb0tB1oOtBxoOfC+OdDW13Kg5UDLgZYDLQfeDQeYj/z3//7f7Vd+5Vfs//yf//NukP5AWP7oj/7I/vpf/+sf1O80vCv51Vdf/UAtbtH+kBx4+/+U/iGpaXG3HGg58NFwgIETKMsyNh5own6/b7zUUVVlvBjypg3ixY2UCiviRcIiXuYoisJISy+8PPOmWHM+dxeeFDh5uQPgRQ/wu7u5u512VKe9zXJaxhNplAManhDCk1EgDfRU7X56/aNo3d2gF7q73U60pVNvSpH542qHBdhbHu4+4A/4O52u6uLlukL4ksDtTQ7aDNA2ILf3SPKATPQlD+UATc5XHZOdssz5kCHKkwcYFBqJNOlNCA/gR7fbMyC3oVA7aINHG9x9BMNPN4pcvYvWNXjgcQMNXu6b+AcfqtuRj0L60u12JR9d67Bxk+7RqZQ8y0c0pLL4o/HDd/HiyfGLyiiBK6CoThe84hQ+nTmDsrp76F3QFnavM6QtbJ8yWT5exu/AF5ecr7lSElDDIklVRfjGl1NwvlhWnFI+naHbvDCN7gLERzcvo+xpbXB3keg8Fg7wlbIXR/ph6CA20GWzRjZjYaIRsLM93KRlW3HuTwM92wK2towwNnLZ2zM2MWCzA14IDjo1fkHXm0CpMQ27FBDjHPbqKDZQYHM00sEjAYr2vItL4BMisUl8SiEvyCzyy4Yp3Z5kWTJdSH6Qo9wXVSaBG5U97cwc1xNFAneOmiox158icbVjxysQHsuXb2oqdPN25VSgPVsOvFcOhKzWYkqQpBShZ9KrrsaKZtzoyr/ohH9UmHsKPUNHGS5GCXb30dtXxqkPHNgPIG/4UGbfKGyOqFMF5LGo8XR07sM6yVuVlcXmB0dH8RGPPdk/bOnW9tZxGyo7SfoxIG0UsLGUIxQ09vQgPhByaPll7n5tw2mRKK1pDlpG4rSxrH09ysWGI6KxfyR7qvQqbDK+ovDopLUZRxntgT/gqMSbCrziSRWgOslsx/kQSSMXT25FShb9K9vZUf8WRTI2iDQO1ZnxKaJ74gpOnPUz1c8DV53gTcKbCvmdSUAo+SkUku7uZA2oi0X847qo3TqhuQ6IvhGMNL/OL86CRMxQTD2oZO4Vo191907PGnXIaKk6kSF8gH55ZH3krpYnKoUeQnVrBISuSwMkCoVwlfJX+vJXDo0N4HZ3d2OTkey37EjPAPkpjS5Jd47pWXPP850t+SpbKrMVOMCFzrI5Y7NpAjSXNZ1NCK9eBmgE+lSqfbQVfQNXv0+bpU81LtozBFo5vHvTGDQ0ed3dkvQMuUf+2bi5I11r7Cib0nrCfrI5pahU58BPe80ReZS3yaZq1Cu6UySoJhRYpLq99TGCm7InMVA/7SxlW7FD/doPxM5W8FKyS7mTUFFQiU3o7kb74Q+8KWSDsENdjS2ERSr03FUC3gyJqtFE+ttfKslrUwqc+T7jzPfNU0I9JfjRIFofF5EgIktAY0MpyGsLpXRPMqz7SryPxtX53euIijan+zCtClz9GLfQB8Yx5gboHJsEZf3dttDV0M06PqqvpJ8EPac8ePggCDaBDQnzfOMoxnTqfh2U0Kc2IVfMpfrS19BdjZOE/ZA7tV35TLKOLBUaa9Cx8fHx2DDxzJmzdvHiZYsNti5cjI23zp49Z3Nz8zY1OR0bmyB/psP9OG+wh9TDXCnzBTu2ZZtbz23z+XNjs1M2h1tfX4sPB7KJ0pOnT42Nf1efrMSHHpZX2AR1KTZMXFxciE1P79+/Z/fu3bE7d27brVs37cbNbyO8p/TFxcX4EBMfWtrc2jRsH+0UeXG6D2mMhI/pItJd/WRqg7tiI0AfuB9Pc3/ZfVKrXfBxne4NzTlE/rMe92Pc3Nx8bk+ePrHFpUV7uPjAFh8tGh+yXF1dNj4OgZwhE7u7O4Y8IpfoLfKBrIIPcM/43V2sdivkewGMN4XWewgDanvbkb3tdjvWGdx3BmXoF8A947KRg7pGbnPUcxBXzKnGglBPLtwTKi2e61KNxHX7vc6GniYEmbtrDE6WisIG40uvFxsfF7IVjb9LGcBec9A8oTSLiBmhu25qICDNBgeNHtycHjmR5cTtoEzgru+QG/p/R77W5uamrckGYXf4OOLiowV7JMD2hNxsrNtz5cGOs8HlSV8q2k2lAhfx7m70eQB8E3QkN8E/8aw7Iiedbse6kp9GdgrlbcBd2AT2FkfQgkxITogDjGm6VaoIfAsqDMPyAAAQAElEQVRcP3ZWaC7lI1UCaEHnxscmjI222QySjTkbYKPt8bEx6xRdc8cflGYIQbSfwmo68VLjPPp+eHhkjA306absBi+xsjZI2sHBYfjixBnDeQ7saFxmLGbD7rAXogucoAfc6/5yi/7HJvSkKxMTE7GJJZurTk1NRpw0nuG3uQqP4tFte74rDsBcgbpfalCF70TfIQPIQgPwH5CnHDW7q1DETr+4u6Gn6G2v17Vurxf2H50fLZlx2vEDYo6nvNHdEFcVbRne5+Iv3pvaWwVY5WFnJienbHZ2zvDhzp+/KN/ukl25fMUuX7oSH0JAn9gsOGRTdor2gB3cDcAz+IdPur+/Fxte7siHZWzFTuLXrctmMt4+W39m+GLY0SdPV2Nj+xWNx9hWNsBmI+xF+XUPFx7Y/Qf37K78utu3b9mt2zft9p2b4ePduXvb7j+8r7H8cfiJ1IWvzYe5oAP63D30nngLL+NAFrymH5tc7i5Z7hg2Cdk4f+68sQExG+peunhJ8Ut2Tmlzs7PKMxly7p75reuA78jFEXMM2daDg4Owr7s7tc+v8fO57OzGxoYhG4y3a2vP8oc+nj2xVWTjyaqFbCw/jg9v4cct8tHehyOyceeW3bh1w24K7sj/Zy7AB76WVWZNsoYNZy1w0EaNASLV8lFJb6QTSoNWoJl/l1rb4J5y5KVdhOZxjYtKRxhIFHN3Y47d0ZiOHSgUYhOKlML+u9YuTHnIH3gz++21R+RzSyoLPnB3pYuBX7jdk7n+7BVH85x6AzTu0T70JYD29kurYgwDkXP53kBdDRJ3N3c32pCKIsJCPAp+KUxFYSmRx5Qvg40cA36PpOVoMCii7pQ/DvHgZZfT0ofo6qdKkIzUN+ZN5CMM3UV9De5u7pLNCN0y70l7GSRz51kyRQRm5vazPkblG14w/2GMLFJhheQ5ZLvW1ZQKZcEXBcwoOyJWp/IxP69UzsylGykl+bQd2dwioFAdRSqM9KTnHjltcFBHc3Ncf3QnXQ8bUOt+qbCSXdATFdE1KqfuSvff/2xoyWElSl10uxUpWUE7asAH5p42ubtxiBobgninO9INLMrjCk2hOSmmw41bRV57upPXrUiiQ33VrdeUO5qjpVQIj5sZYHEEHRXRuBB5EYbZ9Uw3Om0Eh31wh5t7hiQ5gjz6ibGBNTvWHfHjVldXbEH+2QONwYT4a48fPzbmyusay3c0J2INBbkCKq03gisD+Im5Ferr8bHx2ODlzJkzduHCBfmcl+3a1ev26Sef2SfXPg1fdH5+XvOjKa0vyJ9mjHCt70suM271hOL2HY9qUFb9qLajq2OaM05MTtrU1FR8AGN6ajpC7vGHxkRzT/LBGEwbXPRQPaiq0KdKv/tU8Zsi66x9jalAqWc8b+r0lNSmrk1oXXV6esrwpebPzNu5s2fjowXntKY6Ozsbm1FTD3W8GVSyK6V8/FLr2P3BWjR9AtCXR6M0QXgg9nwVHyLyEV7Ui2p7FQD5qUjWUV+Ni8esTc/Nib/yW1m7Zo7Dh9DOaj17TvMf+nl8fEJzop553adClK2MeMTa+ZHWx+Hh/v6+fNnd+D1ta0vr1/Jjnz/fiA9ora+va+3omfHRrqdau36q9cfVxo9dWY45S/PRoAXNcR48uK+167ua29wW5HkO/ixzHj7otbS8JJ/4idabntuO1inxo5Ehdzf3DPaRH+60IzeCthHri9cH4jPrMfD26bNnmiuuBP/yetyi8TFAPsK7od8O+P8DbM/oOu6RfvsvGdPUfw1ecLu7JekfUKQibFEhW49OYwMi1DgQYbcjmehaxGV/iiLnp6w7dLu96TFKQ8hW0KXSElxFa1nT/U/oHG2zuwffC/EaO8vHbPggIbrIx2/46CFzzXnZfJ5Nyg73emPRP+6e5d3cOMCLjIQ+HqCPe6Ef29vSR/3Ow/od41XWxzXjA23ICvqY1x1W4nch5omPRz6q90DrCvfu37W7d+9kfdS88mb9exLrEYx3jIHrG2vxm3rWx9JS0JfMXfQBEPmRgSg34yJwRdx1BVIT5va51/eEg2cjaUq3ANOhdF3bUz6rlBy5LeVjww9sSvhA8jHmJPPIPh8wwgf65Pondv3aJ3bt2nVDN65cuiy/4IKdmT9jjW7gi3Q63dAp8L0IeSys5IOhK9hGxqt1rcXhr/EBQ3y4e1pnQ+6XNT6t63ePHf0GwloeZTKtlbpT/UifvljJe0sR+2Q2c5tEkOGnT0xMGmv/ZzSOnzt3QWtTl+3qlaviWebb1SvXjI9rEcaHuHQf8SZ8WciHu/QM3kc53V+5fNUA1kaz73DGZqZnDL+wp/XeQmNGjAtwBGIVilpd38/p7lGRu4s9GaCnGbOwu8Q7ovMYaFxj3IP+Qag8XclWtx7/et2eYbNpKzCtduM3nZW/euH8BfnuVwxZ/ezTz+3LX3xpv/zil/bFL76wzz/73D795NPoE/LNzc7bpPqsJ35Rl3sKmpFRfKwq+FaZuU61I6XCOhovMr1dxTuCbowJPGO+bTooBih67HT3uAdvFXpwFL/lMG4cxf899K2vkN8AkPVKSIAo9I4vmRIhHaVJtiDPE/oDX31fa6XoH/RBE46Be126DoTlhdNli8OfGfALXnWMfi3kt6SUxFYhEHt1vlD+XSU0Mp8sWaG/rnVt3Mds2mds3s/aBb9ol/yyXazhgsILfsnO+vl4Putzxke7xtOE9VLPilSYuwfY6DHSiFJ9e3B4aHuyXdi4tbV1+Yertri4qLH8nnzs+xFfWVnRbwbrRp5d5UUOgsejeNv4R88BqbHGCsbcDDTI3Q0dKLB3J3QE+1KEjiBn9kaH0Ckf+TPoJs6cHtFTLiNCWz91z+WpHzq63W6MbcSTdLrO9gaBNO9F9NIbE+Q67JXHKYUjf5PehJH4wgW7WWqdo5RN68caQ199UI4A9GVoClOmiefQFXjQm/uqCF50u9iyQv3neqYs3+F0p6wLRzJ4DcBjcHfFc+4bfiM/khzRbu3RcqDlQMuBlgMtB1oO/NQ40Lan5UDLgZYDLQdaDrQcaDnwE+IAv9/84R/+oX3yySf2n//zf/4Jtaxtyv/7f//P/t2/+3fvlRFffvll/D/Se620razlQMuBlgM/FAdavC0HWg60HGg58E44sLCwYL/5m79pv/Ebv2G3b99+JzhbJC0HWg60HGg50HKg5UDLgZYDLQfeGQdaRD9pDvD/3b/3e79n//Sf/tP4v/+PobEPHz60v/23/7bxca4X/z/2/beAd+lu3rz5/itua/zeHEjfG0OLoOVAy4GfJQd4CYIBCOClDoAXOwh5sb4seSEEyOxx9xzRlTKjoCRz93j5olO/fJNfuCisKFKkuw/L21sc1EP2lJJwFfHCCJvw8XJHSoVwO4+j/oi8owv1woMyXnjpGzzhny4a4DkvkZi5uWewE0fDY5JT0J9Ef0fQNegv4qWkFG1wPx2HvcHh7sKRBvzpdjvCX+g+DWhzd3vVkdujFolo2gw0bSXknjx6XKPhZZ9SfCkNuSEPIXwa5j1dfmoEx4LMn47Rt7xAmtvQiXbxzP3V9B9D9tHeDPlFE4a85u7toClLn1GyuVcPW5NG+ocO0OrmltT/6EuHF5d7Xck3Lwp3JONFyIi7GwccpEwTJzwNcm4X5vx0GMv3p13BzQu7PCO/u64uvUtF0MFLz5365eoC3dYz8jb0EH8BhFTnMNkVBQjATxhUelx1+/IzEHEBlK0OFHv1KeEoBbFB4lFf+nxkxCvZPiW/tKy7aBKQgTYC6P4RG7zwwu7+vu3sbtv2NrB1+ub48YznJ2CH+y1j85ft7S2LDWB2d2PzbzbmiI15VQ91vgxeSNeYBn1lqTYCKn9Ee4E+tqyySnlos2JNV9M8ez3z7YWjwZG7wbMMJ8mKIOSk29VY0Asoio458lI1G8ihqfbyw810BhiHbugKJ0URJ62BTEBz98rw5Vlf/uSVCNuHLQfeBwcknqFvKK/qc3fDb0DPOqFn6FoNGkOKlPWtkr7JzFlFeYFJf9yPaY+97HDlzc9UsxBgO7If1A+/KNuaUrgBIdeZ87/86u7xENtVVqXscN+O+kfxQS42pMcOYg8DwkZu1/b1RMizUcDOcl/b0t3dndjobH9/T4tnB8ZGutAOzRBA/UMo1YYqg6wi6X3Zy77ootwRm2woHhttKL2s1H74IQgrprASgDvn0XMxvVQa6UJJla8Fdzd3lx1NlgrZUdnMboy32Q9wd+MQpUEr8VEgffR+NO7uGS9+OvZZ+PN4nutBltxr/KI72hWEv0Gn2odzHKP22M2b0RgsyGyI1sOHQMNFfIHHCt4M2RvkoiqgyUo16lyrkB9BX2M4wEYrZYzdkQOymiJmQuBczHR140DuKuWnDOVZTN6Xv7IrH4ON6dAzNh8nfgzQo9NgZ6vWQ4XSM8rv7qFje8Zmd4eH0rFaR6Je6XbQIGa9LLSRZ42+sRE6+nYkXHzoB1xNedp1EnJrT6a+/B5czVN36Rn6gC7Uetbt9qyD/ZTu5Q16sr9SC0NT9A1CUdYIk0L3fO/u5p7hpUjo4pfBqYWOZ6aNlfhf1j4g/Y+/WyqtEs9B0YTETwN3z/ZCvMF3y7aiI1+uG/xJRaF2pGALuBo4Lpj2HQ5pmGjUWZdt2ibMilJPVFo//bEDrwkQaRLnqh4Xsf/9GNsy77mv4nmd/aWBe8ZIO/saayh/qLkGcwI+4rGrcW1Hcw50t4HtU/VV46X09Jhuc6+8WXd3NT7u2f6B9PfgwJhvHMnWlLI5VcgJY2IDmfZKnaJYtKNSHvI2MkbZ0NujQ421R5pj9YMXKhJtdelaIZnpSrfGx8dj8zE24GJj/suXLseGuefPn7ezZ85ZbLQ1NRWbdo2OS4GIi5BiGxibD0X7/t6e7e7txvxriw0UNzcsb86/Zutra9Zszv/02RPjo0qrq6u2srpiy8vLxkeVlpYe2cKjBXv4cLg5/527eUPTm7e+tVu3bxgbK5JnZeVxbMi4tbmpudpetBGSGnCn/4Am5eMIg2JddBpNyJAUB9yafnB3pb0Mcl73/NzMzQLsozlEetBaIWOScfw5NjXjgw9svrn4aNEWFh7ao6VFe/x4KeTo6bOn8SEIZIKP3e3L5zzQeJh16ihkBNsbiHVx9+AnPAXQCwAbW2h9OYNsLWNSrHV2rKN42OEIiyhPWXc3dzcO9xxCO/enQs6iR9JkGS3yDkE2Np7ocvIclDv54M3vqYfchO4edNOGaLva3dU8pqfxt9tjDO5EG0Vi2JumHOGp4MNUogGqQ5WYx9/w+RvHqFyZxSldTzk9p1FNjuUrdpH+393ZMT62tLa+FnaHTSuRH4A4tohnm1vP5Vtt2e7uXsyDsPfYUmw/uOBXxmzm7nlcToUVgPyUQoDsICMd2VdsbEdyEiD54b4QfwvZXwCeA+4e+OwNjkyDOCG9IK5YlMphzSiluKA5R+NN2ocSRhvUllI+smmOgoS+kAAAEABJREFU3BHfGJfYTJvNy9mYk81K2SSTDdTHNGZ1xFMz/EG1V6fVB9FKeCqNndgLxiU2LGVcZoNn/gmBdb499e+h7MKBxvNdjVmM38gHsKOxmTL0e/j6sj0G4roOAnc3dw+96Ije2NRyfMLYbHhyckrhlPHxsImJSRuLzYc7pgLGQXsJW3i3HPAaHfwt1f/0HXoLxD1p6kue5/5sStQFTwncvO7jTnyMq9fD5+5YUSQz9b/pCHwKT54nRObk41fen8TJfQMUJE4IEAdKyb2ZW0d2m81R8d3Onj1nF85dMD64xKazbAw8+CjAxESeQ8hmpZTM3Y0j4yrDb0QHDqUjezFf3ZFt3DY2vURP2FB9Y2PdsJtDv+6pPXnyxFb50Grt17FR/ZL8OmztQ43XfFzpbrMxNh/kun0rNsm+ozQ2sl9+nP06/GXG+6PDPG5Dm3um0T2HpLVwGgeOS5+bm4lnHdlNbNLs7JyxUTQ+/8WLFy1/mOtipPGMzXkZq5h3u7uKunGMygbrA/QPc6EdzYWwq4yf2Nhm0/R1jbfHNk2XbIS/Hx9rWzY+TPAIP67+GEgjG7ckEzdv3rCbt27aHT7U9uCeLSw+1DxhKeYQyAa2HXqgq4FMJb5TZYwBJToPMH9jDq54JT0ZLefmTfFhWLOPJ/AgFckK8Q7+AUVRWCoEI3pDYYqpZgjg9nQgU/3EVXcSjk4qrNvgD7zgdnMXmNe5Twl4BL4A1RzjaCk/tx/629i+pr1kPwXLd0oa4BSNtAEoCvFJ9BcC+NQJXydZUhvdqb0GF8HAqTXr2SBd8aaIytfR+il3dfR1gdBEFoXQLTYN+0hpwxt7FbftwzvEA/EFugjc3dyHkPmelNbA8Jl7jvN7t3uO62oNmNLA+3MF5IS2u4sjAniZikJjf0dQZH2tx07zRFajTMhW3L3qknWVHG5uKRWBE50phLOgHulMkZK5K4fA3uDI9aP/Aq0hof95vTHXF6I+gsdH4t8nSr1NeXcXzdL5Ilm0Q22Jj3ENbAHPc+4oNyBqEDHXY6Exdw8wc53O1ay+2hsc7m6pKIz6u92uAQX8HfDVThxDGk48OHbr3MVFETfT9QM83dR80UU4BHiOXDB+M/fZ2NiItRPG1wcP71teU3lkzItXNV5vyMdjLeVQ86VSY2jV+NDZiRb+fFIX/c38jI395+fPGJv1X750xfgAwqeffGbXr38SvijPmCf16vUFd61fS3GqE5Axv/0VPJRSqw2d6mkONil/d1prmcwhp6ambWpaoLka/tD42Jhkoxd5aUOq5QMcpWgKPwIfApAPEfeEuud5IzWU62qOEB/kUl1zc7N2Zn4+PsgFL/hQzczMrPG8SAXoXwrwk4e0RSSEbaFe5rX0HevQwKH8Y9a3+qP/WyKCXIUbHIp+lGdue7ZdDZ+T+Nbt9mxsbNzoy7m5+fBbL2vtmo8A4csy72H+Qz+Pa16O3qeUggdijYZ74dRdpT7s6zdl+Ll/sB9r18z/8WVZZ8SPRf7xY1m/xpd91qxdxwe5tHatdejl5SVbevzIBnMc+at3790N3/U2vqzWrWP9+s4tQ8dYr3z69Kkxh9rV2tRB6FZp7vSaCNPpnuPuOVTSR3O6v0gzfYnd2d8/iHnkhuzOM63XroqP2BrmAY+0lrusuQHruDxnrontYY6BrOPz9/k9Uv0GvoYh7h68o48LyUcRNr8ju1+DfOuu1mkA7EFAt2PNPfkp24B7xtfgf10ILQOIzCFlEfupXWgnbWpCd7dUFMFr1sFmpmdk784Zunj1yrX4PencufOGzefZRKyJ9Qye24mj0tysL7/lUGsO/JbNByPRD9bvWNNnbvlccsPHh1h3QB/5qNvTp0+07rBqK6w7rCzbsnRySb8J8KGtZly7V+vjLengTa073OCDXArjg1yag66qLHpOXcxrK41v7h5ypYt50JqvEf2ILi7qA9xMTRKkgJB3JTAHyJDymrYrTORx5RsFlTfnYu3BMCIp0eCMLgDwBNuSfaBpm9fYhOwzNl2/dt0++eRTi49yXb0eH5S6fPlK+Ejz82eNNe7QjfBFOuYuPoOwhgY/YQN92UJsI+MVssvvGNjSRa2n3H9w3/j447L0YX193bCjhweH8ZswfgRo3XMd7jkk7f0DtrLSmoXGP1XOWM36E34SNqNZp7py+aphT/Al+bhZ80Et0q5ezc8iLpvzyvDqtRrPdbtaxy+rH+ijC+cv2pkzuS/G9TsDfgb9iZ5YzaJKdkFkvtfTPVfu7lk/pZtFKsKGFthejW/87kS8YJ5VA7Qz98lhxyIkr8bCDvMh+d/YbNo6OTkZH9Kdm5vTb/9nJZcX7crly3b92if2+aef2xdf/NJ++eVfsy8+/9I+/+wX9on8efri/PkLRpkJle8JXyH88KuRUWx6jlscXtuWQvOwIT2doI2yRUrmrvYiFsFrIg0EimMXZLmvMeNIYwbjBnAkvSAN4Dn1Hyv0Lm9Eqk5rAJJLzZHw0/vyyVlDPxBt+C8A90ETGUWHR0lFjp2SMtkVktzdUpGM/u2o3wrxtwOIf/Q365Pubgael7PJvs8hagbFNTJYob+Od23Mxm0qPsh1xs671pHT5cEHufgw1/l00c4ljf3pjM2mOZtKMzbRfJDLC/MkujldF9VAP9EE7oBS/gD9yTx1a3PLsGN8fGthYdHu3bsfH+VaXHxkKyur8WxTeXZ3d40y4BLK93K2lbwvDiAdo2Dm7paSJLIoLPRCti+HHSuUlsKeJDNze/1BHjf3DGY5dHczxU1HRBUOT+gZ3jUxdxddQBJdRbxvxtiWaZLs67l9x8PdzT3D26E4ndaX4cAEoUcV9kw2ttT6T6m5VwOVMgCnlc/px+tzd/EkqV864kmGzI8U7bHveCTZkQzgLgI3vEYOGvwZtSxZkBSXnNReWw60HGg50HKg5UDLgZYDLQdaDrQcaDnwFhxos7YcaDnQcuCH5sBXX31lv/7rv26//du/bfwW+kPX1+J/fxzgd4H/8l/+S6xjv79azX71V3/1fVbX1tVyoOVAy4GWAy0HWg60HPhJcOCn2gj+l+L3f//37YsvvrA//dM//ak2s21Xy4GWAy0HWg60HGg50HKg5UDLgZYDHygHmJP8i3/xL4wPcn2gJL6ULP4v/R//439srPPn/499adYf/MHCwoKx/+IPXtHPoIL33cT0vits62s50HLgp8IBXoKo4oVLXuRoXpLr90sDqqq0qn4/wt1f22h3t6LIL14U9Utp3KdUxMseKaW3frmjqglw98DBixy80AEQLwpwApk+9xw25ex7HFRdiQfwIvOnDF41fCKNPK+uojrGw6Io6pdSeOmlMO4LtSHVvHH3V6N7xVNwFDX+Di8Iqg9IS2mI030YPw1VpQbldlVqaz+A9gKklyUCUalNGbgv40UgNhorJTeEGUgHH/W4n17v6HNo7XQ61u32rNfrKewGf0h395Ad9xyCs4XXcwD+qkujv5rc3DfxDz2E/oZGT9m2oPtAp9sxXmpGPgB3NwkJb+NHe6t4sTbLq73kUAk9ceNPkbc7VZ97MuoG0L0C+ZXuIcdFKsw9mbkdO0bbRF9AIRmakHgUiYuZu2cwHS545TmKpY7XwcuLiVMipAo9LqXDR3Y0eMlPhfWMsqN0c+/+IjHkQe/7bKZTbwTPhgNsTMBmjWyqsbOzHRu/xD3xl8H2lvINATxsKs9GB7xAzSSqsUvU+yrgRexjoLZSFjjq096j+DhAziMRkuzUzaap3wkq4YiCIBIb3V39mKyRlXiRu9sd2rpOYci4sob8RnFuAslLLm7CWYPpBlCgU4k2cgiRzpGEU6NNlibMmY7f5bT22nLgA+SARBU7gAa7p/AfsMVdjRVs8tRF37q98MEK+Uru0pS6TC73HduUcVjYD9kWPoYRQDxA1kB2QNc3rgB6sKUA/xS6f7gfHwjZ3tmRXaxt6LZC7GcTEj8JPANIJwQU393dCXz7+/uxyT11UBf1ng6lTJJaoHbkdvbtqN7YAlt8JJuP3WfDi8CjdsuQDdqrkrqtjGejeaqMNZ4NMiuianR98XR3c/m02NGObCb929GYm1Jh7hpvVQT6FSAGgT3ip1wG+fTMXXgFjNuFZKOQ/1wIf4Tcp2Turpwf6wmnM+0S1xz5Xldh4RSo84LPUUN0XCQKexMq+j3PUc6DtVQ9yFFf43e/8Vc0X6NPAaoLeojU4ObGafVBvpBHlUeG0YXd3V1jI+vQM+nJm/sr0sURnyX8FeHCX2FTwYNm0yXNr8sROqHhVICjamN+Vkpv+tav9S02wFOc9kN/zqPWKn/dNAVqq67f9XR3S7WeFUWyjnzbjvSsJxuKHS2kEymlrGPqEJ0Rt1cckBcw0gmqxgCKubvxZ7raOzi8xtGE3EKnOCV+wtPS8P/6sl1l2beK+a0ywE/ynoTRdHC6+FOkZPAC3x/+dII/nUhLao+pwZRTcBLd97yvhPo4NB2g1O+J+10XD6aK3jIAmY0NiaULyHBfIWnKFRW7w10z9xzaKQf5Acadw8MjY0PJvb196a70lzEyQDopHWbe8dL5BuMhQL4a0F1swN7envDu1+PjofVla6gz92eltpyARmcJJUvkpZ25jUdRnk1agaPQ39LKEAw3dKnQmINujY9NxEZwbELGRxsuX7oSm/OfP3fBzp49Gxtt8WGRXm/MkD07ccBH6qWeg8MD29vfE192wm/Y5INcz58bm45ubKzHhxvYQJFNOJsNFNkEcWUlb6D4+PFjYwNFNpN7uPDA7tebmt6+c9tu3b5pN27eiPDe/Xu2+GjB2GgOfNSzJ9+ilF65H+/HfHs87UQTPsBbt/iDeIG77gTouHsdly1wz3H3k2Ey9yYtqX2K6/oxne4+IBcdCPnW2Mm4ubm5aWw8yAauDxceShYWjU0I+dDD06dPbWN93ZCJRq8OtD7AZm19lQcP+AAqcPfgVdaJImQcOQdi3iw9ibDT1bjUQEfxbHfJB1DePeNyd1C/MaBDUnCZVHR8pBgPQmfrtLdDWxd6edDwgBzQDxQpRduwDb3B2mhHPEqijw8gKWhogj57ySFagw0RurmyBXBRfHi+Cskw12hsWKKJETYwmtOM/j5U/yMLzyU3a2trtjrYAHghZAc7wgfe1jfWDNnCfrMRLLJ2pPH61XLjtT2tx2b5KsO5QpaTmA9Kfgg7+DaSKWQGgOfubu5ub3PQBQGy/43sHCvPQyW8HVYVeM8nMhhQj2FUj77FZtvT0xqbZkdgxmKD7bHxkFFYFmWDB5QUqN2k0e/0G742Yyt9urmpsUjAGM0GfweHh7FxX/Mc+diUjOCP574/jLW6SrRJM4Xccj/BVIG7R9/Tpz2Nj2wiOjk5ZZOTkzVM2cT4RKy7kccd/UFOTV2WQ/tuR1vqBAfUHWZxUU9JBkr1Gf0PxPpI4/cpXTmQGFN3CKKQvexwd40JKeSt1+0ZQF+mVJjrD1mzk4e6ViQoVc3Mx4IAABAASURBVBFdv+sJ7pdBg7N5TntL1kFEU7fTs4mJKZudm7NzZ84ZG6ZevHjZrly5apcvXZZfd874yF3IptrUkU1KsvvgHOKTvyh88I/xcz/8ul1Dj9gkfVN6xGb1bIy9Hh9dWrNna0/tKRtjP10NG7vKB7lWHsfYHH6dfDbG6+zX3bHb8ulu3boZH+PCx4sPLz28r/xL4Suip2zKzRy0lG8nrYFEc/cI28vLOYD80ZeDHGKZu0uWO0a/z83O2jn5+BcvXpK/L6jDc+fOGx/k4oNuyIUnD36759B0IGfIBWPjwcF+9vmZA21tx/j5XLJxctP0Z8+ehc/2RGPv6pMVW1lZscfIxmDT9AV7KJ//Xvj8ko07t+zGrW/tpnz+kAul86EQ/Lw1jeF8QJE5B20ERJY5lwbEAOY7AZJj5Cfbgb6VWhORAY6c7rmUj5YOtZWViFBPlKeQvvMbIDwpNMYHpGTojXvOE9lVL4hVmuD14BY4wAfurnSReJGSuSczNwuwfDRt5c6dh2iFalO9Oq2UfStpr+xdX3PIfu3zRpspJMil8lW33/t0d3N3gxdFKiRjhTGG4wcV+DpKazYNVjZzGx6ifHhzSoy8GTzKubvliH3vI/rre2P58RGII5bZ4hZ/unFX7ITuphP37m7DfknmrjKu0NzaY8gBFz9cvAv5LpJkuwh/ABlHvpPk2x3fTrpYCiRY6KKdcpyWTr+kIgVO8BVFYUAqCkspmXsyc4tjVP8jYeTS6FKpSrAB6D7rQcRL2TzKBuD9iMaRou8kCm4QiRWWxK8iFWpHCn4V8fsG98VA5sSp+hTlotnqw12NBWi0Qt2ZO1dlqAOL8PRGuMdDZTZzd9GSLGxrtxv/60M8Fclcf9YcoBqFJv1lofNAF+EnZk0YNx/CxQckQZo79x6E0U/IBeM381z8OMbkhcUFe/DwgRHyYRzGWsbrjY0N47eJA/2ugEwhT+AY6TLhzbjp83HNz6anpuPDBviefAT26tXr9sknn8YHuS5euGRn5s/EHKmneVOhMSJJXsA5xE1nCO33OMHn7tH3fHRgYmIy5o/MIaempwwa+aAT8zbmmz2td3Q0T09JsqFyVA0OoNS4ytoxa50Rxvhaan5YypWoAshP2W63Y+MT4zajOmZnZ9TWefncfODggsXHcGdmbFzzwqIo7MUjtztXn3lKHmgI0NhOH9B3zG1jDnt0aEda4z1qxnrRSt5GANyHeMD1MQLtqdQuaM887oqH49GffPQEOYuPaly+YhcuXLSzmvfwkQj6eCI+rNENu0N5AC6Ds5QQw7dDrV3vaw0ZfUDWt/X7GnOcZu2aec6a5jlra8+Mj0WxXrSKL6s5DuvX6MrS0pKxJomfyoeF7927kz/IJV+Wec6NWzdiroOOxQe5nj3V2vhzY23qUGsR0ANt7q4AUHD6+UGnuje0u/HXECtWyz/tG79RwmPsDuv3zBMfLy/FWtyjpUXNDZaN3wjgPXNN+MMaDXMNfn9B1tGBUrowyjN31SY7gnykIhn6FaCxpyO/uoGudLwB0iJPUUT+VOu+uzdkv3EILciVjAEno+wbl/3YMkZb6VAR7u5WpDSws3xYiA8PXr5yxa5evWqXLl2KD+bNz88bz/gwIra2SIW5e4DpkBUV3yr9dtWXPTsMOWGdjv7n//o2t1i/27CN5+ta418zPpC3pnnlM+nRE6378/HI1dXVkB/0ER1DnhYWH1ro4/27J/Tx2/g9ifUI8q1Kl1kDRvcPDveDFk/JXDLloo/TIxIXbj8OgFyBuwev3V8SNm099lztH9ybqSQXa48hBxpdwB6h9MwL8IHwM2Js0poKPtB1Psh1/ZP4wNE1xa9evab1uCuxPnfmzBnpxmz4RPgq2CVsUVMLdRAnHIUj/T6xr7W5Lf3WuqbfWBmXsKULWmtDrh/Kn1vWOsuaxi7+3+RQ49yR1gVKzQfAB7g7wY8GmJGmTSZasM34ZKxRnpGfeB7+aX3qitYvM9+uy65cC7jGx7fExya8yv0r4aqRlw9JBUTeq3ZFfsPlS1e0FnbR5lXn9PSs/IuJPF/Q2JCwVaY5Hh38I3HK3c1dIHuUpKupSFYUxRCacU7+NDII8BxZKkjTGJhDzYPqMbDX7Rnyhj86If8Yf4n1v7NnzsqPuhDyidx+9tnn9uUvfmlffvFL++IXXxgf6PpU/vxV8Y8PzeJrsWbYFT7qc/fgEjpRSdYqdTL2nUTsaRL9RdDbNfJ3RE9H9EFzKopoZ2Xid6Up4ghE+Rq3+7COvvxfPqp6qN/6jg6PNH4IBv5waY3vSPkfBESKuy5CTjupj7b3pWtBl/TuQGulBwrR2ZL1bLXL1cZ8ukoOT7FLN8qgq7tbkVLNp04dFgpz38NL92QclADepZjSnoy7Mo+/ZIWLDuvGB7mmfdrm/Izx8a2LftkuDj7KpXHfL9lZP2/zftZmfM6mlXfcJ6znPbWpsGb9yY4d1eCuko93qHkntmtza8vWtPbL2vHi4qP4GNe9e/dsYWFRY/5KPMNf3N3di9/14P8AURv5SXEA/QBolHsydKAT9qQjvTgO2MAkm+lO7rcBN3dXAUBBnKNx5BSIB3HBzhFxz/nck1E/tq3b7Wo8gTbJfUrmnvOQ/02gwT3M64HDfRgOn50Wa2htQvKMxrk/CZXmbECpsAzfHL0CoGcUTpbkvukj4u6ZzpQK9REALzrBHxefyPNdwN3N3S2Jp0AjBw2/i3o8URaDXo0o9pEfLfktB1oOtBxoOdByoOVAy4GWAy0HWg60HGg50HKg5cBPkAN8fOt3fud3jI8n/cVf/MVPsIVtk7755hv74z/+4/fKCHe3L7/88r3W2VbWcqDlQMuBlgMtB1oOtBxoOfDhcYDfSf/sz/7Mfu3Xfs1+93d/N/6f4sOjsqWo5cDPkgNto1sOtBxoOdByoOVAy4GWAz8bDhweHtq//Jf/0v7rf/2vH22b+d9Z2vBjf5Tr4cOHxv/Vf7SM/BkTnn7GbW+b3nLgZ86Bd9H84y9+sODXvBjBSxv5/s3q0W/IyphfwnAfDZX8Tk4XFo+XPNwJdWvO5QeCIW/gBXyBH8QJX1cp+Y7ngVY39+Ng5vauDnc39wbA6lwiLSJveKF90J+hql+YofCQJ9wBTd5R/jTphK8Dyuc8HnSmeEkrx92HYc7z07xmPouDYm/mBzz/fm0FT1lW8cJWWeYXtwhJ/36Yf5zS7h4vdxVFfpmuSMmS4kmhO3JicYiFEdogkm9fdvWXPXhFOmUCdFHV5pJZXmItUhEvshVFobQU8uzGC8xV6NDb8N5Prf/01FOzvmVisEuCmMMsi7qKjaQApyN0H9I02j7iyFvZl+wJ+v1+vDhIOJoe8RH5bO7JNwpNOniBhhp3N2TgJLi7uWegbwD3fO/uxqFeMV4uLqUnVQO0eLS5ZAUo8LYgPDoHpdw9aGpoLVKSvOSXH1Mq4hmZ1Q1QQfSV4CeeCr25/o4nj1Jw/El713Lgp8QB9LlpT+iCLgkdk24Vssmj4C77bNhmWTmpCDonpWuKv30oHJTHNtVRG8VJ2tsjhTa1SoiwT2XYSdnRUlDb09jQlnTZ2LC1xIFj930jX9jTpix56k05VEumVQS6u8GzxJhWg7usShK/FGJHAVPcdOT2QmMpHIQZAqeeD04xgLzKxCOxSgk8VNsI3g5ET9Rfh4q7Ez+ORZQcTzjlLmg6ke7c6+KmP/DGvXMVNKGiH8EZXNYl2MxFcfqA6Pchn/LwrpIMsZEQ8gmUelAN4PvU8AZl1RZVpebUPc3NGxSLLJSVFEZcF2gu1RY2xURPQl9qXQm9O6ZP5Qt+NWVGoVRZylXCWQVdqlD1SKTM3QeQdS3rlvtIuist9E+h0s1kq0QvOAOq0ip8FuHWae/6cM+0JGgQLdCZ7Sf+SsdSKsw8mYku0wENdQt197ZnritKuZm7HwN74aCmUXghwxslRL9AuPjK+SaFokydUVQq5iZidXpAgnZL5nbygN6TaT+f+6b1wb+a56G1zQNYMRrn/jUArgzShdCzUnqZx8ZS+tfoI3H0eQjKd1KfR+6xAQMda2itaVP3mruPQDLGwwGkfO+pzlO3ATQl+sq4K6iCXiHlQZ3H3S2pPBvFsHnc9NSMsXkcGymyoSkbyF29ctXYBO3ypcuxURkbo7FR15n5MzY3OxcbyLGhLR8gYdPTXm/M2ASFjesTNNnQjsAfNoLjB7WDg4P4+BibbPKDEB8lY8NFNpV7vrlhGxvrtrb+LDblZENgNkpcXn5sS0uPjA87LD1+ZAAbz/GMvJQFH/ipq1S7rT7UVMVc8GGddAcwShV90u11jQ3pZmZmok/OnjkXG1pevHjR6JdLFy9b/njaZaNvMlyx2JC27is2SaO/zszPx8bDbLoG7koVAk2dum2iH1zoLvkRgegI/crGgzu728YHH9bW1/IHHp6uhqxsPN8wNtLc5eOv+3v1h+2OjLIA423Tbne3VKSYDyOvyD8yPD01LZmesdnZWWODuXnx7oxk/cyZszYI6/i80tEX9AAdoL/gMfpUFIW5u3E0dRJ/HUhDlUWWSm0Ox/W0gSKjVb53d7pnpO5unpKlVIg3gk5HYUf36Vh7IC/gFSR4/awJjYjHxdxzWGf5DgGcAuBSDgMjlwG2zEdswf7+vmRjO+wKGwCvrT0z4NnamrEB6+bmc8MGkS82zGNDv/6R7Ltst+wIfQiAOok/bBoYctMbt4nxSaP/p6eRmzmbl8zMzZ2J8Ixk5MyZM4b8nJXc8IFD4uSZlf2cnp6ODTiRP+QG3O7HGkGV1tQdN4ML7RbQEUpTTNfh+SKW4bMPMUYzSsYsEZckf8HfsXFj814+CJl1c9ZmxGc2fgxdK0ZkkwbXTCCAZ0D0/8G+8QEXbARjC2MFdoL+Bnb3diUfW4YcbG5uWvOM8apU/ze2QxIl6izkN8ZgZEE6MjbWCzqnRduM+hR6J8YnYqNL2lEoD/mtPd4jByQFCJVAMVnSpvdEAgkKmtMd4WnuTgs9+tzxaQDy+2n5ZI+iPioATs/zQ6SqWtmrXGeh8afX68k2Tcg2Tdvc3Lzh1128eMmyj3DFwo+4dMkuyqc4f/68nTt7zs7IXpGXjXCnJceTk1OxKe3Y2Jj8ul5sopck8+4al9UIdAP9Qk8ODw9izGWzdfyw3d3dsKnb29uGvvFC+cbGhq1r3H4m+/vk6RNbebJibBa89HgpfDs+ssqG9mymvapnz9aeGjrLR8D25TOWsg9mL2G8vf5wlXXX9S3BVM4+0gO5GCWd/uv2JBsTk4Z/SZ/zEa6Lkg18/fD5L1+RXFyyC+cvht959uxZm5dsMGbNyMZNT2ncUnnGrTH5/IxdyBz6QV3Y3VJ2M2RDY+nh4aFkYz98fmztTsjGtmzutm1ubRob72/g80su2FydjdXjIweP5fPL139Uywf+P/MANp1m3I7NV2W7D2TfkUHqNfUtNAwh6z2akUFXncPnbxDznMdYwNeXAAAQAElEQVTdLf7q0HRncXhcuXxH1AYqdzf3DOaRpEARXe0NjkFLRQTx6HtddPsGpb9fFnc3ZGsARdJ9IUjmtc10mmI6mlDRNz4pIwQ6xQ0XWIC95qDto/Ca7G+E83U4fqjnId8nkCfxttPpyteQrzSZdRpdxZ6jv8wTgcuy9cwb81yReWOeL/KxBD6QM5wvnrFpzTuZz4TvEv2oPoTxJ+r+Od0ice5xNYSEmHHvcWv5yONijr/sKs1sBHKQxc3ruLubO2Dmlg/dKt7c5bSXXUGdnxETSP/llcSZ09/H1c1dINlMCTvgRljEfU7XY81rIEs02umHu/LySCGBkCpwwZufbm5J5ZPoYIwCiLsnM7fvcfj3K/49an5dUXfR5sNc2I1mPGYs3tUaCfOcNc1/ww9blR+2vBwfQmVNjfGVZ6yz4HvxkaIDjeGsbYIrREro3V3rA4V8w678xDHNZafCp8D+nD9/Idam+NAB9ufiBXyJC+Fj4ncwP+LDC/RFSm5WczPjf7lM2Fse7m7UQb9jzxrodXpBNzR0ND/jOfnc3dwzGIdIaWiKUD5o1YAYEWlNqFmGilqRCusKZ1freOPynbGlzAnxqfGdaHtPzwr56e6u+qjIubwSBnXJt2J9GZ+nf3Rk/aO+4Wv1WVeGNtHTIHJ/Pd4m74ca5nZnW0Hc3Qd9yjyHeQpzlmbMu3jh0kD2Ll++Gr4s8nj23DmL9Ze5ea3xzdmMfFn6hf4Z01oDfcLaTtMvpoP64CsfUUB3mrVr1g3Qix3pUp7jaP1AvizzFT7exRwnPtz1ZDXmOOgVcxsAP5Z75j7o34bmRaxPHGgOVeq3BHS1slK1m2Tj4+0/dZMaYHHAx0q/QxxJVpkf4vdjY549fWrwak2+P2u68AK/Hr4yl+RjFkfIeL0eBw4kAaTuHnKA/va6Pdmg8f/P3r/EWLJsd/34+mbuvevZ1dXvqup3n+7z6se5iJeQmCAmTDwACcwYATMGRggEEkIMEDICIyFGIEtIDGwQMkIWssQEgYWEEdi+tq9//vsBvveeV3ef7qrqer/2/n8/KzN37aqu7tPVp8853X0ya6+MyMiIFStWrLViRWRlpNdhJnPOOzM9E6zNzno97tSXrcedtDycmHG5qahkYcxz3Y7HjSIOH4MR3Rq9N0x/xv3RvG9TnOZKSjmVlHzDvqU++rnFOc8hL1gfWW+Yty6ij/ih586dC+adrIk26+gn3Gd8xKha3xuPnuep3W4n0Edsc4T9K1fI/57s7u0FsoHOMP/b8po/+sjYtra+7rnlIX3086TUR9YdHlRj3aeffurnSZ947eGzHPvuO525J/qLDCKn6Pye5Y/+lZp2mhLH4zU4zI6aCg9UdQzSJFk3FGWnjDHP0eEp4y68Pu1+Oes1H8Zl+mUIXgOgb7jOeYLXAZg3ZF95fWg21wBmcpwHZ+n1VwmeRH3s01AnfGcCbDZAg1nvZc2MsWXGz5Lg93n7P8j/xYVLkR+C4iNSBj7K1ay5zF3wuot15bSfFcz4+cCk53Pg6Xa7Uda8Bn8FA/vPFWAf0QPkn7GItTbWUR7g11mmv/jii3zewZoJdnfD6y872zvBunaFqzmriXyDITJTtSN1zDUXZRndbi9o+4TXmSanpmLaY/WMeYlNH4UZ8wlbsx/OeGx/Hpz0/YNwwrYfHOjH1NR0jiHUDd+rZ9lFCB9VJu5b+EkK7F9RlOZL12PUZEAvcnLuzDk/m78Q6O289ZU1vAwdnzMQR66Iz/nZcBMOdZw0y13eI5ybi3nbafAszC/EwvzFhOYjZgtOO+/nz2ft31M/z0nh2bifdzAOl+47SSEpOLBPdQ+nvJImKciXPrLte8/yja/c7fWyfdxTYZ5XKOLLDuQG3avGhV2PC9vD9cYtP/vDhu8O/YeKGrvqX4b2WPcVGuYf2M/hmTN6Sd2Nz8h4srW5Gegq/rqlPigmTrF/ZLoJHMA8h4V5UVr/kceeedTrdc0neNWLiuedkAojUOUauYn++frr+SkURZTR8V9PYzEZU3FSs3FGZ+OcLhjOx1mHZ4O4oTB0zse53oU4O3YuzkycjdmpU3FyetZ6PR34C13LgKQ4fMAD+jZ5aZvFx7ZWVlZtzxbj4UP71p63EmLjHtmXXPSclucNaeNyztoPyoPnMO72+u3gAGJT2D5XemLJtA0iXhRlFEVhUEg6ZmOb/AfD46CRlPUWQ9rKKJO2Mmk6JkF19n3NNvo67esP0hRFU7ctlKPoFHC82jXMLin548DhMPkrRcAFAqnBTRivDH+0x+vMgZa2lgMtB1oOtBxoOdByoOVAy4GWAy0HWg60HGg58MZy4Fd+5Vfi8uXL8S//5b98Y9vwDRH+Rlfzn//zf46lpaWv3AbWPK9duxZ/6S/9pfhrf+2vHYA/+Sf/ZMoS6+1UxP9/3rhxg2gLLQdaDrQcaDnQcqDlQMuBlgPfUQ7wfyp//a//9fizf/bPxh/8wR98R7nQNrvlQMuBN4wDLbktB1oOtBxoOdByoOXAW8YB/tf0n//zfx7/+l//61feMt5x+uijj+Kv/JW/cmC9nDV01seb9fJXVTH/k85HuX7hF37hVaE8Np7/83/+z7HLtAVeDw4UrwcZLRUtB1oOvJkc4MWIfeAlFWn/WlI2i0E3I8858XLIYFC9aMXAtg+8KFLBc4ofeUuq6ufmwBWAc2+vP9zoYuD6Bk6v3ngjFxAh7ZeLlzwkcChxVXypXiIizsN1Sc/F3NxuQmgcmN6mDYQAaYNsg3MMnovyuTfBAT5eKhxuIOH6QM09Cjch8WeBpHwxqWoncdpdJB+kg23mUiKP8j58oZxUXUsKjufVK5FnkC+GNvTTBoDr/qHNTMD3+gC0Q00VSlVICnDokqTnwH7n02eWhufkff4t+N3v960nu8HLpwAvT5LGvQaej+U1umu2SkoZk0bCUPCrwPH4Jg76CWjqkqs3JF1OIyRFxA0v+Rut4SVRvGAxEwrNQGFdlyFfVlRIFUQQxoEDGSKhCYlL5KugKIt8MZlJEy9297q9ejMPXlyuIV9iruPdQ2GvN3zBuZfx6j4vO48CL1MeBaN5mni3YxyGstPJlzDltoZpjvpInuepTiDwtVtE7HjgcgcLKC8VcmhwvZJCqqFK9Xn/Nxi+bLmf9qyY0TzrVpvecuA7xgG5vdrXLZTDII2mOUuI0xCeUtnhnS+JgMYgKQpsKPbTcTmUFP6F4niHpJAqACc2rtPt2CZ2o9ftpS3tjdjFxs5m2LWd6xkIR6FO63Wxrb5vW9jYxmFYlmkby7IT1AnkPV9naNuZoa/LTp0321xEtnfYTA1jRORLSUGeIvlShBtYQXCI0xB08HKYToQxB18G2LOfs+/vHuxBhcj+XJCqPOBsoG+fs594+/khs76vB8BzMb36mxVlxjuMxLBFI0nx1DF6085kwxXCbGMW4Cojxz+5KHjYPKiaj/X3P7JR8437lQ+rkHT8Og6VcJXDFLAp/Gc5QjcAydeA05uMTmmiGQ4YTxtEipA0hJRzyzT6k/phXWlC0hKclmHXunMYUhfRq17qZrfWsU7qWDc6o3pT61iz0WDWzX3XT9owL2k1lCV+WZH0mvJQjB5No0jjDkD81YCkkA6BUcuQv6w+T3l5rJPxRo2IaDQX8bLHfrmGoiZs7lCdpMAOFYV5muBU/6heIhJHHlJ1D5zI+IA5di3zfYfVvHUv+iN6ByKpKkf8uwi0XmauVPPbYWGeqHAqoSF0kDMD8/BgysErSUH/lbU+ldafSj/RQ4+TqZPdHDOr9C+J96r7vVp3mS88pYuuY7S+YdxjYeb1/SaEntLp5IHOwm2NQ41s5AhbSXsHlic3K5ijjI31gg3g2NiMzbnZgOva1etx88atuHnzVty6+W7CzXduxfVr1+PK5avBxnLzF+aDDRfZoIsNUXPD09lTcXJmNtjgbHrqRL3R5WRuvDQ+PlbbrG5Ae2l+yrTKtA7cBynX/b1gDSE3XNzeDjbxZ2PgldUnwWaJjx5/EQ8ePIj8ONdnn8aDhw9zU89mA2E24aJ8n/YZb/ignVHH41s+aGdFQvZIRps0+mJqcjpOnz4TbIp27cq1eOfGzXjv3ffjww/uxN3b9+LuHeCj/fDuR3HP8JHh7p2P4vaHd+KD9z+Id2+9F1fdh2y8yKZz8Dsr84n6AGTBl7kmRvhtg6QDJEAja0pssMUmmWw2uLLypP54zpPgQ278A+nu7k7gN0kKyWCZqvSgCD6GA0jKOOMeejc+NmaZn4oTMzPB5nJ8iG7O8rwwf9GyfSkuX7wSVy5fiauGK1euxtUarlj2L1+6HJcuXgo2vENfZk+espxP56aw6D9yHT6gvwFfvsY/JW0K/ylCUkJRh5LipY9DRZH6w7iOSjuc56jrQ6iHWRqe7+3tpv1AZtik8rFtx/LyUi03G8HGlHt7e0F+ZKQsyki5UZHtl5RhphVF2qyxRm5OnAg2KWVjWTZEXJhfsNxcjssXDZeuxGXkxrKScnP1WmBPiTdywyadyN2JEyfSNqKfUlVf+IAmwNG3++fOT3+ZVjpuFkRRKMqiiI7noYwZfPRsxnxiI8opPhY0MZm61vO4C9/ou/CR/PI44mj228BjwI7HEMYP+n1paSkYJ7Ab2JTNjY38cNDq6pptykp+IIbNoNlEsZGLgfEBuPQNXuSh9NiFrrMZ5dTUtMe8k8H4OTk1GT3LSFGWSYN7NELRHl8jByw2zVCWtUgKWX7oJ0lRGCSnKcJBOBjmz76Now/wcj/9EtsJZII4Y80QwdFFv7FUi2far4oeKI6QlIB84tedPDkb586czfHqiu3Sjes34t2b78V7t95Pvw4f47rTKvt02fkWAr+Bse3M6bP1RvanUr7xJU5Mn8gPfYKbDTXHx8cDXaQ+9BHdUFHRAP8G1sOjNilF11bTr1uMR198YV/ufrWB/eefpX93/8HnsbS0mDqKTxcjh6SRq6ejivrP+STHa3okxxOw8UBzfTis7hWHyj1d0+ucYstqARkYUm5txLCV9BH9NTk5Fafsr9PXl+zTXLt2I27ceMcycSvefffdlJF3rt+Max6/LntMW1i4FHNz8/VHDs7aTz2dvtPsydmhbExPTcfk1FRubDw+Xn2YsNcby7kR9ZYFfC2SaQ1d6BX9i6+3tbWZY/b6um3y6kr2Px8uuP/wfvCxNj7WlZuwPnoYS4uLufk6ZdLfV4S7tgY5LAxK/S98g7ZLivAvfFC/gyN+CrLlDasU+Vj/Q4bhY8KgX+mdeWsuZ1ZJGb7oyUUTB/jgAXUQx75QJ1DpdYVR2sef90xb3nGywn++j97RTmxfAmmGzOdTVaQ6+/Ir/6S6XkL6tvA1tBizEjg7Uv9ocx19gWC/bBXz2b8wfn7xHTmyr91WQsBRN1/BfHFyYiLYpJw5OD4oNpx5+ocf3I479XyxCZkf3vU88eB88Xa87/nirVvvxjXP7efn54N5PJv4d7u9KO3HkB4g7AAAEABJREFUIEfho6nb0e/MD92m3dgXdLOCvajCfvQR6FSnQVgFvoQvqvJoPxu4gQofeIFB4iU9wXabEtJIQRJGQMFfBFkk7J4Bfcy4IkL+a87x9R0K16MhhAlSBEFC1IeT69jXGNQVS3LdgHmS8QhfRXWoCo5zps/JP+AEDCNcfGsgVW2RFJKSDuSKsXV7eyuYB/HhG/yqH3/8o/jhj34Yn3zy4/js80/T91pcfOx50JMcfymTsue2ViHolHhlmcImsG45OTmZY/9Z+5ds9I8NYo6Ln3nJc2E+9ol/QL6e52ul1y3lMcIDn399A7wbOAT/qwFTGVKehwirNlDPwLrVD/jSt1+aodfT+zx3G7Z1YHoMtd41wRAZEch2CF4HVX7KO7ODetg2DSoCG4rvA2CzC/MA/gHyfZMKiiFk+eFVFZEU4R/1JSTNdTscHxj6hrx3FIJ4kw/3Rc3v0VbIcsScgw8pTXtOcvr06WCToUv2ZW/Yb323XrfO9WuvXb9j3/aqfVnkct7rNcgr6zDI7ulTZ2L21Kk4OeLLMq9n7WGiXm9g7QcZzn6sx0VJ9Hg0srTrNSd0hw8vbNqXZY6zYj+Wj3Xx8amHXzxMP/aTTz/xHOeT4HrpyVJsrK8HHx5mLZOPS7jFo019o+KSLKpKmhFFZBLZxL/f2FgP1nEfP34UrOUvLy/bh1/LD/bCN3xsCuLDlkUR+zqikCooiyJ1ir7nw8D0ET7Q6VOngzkr/crHbuhnZOGy5y7PWo+76HVc8p89cy6wU/Q5/YzOSq4vBDmp3xnxifY4aH9IvjsYfgAyrzrdbq7NTXud7pTnltj/S+bxDc8tb1kHb/p50s133g3Cam55PegfnjnNXZjLueW5s2cjnye5PH1C37JOOpxbesyp5pbjnlf2ouNn32Xa1DIkuV+sk6YLmWNehVwhe1tbWzm2ra6tBeuArC0ggzxPYgz83OPgw4cPgnEQfV1bWx3KpQUgcUvgdxWvxc9WwnbRTTV5jrg/ImSdMdg+jXnePe11U9aosXdX6udJ77/7Qdz+8G7c8/MiIOcFt6tnSswN7t37Xnx093t+xvRRfPD+h14PeDeuu//4oNRZj/P0BXawKOB3EeE6D9LQ0BJv8VE1DbkfgpP4iBN8x985MT0Ts7OzAf/Rgzk+dmRY8DOmyj5dCp4twdub79yMG9ffCezU3IX5LIPcT05OxZj9psI2z+if+ZP7gDFoZ2e7kvGRMYf1E2ScD9c8ebLs++uxt7t3ABdiLelA2rdxAQUJpqXw+M44QFgWheX6aSgt5/CG8GWB8g0o65S56dabhjDI0W/y18gTddJ+2sVYx5z89OypmPMa3DU/22XO/v576PKd1FWeAaO/lT7fq+b/t+/6ufHdjN+xzt/282HgQ4cfeI2A8u/ZHrz37nup5/hI170OcMXPri5euhTzrotno6f9TBrfaNp2HX8L/Ycu+AadAPa2oZ0wneDKMFT2yfHC/O10Stvtbq4Z98Z6MWYY9zMT4rQTvPDd1g20XwrkQ/b39vqxs7MTPBNe9/rhmu08H6rjeQ5jAPT18fONUZKrqCBC8bJHlvTJ6CI0iL598L3dXdOxbX9uK/gI1wbPmTbWghBaGJMw1RIFI7J6R4PDphPeAVzCX3gyZv7g6wDEe7btva7Hvlr+yeumgZZosr6KvMzZRLjYoMbWhE7yWmoRZRTR8Z97LiY1FSdiJmZ1Ok7rbJyJcwln43zwga4LnflYGLsUlyYvx+UTV+LS7OW4dOZSXLywkP87wviOXJeWiaiPYX3wxCApZLnhNrxjHF+3v/zkyYrH6qX44otHcf/+g/xI1+LiUvA8jzzIAvnpk4af4GjhbeBAJaNNSyTLSEKE1MQVEaMQ38KhkEbhWyDhK1QpNbQXdTuKwIZLTbqeiV3av4f+NdC3oer39wJ73be9JP2ZSF7gBuWBfuIdGC+4gb7tsa3JUFT26XkBtG2WlgMtB1oOtBxoOXAEB9qklgMtB1oOtBxoOdByoOVAy4GWA6+eAzy3efLkyatH3GJ8bTjA84r//t//+0vTw/OBn/qpn4r/9//+X747Sfjv/t2/i3/1r/7VAfif//N/xo9+9KPgGQTPIr7//e/H1atXX7retmDLge8uB9qWtxxoOdByoOVAy4G3hwP8n8zv/d7vvT0NalvScqDlQMuBlgMtB1oOtBx4ZRxoEbUcaDnwTXGAj1f93b/7d19Jde+88078o3/0j+K3fuu3ci2cZyy//uu/Hj/7sz97YL2cNfQ/+IM/yDwrKyvxS7/0S/GTP/mT+e7CVyWk3+/HX/2rfzX+1//6X18V1bHL87yB9h67YFvgteBA8VpQ0RLRcqDlwBvIAdUvchwOizr9YJN4seJgysEr7gMMaKMwqDfXGAx4AWP4BsbBws+5kniJO/LFQfDyIhdAvN8HH3ifg+Ar3JI0fMmletmFl14a/sC3+JJDw/u0H3p52QX6Cfse/PtuA/cAt3KY/7gRyvcTXz9ffCFOGgCuJiT+LJBU9z1trIAXD6u2V/ciFFGDpBH+NLxpQvLF8Diqfmk/D/ehueLNXhAHBpafQS07TThE+lpE9tsAOSNN4vKYMLCcH7PIEdnNruQfvGQhHyAOVDxFbyxtZKzLSwfbUSe/VoEsd5LPNfgyHDU4zZQSd/A1/iq+hVxFDarDKk0hKXwK5V+8kqOu9ZXgOgqJnCgpJFX6XFS6L5EW9aE63A/Qx/2r/Rg2oyzK6HQ6OUniBeVer1fFHRJP6Paqj8s8K8y8XZeryvIPTgB4gbKs6iB8LnSqfJRJKDtB/qJ+mRjKGx4TplpkhDuvEhThHyAppH3whe8pjn24iNEcKOakA9ftRcuB7wwH0NvRxqIMVhD/rGLah1Dwi69weLQelpYUsj2RFGzWocJ+kONNmuT7L1EhthTAXrHRXmNLe7aN2ELCIXR7B+2p8/RGoVvdp1wDnU437XTHtppNa8raNlJfFe9E6bTqfmc/b+av7hVFGYXbKxURbqdP8fTh9vveAd742qnO6rMcvMCPMacBfJn+nn3Fvb79JvcGhnu0/41ToSFWjcSHiSMR8CZO+5wZ1v50xp3mSurccjgKvvyaftTSoG7iTdikD8NDN8yR+pZj8MXgnx0/JzviX721h6+P9QPfoPIx8wV+XrIH+sGmdcmvnNfsI5UOEbd/67mxwzQmFuOSFMgScpdg2ZN81784fIDkcNrIdZa3/OaGNNYHdAM9a8Jeo0Pd3kH9Onyd+brP8Fe6wUdHqCND61Rp/+UA2E8pDc39JkT/yEd7JR0pxYj+SJNeOooOjBamNinPITm0jSsc+mKYbfCSUqQhhiaiUBP9msLEb/olhZAZ9/uQr6SFsmapCvOiPkmjaW61mQ6/kPeB9SBtkW0GG3gPHDb2QhotVyN7ZQG4gVeG8JUiOqB6JrMwSLLuKlTzvpDjQHz5Ab/JJVVlGt1FP3KMqvW3a91M/U2dtN6+SOgyjd5TFugYX4exDkid7UQ5DMug3gM62+QjtC6XztvQKORNEf7F8LAMYZAzsB5V7ZNtRRljvbHcQJ8N4M6eORd8bKvZJO7WO7fi1s1buTn/TcdJv3L5SuQGinPz9QaK5+LMmTP7m/OfPBl8POXE9HSwWebkyAaKPddVtbcTSa+KgFBLeWXnPc7u7u0GmyltbW/F8INcfiC2tLwYjx49ys2DP/vss/js88+CDRTZ6JSXltikiU1QWYfI9pkBkk8RUQVVPL7lI2mraRiNY4fhF5tRLswtxNUr14IN0t579/24/SGbrt2Lu3yQ6/a9uNNsoMimirnJ+vfinu+x2dr7730YbNZ27eq1OH/hQrCBIripC6irzuDwdSZ+K6en+6Zv27azsx1sqra6tpqbRa/UH+R6srqSG7nycHFnZyfYkA2yJQV2NmULvTdIcv873XH0BPljUzM2AkNOT506HWzMy+ZzC/MLcWnhUly+dDkuX74aVwz0QwNXLPvcu3Txcsw777mz52J2djamp6aCzdLAXRRlcMBbgPjrDGaPyVOEf3lygqSQgKgOVcELn8kPZIFhJK9e6QnUBpNqeo3ZBg6eA9gBPrrE5qu5AbBtxxIbAK+uWqY2bWO2cw3bpVxWUZRFFJYRQFKVVl+XZRnY55Qb27MTJ2ay38+eORtstrkwfzEuXbwUl5CbS1csN1fiai076OG1q9fj6tVrznM5kLPc5NByh26OT0zYDneyPknRHLQBaK7fxhC77+HIv3oEd/vhf1EW0fXYNsrvmZkZ69l05HgyNp4+MnatcB+FjyGvjEPiec4g/5mCcYENdhk/GCfYqJEXEjc2N4ONG7EtTzy+rFouSGfz+r3dvcD+gDPBFIa7prEt1MsYzgeJ2KTy5MmTwfg5lRuojkVZlBGmIVwm2uNr50AlPQqpgvT1Cnks4LrIMEIRCZEH/ZqRZ54snZ6PIwc800iw/025qr5nFnwFNxTSQYhQPH1ACXQCES5iUNoxxiJ0ZXbmZPDBFsary7ZN+HDv3no3P/R56+a79jFuBhtm8zGXS2zC6nENm0aZoV83e8ryzYeXZgJ5x09h/GRzVsY9fEjqw0aWZWl+F9EcjM3MWSq/bts6uVVtVLq+7jF9JRaXFuOLRw/ty92P+/c/T7/us88+zfji0pJ1dH1opxucVXgUPyLkv+BQOKaQRqHwteUB2UggfhRQhryEigjAZ+OKN+jwcOjpIbJhOfEPW0kf0V9THsdm3a/nz10IfJrrHqPYFBo//91b76UPeePGzWDs4j7zAjYDJv9ZzxPwU0+5/Kz9n5O2zXw0MWXDNnBiYjKwjchGz3Oibj2/Sdkw35OFJq7RLcZqXhRnI1VsMB8PWbWvt2TZePToi7j/4H58fv+z4MNcD794EHzAbdH3sN3Y6771kh6ieyRZ/vZBcj8WBqdLmSte9Ehdtx8KfmhFjgkHTst7jAvm64viO5wvcRgXOLEvhH3zxT1WZa1xK1Rdj5yHeUjzbUkhGczfwqDCbXbIbaBGRfSVguQ6DYVBquImJBKiOl68blUFmjP4mvgRoXQo/xF53uQk5AP6m5C45Db7hw+C/T1Z23d8UOYpzNk/fP/D3Ih7+BFnzxmZO947NF9kY2425X7X48H1a9dj3vNO5kOTkxPR2HPJlVGxYZQOX769v/0mW8OtaV5nRi/7hKmvjX/Yz/sVIzQq8lXSyFkj8Qj7p+EVGet6g5P1vH7iNk6nw2sHzhQRzvvlPxmrwf2FncdXlaprBy4ug38O0EfAV6/oV2Ez6jARQX3PgvgGj6QnFNI+RCh/9SkDqAfihY/j5X5htC+d0W1yWelgiDzxkR8+9sNchzHz/v378aMf/zB++KM/jI8/+Tj9rQcPH8TjxUfBPIj1lt29nZz/WBKNlbYCEaCXFMhXp9sZrhvy0YkL5+cCH5N58BXPfS95jeT8ufOBf8CHA5kvdbxWKRWpM33rUiXj4AbiKx8KRfWrwhg5mv/C9iQAABAASURBVLoG1GvoW9cybiUb2M8fZGhddzgsZrKckvQ+Fdb5RstlPHMbQ82noiy9duDnMl2D57TpAzkNHkoio+HZv8wycvuAHTLdtAPIumuaRrK/JVF3RN2Spp3YN8YoxsAT0yfi1KlTMWcZvOw5DuumrIEyv7np9WuAj3RdtY+LL8s4xxzn3NnzXrs+G6dOn7aceo5zsprjsC6DLztpX5axcHx8PFiLwJft2JfNPhzxr5AjPibFusHO7k7sbG8HvixrD6wrLC8vWb8exxf1B7k+/fSTYI7DvGfZa1J8uGvb6907u7vWu720+ZJCqiBC8UYdJldJ88DtAfoBX2gnazCP8oNcj4K2sx4Dr5gDIMdWn0A3iqKsQ2Oq+VCY54XTSwNzCvplamo6PwqI33LW67F8YGthgfU4r+EeuR53PZjT4CvlnObCnOfHZ7P/p41rzGtLpfXTtR5geSN3BxLbC88vLa62O5Ki6pOJXKeb9dwQ+884cP36jWBeuQ83g7kl+njJa+r019yF+VyHpw/5AAz9Oeu5Jet+rNNPWcenJqdiIueW49HoIzagk3a1SHmhS+grZIk5FXKF7OXzpI0NPzdY9brDE687LEV+rOjhfeviZwk5Dlo2+XARc1CeJ+35eRQ4i8L43UbJkmEg7duHgfkPeKS2iYQs6CyLIj94c8I8Yw1nwWs6rO+8887NeO+99/38iOdJ1Ue4RucIzA/4sM9H9/gg172oPsh1K1gbQFfOnj3r50kzwcdzytL8KBTUaQkwK6DDwXfkh4w1gKzR7NJ2gzECGWUMmbUOnDl9NtI38vPSefcDAC/RC54RXL92o1qDu/FOXPHYxfOBsy7DmvKU12jAV7g/qYs6DoN7IJMYg3gWxjPTFa9lL3vMWVz0mOP1kweW8Ycee1gHZ31lz89ZKWS1JRiCpGH8G49Qt0GSZaqCwvJF24GyLGIfSsfL1PfSPC+KIuMvF4IHMA4Vw7plBgAOvrFf08dNKLe/9LN9bBwyhU3Ed0Fm3vUa3fvW5dsf3s5nv/fu+hkwz4L9HJi5Pnp9x/E7t/kgVw3NR7k+uB0fvn87PvCz4vf9fBlcN995N23ytas34sqVa4F8zs3Pp00+Y/8IecQnGvfzqm63F6Xpgt+S57IWJGgGDjPLt2webJx8o3Be+qvb7USv140xrw2O9cZibNzgsINv5b5s+G6L4lJH/6hrFPpeA0T+eSa85ufFa+ursbGx6fXm7dyosl///x7+hcJ/piUyjJc/FMYQUZ0G9nX2gnVuPsiKT7O5tRGbG+u5hr2xuW5atoLxaGAi5EKjED5Ih1/4+L4M+Nvx2DZm3uDrjNk3Get57DPfuvSB75HH6OpxwBiMwGeKvzQ05Q+H0FtEGR3/9dSLiZiME5qJUzodZ3TWcC7OyhDn47wuxFx3PhbGLsbliStx+cTV/CDXxTOX4uL5S/lBrlMnT+UcEpkImdwRkBMkn2vw3eQdfGUuu+JndkteA37k57q8VP3gwcP8QBf+NnngM3YO24ycUL6Ft4EDlS1pWiIhIxES4WEgvYL4hg+Tc4Cmoqhoi1BEQrz0YRV/6bIvXhA6IyTVUNRhc63gkKqQeAPS02keBNJGoY97tsXY677XYb6KbsKHCmypHOl7TQeo8Pdtj/tZp2+Zdqg7ii7SW2g50HKg5UDLgZYDLQdaDrQcaDnwGnGgJaXlQMuBlgMtB1oOtBx4qziwvLwcv/M7v/NSbfpjf+yPxe/+7u/Gz/zMz8S1a9e8xvVi61s8Szh//nzkuvtL1dwWajnQcqDlQMuBlgMtB752DrQVtBxoOdByoOVAy4GWAy0HWg60HGg50HKg5UDLgbecA7//+78ff+Nv/I38X86v0tQ//+f/fPzgBz8IPjj89/7e34vbt29Ht9t9IZS89/Dn/tyfi5//+Z+PtbW1+Lmf+7m4cuXKC5V9VqalpaX4W3/rb+U7kM/KM0x/hRH+P/4P//APXyHGFtU3yYHim6ysravlQMuBt4cDvJexD8oHxlIRvJwCSKQdp70DD8xA32GzKU51zYsdwHGwHcw7qF/e6OcGcPsvc/WdfjDn6JWk0ctjxSWFfwYlT6SnwwjF8w4X8e0qD+2vXkjZcxv65hEwMP1AOKzABY79AzdwFH5jNe6DL0odVYFU0SkppAqQA14qlIqQ5GJAOF6Bz45zD5Djiip/FZcUL3LwUs5B+iseDQb9pH1AhhdB9K3madqq5EOE4rhH1UzkoemvJjw2ppQv9IRNf3gZlpcgkQ942UCDVTo+rU3ZbyKEugSfJEVhkBSSIgKIOBTEN3HUNWfVkkLaB19EQny1o5GAJvxq2A6Xhl6nQXco+Yr+sqHOkMdO9+3gaELiDSBLTVwCXwX8QxEb0zGx6nV7OcHq5cvK3YyT/mJQlT2cl5ehAeo5Crg3hLITTRw8xIuiDBWV3bLGuQk+o4A1o+vA6dVPGVTnjL7oqUaUJeuT4Ckgx0agQWlKmmgbthw4wIH24jkcGNE1OZvQMUARkioIh4bwtVMjgk0r4pUckir/x3ZlaD+dFkOIFz4k01lDYXxlWaYNw341drQJSfsq0Ol0E3fZ6UTZKfOfQUvXdxiqfHVe29TR+1IRkoK/0UbWXRK+ZfBdt+Ugb8LpcehoSoXvKZqDsaYBfBmAzTIB4twjr7RfJq/j4DVpgLSfTtkGwAU0eIlX9yj1DQLkAa4ygzz54nm/o/IkOxlVHPEYV8c8NfD183A94x6lBvbN4Qs82t2zv968cJ+ha3A9TXGpIkqqwib9uGGWzlOEpFABWO4sUxmXr8PgMJoDYh0f1PSYMrfbCf5JVV5Jtcx3DvgmL6dfX+avWMeO0i3rE/5SgvWwcwjQtYL2mlY3MYKTwkfdQMe+6q/hUYNHrkOSLxVSBYVDX/in8Cm+0gEuIzCmGOLKi3hlx1PcMX7/gvokBbY1QZYjX0fejC8/jBh+9dEDIOW+77k9ax97I/PWF0X45VU+nUORJIs7eSLy2oBZVOuaaTOhkkxvEciQpAwzXpCu8M3ggK+Eh2E0XVJkv7lsUZTW306gMwfHwaN18WCe7gGdP+pe50vGxyN1NnV8X9eLonDz3MYAojqSQVUURtE+wE3LtoyNjeVHTmZmZuLc2bPB5ojXr14fbqB46513c3P+W6Mf5Fq4GHMX5uLC+fMucz7YdO7UbL2p6czJOGFc09MnYmpyOiYn2ERxPMbGxqOxdR3bndK0y3yFMuhJO28bzxoCGyiyQf/G5kY+AFtZfRLLfoD16PEX8eDBg/js80+DDU0fPnwQbDr3ZOVJrK2v5SaolAcfeAHVvKC9UcfjWz6gDxglA57woYvTp05HbqB49Vpu1Jcf5PrgTtxlU3Xgzr3qw1wO2UDx3t2Pgk0U7zrMD3K9/0GwwRqbjl44fyH4eBC4qe8wjNb/7cXdQ6pql+qIL5EH1pSQgdXVlaCPK1jJDTXX1laDzaPJQ7skhWSwTCFXqQt1XFJw3bHfyUZmyOLk5GQg86dPnQk+kDR3YT7Y7O5i/WGlK5ev+KHr1WAjy6vuC8LLTmPD30vOkxsnnj0Xsydng01heckJ3GVZ2C5Hro1BVwPxGh9mT5hzIeU5babkeAKEHzAiTjh87aRj/CgNHKPI01lVJdWBLwbBH8wfeKzc293ND/qxcRsf7eOjXMvLS8FHPPgY0/bOTo6jA/tshe1mWZQpI5IqPtQh9wB0CFs5NTmVOjXLZptnztoGXoj5+YVAJi5dvJwfN2FjzStXatm5ci2uX7sWyM+lWm7YqPa09RzdnBgfD+ZEktyG6gdNVSzcnK/MqQbVC4ffZEb6rGrvwHwP94E8zhYeLzsxPj4W8JsNeYHp6WmPJ5MxZp4xltAn9E34AAcgxwHi2zvbweZ9y8vLseTxY4VxwnYDm4LtYMNs7AjpK7Yx6xsbweb1zDUoj99FCBit6ZPpK0xfafp6MTE+kZsPz3jMm/GYh/0e83haMra5PyVlGZ+jPb4ZDkjmtu0+68sqipDjktMSTIOsUw6+7GezEH2fmHvyjANgTBrYtlgpv6z4V7gvy8zTxU2+E2V4+mcynTgwhMsq0Al8zMmJyWAj1XMepxivLl++HHx0Cf8Av+LWzXfj5o2btk83bJ+qTVgX5hbSpp11mfTrbKdmZ2cTT6WD+HVTqZeMecg7ukh96COyT/2S17ywyP1BsFk9flnj17HR9frGeo7jS0uL1cbYD+7H/Qefx+effxaffvaJ4/ets4tBvt16U+zIo+KB0fuqijuSP4UyDN9U+I9wCIX5ogTJcnEAmrz76U0bJO6FDxkipCqMN+KwdbVwDAyQS5voI/pr0uPYqdlTceHChbh06UpcY2Po6+/ETfv5yMe7lg0+bIAfic+zMH8x5i/MBz4lsjHcNP3krP2okx4TT8T00OeftO2eiLFRn99rD2VRJv/gIDShT+hVyobHYzZSrezyWmCP+YjiF/b5Uy4sGw8sI2wszUbqyA3/XEYZ8ARI3TeSQo3OExrSFoi+9T0YMQLQ0VxKqqNVyD1sAJv58jEubAF1ZZrn4tyvtK4u5kBJiCNf8nPP2IwMAnzwoNqgsu80ABs1glnPRsYtyWeDpBDtLIoo3G6Ja9WFR/DVKV8lkBRSBciVVMUdVOmHkNcieCj1WZcaueG4fwFwqkMpIyP53s5oypiZR9i0UFL6IBO27zP2Pc6dORf4oPiYN2/eig8/uO354t24c/uuw3tfOl+8des96/9145iP06dOxYTnRtjz0n4MfRs+mvqb0Elv529ErAaMXzXvB+i7ARsAoLfYgYP8ULhrjuaLmuQ6YnX0L/U9ceUmtf3o27/Ia+ql/qZYHUp1eV8r5HP1I1lSSNg5Q2EbkHE5g8E/R76GH63YR6tQhOkAJDloYJgc39xB3bFPQ3CtyKMORqkfjWeeZ50yY54w1M/K9Q2lK8zmYV0S18rrPpvUex7Mx37W1tZyrYyx9Mcf/6j+INeP09+qPkTy2GPuk5wzMx4j1xW4iXVTIxTYAwD7gJ04OTMbZ5kHX5gL1k8ueQ58hQ9yXboU589dsN84m+uL5GcNszB9FV7Lun1D4vGqDjdbphF0TWgVso5Zk9En19fo14C49RldgwauMyRfAxQG2TPgYP6KTy7qSFVAKqIsqjXjjtd3S3yg2qZKprCGCPvKQx7H8PDtjEty6DymhzqbNiTttMGVZtwh9535K/1ex8K0C2hok+Q5eDfGJybS9zzleQq+7OVLnuPceCdu2X9N8Po1Pm36sl6LueT7jJV8JIV1v7MeO097DfCUfeGTJ2eD8ZQP2bCmNzU1GXzwa9zz/F5vzPX1DFV/ogOSkpymP5in8L9wrDtsbW3GBnMcryvwIRTWoB5+8SA+v/9ZfPLpx57jfBoP+UiK16RYh9je4sMRXpNyfw4FKLFH1NXE63woDv4lrZbpQT2esU67sb7hOd9ysBbHhxSWnywdWLfHz6acpCjLIsqiiCJf2+rZAAAQAElEQVRBDmsonWbo+BnCuNeBpqamss/of+a5c7ZDFz1XwQ5dunglci3O9ujgetz1XNtlrZcPePFBQea4015fGh9Zv3GTsisGb7FexVc4zBaXrmyrpMg+8ZxvynxEn5grXvKa541r6OOtnFvetH960zqZ+nj1mvvnciy4v+i3835egS975vSZ/MDeUB9PMLecjkn3NR93ROcPrzsURRmSTI+7zIRhD5lXMZYhe1tbW9bHjVz/5aNwzB+RQeaU+TzJ6w48T0JPl58s53OnLesw5UHKuCVpWAdp3za4mSah4r9bHaYuJEXpMQb+8FGosx6bGZev2vbBc9Z97nx4N3hudPfOwY9yVc+Tvhffu/e9uOfnSx++/6H77N24du16XFy4FPTNjPtirNezPtrHdF3UGT7QEWioaHLCd+RHuwHaDt97th+Tnj8xhvBsCP4z1sx5XY1xB1kHLtk/wiZdN29Zg3vHay88X0IPsEcnZ/CbpvKZaWEbCDureog9Dcj7ttdQNr2Gvbq2EkseV5BlPvqIf0f4xOvgG77POFXhsoEO96D7MRyGD0k+fzu/rNn1S0WwZkO7D0IZRQH4vnlSWs6LOiR+XKDsKEgKqQJHvhUmVP1SVQ1tHbeRDx2ylnvKc/P5ufnUx1u33g0+mMcz37t37+Uz4Hupzx9Vc/6c+9fzf8dZC7h9+07c9rPkDxM+jPf9rJgP9L176/245XU/ZBB5RC6x2/OW2XN+xs9aH+vI01PTwTOPnvUfWw99kv1SKz10N1BRb41AvGqflTTyl2WRPtRYrxu9sV5gpwDi3W4nirI06xXHOaiXNeZtP+9hbZn/BVj3fIe1RP6PAHlnzj6wL2KqErXCf8roVzsZh1lgHIOcu+/t7cSO6dja3vTzafuAmxuxsb4e6CW0MCaZJSFR0MVGf+bXwDcH8NPpRVFGpwufxmLc4yp8aqDX7UWn7BqPnzcHfeACLu/zV/odRgE9DUK5njL8p070YiwmNZkf5JrV6Tits3EGiHNx1nBOF+JCZyHmxy7FpckrcfnElfwg16Uzl2Lh/MX8IBf2cWJyIjqeF43Wk/UpzyEpgSt4Bw/X1nh2YBvnZ3rVGP4wHj586PntYrAmvLm5lR/vIj92kbItvH0ckJCNSPlwtA5Jq8B34ts7lFVLGtIVQdxnxWt9QJzJDklDKIr9uCSy5L2MjJyk6t5IUkZt0gJdBNDLvWa90+sw2LvMdOwT1sqWw8jBUeHu5/91UEf/AG6ZXioQpxZaDrQcaDnQcqDlQMuBlgMtB1oOtBxoOdByoOXAd54DLQNaDrQc+GY48PHHH8fnn39+7Mo+/PDD+MVf/MW4du3ascu2BVoOtBxoOdByoOVAy4GWAy0HWg60HGg50HCgDVsOtBxoOdByoOVAy4GWAy0HWg58GxzY2dkJPp712WefvXT1f/yP//H8ENcv/MIvBGvm0lf7/89utxt/+S//5fid3/md+Omf/ung+mWJ++Vf/uX4p//0n+b7yS+L47jlPvnkk/jxj3983GJt/teEA8VrQkdLxtvLgbZlbykHJIVURFEAZb4oXJb7IemSsvW8UJGR+iQppH3gRbp+n5ctdoOBenubF9+A3djd3cuXMLgPHqBG88IBZXiJo8K9Hdvb21kPaaN4ySfphfE+K6OkbB88qGCfL7zsCJ9Il5QoqDcjR5zqLPnCC/Tu7lY8oi3EAdL7/T0P/n0DL7Icgeg5SdQPDnDCGzZ5Ib63t5v1cv9wcdIaaO5JGrabNtLWBrgu8sWfKrekWnaK6HRKQ8dA2PCqSFzhg3ocHPmTlOm0H5q3trbyZUnasJ1ytJvys7e3l23JzK/JqSbd1FRtiGhCxzKap3iRY+Buh0/9+kWlKnyRkk/nAQ/8gp+8AAlsp87sJi+5Dzxd8jVOOYKV8B8YYfu304AkIpIMyOSSMF6Xw7J1FCnQSTohuo2OH9T3RocV5CHvKCBDDUhKewCOsd5Ybgp6cnY22IiFjVV4WZ2XyC8uXAyAzeUT5i/mph9shPBlQPkDML8Q88+Aubn5aIC6iTchm5GwsQibmE5MTAb0dnJTpjI4aJMNcQzZ9nSEbC8PclEgVP2Zd3LSsX/PKfScW8eu5psuAO2jkPWT4EgdVLH6QqoiUhX6Zvv7LnNgqK8NE5ALwNcEQB118Ep+kkJS2kB8w6IsoijLKIsKisLXvi9V+WJ4HCR2gNVRBPk7nU4uKo2Pjwcb+JxmY7PzFwI7tmC7B2BLgbSltq0LL2pP5y4aj+3n3JeA60kbm/lqm3qBcC7YoAZbyibAp06dyk1/xyfGo+eFsbLsmB8FUwNMqVvr9psXbGJSul2leUMb2dwlQrF/HOTHfrpR2UnCNvdzrrHnucVu7KRfs51x0pN/LiTjTDC/fZlXPvknLkM6GBq76eynf8QHA/DL2cANH4oQf4rN3SgsVWWJv0oALZA46yoU/iMRyBvHOJmV8GsI9i3hEUAamOSTpPDPsYM/SU7nXrWpSN/leVl/z3O6nYSG/zvJf3g0GPTNR1dsVAP3l4NX91OFSlLqR1mUnnN0EsqUpzJMcDzrgJ4E65gkZ1VQrtfrBRs1nZw5GWxwc/7c+ag2apoP9Ar9AogvvKh+Od/8YR1rdOmo0P4Keg3MOQ4QB9Ax/BU2QWPjnfHchLBn2msdi6/3UI1eIccUZp3DCMVXPyoceiW4nk2NfMuQhCskRVkUQd9jYwHi2CJJ8bxDqu4jR8xZ0QVsBXZie3srPzzEBo5scN+3nZIGWZ+kA+Hz6hi9Jx0sJ41ej+YcjF586/HD1Jhqt7+IogTK5D08ZyxgTCjcH5KGdMPf4YUjzXUTkr/0GNPtjgUbczI+stHg6HxjYX4+5xoXFy5leBzdXTisuzn+HTFWosvWV/S0goVAd+cuzNuGXAhsCRu/zc6eihPTJ5JW7E2n001euGlpL2lXA6RJCvjT8VjJhk9TU9Mxa/t05syZxDl3YS4Yl7FLbF6ZoduJjSK+YPtDvIGLviadsEnL0OkLdRuweefOnk8bODMzkzYRWqFDqvoGmWaDrT2vYzEubvvB3KbXbNi4dGX1SfBxlcWlpWDTOT62wgaLa6uruaaDTgw8hkgVrqiD8NEkOfra/ZA15ohsMIoNxhbTr8xr4WHy/6JlzMBmaZcWLkeGFx1eMjg9eXyhkgk29eODP+P268D92jW4JuhZfTLwGL+zs5u2jn5nQ2lCNjbb2twM7B82EVkZND5A3deSQlJga2l7WZTp4054Hs58HB8XHT5/7kLMzc15bWBhOAYnr+3jphxneCkuWea5XrAMoxNsHJr6dnLW/uh0bpbWsa6VZel6i8DP8yl1jvBNAkkm1+CfI/mroljbBjL56FOV+dC9IxMP5Xk1l0mh5QE/kfVINsPjg0t8zG19fc02Yit2bU9G5UaS++1poD954M4meJOTU3HS/Y1tRGYqebho2bkYGU9ZaeLWU64vXoxKR31t2cHHQm5OnTwV0ydsp+1jgb9w/YdbP5Tpwzfe0mv6rWka7CiKMhgXJicngnF3xuPSCY9t2Ec25aVP2KiyKIrUs1F+ScwlBjlf2NzaDPp9ZXUlnqysBJvtLi8veexY9vWTWHHa6tpa8OGfLec9IBsmamA/PupDhYbjJbThE7CJMz499LFpJunQFCNHg8NiOZL67UWVVVfnGAnMtrzzpp5kWYD3pX22jn0afL7SclSUZZAuyc2Vm+eO9fl5P+QJG4LPvdX43KwD2CchvbEf5AOPpJD2gbQvh/38UhN/Xqmn6a7qfzpdUo554x7/0ZmTJ2aiGfcYwxjLLtomHR7vuF5If+1ijonDa9sz0i/6Hr7uMN045u23zp2fi7NnzwX+MbpAnfiU9IOEPvbz2Vr6dX7OxtjNx+82Nzei0s/VePJk2Xq5GI8fP47FxcfxZOVJbmaKHSc/6wID+wUNh4w2ed5cN3pmg2Ct9ZUVbmCgr46GPdMEVLT1/Xy0Aq5J38fBmG5URv00r5v6X7vQpDY0wwfoQw9K6wPjzrjX0aanTgQbo+Jv8oGCSjYuRvqb9nvoZ/obWGiukQED94Ac/+Yv5Vg4vF5YCOYqcxfmAx8Wf2vWz2qw4bmpb7eXaypSAVnuh4rnu17z2bWO0ecbG5u5MTr+/fLysmVjKRaXFg2PM762vhroJmtmjSzINrpqYxG0M21APjsug3RJWR/8APJi5CT5vn8k9c28PT/fZg6CHSCENuYljZyE5TGLuIzEiZIVSL6uoiE5nj+fSHPf7KEHxr+9s330/xtYisn6LJCMyyDJbVPV3mxrJ9jkFtsn8yOcLb6mQ6qQS3I1inAYhw+39XDS8a6N93gF3vrcyDI63PgglQ6fzXk7erfg+WDqcB1e+pL54tmzZ+Pkydngowc9r1WiO9Qh7fPe6vDW85UGSm6zf6gf4wZj1m6tq+g/toB1hj3r7sD6X5WJWvTlUHH0Id8LQxVSds94wbWzux07tnvgpy7qpO7BCNMlxbMPGS82r0i7yv/LNH1YuJzvRoQihhBfz+Eq/Nuvpbn4emp7PlbXLVOSIGcFHITT4i04JIV/w5YgK8gNMsQ68dr6euBT8QEcPv7Dhxnu3/88Pvv8s7h//35+CJWPXq56bsRHire8xkbZlDsLv7EbvwI7gB/HnGvCayjTnodV9uZMpM+Qa5ML+ayOcZ458inWIk9M51pkJ5/VlaHCGKXggFZ8KuKvCsDZQN96OfDaOG0ZQqaN+nQjNZssSdlenwMYufvMqOSchtEMDHcVVHX1vR45oG50GRjN/KVxjeRQ0qU6Rb6KhDh4UPnBlLfmamD+ATQI/4Y1AMYrfMoTXlPhGTEyOHfhQuQ4aD8U33U4FtqHxV8F8FVHIdPSr70UwzjXzHEM6cf6uR1rq9QzPT0dzK/QDUmQFNDWt9xVdn3Xz453vFa5lR9kYA0TX3ax9mGXvQ7BusRq/ZFw1jTxLd1E46rwOfKMH/dH4RnZXiI5sfrkX0qXfJZUY2rC+rIJSB4Fp1v69/nhsQ1fHZu04nkdwHouNmfP4yg8g3cuFpIMhaMyVD9J9m87fu7fC/p6Om3QqZxz0s/0cfYl/eW5Kv0HkFbNWS8GMnCpXpO7aLk4f/58YKv42MjU1HSMjY177Oy6buarVqL8+RTV0dBXXb1h531WRhM1S90IRRU6euyfe7gS1izZjBO9bi/1Ytr6wTiBb3n+/IUcH1gruEj/1H7pwsKl4ToD6fQXMOwz513w3LK5zjkofZz6OJ/jT+pjjjdeU52YyHUPfB9JSReyBexaznb9TIH5FuuC6OPykye51vB48ZHnlYux7HnmitcE162TyCZlGKeasavCmGhfgxP8r8jIbjBxkoJ+KL3+xfoL6zDMu5Hz82fPuw/mk9/NuvQlPz9KvfD8IENfX/LzJOJzXtdp1qzBQX9i70qvr/FsRaJCc6dWkaTBfkN8R47GHjShVATrDTkmjY0FczOeG0xZD07YD8c5KgAAEABJREFUXvHsacbPPGe8lo1enDp12vbnbMrweY8r5/08Cj057zj9hV3K+Zj1CXkuijIk8zzgec10x6UqrZ9zid18ZsaHtxhblvyc9NGjLwJY4gOIXutOubY93nP+Qe2X1CiM7Vv8mQha4iDc0ARJofQbCyc5rgqKorpuQqlKl44TVjikg2XChwCnO/jGf4NKkbK9tK9kvc5zcmQJmeAZEno5Vz+7RFcvXboUl2xTh+Ob44yJ2NRhiN1Me7pg38jgtbk5r9uC67xl76zXb/nfpFOzp+Pkydl87jI1OZVyjC3pmQZ8HWiSlPTBHMhtaOZ6HwYe//evXCQoW5aFx1nG8m5Uc4qJYEwf8/ibdXS7UbrNRd3H4QP8gKNH/rDvrBnmWrJtOs95cl6zsZ7+F2t3yHvfxEKHUqaqNkhVeCTiOlGq8kj7IbcG1p++142ZNzHnQu/WPHbw/wjQwjVjDbTh20En5QBjIkgYmC5zy4rtS6u2pLQlvW4veTMxORkTnnthf4d8so2HRy5hPlPaBf3j+lUCmMEHvUARRXSijC6f5dJ4TGgyJjUVkwFMO5yOKU3HiWImTnZmY7Z3Kk5PnImzJ87FuVMegyxrjEVnbP9OnjjpNafJfIbOehb9Hj7gh4P8ScoQ3tGH8BobtmZbxnj9xRePAlhcZPx+4jXj1YDvyfO0cV8DU5KiN+sETxuAl6Owt9eP58Fo3ibe4Ho9uICMyDYpEsJHJTZy7Nv5SVXdEqFquvRKiGl434SvBOkhJJJsh4u01R3bGnQTe9OA9OJtgU7kC93d3vacmGep9sWRJZu+eJkDnJRv8IIbO5/rszs7luddP1c6qPvHIPllSGrLtBxoOXA8DrS5Ww60HGg50HKg5UDLgZYDLQdaDrQcaDnQcqDlwFvPgU8//TT4P4jjNFRS/LN/9s+C5z/HKfea5m3JajnQcqDlQMuBlgMtB1oOtBxoOdByoOVAy4GWAy0H3n4OtC1sOdByoOVAy4GWAwc48Iu/+IvxH/7DfziQdpyLf/gP/2H8t//234IPcR2n3Ivk5d2ev/23/3Z8//vfj/fff/9FihyZ52d+5mfiV3/1V4+893Uk/uhHP8o9r14U99zcXPzBH/xB9X7BYPDahj/xEz/xok16o/MVbzT1LfEtB1oOfCsckBSS8oWOsuxEtwt0HXZzo8Vutxul06WDJoaXLOLQIfGCfAQvXvCyxebmZmxubuSLp7wER9ru7p7v7wUvaBwq/txL6gMot7u7a5zb+TIXL3Tx0he4uUceYBSZpNHLY8clBS+38KJLp95IC740QDr3w4fHwhwMHc2fpJD2Adqgs2rDltuxlZt80Ybt7W3Hd2LXPCJPIjjmCfy7NX/W1zcC2NzcCvhDv3C/gmcjljRsL23rdjtDeej1eo53gnSpahdt75gvXcvKPvRG5KdMHlT1DpI/xKM+pAqPpLwHrZubm7G6umZYDV7oq/p50/zZNn92U35GcdSovsWgaUNkW6XmWhEBxDMPqblfhbRrUL9AyouNyALXA4TrmViOvkFZXn7atC7y4ilAfGdne6iH4AWkqv6jMbWpbz8HFFKRus3mTL3eWPTGxoJ42emEhi9ey6wAIvUV2amgn9eSEkfPtoKNJtiIg5fQb75zKz54/8O4/cGduHvnXty7+7346N4fie/dc0j87kdOOz585HIVNHgOhXeME7h9L+u9W4f3TAP03Lh+I9hIhM0u2ZCBl867nW5IlT2yxaKhkWF9jvb4ihyo5OdlkSgU4f6RRBA+h6TgkPZDSZkuPR2St4WWA6+MA4MIS1lIPhvwi8oSe9oJNl7tdjvRtR1lM5iiLJ0Pn1oRAaSJSftZ2VJbG4/38r2iLKPb7cX4+ETMzMwEH8u4euVavP/eB3GnsWXYQOyo4XtpS7GBH72cPTWOj46CGu8914X9Tjvq+u98eDdu1/Deu+8HtM1dmAs2s2FzEjbzKD2HGAywp25tjjHmhceHnseYjv1G+FPU44ukGD0G5uvB64o38InNbdLf3d6KDfs4+Db40bt7u8nLLAe6GjSywYdZG5IMEYXTi4KQfhikb7SzuxNsCgU+/PPNra1gc2rqw68Ct4u7vIi+EgATOIfInKDwnxNlGiXHuXYGGV7kZ24lL5JfZia041cC8G/Q79PoMOoa5HAf6JcGJGWVe3t9zyl2zY8dz2G2Pc/bTNja2nT6TvLPVSUeCkhVOeLHhkP9v19eiR8d61qGxixPY5anrsfu0jpT1HVKGhaBB4dBUpSWT3BMTk4GGzDNzy/E9Ws34t1b7wc+AjL+0Z3vpb/ykX2Wj0Z0AX04DlS+ykfR4Dgc4hfdTR37KFLH7KekvjmElhs3bsali5dzg6jZ2dmoNqkbC/oo8hi4v4nAOIC4u7gK2rM5gERISp4hK71uL5AdbBX2iDRJKV9x6JCqdEl5p++52u7eXso98s9cdX19PdjAcW19zfqxFbvYI+cuCrnOCiQlfvpNquLS0eFz84SiOZDtJt6ER6U1976x0MagkUSZB2VRBDzuejxE77rmf6/bjU6nm+mF3CbKGI6ikTYB3AMP/TZl3Z09eTI3u758+XJU840PPDbdtt9vfbPefu+jPxKpv4xv1uF7zAusa8fTX9sBlx3qLbgAp91ziP4mGDd6e/vDO/HhB7fj/fc/iJs3b8WVy1dizg9QTp8+HSdOzAQPjbput8T4OLDuHg2eetDcQBZKr7f0zK/x8bGYnJyKmRMnYnb2VLBBHJvvsikpm3xdunQlrly5GteuXosbtmc3bTtu3nzXdu299B8+ME3QBo34Etg5rvEt3nv3vXjn+jtxceFSnDl9dmhnur1e+jPQIcueVIQMzeZ/9Mue17BYY0Af+IgKusCHG56wiSKbb3mtC73JBr1BJ0lBu5HTlFmPN2Nj4/bNxoN5I5txNcCHXyYnJ4JNuiYtm0Bzb3xiIssgt8h/WZQhKd6kg37uWz/3bNtY32WzaNZ78ZfwnfAzLMnDgUfSgTbmfZeXFLQfHRi3jztb6/ClS5fjquX2qn3dK5evWm+uxmXL80WPfQsen+fm5gM5n7swH3PWp3nDhQsXPC6eC/SAzXhnZk6mfvTcT6V9Ask0xP5BG7hqQuItfD0cMOtHEHs08A/5wZ9mE+Ch/55rk7tpB0cKHIjSX4CkaORmemo6TtkGslnmpYtX0nYxBuDHIT/Ysfm5BcuK5QWZ8RyFuRSbHbIxNLJz/vz5wC6zoSJrV2xwiH6i89C6Z1+5kVsIkkTwnQKrbPZNv+8OdPOxhRPjkx6DZgK+zczMxInpEzleTExMRs/jBboHk/rmH/0GcE1I2lAGPDasrDyJx4uPg43pHzy8H2xUv+w01q63PAfbyU289pIGcAwhyVEwDjGfxD5jX6EB2cgPcjHe2hZzT/ZDqL+B8EHbhgbL18f9mR3HLXJkfsmYDP6lzVT4TxF5HQrp+RCv2QFf4bPJDnSpY7+v1+1Ft2dw2Ona9/McDDnhvhuYLaAMkBdHnJi78nG2Lc8719f8vGhtNZ8L5jqA7Qhy1e/vueQgURbuc0B6Pv+k5j6+TRM/OjTy/EEnkBeHTpKGKQ0vyAtU8ibTp8Cvw97g101NTQab15+cnQ3WpvHrGOvm5y/GJY+N+HXXr10L1q/x627h193Er3s/PvA6O37cbfudd+x/3vb6DCHpt7wOf+3qdft1F+0rX4hZ28ypyam0o/A+QUUQShVd4QNa4eW29Q/+oo88m2Oug49HGnacsR876SLZJkJAEkFC4vK8KXXf/gP9RLkd9xn+QwVbgV9RxbcdPwzc3w7KUX7PczDwDYx3AJOzptf/NEgSOQNc2Guyba3aMgj5j77ApvWsL/iZU1PTcdJ29pT77uyZM3Hh3PmYtz908eJF+0iX4yo+/7XrcePGOzGUjVuNbHwQtz+8Hbdv3/H64d24bflAVpgLIEOUnfPYiP/E5t7MT6i3bPwnVbIBTXIc+YX39MGW7fMGc9/Vldw0nQ+NIB/0Yd9rRhGyfTYUZZTG1+l0U+663V5u4o/sk66iCA5zwtOeAdGnAL7Qz6xh7SCTrnvTdgAaUm4sS2zsjsySD/Er0H9FSHoKqvZU6aEIYGBZ2rVcse6X8/qNDa95beVcn4+qDNxPA8saEIeO0TRJIfOqKMqcO+Gz9OyT9tyfHdvC0ukKHcLwXb58O9ouKYqiqGW9E8g3fT42Ph7oVc4R7SMNwy+bL1pmwIEtKIsiJFUQCg6LooOj9cU33o6fm6q6vTSobx3FVmJ/sAPYGmxAjke2CfgH2CfslNU/zLIRMCYnSPuh2er7cr9FhCL69h8YYxjbNje3cj2POnYa+2L7MDAN4UNyAYfP+kmqZaGbfnGvOxap/7aF2DxJ4V+0x5vPAYm+VDZEkvtVGd+zv4P8sF6y4vWwR4+/iM8//yx++KMfGf4wPvnk47j/4PN49OiRx9ClwK/d2toOxs9BpeDhQTHEn/E29gW7MG67gs/IHJYxPD+a4vW7y/iLXkNhTZAN/WdmZgM/ouPxt7TfLSlpS/y1+ZAU0rMhC7zEiTrQqT3rzd7ubux6rXDXPNl1nLSmnTUZEfIv6cDeAQrJYGWWFMz3JF8/E0bK1HmiPgYev/dcf6Pf2A30mo/u7Zkm7Ar0AhSRRHAAqi6xp1ITrPCfaSs8ppfW68IGpSw9BjgsDJLvG1ziAJ635aLhFWGChTVDM0pSlOZJyurYWDAG4mOe9Drd6VOn4+yZc8GHJ/BlecZ12Wvl165ci+v2ZVmLZj0HH5XnzKxRf/D+ba+t37EPe9e+7L2443nOh577vOfndsxzrl65HnNe65k9ecrrrRNDW1v1QxFBXwHuL7lvHLW971smd/MDEenzpT+7mi9I5McjNjfS/0M23JwICsXhQ1VCHQyzNNfV3eOdKQsYmeSIQXVcckwVOknhn4HwIFQ5Ipya4FPakqZ/mLfx/4L4z7ket0Vbt/08t1qPa/BGfVAOBO7aXI+RlOMaa90z7lPWYec8L7nifuS55c13bmZfcl2tx83nvIU8F9xPuRZ3fs59Nhesx507dy6QC2waPhK+U8f+stxf1E0fMP4Tr0kKSU30aw9fXU0KmdoE0+9fHIYIhfRsiC85Gh4RNkARdAGe9nrdmPD4UenjTDD/O3vmrNcIqrnlpYWLnlteiSvWx2vWxxt+NvSO1xJuvcPzpPfr50mNPt7xM7e7cfv23Wj08ab7/urVa+7b+exT5rBjjT/rPoUOSYE9J14WZch/fftfjJfrnnux3gCghwAfjtvynG9vdyeQQ4tFqHBUhtfqN7B+QFA1SEgVgYXD0vaw43EYm9gzP3ieRD9M1PMCQuxkgucH6NYQnGdiYjyYT4zZnvZyPtmNoigNRZh9sX8cpGE//bsVM8uzwYSSzCKDQ/qiKIqQiiAESvdN17LZ6/YC/sL3mZmZXI+b8/MmxhaejTJ+8Zwv5dn5wdHoGGFWOHqywSQdv4dnZvqmjaAAABAASURBVMjyote8WfdeXlqKJ17vXqvXMpF98jXFJTXR1yusRPsATbSRhCYk/mJQ5TKbHDkCsVMV8vl1+JkO94mkKIsifYxuLS/44wA6OjkxFoQT1uGEiQlfT44A1zX4Oei471MWSP22beiN9ap1MtuLTqcM5BN7KZmGsAU0w+D1UeC7zvGs31G2QSHa0+3adxqPqYmpmPa645SfnzAWY6OQd2yXVP3vAuNxUzc1SQpJRDPs29/e8pyc/wd4vPQ4n+0s1R9XxJZvbm7WvpXX7F2sKGRdNBiHpMSBXkpVXDo6JE8FFV17nmvs7OzGpufva2vr8eTJk3i8uJgfd+SDePh5O15DJF+/fkYVPiT5XP1oVxWrz74F7zs1fyYnK/5Mmj8Ttsv0W8991rE9KIoyC4HDXYRHnNdf58nkGb3i6b8iNHCqoRgUUaqMTtGJXtmL8e54TLufZ0/Mpo07d/Zc8P/7Z86c9ph9KmZOzvh5+kSuYxl5+sq0iTggyf1VDCF8bG/vBO/yLC0t5pz28ePFIL60tOx+WInh+rD57uzf6R+8BJBBZLEB5sbI5/GAufWuffe9YT+B+zvN4Les8ZKitI+Cjen1utGz/4cf2fH4QHpRFCEpIZ5zIBcA8oaMbdoOo5fr6xt+7raV8+FBvcb5HDRP3RrY2DWyzLwS3Nvb27mGit/DWEAaPj7jk/TltD5VSZvQcqDlQMuBlgMtB1oOvCUcaJvRcqDlQMuBlgMtB1oOtBxoOdBy4NvjAM8Ljlv7n/gTfyL+1J/6U8ct1uZvOdByoOXAd5wDbfNbDrQcaDnQcqDlQMuBlgMtB1oOtBxoOdByoOVAy4G3nwNtC98EDiwvL8c/+Sf/JPg/z+PSy/+m/vzP/3z8/b//92NiYuK4xY+V/4MPPoj/8T/+R/yZP/NnjlWuyby+vh4//dM/ne8mNGlfZ/ibv/mbx0J/8+bN3PfuWIXazF8bB4qvDXOLuOVAy4G3mgMMjAAv+HU6neh2O8HLHd1uz/FuvvDBfZjAwAsQHwVp/0UKXurY3t4JXurY2NjMcHt7OwczXiziPi9pHIVnFGcTb/IRUo4XOHLDgI2NWF/fyJc7eNkOvORpyhFKIvhKIGn4ghkvucCjTqdb86jhT1UP9Q8G8VwHZb8NvJiymfTDHzZd2WGTn93d4QtUccyj3x+Yz7uJc91OBMBLL9vbu/liVkWfCQzgIHLuNSmSss2dThmdlIlujI31ErhGHiQFB3H4gtx0u93kSyU/3aH8SFVe6gAodxRwDxlBdlZXq00w1tbWYmNj3XK0FfCJ+0f19VH4vkoatABfjqNqm6R88UkijENxruOFDuqkH/f2+tln/X7f8jCwTD1fro5CDi50AxngRVR4CW/hIzwEN3mashK070OT/vqGT8vx60vr60mZRsiSFEVZRjftm/W9NxboNPrNy8e+HYcP5Afo2/ZYQqMolDaj1+vF5NRUsKnHpYuX4uY7t3JzDjaA5EMTH937XiTcdZib4jfhR5Eb5d8ZCfO+r4cheSvIze9rHNXHLqr0BnfeN667wO17cfcO8FGGbER5/fo7sbBwMdj0lI1fmBzSZtpKuxKwlxY1/9zEPB9mQ3v9ZRxQnaEJo4k0YX3/SwJRTuGzQjKEQb4m/gIQ9SG5kMvWl23QcuDlOHDIHMgyha1Mv6goo2N7is/UsU3t2D8qy06URZF2EhEERitOe2MnkpD00uXxpyYmxmNm5mScP38hrl69GmxKdvf2Xduxj9Je5gdC7vHBEeyf02qbmB8bse07YFOHdpR8AGUMtsmZ3/cTX+Ko0rGnzT1w3b1zN+64/oQP7+aHFt9/9/24lpugzcXsydlgc4qex5CyKNN/sSsTksyTjseVnn3FnsNulG4j/Co8dkhyHlqOqT3E3CrZuAb2ifrBprg7Ozu5eRoveLPJ4bZ9aDbZG1CZ8xub8fmceBXBr45LCknZF1Xd1Fnh5QXybXBvb+UmvFvbmxmyeV+/vxfOmWVdPEMnfPWfDqLIS58kZR0SofM49PmZP+fav1ezEHkamCf9hL30LdMHHPQ9ug2CMoXxSo4lREhVvOqbwteFeR8u2/c8Y8983/FcYzu2NreqD6JtbTp92/fNH8twfA2HRnBCb1GW9je6lqWxBMZu5EmFTK9GclfR5INpgw/EJcuj5zndbi/YaIYN4ObnFuL6tRvVh2ve/yDwWZD976FftU5wjY40/gU68Uyoywzz5/VHcbS/8lHq8730U+5VH+Wy33LHwOZm79x4JzdkP3/uvHXsVExPT3leNpY6VLWQ8yD7ifY55v4l7bsHg6OanCKhyD8VtS3qJg97tlVD+bFcxAscyNHe3m7KPfMsbBAf4mKTrbW11diyTux5To+9QI/kOoEqbipcj3T8kDFGUkT+fIqDB31/MOVbvrLOQUFhmmk7m0ozJuZcw+Mi+jfKe/qONjwPwAce1iYYa056zGFDzyuXrsQtP6T44L0Pc1y6a91B99Bf4KO7fySG+nt4bOTa4x/398Fj4N0K7t37KADGw4Q6vYmnPajLU+9tj40fvn87Pnjvg5wD5Yb3c/Nx+tSZ/ODCxHi1wZGkHNOe2d5aixmnOqzJ9LrBB2OqDzfMxKnZ2WDzJOzCnPGzGe+li5fjyuVrwQcYmOe8885N8+VW2jX8B/jz4fsfxp0Pb9vO3I07Hs+ZE33gNDY1ZdNFNvEFLxs1jo2NR899hX1t5E9SSArokhQDzwN39/aCsZO1hmqD/tVgc/6V1Se5lrPjMZp84UOSz2/GD0rLokyb0ev2YmxsLIE+ZBOuST9YbGDC8SptMseVyYmpDDN9fNx9NxFj2JtON223pDeCCchnQyh9yHrcNuu9XutlvXd7ays38MEukndguVX4j/apKpnptgeEkrL9nW4nJsyXkzOz9nHPe4y7FNeuXEtfF525fPlqsLE0G7kuzF/MjT3ZEHHuQrWBa4b2jc+dPR9sknhq9nTMzMzYB90fHyUTYPA5mgMaorl4U0KMI7Q2IfE3Bkx0/gZp71J+bA+G/rufFex6PGWj3aOa1PQXoaTodLvVhoHT0zE7eyqw/8jJjes34+aNW3Hdfhwfr0Fu5ucXYt6+3Zzt44VRuanj58+ds+xUcjPltSs21WNMkvB7Ta/tGvUCR9H23UgzH2zj+waFgvEbm8baGRuTzpyYiekTJ3LzxomJSfvkvdRveAPfAOIN7JmnKQPu9w0/02EzUjYnffDgQQCPFx/n2IFPtbXp+YVtDfM+/KkGh02MfxYqReBblIyPlosxj1f4BdPTJ2wLTga0TUKT7zF+DcsPI8YxjL94RC+e9QVyVthk3kqcIySHQ/B1xKG0/fvhQ5LPr8fPZt6ENHxVwHd8tm6va1+iF+hX1/2FT1N6Lkf/VeQPYl9WmvJx4MBG7HiOjp+BfKz5WVH1zGszti1Pe7Yje5Yv8EhK2ZAI9Uz+SQfv4a9KpBXD8hLXCg6pCok/D6QmH+3qp+0bMPd207hFu0uvDfW8bo7dQW5PnJiOWft1p8+cDj7Ihc1aWFgI/DrGxPTrrr0T7/ChVa+vv3vrvVwXet9+L37c7Q/v5Nz1DqF9uw/sh7IOf/XqtcAe4is26zT0AzTQPxkWTXurVtGPe34mtc/v9VhNfvN8bsN+3YbXAzz2uz/4SNLABSQlnysM1Zl0cyD7tu+1CHQZ/ec5Fbi3PRYAW+4/gH5MqNMz3txzGh9coTy4APBTk6sneAPAAgCVGZgzJrxvoB2ApJS7jtcoerZb+EjTHpuwZadmTwW+OWuCjGn46ox9yMb1a9cD/73y+d+Nd702957nIB/Yt0c27nhecge5sO//4Qcfen7yYdy6dSuueL5w4cK85xOnYtpj6sR4bcOLMukYyoZ1VYX9fdMN37Pv7PuxcTrPbpefLAe2HH3keX0/18zC8lBEWRgs6+g8cgcg94S0swAvFt18cJCyEs2hMA4lhA/khzW5LdeNHSBERnY8TvBhDWQxoh9yXqMNaM5QCukZEE43uDe8lrVrW8L6FjK+7vn8luf6OwHefuqvGWDcoz/6bf/auFQEfCvNs+HY1O3lBwnhAfdMittJqafxkdrCm8cBScN+p5+77nPmjMzbx61X+E0HYTLniPgokxNTGc/7nheNj00EZbEB4CqKMiTLVij4RR5vv+yIxipC8inCOjPI5wB79Yd10P0tr9ljCza99oZdqmzPwGXCoC8F7A9g6xYDj1H5LMD2Zcv4thxSx47HINLTv7AvHD6kCrejR/58O+UBf4d+7Hmsx+aVtgtFUVR0hYZlMX/Dizby9XHgFWOWmj5USPvAeLJrfxT5ybnO6ko8fvwoPvv8s/jRj38YP/zhH8Ynn34cn9+/H48efRHLT5YCv3bb8szHcpLMQZ7zZMwpT6V9A2zCmOc7J6Zn4sypM3HBc9qL85fsKxouXY7LXhPF52OT9ZMnT3rOPJG+dyN7IIQ+IMRVhKSnIOpDkmOAgxf6VXkZG/EX9vq7AS927aPjvzWwZz+BcdWaHeEi8kmS5w0GD9zpn6rWFadLzvEcKEbuFYUijA9At/rW2137tNv2WVm3St3Gp9zd8bi/lz563/qftMSzD3A1eVydaS0CfS6LMsrUbYcFUIQEDRUueFHF3q4z7ToMtFBSwJNutxNjYz2PbxO5ToA8nj59JpDNC+fnYsHrNBcvXrIvejWueq5y3Ws4wznOzXfrOc4Hse/L3qnWr+3Pksba9s133o2rXj9ED2ZnZ4NxtNPpRmm/s3BfSMq+kKoQuXIs+xy73owh6xvrsebnOKxdrzpkXGFMoX0RlAgfMhz6Ge+hlK9wKddEcYdyaBApIu5T1qWQ9iFiNB55SFWab0VCILVovMFC3LfuMQ/DPrEeR1uJ79lmkTOaQrF/uJgvqvKS0qYwd2XtlXVY5iXYHp5bMvekL694LZe5yrz7mfvzF+a9njuXNmvuwgWHF3x9IViPO33q1HDdhvXyjtcK6Ku+K0Y3B9ZhE5A/SRl+E6emqqwxTy9Rq8slHodBxOBfE80QrJIcPxq4D0hyADh4xq+SWfekedfEi6Jwn3VynQ4dYd2Tvjs1ezr/d4/1VD6Qhz5evnwlrrrvrl+9EfmBPK+v3rrpNYdb78f7747qI8+S7sUdzzHRx3fffS/XYtFHcJ06dTqmJqei5+cn+MRl2sjKNkJPQlldI3vIYD5Hsv6hgwmrq7G+vub52KbHkd1wq0K27zILEpzyev1GBm4TJin7tCjKQKbhw5j9wTGP4eN+JjgBeK1y8pkwZZs2GeQbdxnK4U+CqzQ/JbmWyDpieBykYZj8nYnAk30gZgb5p5D1QFIUDvehdN90PU/vxpif1U1aZlnjZs3lgm3WBftYZ86cybVl+gl5hv+UDx+Njjla1WH8ISS1spd7u7vBHGXFfuDi0qJ9wcextLwUK/lBLq+rbW7Etv2RPc9twCW5MMheJziGSNGG4wCcemZTR1ghjVzGJkSJAAAQAElEQVQ8s8DXc4Oa5U6VbQ/9ztp2z+t0Y7Zt6OWE5+4T9ce4JifH7fMAE8GzEeztAbDOj+dzY98nnjDuZ8XjAT5ksGvcAHJWFmVQp6Rs3LN4mze/9PR0RzLOdjuWfdsXZH9qajqfp0IzNqpnnYAOaBit+3BVkkLybNrrZcxlWB9cXFyMR4uPanlfsS1fty5sBWt5jOvOnm2DBnSTOqQKj/TskHyF+6Isi7pOrw/Yx8dnQ9fWvGbNuiT1L1rnVlZWgv/Z4T714leEx8fDbRhej7CpKIpo+DNl28DYSdjwZ8w+LvfLoog8wJuQV1/DScap4C/qMyFAmqKoPsbFvQEpRZT+66gT3aJXfZBrcjpmZ07G2dof5//38c1Pnz4d+OmTk5OB/IUP+NX0uySnREhKgDfcY+yG54uLS57TPo5FP88jvrSEnVupnht4LQVc8W0dr1G98AyAH/g+zbwY+Xwx2I2qTDWHBQe4wEkzm5B4C282BySljcQG4z/27D/2el37LJ0o7QOig4Ck4Diq75s0QuQk575e49zwvBdgTQR54j44jgOUqXDu+ZnJbmALgM3Nrdj0s/wtr6ci08goeGsyibbQcqDlQMuBlgMtB1oOtBxoOdByoOVAy4GvhwMt1pYDLQdaDrQcaDlwBAc+/vjjI1Kfn/Rn/+yfzfXy5+dq77YcaDnQcqDlQMuBlgMtB1oOfCscaCv9yhz4o3/0jwb/58Ez3xeFv/N3/s5XrrdF0HLgu8CBl9Gvn/iJn/gusKZtY8uBlgMtB1oOtBxoOfANcuCXfumX4ld+5VeOXSP/k/rv//2/j5/8yZ/M/xU/NoKXKMD/r//H//gfg3X5lyge/+k//af43//7f79M0WOVYe70gx/84Fhlbty4kXtJHqtQm3mfA684VrxifC26lgMtB74DHJCUAyIvbwC82NHpdPOFK17s6HZ7+XIHAyjsYLAgHAWpwiEpk3m5YmdnO1+42NioPpi1tbUdOzs7+aLQ3l4/+v3Bc995S0Qjp6ZeyvFyyNbWVqyvb+TLXODmJZJ+v2+c4K1gpPhLRyUlfyTlCy5l2Ul+dLsd86hn6EbpNKkxwbytB8SBQ6rwkAh/mjZsbm4FbaENvKgCj7gPj5o2U+ZFYTDom8c7iXO9/iDX5uZm8n6fP8/HJinob4C2IQ+9fNFnLAi5Rlakqk1VvrLmSyU73W4383bNJ/IWhYJjwMuIjjShoyFpCKSzIQQ0s7i7srLqRd717Outrc18oQceNW2h/NcB0NHgHY03aaOhyU/6SZP22yJV8QhFDCGecSicPe9RH+3r9/esJ/0E0pqXk6t4Zv3SE3jQDfjJ5gXwlI02kLW9vd2hvnwpotc6w9P69lqT+20TN8qujCsp4iwp0NcO+jtW6Xu+UFyWodRhWU4VHMjhPvQtS8DA94vEwfjBC8psWHDx4uVgMxY252CT0Dt37gYb1+fm+PfYHP97vv4o7rEZPlBvaD/cEJ80INPrvBl3mbvfi48M4CPMjfHvkfZH6nTncdm7zQcuRkLouXHtRizMX4zTp8/EiemZmBifSLsu8QL5wO2qgZ0haXgLL8+BSnRGyj+VMHLv6WiTW+E/BeeQVIOvHQ8fknyOOl3DMHxI4mwIp4cPrh20v5YDr4ADkgJbyUYSRVmmLex0OmlTug47nTKKorTsFQa5RsCBf2lPbWcyxFfyrbIs0pdiAww24WWDJDY2ev/d94MPaNyzPUvbZ5v3PdtBbCDXaTtt9+4BQ1tpW0icNIC4y2TejHMf2/m9uGd8+7b0e2lLE7fLpS29fS/rZ9MlbDrARzygjY1qZmdP5eYdvd6YedCxHVXY7Xebi7zudXsBdD3fKM2XooAfhbmgBJrviH8Dw/6v4Q0hfjIbeLBxM3ONzY3N2Nnejt3at8lSRqfwn46CCIn0iMLjm6Pmfj/wvfAz8ZO2PJfJzdk859je3gp8d/yqyEM+Aw6+pp/Cf4qQtA/x5YdzDzPBK4DNRqB9z3Owvb293Mh04HlT+paKffzEQyHtQ9U/cj8OgvL46VvbO55reK5n3uBjbnk+s+M0NlX0qBkckgi+OiAGQGJSyKGkKIsydWvMcjbmeUoHebLeSchSHHnAA4CbkqJ0/m63GxOTU8FmYWwUd+3a9bh167344L3bgYyjUx/ZV/kIvUid+d6Iv+L4UH8+isP6lDpovanSv5e6lPiMJ/ElzsZf+V6Wvws+63bqWh1+8MHtYGPCS5cuBxu0z87OBpvkjNlXo3/iwFEzqw4O3PqOXYyyQOE/97mkgGdN3/dSfsYi7ZHlQVI0h3QwLikk+bZsKwa2CXux7fWNLevBhufbzL3ZNI7NVDc9b93d23HeyDJF2hllXDp+mOOKiixPXJIRx4EDXSehCYl/O2DOV79h9ZKiKMrUuY7tfqfbCXSv16vWDviAZVEUwTHwekbaJi5GYODBASCp7JQx5r5joyA2DGJzejYOZL7Bx6YYl9Ah9Ox7H1nHDugwulrpW6WbXBvQVQAdtI4euOfrHAfrELwJzXWWMQ6Hd43jzu078cEHHwYfSbj1zru5ySgfDzp9+rTnG9MxMTGe7ZeUthW7RNsa8ICU6VyHD3gDj3q2V+PjY8EGUDMzJ2LW4y0fFcYugH9h/lKwOT8fo8GW5eb8fLjh5rv5QS78B+Y/H9qm3P7gTty5zSaKd+K2rz9474PcwJ8yCwuX4uyZM7lxKnam2+0F/SZVcifJ/VlYHg0R0Xef7Xn83WHctOw3G5o+efIkcvMrrwlue4ygnc7+Zv1oa1lk+7u9bsodm67hm03kRmqTwcZ8B2DSaaMwMZmbIY+Pj0fFz27qgmR+xpt10Nf4Q9v2ixj/m7Wl3Z3doH8bmQ03TZIDVQ3EJliHkW1Jlp8yecrcGx1GhpHdq1evBf7klcvXrDdX4vKlK7nBNPN1NvZEzvE1Cefmqg1d2cSVNYdTuZHrSevHZGAfytqmy1SEj6yek+Nv9M+8fJ3pF8TlKWrOh7vdRJv3KT+2FfjXbIqHDG3jv9cbUMYzDuQKkBRdjyHo0vTUdJyyDcT+X7J/VG0AfDP4MMmVy1eCDYAX5haikpv5mLswH8jOhcMbANsun5yx3ExN5UaInU7X8ll/kMu+csr1IbqkuoGH0t++y8FwLIIP4R5l7B637Ttx4kS+gHiCD3JNn4gp9wcfJ+x5bEb3wgf9Tb85mj/i4Nmx70S/r3tsWFl5khuTPnh4P4BHjx8FH3Nk/Rpfatvjyp7nLpR19Yln9FTYd2B8hC7s64Tt7fT0dNCnbDTMdbfXC6kab8HTwCierxL/Mml4Jm4XNFlJm6TIP0JFOPDJP0ckhSJC0gEIH5J8fp1+1nWTA48dpC4x3+92e7muQdixL9OxHpd+lkb/SW5DFuMEUDKyrVEf4EvZYVNb+9w821hbW/UzwfV89riTdmRnOA6BUlLWLylxSS8Qpr9euFyVt6FPqq5j5IAmYCTpqajNXq1D/QyxhlKFCz3p9br2D8atP1OBTvHBrH2/bj4WvFZ9+dIlj4dX49rV63Hj+o2cE96yX/ee56vv5cbYH0Tj1+Hb4QPf+fBO4A+T79qVa4E9ZJydnZ3NdZoOdk60cx8kmX70xIGtdt/PpNDVTc9z0Me1tbVY83PGjQ14vuG1gK3cUJX5PyUASclr4g3AI2wB/Ycu73oM4DkVug1+bMG2fQqAsYH0Km3b86ztyLS8vx3kpzx4wAeAH7429b0JoS1rygO0NwDd8qksiqg2+u3FuG0tz1VOzswEPg6+OR9Wm7f/Q59e9tiHz8+4d+PGO/nchT5HNg74/J6X3LbPj2wgK8wFyMfHvOYuzBn36Zi2Hcev7dleFmWR/SjrQ2F6EuRx0XIB7/EDmf+uWxbYYHp5eWlot+k7+sUIQpQvS/t7QMdh13YAsD3o9qK0DZCK7L5RPkR9KBT8EiJyDQsZ2PJcA/+BELnZ8TiBTCGL4JEGUVA3xaXwz0D4NISM2NC3slbt2rZd2Yh1j0+broc1R9oM3gZcIiQXIlKDizstDHLdRZRF6fZ2ouN29jwu9rpjgd6RHqGg0ZRxpP29JRxAT8qU904t52OBv4peTdg3OTBX5Hp0rkjcaeN+Jjme88Xx6HZ7AT7wSpYZ/94SVr1wM2RdkZT50b++17MZA3ZqP3LL41PaAtajncbH84KP8rkIxQqfJIV0GKJOC+urHHepwZ7X93ZzzEmc25uBfdk2XmwDdqDvNY8YOSSNXO1HJWXfdezr9GxTAeL4qw1NWWnsl2/tQbxRh9T0nYKopKRfcmhXFnlhPGS+y1zn0aNH8XnzQa4f/WF88skncf/+5/GID3ItLwc+FvKcMuzyiaw+SbKcFukbdLtd25Wx9BlZW5zjw0YLF4P/vbh88XJUc+BLce7s+ZwLjdumdOzzYUskBQe6RAhIMv0HoUmPUHA4i4Mq7shzforMa2GmDj4uBh/27Pftw56fK1X/80QeuxUVPhdknRt7R6gCXIqM+55UXUvPCJv8RWEaAEVEBX3Ts+e5JHZjy/OFyq/cTn0nHZ8FWpwtYkhQhET5OHBUeSLvSYqyKKMoiyiKwvEimnjhe9J+efDHW3TQnsPQNI9ml2XhMawbzM0nJyfiRD03P33qdJw9ey54vj3vdZpL+UGuK8Fc5fq1GzH0ZZnjGN73GjXzGdarb3/I2vW9XMPGj+U59M2bt7Isvuzs7CnrxoR9rY7B/eI+keS+CoOGshSKnC9i17e37PNt2ufz/IZnOSsrK8GHJNBb/L8+D7PDB3gchAvLEBziVEMTb8KIaLLVOb40cBWZp0IhFzcoQpLBYRA2ED6IO6h/Eteqr44IbFf6HsPQS3xm9ICxDtixH40u0KdGE8BBDIPhvEUq7OP08jnqjNfQWIedm5uPy5ev5hz1nXfcJ56zXvZ63IJt07z7ed735zx3oZ/mLswHa3J8lAtgLZc5zozXlibsC/XsM3c8dkrKOvusx5luaDtI09d3pVHUBy5GbxwvDpoDUF+4mSHJEDUQ34fwIYmzITKPz3H4gD+jwH2uCQvrAjzt2R8Zt4857XXPk+47PoR29sy5OH/uQsy5j5hbXvHckvX4a342fuM6c8ubccvrDnxwC31E93K9wXPLu/n/IXeCNOaeN933lAUXus4cdsz9ybjF3BY6JLkNCuJlUWacPma8XPe8cm11NRpYXV0J1iC27I/t+fnqQH3nD4MijzrI+Gt5UtXOssjxu9ftWXfGbKeAiaeeIzFXSLAe8KyzgXGvB4y737CnzA3gZ1mWyQfptWdCfBtHsgXWOCIpVMhjgKEoonBcIiwCPqZuuG/gL3M1nk/xQa45r5HM2W4RR1/oj551iPzgwF1Ax4DwIbkeg6NR3esHcxZsLLLMx4Ee1x8o4oNBa17L3PR6A3MN8jV4svwbdGrobsKvSrq5OEQhaRj/NiOQISmKwjLTKaPb6wW2Db0c9/P9CcMkH+MyTNjnmbDOTmY4O694/wAAEABJREFUGROe31cw4fjTMD42kc+hkD/kC+jab8dmIp/UKVXjITwehb59lOY6XvCo/Fg5t7I91EXdk5NTuSZNCL20bWysF12Px9AQPvoejw/XJymkCrjPXAZ/anHpcT7nYZ2Q9UL+Z2bL6/g7nlezzuwirt/lrI+FQXL8BQF6AEmmKnJesb294+cCW7HmNWv+F2ExPwy1GNS9YT2jXvwcaKQNFJSq8sRJA4gDCpm+IrC343ywbGrS/Jn2Wvqk+3HSdnw87Xmn28l8Cqu9mQuOAQbA11/Hj3rAW4UylWEgHIH6Y1xFFFGqjG7RjV7ZrT7INTHt+eFs8DHVc2fP2ic/4/hprwefipMnZ7J9tNlI01eGX1EfkkJSthf+h49tz6vg+dLSkvv7kWExFhcXY2lpOVb8rG99fcPrKTuJy9m/8z/kA54CyCNzEWTzxWA3n4eQl3IAOMAFXgAGNyHxFt5cDkiKsiw8p+3Y1vQS0M2ubU6nU/pemfooKZ53IA8AcpL/1+v1U/QS2PI8GDni3vNwPOse5ZBBcCCX2H8Av2ezXp/lPvVLGtIr6Vko3/j0tgEtB1oOtBxoOdByoOVAy4GWAy0HWg60HGg50HKg5cDbz4G2hW8/B/70n/7Tb38j2xa2HGg50HKg5UDLgZYDLQdaDrQcaDnQcqDlwHM50N5sOdByoOVAy4GWAy0HWg68iRzgf+b/zb/5Ny9F+j/+x/84/sJf+AsvVfarFDp58mT87M/+bNy6devYaPg/9n/xL/5F8H+sxy58jAJLS0vxu7/7u8coEfHRRx8dK3+b+evlQPH1om+xtxxoOfAGc+C5pBdFkS9u8CJpt9sNXrIbGxvLF8oIu91OvmAFksFg/6UyrhuQlC9S+G6+/MZLHLzMwYtYq6tr+RIc4fr6emzmS3fbwUt3vITxPOBFDV4QYTDEAaA8sLa2njiJb7FB1uENYBvCXkEoVW2TZD4VAT94KXJ8vOFRL9PKfAm6qPmg4KBthKNAGu1iYK/atZkvlq+uruaGD1WbtvLFqt3dveQnL7VQ7ijgHvgAXnjZ2NhMPMvLy/nS26r5D492d3fN80FuZEA/HqapwS0p+7uSh07KA22tXiCdyGvuScq20m6u4QnyMjY2nrLDC5tA1zJVFGVwNHU0cUJAqnARZ0MIZGTV/OCFPV6eXF5+km0hTt9zn7bSZtoPNLhfJCQ/QHn4goyBj/4AiAPcIw95wQt9B0G+VPKhsB5JRRACZdnEue9s9e8oPG6+78p9E+6jvvt+Nzc3pJ1bW1sBTQA0QQ8AnsMAndBMXsqiM/ALPeTjZquWBeSD++Agf4PDBIQkghbedg7Yjh98J9j97h+bHHU6HgN6YzExPhm8eI0+d51WFuUz5GOQcoscNWyrxEipC+j/uMeTycnJYLNeNsc5e+ZsXDh/Pubm5hPm5xdins1ZHC7UkNd1Wt53OmkLLrNA+hCM40IFFxxeOD9n3MCFYMNR6jp1+nSwsenJk7MZnjp5Kk7NVmkzMzPBJiRsBo4Ng96iaOw4jIrh4ZYm20gFhjfayAgHFPmXQuAYoUFy3HfIKE7PgtGbjifPPWAhX32H2Cx8B+wXm23mtdP9sxxWvUJe0BOOAmkVVPmejlcp7bnlwFfhgJBzRdq/jv0fNufAvoyP23+ybcXGlGWR9yWFfym7yCoGppF54hHyTyHJ/meZL11PTNS21PaMzY3O5UZmczFn2wiwyVVjMxdsNxto0oZh2tD5yPwuO19fzznOhjMXLtiOGtjkPm2p6zl9+kzMzp4KNqHBdrLINTs7G2ycNev0mZkTMTU5lT4g9rTT6YSKMvKw2hGHJz2PCWPj49ke+EG+0j50WVS2V8oSw9Pha3iFHcAn2vIcIDdsWl+zL72em+fyYZwt+07cZ0Mb7ARlQLgf5lXynvvYFPLjOw3xrdU467lL4zthb4pC2S+HaQPrqwCpwV+krBSFedOAHK/vP6sul8620V4AfuEf7uzWm1pvbcf2znb6m3tsjtjfS/+TvMjgYbzwCF950/zGr1y1jz4KOXfZ3oo9zzWQ3aS3plHSYXRf7dr4ZF4gO2O9nn2VCcNkMAdJf6Us6r5p6nWL3Gm0ranYl000w8I4kUPklk1zptks0Iu4yPx5/BXrwtyF+dSz1Jmhbs1bhxaeggXr04J1acH5Uud8TTlwZOh7o/4KdZw7ezbYgP2UdWnWepVgfyX9l5mT6UPhr+BPjdf6w+Y8hXkhNW3N5vhkhYvBSOjod+wHB2hy9nV9ISlloywKz917lpnx3GiGTf8a+Wn4KSkOH5KyvAPrVz/QnR3rEXZjbW012FBraWkxFg0rKytpk7asM8xt0T/0cFBvJDhIwsJ4Bl8O/UFuQI49A1eluzuxs70T2KWdnZ18YICeNnhHaZdqukOjyV9bvGqame5IQ49st8qyyE1Euh4bet2ex4CxYFOj5H23m+Mcuig9TWeDpwkjD/IpCvdnz+Ur3T0RjE2Mj9VGnx4fL6CnNdQ6uTA/HwuOA6mjjg/DWl/R4fmMo+PzMWe9nZurxsYL5y/EeUMzPrJBGx/1m7XOUv9J6yzAxzT5wAI2hc0I2dxtzP5At9fL9kq0oZID+m9vby/7kj7esk1Ftvjg0ZbHtO26n9lAM3wURWk59rzNYyptn/T4Sz0n6rqhhfEZO3b2NJssncu50flz5z1XuhAX3B7s0bzbOOc49gng/mnPk6ZPzMT4xIT7qZf9Rn30o8J/ptu/kBQ+BUdD/47HAeQS2tnItNlgbs9jDf0nuQwF3hBQ+M80q1CU5nlRllHWwLgBlJZpwiGUncA+N9fkJ05YFEUAUoU33rTDep197XVK7BEf4tqz3JI2sK3CB0io2yW5neZhXmIW6ptFzc+O15rHPaahHzOW3Wrsm009PjkzG6SxhjA9fSI/FkG+BK8toE/jXnvEH4C34XqYL6Ij2EtkEdubc0bbXmtaSKbHEO3xzXBA+9W4+3O8oz+QGfpnZ9fjVyM/li36aL/EUTFFUZa2SV3bprG0UVNT03HyxMk4Zbt1+tQZh6fipGVnX26mgzzIzaTlhnkZ4w7jBnrJGphHYo/p/dg1LdCGPCeYJuyWCY/mkNRE3/rQzc+mVyE9GGn/0v/2eiHzPnzTE+4DdBQ+j0+Me2zqZT5JqXPJKOU55xvwFt3c9jjHvGL5yXI8evTI8EUsLy/l8wzGEPybPY8d5KcfFKqQOJDj2NJOx7LAOOixdcr9Sx9PTkylfzfutJ7HW+yxxHp71YYKyYudqafJSdxo8jJDRTRh1MeX1UA7sFO0iQ9LEGKzCDPdzCZPxXhrBNfGDV7SR8HJzsYdYhUcvKrSvukzNDZ1Vn3Usb727HePGRx6TYT1gF6vm7pcFmVUjIw83OQ6PNga8DZyg3/BB3CZj+JzI0PV86K1YL7ayM6edRreUjaRegwi/jRUvO57HBt4vOj3+ymr1Ads29/HtxkF0hv84JbkZuwDaX3PsclHOeja8rwA2QaIQyd1kbdM29Yxr8ZiwuMisjxt3cKW4VsyRzx96nTOF1nnxs9lE/Pz5+zT2Sdl/abx5+bx7S7Mx3n7fOTDF5z13BZ848adHwUpiiG91C9BezgNXgAD20X8UuYbO/mRkm37o3zMgPbAE+b+ffMsfEjyOVxeCaGIvnm5ax2mnfQZ/bXkedLDLx7G/Qf38+MUn33+WXz62aeGTwwOP3VYwyeEn30ShHzI4uGjh342aBvheRf4kgb3cfgQFSb44jX+DSzgQN8yhmzsWLaQB/z9zeTvlnm9HfhY2AjahWx0besYu/D5Gc+wuTN+nsF4N+v1g1o2gjkJfU7fM1dJubgwF/j8+Plz+PwG7rGJ/qzXHaa99gFe8Hft0xZFGZJrHoFQxVRoZxzPft3e9rPLzWoNbmPD8e1gbO9bJsjO+FoaFza42+1Ztnu2AeOBDGZdnr+VlnvJuVPdB2hoQlVbuFqFZPvtVPix4/nQlvm0sbke666Tj8St1et28BHZ3LVMVHbV+JLfkQe0EyEE0F8AnJTb2NwI7ApzejbO5pkqdYFvYFkeGBflD0OVPkg6i6LI8a9jPvbc5nHGJ8+n0Omex6OyU2a+BsczUDa32/AN44CkQAaAsiwqWbCMIw+lZYJwCC8wXywsTxGVDhDGd+3QfoPRM8YUdBb7yFpJo7Nr66u2B2vBNTqLPucc1WMw5faxRPpN6B3pQL+2xVteI9/YWE8fFP1fX1tP2wY+bAT1DrBt7mNJIWkU7YG4pGCcRefH7Yui/9i8ju14UZZZVpLDA8Vs5Q5et1evPwfcjSlTyMde7e8wFiFDS57TPLLf8uDhg8rnefC5/Z7Pg+vHi4/iiec/PEsh/1DGLJwSsqGhLenYdox5zWNqcipYXzzlOS9j/Tn7f3Nen2RsZ8wnDV8R3wAfsmd/u6zlLULBgcx/GZCvgkEV5Hk0ngkHTpLCPwPjddiH2fVa9VbQPvx0fPSlpaVYZIN8+4G0HR6tb1R+O3PCHftD+EV7HsMZ79FN4MvoPXyfMnvZF/goW6nH+AnQsfxkyXx/knSh23uuy1bBbaF9gByvfg3e6iqybZKyX8qijI71mXUo/Juu46XH97Is8r681qWoDndpFXkLzlLVKngDn+mvHftl2NxNz3E27Jchz8wVdp0Of2k//OhYjiu/aDwm/GybdYMT0zNetzkZJ+2LsnZ9xms5Occ5c3a4do2/esCXtQ+LzF+w7LMuj887e3LW6z1TMWY/i3qKonR/VfOcCIWk4JAU/A3pt5xAJ/KHPOCL80yZ9ux6vZN8lDsM4AhjCo4aZzRhKGIYj2cfZGvumknwE6j8170g3gBjT0ULMopvS0HihPtQ5dm/Ho25VIo6uMBL3+RanNfviQ/s547m348frEdSIP+9bjfGbJcmvP4y7XnESc8zsT/MRwib5yHcm5464f6ZTsA2TXhcHLN96nS6iUvSATsKPdCYYLoG5k98rYci/0xHVqMISRWEfMHPYTz/kPbzQHOC/YZ+Qt/P9SrAlyEt72fbBtl+nIAmrQn3a6z7oQ72092txkH+vv0ZeIdONvKMTBPf9vPDPcs7dUuK0mMDtgvfhDkg48u019xnvK467MvTZ+J0PkuyPp6tnyex5mBAB+f9XG0+1xz8nOz8nJ+RnQ/0F30E17jXHHq9bnSs+0VZ6aOkkA5CRfduJN1eH4TeTc/1CAH8OcYEt9RlIw+jyPD1PdHGijpJURRFAnwvizJ9xNJ8gTfAaJx5cwL367lCWZbZZ4SSzIcKojra83M4IN8DHNQ/mX9hIKyA/oG3jOnjtk8nbNOwY2nP/Jx3xs+qTlg/0JNxyzX5+N+U8CHJ56N/2FvGGMbFxg9hnSF9ouXlIL6+vhE7XlNBDxosCv89B2+T72sJbU/Am6Ym45V9Ioqd+doBQ2gCmnocrewjka8ZmjqbMKsTZ9EjISlY30JeirLSSeZ7JXra6CuhYZjmeMf+IXqe4K9ZuLUAABAASURBVLzI2igUZRHYBaAoipB9yAylOHyM9gM28fD9511Ttrpf9akbFB2P5eNjE/k/0ifskyHn05Z1xu3JySmv340FtFKO8WPgMZn4YZCqcRy/gv8DYN132fMc5kKLi4vx+PHj/f+X8Xwb205exiXWFgcmrgFwN3FCrgHiALoC7Np/Ac/6+np+eItnSYueYzz2XOPR40dZH3TwIbC99PeNxfX4nD9wESEEiMN37G+vW61bVv7qVJyoeQNPxu37YAPIR37JbbfcNjjA801AJR3Veb8+rg2pwKQqqj/LmGWvZ99r0j74iRMngucDp+x/nz7tZwxnzgR++LRtH35BWZQUPhIkBe0OH/B12/aLPlhdXQts27JtG32+tLTsdZWVwA9hfCcv/fZN88lkvhY/2g4f4BV8gkdffPEo7t9/EJ9++ll88snHBj/7+KSBTw9df+J8n8Znn1XrCQ8f8mxkOee04AU/AH+B16LRLREvzQFJtr0d2+BePj/B90A3u91edJg/lWXqoaTgoM8bkBSSSE4gHf3bto+9bp+DNRFkcHV1NeUHO4oMYVPJNypHlB0F7gHkRffR71Xr/mqNa8P2HZ+HushDXoiQ9unhuoWWAy0HWg60HPhKHGgLtxxoOdByoOVAy4GWAy0HWg60HGg50HKg5cALcuC3f/u3XzBnlW1ycjKfd1dX7bnlwLfKgbbylgMtB1oOtBxoOdByoOVAy4GWAy0HWg60HGg50HLg7edA28KWAy0HWg68Ug78+q//evzX//pfj43zL/7Fvxg/9VM/deB/T4+N5CsUuHr1avzbf/tvcz+o46L55V/+5fjxj3983GLHyv/555/H//2///eFy0iKe/fuvXD+NuPXz4Hi66+iraHlQMuBt40DkvKFjbIsgxfIxsZ6MTbGpggTOWDxMnavt//C3WDQf+rlR0k5uEryvcgNN3jZYm1tdfjy1VJuuLFYbZy2uhp8FIiXO3ixA+CFjMGgegmQkOu9vX6w+fvGxobxrMTjx4uGR8FLSodfFGEjHsrE13RISsy8ZMaLLmNjY8kfHrxPTIzHmHnW6/WSh0VRJj9oxyhIFQ7SoLVq3455sR7Ly0/i0aPHwctX8IqXYXgpZvQlGMpQdhRI44UWeEleylAWXj148DB4IYuX39bX15OXg2H/DZJGqaKJxg3Mf0JJUVoeOh1e9BnLF33Y7I0X9HgZb2Jiom5nkTjIW8nOWEyYF5OTE0F+8sIfeAOu8EEdDfjywE+S5WeQdCI/q6tryZfHj+HLF/lSGm1aXHwctBEZ4mUf2g4PjpKjpq4mhF/kA5AtysI3ZGxtbS0/8laF6/kSEunUAX5wHCDYFybZPAjrkAyF+QaUQXsBeFMUFZ94OfYwDkkuX0FRKDioa2tr07Ssx6p1pQE2KoWera2t5BFtAB9AuwDK7vNu2bqylDq3ZP1bWlpOviELtKkpT52AVNUvVSFpLwdtqdedA4NDBFY9rijKInrdrvV4Ik5MTxtOBJuqYO/YFKIoKlmWFBzIHiGXUpPWz007G91C3tDXJWRweclyvZabNPb7g5D/eIG9LArrTGnoGLoJ2JSETjftTcZNW8fX0IJuVVAEdBXWH0nBAV1sXpP6YH1ZX1+LldUnHkeWUwdW1lZMx6pt74Zp2coxizImh+IhVXikKszE9vQCHJB552wy8MtQTlNuVKCmj+CrwsfAcPCnUCZIVRjOQt+w6cre3q77asf2byewYQByxiawzUv7/X7lozQhZUehb7kbvc7K2lPLga/IgQGCWuNo4oVlGLs1YZ9pevpEsJFy5RONpY3DbknIOVAVbsrKekC8v7cXbNqCrDO2Y0/xCZafPLFNW0kbhg4g05KiKEr7IbajpcG2EnvZAJvDHYaO/TwgbarLFkVjT4uQKp+sb53aMx07O9tZ38rqSm5msbi4aJv6JP2U9E22t3Lz3X1awGEIvJ9IfGxS0ev2go23gHyJ3HOMHv6zaSnL0m0oIoK6w4cM/JrQuOyrUkfStG2a2DTX842VlSfxZGU52Ohj2WMNG9qsOX3T/hRjATYCoD3AwP4wfvju7p5tyq7Hgm37fRvJ1yWXX1paTFwrxrtqPBsb62l3qDcpMn8k6AJIefUgKflRFKX71eCwqPtIKkJSQjznGJhftBe66cOtzS3343puNIw88cI8srW1tR075ufu7m5gbylTwV7AN+ZZbG7KhomL5g2++aL98SXH4TdywX3KhyKgU9JzKHuZWwqpgtK8YPOB8dSv6Zi2z8JmImzujpyVxT5/zIJhZVJV3kHOOeALbWMzV/hB+5aXl4PNIfEdti3X6GEoQoWiKItAX9CbCg76KOg80Ol2I6GW67Isqz50eakISYbwMTAdfY9te7nx9obnvMjbk5WV9Fee2HeBtynLlvWdnZ3clM8Fq58cAATG6aD9jXLAPkRzqfCfeVRYNui7Ma95IDMnsM8G4tiisiibIu6bQcIwwRHKO8h+QN6xz8j+ivsMnWBz1QcPHnhe/0XayhXba+w2fZt6trObfjJ6BbCZUYJtbaVz/cRNHPwAGxQx/wPH2pr1N+esq9ZjYC3WbZ82beuQD2Sasug+AK1DUMCF+CYOWI/uNTRISh2A9/B5zGspE+PjOc+A96wX9Lq9zCMpJEVzNDi4lqr0Pdtu9HPDbV8zP1YNhGu21+jypv1/dHtgWy8pZP0t0UPrJDR0RsZIdPYp8H10veyUSRP9zpwFkBiLIvsJfsN3bOm6aXjiMQMbwjhNHP2FHuSEMWdIR1EGOCUjc8MGZtZe7edWfb0eq5YpxqNFz6GWPS49eYJtepLpa57bbNhe0M7t7Z1gXWPPY3X2vWXJKCOMGnqppyiLQLbLsgxsZAc+pK/QyXnWmMdixuRJ29SJickYc9+MMTZ3u5mfcoV5WJMb1aHYv65S8uy2QAf00AcAcdKsUZnlTTpBM/0DoKsD85eQ9vT7eykHxJl7AsSH4PXMpu1VmrGZP+CCB44SvLFAO9yip+zk8xpkqTny9n66Ru5jSbgkdE1mGHXip+zaBqB76Mt6vZkQPsmSfRP0ZcW6yJiOfeQDIvRDhELah2iPb4cD7k53ZVhw+NU0OLGO+cYwdjji7sskcfbJvwC4PAj7+LIuz9WQHezwtn0p1pJX6vXmJft9S7az+LfLjmNfkStkhjL7mCKko2uLt/xIPtSMkDyeeCzp9ToxZl+KuS7r/zMnmO+eiKnJKc/1xqPb60XHY03h8UceP9wF7u8KCfhgGf2xZf8FP2lx6XE8Zn5p3U299bxkz+NiZTv7ZA/YD66iKAIA/5j9CfwInlcw36Z+xrNeXX9ZlC73Ev1WkRrhopJCMrgdUhFK8LXTMkNUUptF8uSEo36+N/AYsufxGt8uwfLIfB97RrjnuRj3+1636jtv3wJMmYGv4duzgOqM3kF1duQb/5nUYZ3QCXvKsoiu5WDM/UG/jI9PBDKDv0G86aeiKCJCcfiw5c8kifWBQfrQ8G3Lft66n3Mx93/0+Iv4/P7nCV88+sLPkZYCv5AN1ZnjNT4SfneO0/YNBzUkj+Gzx3P4vmeZ23UfZB2eB25aPpFH/MtV+5iE2AjmiRv2Qbe9RrLn/kQCJIW0DxDOPWggP34d9DJWPWaD0ByvlnP9gY8KYZdo17ZlH5p3jRf66Hv0JxQhKeAVUJZllOnLlalrHfuuQLfXy037mBeP25+bMM/RkXGHPft7HfcH5cOHJJ+r32CkA0eSrbduHfwyn+Afbdo1nwi5HnCvLitpSKNj2V/4601fPXh4P3788Y/j9//g9+J3/n//X/z27/wgfusHvxG/+Vvfj+//xq/Hb/wm8P34jd/6DYNDX5P+/d/4tfit3/7NLPfxJz8OPuiFX7xhGYBfA9cv62dR10/dVau+/bNJSp5ACXQC9Cty1sgGPgvjz7L9/SWPR8gIYxPziJSNzc1ci9qxz085eA8OcIFXcotVBP1aFsiFwf2cPn/KSNcy0k27nLpou8lGsmN+lo0NJUQ20NXScgUfQ+FfnjKUz8hh6qTNDLYJGqAFmgDi/dpWxcAlVAT4mGdlvbU8YqcnPVZQN3WqEJXF8DD+jJNsYD4j1w9+bGXOu9z3+HnIwZL5Bu9WPHdC1ljf2mZ9y7q8W+tR3/LbN239DPtef9n1/GknyIuOMw5RHjyLHovoB/BjA7DLfZe1JiRZh0+DqAiWlO1Fx3rWw/HxMdu7yWCMBGhvx3oqYc9iH11VfP/at9rfm8kBmyLbTEuEI8hMH3mzjczQcWwm0Fxn+Jz5YqXj4IMfjaAQfx3ga6ZBYa1XSIZQ6gf86Jufu54HPm0//TzAfvzy8hOPq6u5RrZlO5A2IPujn/P2xEFf2DZgT/hwDHZgjbUcr92h/4te537i5wuM99gbxpldj3vUHT6wtZJpcnz0RxLAfdaDWVOZnJoKoBqD7RtjY4siJMoDxtB0bRM6qf29GRxo5AlZwo9j3FhaXkw/5bPPPokf/uiHhj+MTx1nrXjR852VnOts5BiETEm1HLjJklI2kKFm/Bz32Mk86/TpMzE3Nx8LCxdjYX7BMO/rheBjXHwABV+PMSZCwTGwrmBjGDv79nOJAwPrw5dB32PeaB7wfRlIConxbWCfZSsYVxft6z58+CA++/zT+OTTj82LH8aPzJNPPv3Efvv9+OLRo/zfJdZOV73GWenbVuBf44vv5ji+m/4ka0B96+5R0LSRkL4Y1WnGc/zuL754GPfv33ffPMjnfazjg3O/XdqPjsTgg6RsG32Cb9Xt9WLM8+Bx9w3Qcxxfh/tFqSicPxT1USk2eOqENy6QFFIFEE8fsM6LbaTP1jxHWrH9XLLtXLQPhS/FmvgK/9tm27rh9Tr6BHtLuT3sqWVyYBkdWB6NOQDkHiiLMhJsL+F3QrcTHUOvC+/tX5n3k5OTMTk5Edha0jv2fSlfFMZmeqG1AWkkzfEm3SOsx4ZByhgflUXmeA44MG0MPCNZXaTqSxPLLyTjDIPDwiAp+15RH3X22k2sE4MSkYfzcw87sFePSTueW+54fWCnDuFXjj/mF3zvp27209foWx8G5h8hQLyBxH/kiRabMP+oO/M7n9H4/II/6HZWArk1jlY/VUFzBjfxrNH1cb3rdjJ+r9mPR++XPG4vLS0HIXLD//3iy5MHu0X5UZAOVTJ686XiikSpurBDhf+cKBWhooqHfB9wcODndnGtzEDMUmNm0lb6hH5FpnboU+b4gJ8Lkob96bs/++7HPqFljnIV0McV9H2/SktOuhIqdY2S42H57af8ghO+Ma9hnOFZEvq4xDwpnyet+HnSaqz5uSLjFesO0EU56KQeZBGkkkJSlGURRVE6rCB10XrG/K3rOU2v17UtHLMOjsW41xrGrZdjzC9tIyud7GbZQkVw0A5CQBJBAulZv9vKmg06CE0ANA1iZD1wv1iWfT1PA+toRZnFwXGu+9lXtKdq614wJwCq6/p+8qDvPjUM9X6J6dG3AAAQAElEQVT/HrxqoKqhPT+PA2hL9kGdqeHdaNjwf2CjWHrc6XnNjDXL6alqjfvkzEzMzp4KPlbHxyRZR+laD4qiSD1BlBt8WY1lVOIU2ffIMWu9m15bXPNziCWv9zzyuuUj+0DYQdYtyZNloypHXMSJfMPQtIWwb+ZV4b4MNvwizHuWWcJXAeAERnF9w80/WB0CZLkgEflIsL0e0GaH/Qb2BtbvMBACDb/2nNbEjw4H4LD97xuIH24711n/CC1cvwy4O03PIKgnvF7XKbtpu6enT8TJmZOBjDOnmJ2dHf4/Y7fbi7A8Q8dg4LJGQjzySKKqmNORY3x4fD58Q/zCh188iE89D/j0s0/jgdeD+b8yfMQ1/EPWOZmv29/vm6fAYZsIzky3/8B4te01Ucav9Y2NQH8e13ON+w/uG/+DeOh5Bz7/otOZlzEummo3QQk+Jb2caAe4AZOf49WY10pZu5s5MRMz1v2KL+aH4/idPY9vZVFGKPaPmg3Uk4n1dca/hhPogYjRM1dcQ4XBDcr2Wa72BnsxcFjYp+l0yxgb78XE1EScmDkRs6dOxtmzZ+LMmdPZXvzq4ZymKIJjYFyEDUj7je8jv+47/IkN+uTJStDHjx499rOZJ54PruWaK/fpP/rzML4G79sc0nZkftHzJD6q9cMf/ih+//d/L377t387fv3Xfz3+z//5tfjVX/1VA+Gvxa/92q8N47/6q7/m61+P73//N+I3f/M347d+67fjd3/39+Ljjz8O+Azf4Wvf/fBd5O3bKDeSout575jtETqJTcIv4RkDNog5b2l/RarWXp7V76QDyMfm5pb1cSWQQXR0yb4I8y7WbJDNTeyx5ynkRZYAygLESUeO0eVN46LMstdewfX48eKR+k65pn+kfbvRpLVhy4GWAy0HWg60HGg50HKg5cDrzIGWtpYDLQdaDrQcaDnQcqDlwHePA6dOnYoLFy589xretrjlQMuBAxz47LPPgk2AJYX05UBeyhxA0l60HHhjONAS2nKg5UDLgZYDLQdaDrQcaDnQcqDlwNvEgZ/+6Z9+obmsVM13yf82tb9tS8uB7zoHfu7nfi62t7ePYMOzk86ePRv/4B/8g+h2u8/O9A3c+RN/4k/E3/ybf/PYNX3yySfxX/7Lfzl2ueMUoA7+9/ZFy/Cc4caNGy+avc33DXCgeiPiG6ioraLlQMuBt4cDkoKXRnlxgxc4er2x4GUOXurg5Q5e8uj1esH98MFLF6MgVQ63pMQTPngZY3NzM1ZX1/Lli+V8qX4pX/Agvrq6GmzUsL29E7y8wcsYQIOXeAV7wYYDvEi0snLwBZEKz0rky/lbW8FmdYNB9VK2SRj+JA3jXzUiKSch8IIXYNiseGpqMuAVPGv4dPgFmMGhF9W4Bvr9PdO94zZsBC+88PItsLi4lJuwb2ysBy8VbtvpgaejvKr400/+kc7LL1tb27nJPrgWFx8Hm4E/fPhFLC0tu4715GW/X72Md5gX0NOApOzLbreTm/jRvqmpqThxYjphYmLc6d3MIylfUOzawYIn4+MT5sdk8FIiZSYnp4J0eCYd/VKQVPFVqu7T1kp+VpN2XuL54osv4v79B27Tw+D6yZMVt3UjHULaDg+Afr8fQNOWJiStAfJRB7BtGdzc3EpcvDi0apklXF9fG25MsF3zH1xxxCFBf2E+AKXDBjqpN0VRptwgBuAADqORwCEnD9xPu9nv0LGyspp6RBxYz81LtpxnZ9jOpl2EtGkzdW+fd8jTkmUAnVlhw5/1dePftuz0A1oAV9z+vuMcsAimTve6vWDDTl7A5iMFbJTa87jQKcu8LyGnkbKzzzKljPsUfQs6G6sgi9ivdcsbm0iyGdXy8lKwmdn29lYgr5KM02Dc5XCTyEpvsClD6HSjWwO2pNMpU7dKl0O/iqIIAVJwQAP42URnSIPHkCdPnti2PrFOrcQqL3tjY2v97jfjR4XCTakiUhWCt4Xnc+AwpxT+U2Qfq1Cw8QrhQZYyJsXBQ74EHAxiEPQNG7E0csUL/dhlYGd3J3bZxGmvH/Q59mw0JD4KA/ezRdSY21/Lga/OgYHlcxTL6LVsk9KeTkwEtvTEiRP2jaaGPhF2q7BeSJWwDxBM1AFwEtdsPtHYMTZmwZ6u2od+srIcT2zT1jc3YntnJ/ouS31FWQR2ETvZ7Xai27XtPAI6vkeeBNteyiQUZRRFEZIJcMOgAf3Bb9q2v4RfykbSi8uL+aEZNpReW1u1D7VuvwLfZDfIL8k4ajyOG1WEKtq6vZ7nGeMxYb6weQ0+Yq/bC2x8WZaRdiL2D0l5IVUhFw1dtB2fZ832nHHmiX2cJ0+WPfcwfxwy3nCfTfxyk6sDdmJgP2gvdnf37IvvJv0NfxmrlpYWc4O+FfN5bXXFfvRGMHbBC2iQ2yMppApIe9Ugywf9AV/KwrwpiygIC8KqXp8joaZD8pUBWuATQJ9Ad/Jra9NtWTesBZuWbGxseE62le3nPvxA7igDZHxvL+Ahczf4zHj+ePGRZeBxLHlch18rq09ic2PT+Xap2nQWIe3Tkokvc7I++FeVVIR/YbSW8yLnIsjR9PR0fpBrgk34LF/IdfKJjNEcgyzHlSSC9GPgC/MIfIUN+wQr7mvaAyA/bNgCDyggKUrzH3+otN5QD3Ckntln4R55CUvLdlnSb+WQNxHMe8I6gyzuWr62rUsbgY6vmJ8rlucVyx+Az5KybH0feK5j4oNDxpFg2pprwhZGODAgrgjzSJJtjKJ0//Xs205OTgYfb8A+Iz+kle4ryflj/0CPuJJkNBX07U/s7u7W/bYe9Nmi599s+vPg4f344pHn4IuLaauxUWz2iQ2hDLo1apP6np+Dr+++bQDZBMjfyCg6iFyueRwAJ8BHoDbsayPD6DBloBeAZkASQQUj0Srhazqb7wOPkdABSErZRx+6vW6OheMeByYnpjweTAbjAboE/4uiSD6HD8o6yJ+kKt24d22X0M916y18WPNYtGpY83iALecevOt7fAyF+70IcKOT1HMArK+MQQ1AY4LlhDIJRZn0y3Y5TAdto6/YoH1nZ9t2dNNrB2vBGPTkyZLnG8uGldTnda8r0D99r/1IFR20Mcc746JxicttYk0LOaENK7U9YjxaWlqqxjZsQvb/eiBT4N12/ayZ0ffgaXim8J/xU1dZVPWWtKnTyXlUtpG2d7vRGxuLsfHxQA+AccfRh16nl3lL2m/ajRFyR8ApGrnMPu/bRPVjr7/rMbaCpM064xujmd+oOHwF+m5H3zo7GOrrnu34Puy5n0ehP8xX8YVr8ABhfr1RTBghdmDarYpuQp59pwkd/ZLfAZEZySvLLD/AolvfOYh3YN7DX2wA+oKup75YN5asJ4v4b15/Zt7PeLqBffR8HxkEJ/oguaYa6kra4BviwGhvYp4tQDYLo6kNIUelVfdEoLCY+ORzcBAlBA4U5cLS6srQub71k42g1+3/skH0steVlywvS14vxdYu236veSzZsr+85zUGyphAsH5nIXng1jchOsRYwjg65rEDX3xqajpys8LpmZjyM4BxPxfoeWzpMObU44dRmJVVXzRxNtrd9PMcNkmE/4u5Sf2K/eF1z8+2c66257GxqTvc34V1l/ETOsAPDenPue4T0yeyftYzu12PX2U3Svt15KVs+NjH5YujfojMgXS5VqUfITlugAYxJjoeQNSH5ayOHRm49cEYkjbMPuSO/foheF2LeT+2bc9zVuYf0DpgDDFeyjF+HIbMk/YYwoEjq/6GEt1C05o0OYxQFEVpP6IbY/a7x5EX+xf0z8TEZBD2nI4/UhRFSIoIIC1DtsqnaA7w9q3D8Azbj0+87Dk/Pvfn9Qe5HuF/W6fX7A8yd9ryczLmsbvW5/S9zc+B4TAfq+u9lDn6gTq2PXaAgzFm1c+KkNPK11z1unblh+04z55x01xJbi9QOCyCg3t8FBJamdM9MW2LHqceey79+PHj9O1Ipw7We7asD9RL/fiYe5Z/+t6cNWcUUgWl5XofOpbzjvncCfQS3et5TjwGjI3HuP1tfDt0lbSD/IbKp0Gq6sk7blwfSL5VPNr1GgoATwcel8knVWWKQtl+XyY/6YN1++vMr3lO+eOPfxS//we/nx/k+sH/94P80NZv/Ob3Rz7G9f34zbz+vtO+nx/q4qNcv/WD6oNcP/74x/Hwi4deq3mS/bBjPxjZkKr6fQ4zKggbcEJ8e4cOVD1IP7IfyCT9XW1Iv+J1leURWHL7lj2/XAlkY9PPLRm7dmwzdm07Ui7oD/dLhVwhKflelkVgGxNGfP592RgLfH7sNOGYZWTMupmyYbtdWrbkPjTG4GhC4gk2MwMrZtOOPdurXevAkC5fmzRnVRRFkbLZ7fSiZ11nvjdh3Z/0ODHpkOuO68Smx4HDlfhaBjfMv4wFerrj/t70GL3u+dWq50T4e4wfS/YB0aVK97c8R9/xOLKbMjgwQQPzalDzHjzwEF2rcK0Hup24vL616Dk9OMG/5WestI+yA+OoSNKQpooXNb2ivUXqYs/6R/smvUY1PTWda8Fcd9wnEutAWdLGjrJAtMcbzoFKPNyvjiArg5S3Qcpt32PXKOAHjAIy2UBVjnnjIP2mii3fPRmxlmXTM1RGkx8Djzl7tjnYT+wjzwEYX5Y9vi77uS/A/1Os29fHbu55vBoMbQA87WefYLOYS25v7XhdZSvXcpa9BssYvcg6nnGteU6waRtQrbfsZjlJQ/2XlIQN3OdWZse5VmD7sLno/NTkVPA/MuP2f7ALpX1jSYlDkosZwsd3r4vd6Df3V/V5Rf/Aur7j8Zn1WsYNxqOHDx/Gp59+Gj/80R/GD3/4h8EHqB48uB9sGs9YxfMH5GqQshP78hCR8bIocyxnjRI5Yt36zJkzMXdhPi7mB7kuxvzcgmE+zp07H2yeP+n17WqMsVhZnsDdr23PXo7Nlew3tuZ54cBtqkmLLzskJc2M5ci+FdVj8HbAC9rLh8g+//yz+PiTj+NH5sePfvxD8+PjuP/g80i/3X7xinWPtW30Db3Fv4an6Ck6vGudx2Y+j+Y9+8x7zsfaKHjwE7APjOePHj9K3/G++4C+wV5s2kaAM0IRCXHgGJgBQJNI20r7SPAY/e7h11iv0e0xj/ndbsfjfxllUYTwowRed4QRjOLx5Rv5kxQSgHz1g77Z3t7yvH0jVj3vwodadF8upg+15LXxJ+nHrvke9njTviz5h/3q/qI/G2ZIxm2+lUUZpfkM4MuW9f8BdTrdQB+GzxO83oAvidyjIz33QeYvyuG8HdyHeS+5Ht+gZxLcz9CxZ3poE8A8vO+xZmB/11mP/iUe4yIEQq63vnY8moNKmvhI6JzDXAPX1dS/4+fvO/Z1d2xTdhzu7uzG3ojvP0jdHOR4NKhpJzwI9NGhikcvHR+4bRXsE+XkvGjCvEgq5WgFymtfDsMYiYUPsDqofxVdFT3MJ2nnlufnOf9hLc7++7J938wh1QAAEABJREFU7yXAcXQW3cVHJy/la1TDQNIw/lUjhzHJrZF8NqRNUxECQq4KcMDvIJMib0d9+F7f/dS370Eb9tIu7Xpewtxkx7qzE3uWt6Fdzg+59N2nAwMhQLwCeAC4y8zIqo6GEtIB8LHmsW3e4hvxPAnbhw1mTFq2j/TEa+arXtPgfj5Psv5uI2cH5MvEV1UENg8oS+Y3ZXRSFwk70fX8rYL9OR62cNx6yZpPz/ax2+1F1/MedFpFUWN9OoD+Ib/Ms77HLWwzbSIOH8nzdMnXPWXAcGgiCRto+pYQ2HOfPw/I0zeegfNV4ZvJC7PhG/ylFHOyjayUxheOw7sDYNvbXCNn6FhZlF636MWE1yqmPIfnfwb4IM+p2dn8WNH01FSMe+zvWLaLoghJEQGED9fjM1eSMhW8yPKOdW3L4+Cq1y+Wbe9Yw3z0+ItY8XwD/xGZd9EsQ9hAhaW5+vpDWpDQ8AseNdCkjYS0Dx4SvgoA12GgX77+lj+/hgFEmDENbX3zoJ92fmDdjBocH9rzvtPQbcLnQOLox8A8Tv75uqmjCaGMeEADF18BwAP0TT9okOMJy/O0n6XMnDwZJ2cs5/lhrtl8xsMaMrZeqtevXI7yFS1mCEhGoJH1Ta/X4Rsy/rB2+9lnn8anfJz4wYN45HVwfEb8ww374oz3ux4n0QGg7zEA+gYNTzwugBfIcc6+0abXzTe8xgwe/E58e3z8Bw/vxwPPwaiT9FXP5bc91kEz45CkIbWkNQDvaRN+JOujzN3RfZ5zVR8pO5n8wO8cG+tFURZDPE1k8Ar6p8H1omHVA5ypfTSkNYPoW54SzMO++072szu9ToyN92IyP8g1HbOnZuNMfpDrTMycnAn8avq8qO2bVPEMXo3SJSETrsd44R82bsP9SZ/wrOPRo0ex5Geta+6DTdZT/OwEH5u8h3GN4n1b48jv2tp6wBvmxT/84Q/j937v9/ODXHxo61cPfIzr1/NjXL/2a1X4q/lBrl+rP8j1W/GDH/zAZasPcoFvfX3DvuVu+pZvFX/fVmF4gXahfx37GWN+VjM1Nen1xEn7JRMxPj5mH6Ub6GhZliHt6+dRekUagO6hh/ggvDeG3Cx53rW87Pm65wfr6+v5/23oMbLayFETgoP0/z97bxYiy7bn9f9+ETlVVda453Nua4vtQN8WfbBR8EVBcQJRccSHVpRGbNAn9UFB8E19VBQRBcUHUUHEB0Vp0IcWbNq/fbv7nnP2WENONVdmzVNm/r+fX2RkZdWufe7e9+x97h4iKn+5IiIj1vBdv3FFrRXkwzVn0vHwM/eT1068gK+nMVXyyZ7HcP1Aepzmumf1dM9SzhVUIFAgUCBQIFAgUCBQIFAgUCBQIFAgUCBQIFAg8H4iUNSqQOBTRoAxN+hTxqBoe4FAgUCBQIFAgUCBQIFAgUCBQIHAp4FA0coCgQKBAoECgQKBAoECgQKBjwsB3sfw8z//82/cqJ/7uZ+z7373u29839u+wd3tZ3/2Z+0nfuIn3jjr//E//kf8H/Ub3/iaN/zKr/yK8X+0r3l5tOHevXuve3lx3beAwMszP76FQosiCgTeEwSKavyQCLh7LHDApA4mb1SrFWMyKZPsmHRFWqlU4hozD0MxZE6XXd/c3dw9TjIZ4zQmlh7Z/v6BMRmj2+0ZEzy63a4x2eOERdsvsonng8Eg8r1Kh8Z+vz8wFsZhMurBwYHu3zMmdJDP/v6+xeI6MUHkTAbyQvfcUjHVyD2rl3a/8YcJMOVyyarVqk1PT4lmYgJMtVozcOI3HsS7Z2XSjpuFgh/nad/5+UUsrkZ7mLCyvc0Ete6obSfZAvm6Bky5B0M9SZzjt2zyy5nyOgnMd3f3bItJhyIm9zKRhmuGwwxr6uTu4z4bqlI5uXv0d6lUtqr4YWqqpnZOG5MP6/V6tLdcLse97tm1HFeFSXbtlM3MzMTi+DMz08qjaqVSKa6nDNNGCmk3Pu5XdaE9p6enwSe9Xs+ytuwYi9aweB/H8AN8cXZ2Jh65UP9fqv8H14j8ITDKU/aZAHR52dc9F7E4DHkwSZCJQ/AmKQRmnD87O9e1feX9av5KEjd4g74vxcIEpWgzx2maRNttYqM++aF71nZ3j1OXl5d2KvmhDtQnoyM7Ojqyk5Pj4An6knbQnknK5OUsru2GzO1JbrrWldyB5b7kkXadn5/HxLzJelC4e1YH9yzlXEEfJwLXuDm62y1NEitXKiHjs/VZyfCsxQTjStXSkQy7x8XGBv9EPpwanWeSNLwJjyJbLKBycLA/5kH4GP6Db91dspGo3DTkBT1RLpdiImG2X479svQNxLmgtBTXp2lqUKJ6s0CKu2yUKka9yB9ZOjs7lV6ULVIdWKyVuiBTR0eHxmJALI560b8MG6Rbs49niVm2456lVmxfj8BNmHTs7uaeGP2ToCc5Nv/afDz/3a8mczMRv69+mlwcFz6Cz/rS5/R3Tnn/k95GyjX6O//taytT/Fgg8JoIDG8suADPo7emalPhP83W50b6tBb6K0lSc8kG2Qcv3rhfbpmxSPmlfGV4/VR+EYtVHUp37YcPfCCf4MRYhIL73d2SJAmdGHpSPhwpdZikODf6jf0g6dRU+jRJk0xWPTHXH1VCrvr9vp1fnEd52YJO3XgZ0/5+z6hP6NLzM/lKlzaQn2m6N1FdnHxUL47dXXUrWUX6nIXSwIV4g0Xr8J9L0v0seMF9pmttYnP38RFthajTheqEL0gd0O3ggq/T7XXlC++HL4QNACN0CG2hfpEq9sAPx07gO+Hr0Y4DxRtd+Z68dIoFsw9kO8gf/4t+6EsPURl3VzWd3XdC7h75g0eaJsIutTSBEkuSRL9BbtoR2Ss3sIL66sPAC5soX5JFwWnTycmJ5Yt/X4jXwAN8uIcUAjt+41oWIt/r7hkLeu3u7YkP9qwrvA+EG4t5cT+VoY6Qu+rIiR+SwseILzJQXsrPzYVBKl6qGHxUn6mHv8JCScQiOR+5jzASIyNPps1dd48o2ha4XIZvjX9M+3pqD7zNYpD0+WDQ151mrvxoU5qmkmGoFD4KMjQpY9m+fpPfxG85JUlqifoOIi/TluN8KTvG4jAnp8chU+CJrB3wYi4RPgu8fiGep966dfxxd3PPyHx8utgZ800GhQscd32rD0qK1eAVxjqIb2fl88I/6KIkTc1d14m4kz4ihdwnzg+Gdil9AI8gG/TZrmSD+Jt4lUVn9hR/oZeOIoY7MV4ecKk4D3lErujLgfIZSh8NIOlP0vhdvJmnF5JN/FXGT/Cr0UmHypN8oWPJ9NkoJo6FI8Xwk/XO6076bdFQcidnS5+sIxL5gKmwLZdTyW45xgemarUYY4hYQ+MIyA7XZDIC1hbbZFvc8fWHimMvLbA/PpGuPxQdiQ5Dfo5PjiTTpyP7OMj6M0ksSRPJbmlMlHcrlcrja9AneZ0S8lD5btqEMTaaPrrQWA3yeST7fCCb0ZMNyRaC3jd0CrqFuvY1tpXo/jRBF6TmSaK6JcpMnqnyIy8Wj6Uv6VPuRb/uia9IiWPgp4hjjo/CJnMt/IF/zP3wD3hBZEwZ+CNJlJlYmqYjKkl/QWWlFcMWY5ORg6nadIwHVhX/gQ86LEnTqK9F48k5I79xzFn6nnqAD+25lJxQN/g84wau+rAIPIOQV/XVEFmFkNs3pKHuH4zy+bBQyGqb9aG+9ZGAI+ki9bqO9cku+oHftzAO9+i032QyzosEm4obys8UCXN0Kbx/qrE6ZOxAfghysiffpCc7fiBZPJRMIkvn8lHhQWVj7ipBxH5B7x4BeAKaLIlj5CBLs1/o32xv8psrJo9H++o/9aKZ6yPSt92+Xb+fMvrSw+fS2Sfyf3megK7uSWdf8U5PtgQbciY7I/+Pm0aZu7u5++jo00qiv4SFPpbIduFHYR/Cl5qaNhYlDX9qdjaeBdRk3/Gpwn7oevcr3PK8QBBf6EyxCbKKrUN+kd1j2fZzjVkj5wPJO/dwPdm4u+oAJWGrsVVjf2527qXysXvuiek2e9PNjT/d5WaeuCXu5j5Bpn1jc76kC0mu8x1nJmkg/Y8+om3EqBld6rnGpd1ccJtrMxrYUPeBw200KniymB/tviCgnlQCfimXS1bVsyX4gmdGU1NTGheZUhxXs6rGn0vyu7hOcHJLRhN5ZCeyb7ADM/gG/U7MtrO7E4v6r2904oW4yPSR/GTGT+AjbAX3wW8D8VNG2JKhDUe2PH6X730pnwXfhXu491T8STlHsif4X/DqkfLGH0ePcA33ypOzJHFzzyjaoypfKs8z+ejHenZJXIcv15Vft7u7G/E0ugdddHx0rOdAp/Jfz+XfXhh1IF/qSt/nfezuKicJgrdzKo3izrLGWsrlSjyfrMq3Dswlj/ja+Hi8gJVr8/rZaBsi3KN9M7fJTSgZdRiIB3kBF/XqRzxzaYGpMMyvd3dzz+rHOa7FBtN++mVza8N4odaz50/ty8df2Be8kOv7v2q/8mvfs+/9KvTL9iu/KtJx9lIu7ev4e7/y/+z7X/yaPXv+1Jqthm1vb8YLq+ibc8VJ1B9/153yRRQ+QT6x/+3uZiW7Zyn1DBzFh2CY8caRZbzR1fPzboytdBVDghe8Ab+d6hk6C6zT1rHPL9zJj/5xd6NPM+zTka+fho6kv8uSMagCb4gvqnqGzcu4GJeD4JUKfr+ug6fIx7S5u75f/kS54pkB7RCPo88uNZ7Rl40diE/43cylM1MjloIvK5J1ykL+Z6ZnIgakXOrlSWIvb1ICysOhUT3gJ2QT2Y6x0cMD2z/oGXhlsrQfL2k71TPVM9l6rqVeA9VzksjnUjx8rrGVU42zwkfI9r58R3DHFpEfMs/vXMv9Wbuol2rrI+JQpI+5dECSpIE7WIMxsjejZ+S0uVqrWlmy6u66WR9uUhKfyf04UXx9eAhIGiUX8MlgJAdDyengBv+9zvFwlE+efnhYvJ0au2ey4tIDQtfAgzH9S9lq9Cfj2shtV88menpOgvwyXoLuPA5f8swupaMGwnNAXwQNjT5AD6BPz2VDTqUzDmWHuXdvb1fj3LuyMft2KHt/cnoiu3yufC6jfFrmrhqJ2L9JnE6k09B72OBM/uvyeaYM+5xqXIXf3ZWH2sX9hfiDwodLA8n7hewJfuGh/MWubPiW/BQWnmex7dW1VWu3W7a5tWnw177G+Ln2Qrw3kH5w93Hj3d3c3ZI0sVTj1iX50PARcdadpTv28OFD++zR56LP7NEj0cNHdv/efZtfWJBdnTFsvrsbfulA9Roof3h9oOca7CNDr0vkMXmtMn3lx92zensScoLPAhZ7GpvZUrs76x1ryX9bbazamvDgBWUbm+u2vbstedszZO9wLG9ndi48wedSsg7Rhpxox03KfhtE/M59+O9Hyo986Y9dxQrb21u2ubEeL+bieR99wH2vbJR+yNvv7pZIrtM0DYyRb3wY7Hy8fEZxDufSUmJJyrUuPCw28oidD/TLnSmom9AAABAASURBVLZklMjPoRngj29EHMQzxSPxfehixTj0eVfjKxyji4/UD8cae6FPuJ7+4V7yABuIPN3dEhd+SUapsIbwI+Fr/CcwDv9KvuzU6H8WpzQWUVOsg5/JdUmamCsPd7ebm/vL52QexjaBek3GYHn8hSzY6NZcX8eh8nN3c58k07HIfvDm7rpoOCr/UuMBF6JzuwgfVql0ROAlOSDmGsqGDVXhHLs85dwkRX2V89d+1BB9dMlQMnt1R3ZOp1/1UZXd9OfGt+WbDvNdpTdzURkCkzoiczwbw0bv7x/Ih8eP71mv27PeaBz3WM+4eAZG3Mk9yjA+7m7uPt6PnW/6lWV3PReV4eJFCJ50d3MXXb9qDFr+i7vHFdHaCf0LX9GP6DWI/0O4jLipL501UDw9EA8M1Q8DUZ6yn5PwVL+DhfaijMkv+AD+uFRsE9gKv4N8fFwyiQ7ERwLvg8PDLFZSbHmmsfSL0ZjbJb6S7AVlkLe7R5sTyRKELELIWE5jeVSMR2w5VRuN7xBnSkYzmSwrFkwtIT9zsr6VKDf8NNWjr3gSPunD9zoeDAaBC4Arm1vvf39P0p/QYNTHo33JMv32JgRGk/T+tvk9qNlIUEgkOuIfcY92wE974+PgOfF93g/UHD6Hd4nh6/UZm9UY8/z8vC3Iz1qYW9B4c92q4nHkIEnc3J3bRPStSlQ5OrDxWR33xcfogFONOxzJXnal67a3t43/HcBWcp5ruC8nJ4dR3rGf//AuU9V1BI6SrD1gNtD5wSt4Nn4XhqTvjGQ/3mWzf1De6lXYJmqRtXFgQ7V5EHp+GLKtQ6Umyo8H2n9NAltRlvfQSMmbNKcfVMfX+T3Paxj1HugWt5LG/2rS3fxvDC+eg9fn5xdsQTQ3N2f4WOVK2dw96hV5CIlIBYxYQ7+ZKPsdPsbXg6eveH3LiIk6nXbEQrt7O9bTuNuRYm98yLORHUL3Y/cHAnMogueGo7pyjrx5ZnIhHwkfAT8CW7enWGNTcRdxBf+TQwyGz7+rmJ7xPPKnvu6SpBHZaOM8eUOcQv7x72em6zZbn7O5uXnRgs0HHvMRa1U0bpomabRZOYJGEPdrxyBBE4dv90u8cS3DrJTsO/sh3+fKnGgbPsLQBuapW4n/zalWbGp6ymbn6ra4uGB344VcSzYffa4xC/U5th/Kcr76dlerRdmZofgi43N8G/oEX2N3d8929cyjp3jg8PAonnWgA/FTqA+4Z/d/Ot+0nedIu8Km01k3xgiyF3J9ab/8y7x46/+Ll3Dx8i3o//2//xfHV+kv2/e+9z37lV/51Xgh15MnT63ZbIUd4f+SyB8Z+RSx/Ri5yF2yqmcHvICLZ96MKU5LZvE/KvK7S/oN+XTPdC/9Dt2GBefhDfQysTk6Ez7M5lv2Yk7ikeJ1fkd/cy1yCnEvKcR5+AxZjrFY3bOvMdhdyTrU6+3H/1SQD9dcKtYZyrZRJ/dJvcGZggoECgQKBL4WgeLHAoECgQKBAoECgQKBAoECgQKBAoECgQKBAoECgY8fgaKFBQIFAgUCBQIFAgUCBQIFAgUCBQIFAgUCBQIFAh8/AkULCwQKBAoECgS+JQR++Zd/2b788ss3Ku3zzz+3n/mZn3mje97lxT/2Yz9mf+Ev/IU3LuKXfumXbGNj443ve90b+P/t172W637Lb/ktxhxw9gt6PxBI3o9qFLUoECgQ+NAQcHdj0kaapsYkaiabMbljdrYeip59zk1O7jBtTLQb8qV9Pu5OEpMMLy8vjUkbLGzBhLjd3b14QdTGxqZtbm5ZPtl0d3fXmPjR7XZtf/9AtG9M0Op2ezrfNV7AtbW1LQO4aZ1Ox9bX13VuJ65h4hITPpjUwSSQm3Vxz+oTlXpLX+6JlWKCYs2Y/FKv122SMqwquiY1NurEJBVSjjNighp7Q6PeTExhAgxYgAvt3draCpxIWTCESTHgwmSWjHqBATjtCtvt7Z3Ad3NzM9Lt7W1hvGNd4Xp4eGinp2dRFvWYJGqRE+fd3eADJvNMTU2N2zg3N2vz83Pih7pxnt/hGdPm7nFPqVSKRf/4HWy4Z25uTvjMjO/hGu5zz/qGMnNyzyYNgdflZd/o19PTU4N/9vZ2RzywLh7YGNOmeAm8mLi8t7cXmIDP/v6+eOlgTJwDv67wAC+u5z7ux7mCr+Av9sGO68AN/oWP+/3LmFRosV19ubvRHjCDyuVsYWvwqVYrgUealuIa05a3VbvXPu4e1/D7pWSHdlM+9aYuu5IT6gtR94wfaOO+2gz1Ql72hBP1px20h3Yx8ZTrwZH2sNACC4uAsxXbp4tAPjM3EHBzpUmSWqVckbxOGxOw52bnpAPqhl5jQY1qtRo2gsnGlm+jfNzJwSQnQ2PSdL/fDxvAIonI3s7utuUToeHJnZ3t0OXdruR2vyc53zcWnofvj45YGISF9SHtcwwdH9mhUujgYD/uIe9uryv+37Od3R3luS0duCn9uTFalHXdOhvYjk4cb6tc5IT7sSGnZ6fGC29uyoO7mz55K4v0dRAY8QKXuoOfh15Lk8TSUmpp6MLUnIUq7BWb67zIXV/aRSfSN5fSwehiJhbDHyxk21O/93qyheIfFuJl8Yqc4KWDwwObJO5DB9Ln2Bd4lLwpQ0Wpv7My2S+oQOB1EZhwg8e3wFOJ+L5SqUh/ztjc3LyxiEVdOnV6ZsZq1SnpUnzFknEdN3JPECs2cEIp/HkpXQq/nskfgq/3pDO3WERua0O6bku+3lbovj35QF35OPsHveB79OTR0VFMgEbXQXEsPXokPQqhbw+kS5GbkCndT/4sVoE+pZytrU3pzg35YJkuZRG9dqdt6xvrsXAe+pe88FtYVKrfH0Tt3X0kUz4+pq34geVyxbAnLPaBfcFnnJkWLrWacClbmqRxr3t2b2Rw4wvckeHz8ws7kx4/UltpAz7zprDZ2BQ+wmlnR76wsOmhL6QrDuQfhl5QuzkHbrR1W9dhm/I2c19vvyv8DpX/meE39aWHBoNM0blndXPP0hvVeyuH7i4cEvEI+jO1DLtyvDizIt4qKR5Jk0TX+NeWB18NBgP51Zd2pngAXgAD2r8rbLZlFyF8Tc7BD1BPeHXFbzlPbO9sGQtIbqjveUkuWPekg+E1+v/i4jxiDSrj7lEv9yzl3DclzzNQnvBSuVy2mnhmeqZu9aCZkDd4ivNglCq2dXfdmfWbdqJepDkug0Ff2JzbyclxxA27+NIjTDKeyPyVPZ2H38EGWQxClkKmjsQrR8ZLvCAWhgUXKGRMfLcPnuLDHM8dyhCPgil4git++/p6J+QLXqRPupJL+uskFpTNMKbuUhE0o6CvQ0Ddrk92hdjAzWMRuFT+SLVSzfxd6WV0NPH8JO+UFNfCZ6Yt8CadAJ1zQ+kDFrThxQAnJyd2eHBge93dzBeNhYA21Jej/pQu3VF8Dn8hV8jOPvpauujgEJ/2QH4ttG/wGL9zHdfDK/DDxqb0cM4f5Ce/F55El5+If5HBgfhZzrhqm33cPdt5D77d3dwTS4Ut8lmrTSnOmNFYQV1p3bCPU9PTsg+1sAVJkqrWQzVn3Ivm7jpnV+NN0jvoH2QNzHaky8GKeHhHMrajY3QVWPL7gfAGryNkV3Qs+T0+PjZkNkjn+I1rDuRHRl9Idnu9rsZV9iz6Q7hTxta4j9fVz1eEDdpR2V3JLvcTC7EoYl/2nMon0ttBaksichuNgch+Mg7AtdQLHUw+W9g06V1iexauhTojO4zu2IIXVB7t3JPO7knPoG+iraP20p4j2ckgtZm2Hur4UO0dk8aMaPPR8WHoQ+pBfbDrQ9kQeJ76Q6q2QeyPycd7ox3XNSIduTvfog/7I24MfgSLb0I2oUs+NETc9Cc5TtLUkOVSxHipwdPu/lJzwCk/6Z79HjhKf+KbwGNno5eVIC/wL7wfC4aKf7NxvX3pR+gg9COyhX3cEt/D/5uSgYw2DH8m9KL4+0y+88XFRfgmlEU93LM6uGcp5wp6twiMkdaOPsErqfinBIl/4J0kcbutSzh3RR4VzV72d2kX5+ca5z61Y+msA/lZ6Pmxrya9fSCbDMFDGU91ZaP3wkZvarydWAa/i/0d2Qr054F47kT2/Fx8MxSPRoE3vtyzetw4/Ukdurv6MY3YhJiOWA5fal4xb70+axHXVWsxHn6bP2WjDblEB5yrL8H9RL4M+iCLu/pjfZvpTHwBF59AicFDZcVCNcUCM9N1o+x5PX+Ynp4JP6Kk3+At98RU3VGJr5moKH2yi910v4uUik/h1SRV+UlipIlSd9ePrmvczCAbb+5u7hmhD8dtHvkv+CDEFPvi2Z5iz55iK3g2SPx4kPuIpPJLDkRcH3Zd9pyxrXPlhY8xHNlqyskq4EogJd/iBx2fFTeMtieeZP1F7Ca+mJGvN1ufMxa3nVEMxzOkqs5XyhVLpRNcOJMH7Qga2Uz2WZRzPN4s23EkP6Yr32dLMdWG4v8N+crEVBsbGxrD2DRiOfwj7AYYB41wPQTT0BP7YVt66gPywr6gE8hzU8/Y8LXQFxvKn/PYmAPddyJdga/U1xgB7XV3xRmJJao/BN/GS5fO0VNHRp/iR27Kr2t3WtZqN40XNLDfXtf4inx8ytiSf7ktncQYxZ5idcqj3gdR7wM7hAfUbvw32n8kPjiSzSPNz8Efh5wTwWMsbM5YKrLW1/M2cLTX3lz9qItdpE8kaqvb1Z9Ox0enLSdzITAchA2+EI+Gvy5fk77Ykf0G2w31F9h21P4r6li2r1TPgRl7gnjhGvf15OfSNvLDDvTxr4dR/Hv5BR7XKzaUbhtofOnSzvJxLMk9fLopf4axgGa7Zc1WM/ijI74AI37bUiy5I97YFV9gs8ACvsJ/OhBPHt7GF+KB/Pyh9o/UB/DHka4Nvjg7iWc3xLOX4mVe7qwKXq/yjSN1bXZGO7TP3U0fM7drG+fcXTKRWFnxH/ZiWs+a65L7+sysoa+Rf/R4ZTS+hb4wbcg7pN3xh+O+4iX6HF6Gt2k/soKsgw8xICk4IT+B0Uh2wAlZgpArZH0bXhTuW5L1He1zz75i9EPhEzIj3h0QX6sWjEFC2hVzx7dFm9XuNEnUxrLGems2MzVt2MWZ6Wx8ipR2Mv6QahzCdBNtgW1zsmJ7DxH4JlUaSoy+OX2TGnws97p7NMUlN7Gjr4F89MyunNiRbCJyvqvxWuR5XfZ/XfZ6S34BMs5vyDy64gBdINqXjGOL+B19wbWMd+9Iv+7s7ipe6IatRQfw0i7G/IYqE7mlGu6uWmSfOKdd98TSNLUSuk76DL02LX8HPwd9UJPuQ89xjbubu+uu0QdFELvjnTgqvt4PBOgpuisnakW/Y4uIY3Jb3pUfCQ/i52U+Dr7oRvw/xJ7GifHhxy94u7yIMU3ygtx9zBPuHrxUViyD3ajJR56SXZmWTanLfgY/aSwVvzlJUnnJQ+tfXoZPgV3Exme0n42hSEYo+yWS33BwC3Ev/gF1xc/FP6BfwnMtAAAQAElEQVStA8UZps3d9f3yx92jDXDxpfwJFss/0VgrZSBv25KvDclmZ6Mdfh6+XfjC8onDD97oyHdfF20Isy0969w2fCN887Ech/zuW9jzfF+49xRDcR16YEe2fEuxPmWtj/xL9jmHv0Be+Mz4Eci1e1Zvdx83iv6F8jYnsvEl+qNa1XOEKfkv00F1PeOlX4hjyuWScZ3ZVT72EW3A4+6mjxFHRB8rhj9VPBTPQqSDwXidsWvhTv8S57QYu5Yvu6HzW/K3ttU/9Ct9BV/01H/0J3ySxzj4qPhhR/itEeccGsfw5uERsZCO8Wflqx3rd2IC+hM+pU/pu9xRc/dxL2Tnx4dXO6NL3LI/fpi4jcPMpmd7ZvrR3aO/6XMolf4PSlL9rPEH86gCZU6SadOtBpnpGjPDxlxo/Im4PmRY7QKPnuKDnuIeXiCX2bEDybQImZbsghdyTQo+R7qP+9FJ5Bd4yHGlfBUTH/fEqG+SpsbLzlL5pUmqc1mF4ppXfbl74EC+5E85xMOUS/2QwT3F5dSZfj2QjB6ontjfntoSvrd+x1ffRBeIL+AXbDA8wTW0hf7E9g6l3dz9VdV5K+cFzzgfdzd3Vzwvksyn4JKmlnqi8zll17hnqY02HVlGOqFMh4qBB4ofkJMzjVkETuLZMR7i+15v38Ap4//9rG+FF9dAnAcPeDx7aclZ/B9bfxTLu4pSNYTS0NBVfdmB8/OzeDbdFd8QG21ErE1M3R6PPXSQSZ3f1JgEPhA6c0/y21XfUB/oQH1H2TlfRSpZo6/Rn6Scy+jIOIbgP/gY2xFjesKAug3BRDVVlb/2465W6WORakepvr/2ng/nx2HIT2ABHj8kfTjt/VHUFA9kkvI6cC7bF+zayfpCOy/paXe3NEkzf17+14x8ecYtFxeWbHFxUWOYjGFMx1h3iv5M0A3oRhtv7i4W9jimv5GBTG+eG/7VgeQceUNfHkjWkCn0BHoVnTFUzMHNkUN8cfQuiMw96uruUQBjQehfdAl+IPVFtrG/2JtJQkdwnKfsvzEJCzDICPsuki07kv1Hb2Lbc10CllBU9NYv2gDd+uNrnvyay2AesVIkkY74KPbFSuM0O09df1hSbl9TkW/2k6opm8G3WSJeL5fLVhWv48/W9TyH/2NcWoLfeUHTfPzf1ZSeuxDHlhTnJiNeGcrOqaXSa6qtQBmK4HUoi4/OwzZgj7AzG7L7+ILYfZ7FkW7JL+Q3bFCvtyeb2DV8BuwfPEEaFDaza1y3vbttm4rzN2XDNmTLyGdd/sSmxgDIqytbhq+Y8c+Z9RWTUDd3yamgYz8nHQb/J5Jj2lZTfDULBgsLFhgsLNrC/LzNier1evwvWknxgLvyUnuHE3Yt8tRxdi7Dl/zfLpFvTuTMvvDXbl5unuqU+oYjEXUVqdrq80T6LZUOK0dMQ7vmF+ZtYXFB7ZwLHTczPRO/wRup/CDTRr9GG5WPDgM3Mzc2TvU1Lo8eO5L8Midld1f9Kd/vQDJ+dE2eL6Ne3PcpEfihz0703BMeByP4dUN82253jJdrQa1WyzKS3xb7VynXheysK1be2jb8ZvwubAf5T/bPp4Ttx9hWd5ecliSnlZDF6emr8Ydp+SXxfEHjEiV0svTXbRhM8gP8AZ8QYyGP8M6enisx7wwehDY3Nf6ysys9uxe8xTUQ/EoKz+5qrJQ4jvu4flPPUTZ13/b2TtyT8eOlbMxAcg5lOuq2+hXnCgQKBAoECgQKBAoECgR+9AgUNSgQKBAoECgQKBAoECgQKBAoECgQKBAoECgQKBD4+BEoWlggUCBQIFAgUCBQIFAgUCBQIFAgUCBQIFAgUCDw8SNQtPAXf/EXjf8bfRMk/sAf+AP24z/+429yyzu/9k/9qT9lCwsLb1QO/3e9vLz8Rve87sX8H/yLFy9e9/K47qd/+qcjLb7eHwSS96cqRU0KBAoEPiQE3N3cfTQJqxQTyljYY25uzubn5212th4LTNRqVWMR/RIL5Ol6DDITOEiZbGWxeXxnX8NYYIyJHUyoZ6J3o9GwtbU1W1lZMYza8vKKra6uWaPRjIXGWq12TDrKrlvVb1wHLduLF8txL5NCut2enZyc2sXFpTHJa5BPUFW9srLfzXeSuFUqZZuaqsXi0fPzc2HQFxcXYnIexh3smJhIDQaDQTguGUbZpDczN3coid+YgMVk1t3dPdvc3DRwAiPwef78hXBaiXaDEc5ARjlOTWG5Kmxe2NOnz4zruW5jYzMmzPCirwyniyjLbmyT9WLfnfZVor9nZ2ej/+fFAznBE1NTU+KDcvCLO+24IiYgs8DarHgGLJaWFgOfubnZwItJQmDD5EawyfruCqPJ6rl79O3JyYnR35ubW+KRdmABL9DeJ0+eqs3PA6OMjxrin6aoFde22+3RxLVWnFtbawivlTFeT548scePocf21VeP7dmzZ+LFRrzkgglGlM3EYyaPgs9k/dh398CBCYlMTCyXK0b7a7WaeGRaNBX8wu+mbSA+RVZy0qkRL3jkY9ooiwlR8ES3uxd1abc70e6VldVIkY+MD2hXU3VuxvmVlbXAAnzghRVd3+ms2+7uriGHZ2fnIZMD8aWKirJJC/o0ELg57Q0+NHPLN+Qy029TIa/I+/zcvJGy6EB9Zlb2YcpK5bK5ZxOO83uNzEXICQSPXVycxwL38PGmdBuLLK02JH/Lz+3J08eir+zZ82fi2Re22li1RrNhzVbTmixMymJMQW1j4Z6W9lv6DWo012ytsWara6u2svrCXii/Z8+fSgc+scdPvrKvHn9pX3z5/SD2KYvfV1aWjTpsbW1Kp3SNhQJYNIgFbKlv3gYbXmHi5uMm/kh2PpBC6fOhiQFUX3c3dzcW0kT3wS9l6cZypWzjyaH6nXtMW55q13SnuXvcy/5wODAWobg4vzAWgGDyPfosW7SnfbWAV6cdOr/T6RiT7zsb60rX4yVCG9qHNre2ZBd37WB/35gUyuRw9O1g0FeZJnLpYZWq8q3YCgReG4Gh/Kuri4eZYhUvJVatVEOXLi4s2uLSkrGYRbzosD6T+QeSC2SEu4fhH0iG9AlRUjpQXvmC06dnp3ZwsB+LSqMHV1ZXbHnlhT1/8dyePnsiXfokdCHnG9KPTelT9B3Uli8UC6FJj8ZiaO1W6EKuCX0qXbq6umwvyE86+an0c+jSJ1/al199Ebr0iy+/CP369HlWDjoYWdvZ2VG9DuSTn9i5fIw+C1yoAe5Os66RuwcuaZoYCwtOjRa4WAQfUV1+Jz5mqVyK69yzPMA0J3cPWVUi3IfhJ15cXIR+6PW6tiH93lDbV9Se1bUV2YrctjSizeCwjr4QYW/WZHuWZRuW1fZV4QAmYISO6Xa70a5+v2/Z5pG4X0/j5Dv4cnPpQn17YmlasrL4pRqLo2T+Jf5mSfYYXWtfs7ljr81YmOtMfHR0dByT41nwrC2eoO+j/cKi2WpEHMLCz/AOWK6K11aEEfisCaOGbDD3sWDp/n4vXoaQL9A4lM52p84ZfU21fuBPEoFr10weJ0litB0MphWXsHDIbH3O8FkWxEukxBzVSsW41rTl9w8lV5BOBQ9h/7EFx4o3aM/29rZsS0c+yZpk6oV8i8fB+89GvL8KXwmDhrBCFuEX8LhGIxlriBcbunZNvg88ubz8QjL7LGT2seTsS/yVr75v3xex//jpV/Eb1zV0L7YLm0dMki3OdG7wI/WHaAPk7iQF3UAg+lxf+ugXYQROojRJFJ9VFO/OGDo54tzwd+Xzzs4Zi+Yia+gpdw8+CbzFOyb9psxM4hkU8qcC4CEW7D1k0ZnurmL6Dfm0DXuhgfZn8lHR1cu5XhJPIGst8Qmyti4/hUXm0akcd6SfWu2Grek65G9Z8vf8xYhv5Oc+ffZY/u+ytSW/yCELG2Vx3lksdpHXzUabu4/2frQJ8EFuifRZOewgixwF/hpvwEYuzC9G3MGCs8TWgjbahJzSB5PEOQg/ngW/WNgTTFalp5al05+P7OPTZ0/tuWIFZHBV9rEhXNH/4E+MwT1t9QXEOeIQ+qeha9F5uY58lveBZPcr2ccvZB+//8Wv2ReSX2wm/Yzs5vaR+rBwJosnnp2eGQuIUX+6w83MXd9BJrYa2kD6MxY+Oz+3w6Mj29M4wKZsGnWiTc9ePDXK/VLlEt9QJjHO01v4qyH9QRubahcxVLRR/NJZb4eOp60QOgy7t8b4nPhzeYQTtnJnZ9vwu09Ojo3FFPvYd3WIu+ptkKqtqt/8uCeWpqnh81dkt8qVSuynaWLufvPy4vgDQ8A1HpqWSqFDGfOqypejn+nvRL+5q4/1QVXC73nz3D363z3TqbHo7OVF+BAs+Lm1valxu6aFjEr2GiGnjRgXaGlsIOdjeHZN/sqyxgCey2eF2Occv7EYG/4bsR5luHtUwT1LOXC/2uf4vaMPvEJSE1fKIQ7UoMDcLUkSY+HfivQC/MMC4+xzzj2xV29Zn8FTLA7JuADjpXtjPdkMu/hCun9VflpDOjDXe/APeq4hvuI3bMEL6TpsBLYCvtnc2gideygbzlgsPrOpyFS6jDq76+DVlfukfsGOQwPFrq4+K5crsufTIx98Ifyqer0ePhb9y+9gCEgDjUPThxDH7hmuHN8kfs+J8iCO3d3Ij77BT8jiybrNzy/YvIiF0YkP0iSxbMuZUGyZZ5L9cOv3EOXFL7qWfWqoIg1KpOPSFBsnkh6Eb1N4ROf4zV1X68Ptr6KBxp6IXSMmOz6KmAx/AR+wJZud822eduQT8hu+InFB0OZG+Jk7ill6vV4susxzpb5iVjCW43pVfNQnvq7OfQt7WX9SECiCvanfUqsolq3XZ2Mx2zt37hjjAMRtdfEM4wBVjZ+kSaomDI224BtFXnm/2GhTt6LjGSNhXJdnjhvCBQyR8+fy2Z7LP3qh2CvGR8KmNDUe0JIfxJjhujFm2FnvGC8BAGd0AT7cytqyvVh+Zs/ld0H4d9Cy9EtL9mhLvhl2K/y7szP5d4wVDC1R/3viloxI1s76gws70zXH8qW4h3tbrVaM4zzRGM5j+ZT4c1999WWMY+PXURblE39TlzXZPHQafl2LMXH4RNSRX9cWf1D3Nvs6x+9cSzu4L1LpQ3QgbQUn9Bw8GLjC5yJ3t9s2zib6zV08nyThz2Hvkb2SxmxS+F/n7camW0ZnhtGXWVkDoz/pN3i1L7+yf9kXfpevSf2Ig/t95RO6ZBB560tliSH0/b59MhxA0cw9S220gQP2Bv7d29u1zOdvGj7NE40JfPn4i/D7c58fXsl443nYO2IU+rch3qbf4U18+4544hpf5Lwh3uVa+IL4kvvb4qf1jQ2NMW7rGcmenhseBr9SN6pJv5GOiSYEuSXqd/offqiUy4rt5O9rzIrzZuJ+8RW9QrOhJE2MZwLEeIz7zel5OrI/pxh8fnbeiAnxC8iPchkHHSo2gmxic3dzV/7iAeQ/xm92tqyjGAccaB+yCvGciZiu5Ss/AgAAEABJREFULQw6wgVqISciznNt+ASKGUk70ge7ezuKwzIcGONCD2XFe5ZIFw1pm0i7UZdEWFBv6o8um9d4FLqNtnEcui0WyyxHjKTqj/OKHYCKneKrQKBA4FUIuLvsbBK6B2nsy+fBvvLy87Cv21uGDsQHWJbtDz0n3x9Zb0n/taUHeDbS0XNDdGSjtWarI3u/vPLcsJOMye1In/T0bAEbj281lB5y95B1d6Xmlm9D6QGIY/RhRfENOm56ZiYWL6/P1EO3kU7VasbvXOeemLvy0Yd75SWhTrLd4vv9Q4C+Mjf3jKgg/HdxcR5jGfhVu8Sk+KGyq/hr6xrjZTwNXmKs9lTjgf3LS7rasBnu8AA5mbm7mZlSyI3fiTHgF2KpqniHsWnOw2+XF5fxXBu+h195fkV5GbWNF17By9nx+rVn4xFHqG4bsnfZNfKJN67TpuLiHT3r6+mZGPH2iZ6VMOZKm02bu6uOV1jYLRv1hPD7LuXvncWzqEPbl2yRN7FNQ/KJrDJe+1Q+8ZPwiR/bE413j/9fRHE94+INPX9pjuS4I3s/Schzbv+R+2WNny9HrP9Mz0qf2TL+u/plW+NN+Awnx8cxvkm95KUKd7/WAuoNYf8hfsxsfDWeFczOzUW8i42H6oprpjQmVipVzC37fz+phnBPSe0j2NTl5u5BZvhgQxtIB8dzEPUt48bEs23p2TU9/wLzpxqHx4eN8WuNn9O/T/VcjRjthfoEv2stYpy10L9NPQNpyT9Dj9OnHfw2+lop5+hj9Hkj/r90JXzhF+pn4jz4aW9vz45Pjix4VbJG37nndbbxRt/idrnOBOmaNEmtJF+2UimHnqa/kTd311UTn1GHcprf0zTR2FZqXJ9ROfbTNDVP3Ngoj/Q6ubm7JbqGLAPH09Pww5Fr4jXiAvgcTBgLHeMhTGhvJr8j+d7ctC3Fp7xciRed0R8nij1zPzavQ5Ik4YeW1Naq7BX/74uOwY+POqtOxgZApBPk7nE01BgQGDPeSjm7u9u2rlgCvUfsiuwhh9jU/HkLstuUzV1Tf8fzFT17eCE7/Vz+97LktSXZ3pIN7+13jXx5mR/85e5RX+rtnpVvb2ED86tsrjfW3c3BCVI/gkuqcZ9I00R9lkTfuftVFuxxGCT50PFAOPUVs17wPwvSofsHPeOFgPQTergjXwRc4Gv4m75eRzeLSDvS0VyzLmx5Tt2VjeHFd/Tr+flZxMQqxlSZsCtDxUU8T8Jv4UUke4pn1pUX/bAseXsm2UMeeY7FcyXGH54+fWI8Z0KOltUPq3qW1pBe5h76s3VTHpFFSOebkMYYiC0b6tc1UdwvXQ1/oud7+z3155Gdqr6XsgOmzR2QtDP50alkAm/sH/JULmXylKSpmpnoDmF7vbt0rvgUCHwzBIZf44HDl/x/wKzsPC/nWVq6Ywsx5lw34v5KuRI6n+uoRa5r2TcTYwepBCkdfruU3US/HWscGP2Jj0iKr3WkZxGZfJ/bpeRFd5m7G3/6sne1qQhlrVK0E3WM53QnRp2Q4T2NU2HfN3jxkfQS8r2xLtsjQsegz/KU/TehzI7hg64bOo/jDfnS6En+34GyDw73jRcSYifxKakjpEqPPn4j5TA/x35BNxGYxE/dHnYNGwc/z0zP2Lx4/O6de3b/3n27e/eeLS2K7zW+hRzUwt8tR5YD2R1sT94vcXL05Y6+Hsgnu5AdODb+twkbCK805Me90Hj9M43Xhx8gn2AVfx/7I38dmwifwRMd+TwcY48a+o3xvRXZq+e6H8J2rcn+YLPWxaN7spX4EfALxlGiF/441aLdOUXd9aO7y88oaSyzLJmestnZWVtcXIy237//wHhmwf+azUkHTE9NG8+aSrJJpi3Pgzx1+N5+Js2mmgwsQfxPE3Z2SnFmfaYesQ3/o7OwMC8MFuL/c/j/Osb+aVzeXvZzEnzmnliuA/F5jo9P1N89jS93RT0989rX8YF0ypHl85XIK8/jU0rhlYH8w4FkZ6Bng5fxPKRv8GtGF+N9sORcnrJ/Rf3wA8mDPKFPCcdPoa3uLt2Uhm5C7zDGyPzD2dm6Iadzc7N67j4dcSv6293NHb0r8Zag38YTjOXAT2d6Rnl0dGT46u122168WLanT58pfWErKyu2ttaIeWdXL4hrK1Zv6fyafl+1589fBK2ursZ1rVbbmAPU0/PpE8U88KV7Vh8zt2IrECgQKBAoECgQKBAoECgQKBAoECgQ+OQRKAAoECgQKBAoECgQKBAoECgQKBAoECgQKBAoECgQ+PgRKFpYIFAgUCBQIFAgUCBQIFAgUCBQIFAg8CNC4PT01H7hF37hjUv/E3/iT5j7+/V/nrwg7Lf/9t/+Rm3h/6u///3vv9E9r3sx/xu7/AYv+2Ie3He/+93Xzb647ltCgNmIb62oIqMCgQKBTwMBdw8jyWQpCAXPRPx6nUl387awMB8T0GZmpq1Wq1mlUo4JIO5M6hhYNmmI6VwQeV3Hrd+/jIUEWEy8PXqpEBM0VlZWDcMDrY5eyMWEjXa7HQuxMtmD81y3srIS1zIhZHW1YRsbG9btdmPiFsaROjCxxJ3yM7pei7d3BEZMPmMxrXq9HhPSmPiyGC/kWoxJamDFNe4+wgechtofjif+6SdLYsGFYSx2xuTWvb29mLDSFk6NmJC4PJr8smqrwqjZbAqbVkx6aTZb2m8b14En2DBZhkkwnAOjvb2ukS+LgzPBBpxyJMBrkvLztK9SqRjtYzLPwsKCzc9f0ezs7HiCD9fm97lnuJdKafAJ2CwuLo5eUjYfOHGOfMmfyUGU3+/3hctAuMA/eW4WPOme4YcDiKPCJNxWqxUTfuCbJ0+e2pMnT+zZs+fBH2C0ttYUPs3AJuOnTuyDV1P4wVcr4j1wAi/uh/KXcj19+lyYNqMfmCDKxKGzs/OYAEd97ZYNHGgPsoN80D5kaHp6KrDgOEnSuJM8IItJ3sNxO90z/LgInqbN9B19uLW1ZW3JxRoLZUsW1iYmQjWb7Wgv5yB4YUXXgM/z58+NfRZuQP6YXMViDSwGPhi8XLa7U3xBnwICw+uNjJ7XV5IkVi5L/mtToffnWGAImr2SYexAuVQS7ybiYnSaMtPHRhv8PYjJpAND7xwfHcXixptbG7H4KYs+vlh+bk+ePhE9jkU/lldeSK5XrdlqBDG5mknW7U7LWHCGFBngfFzTbGQvKViTbVhZlp58bkzefvLscbw0g4V+vv/lr8VLZFho5MnTx/b0+dPxAkwsaNPt7hkLZrGY88X5RSwiRN1phqAgMdcfnzgovm5FYDjR9zcvcNm4NE1jUQom88Nb6WiBzq9TNy7Q3d2UyD4MrX/ZD146PTmNF//s7u0aCzO0Ox1rswgM1G7FPhP0O7EwxLquWTcm+G9srGt/w7a2N417WeSCBXF5uUC+MBGFJaqvu5s+VmwFAm+GQCYIuQ7hXvQpE6V5scuCfKmlxSUjnZ2ds/rMbPhZFflbyAjXD4eDkS80yksnh6FL+9aXL80kafwS+LjVbhqLVCxLd7LwBPrv6bOnhm7NFzRrtprSp01rhWy0DB0aepVjUfa7dGljzdYaq7ayumLLsRiWfKtnT0KXPn589UKuL/MXjozK4R5kjYU0Dg727fjkxFj06VLymumFl2XJnXOJJUkqW1MODGblVy4uLMp/XrRZ+dVTsj/40Kl0h7tLHj1wGWaZChXT/cn4fF9+5MXFpWKCk4gNWIiwoTbRntW1VbVtLV6shA+YY0G9O9Ib2BOuAUfazn5D9gWcsBO9XjfaRRlmbmzu11POvRXKuv16VirK3dVeN/AAl2qtaiz+wWIY8Be+JwuFubu5v5rwO1nMBz7ixU69Xk86Ef+yNe577DN8ATYQPnejuSZeW1UcsqJ0JcNT+KJ7t7e3bP+gZ8QZlxcX4tN+9JVpc3d9W9TJ3sJ2BY+bKz+Xvqbt1Wot4pL6TN3gpbm5eWNhpLn5eZuZnlHcWjX4TbeMPlc5wVM5XV7CQ8fGQkMsaMmiL/ARvIEPwUJlz8T7GZ+sZDyFz8KCgfJV2jeoJRlthQw24lp4C558sfLckNmnkrEnT7+Khde/+PL7Y3/l8ZPHxm9c1xT264p5w25NvkhS+oB606eQO4iYuWepFds1BK563Mz5E05JmgZvIEvwzfzcgsE7vJwr09F1w98tlUumWyxbWEg62kBcX/KA+XZXjiL6g/hqHL/Jx8RPaUqfvJDPi44mXZbPuirfFd5C1uCb9fW2rYff0onFp9BP6CB+57pV6bHlka5/Kh58HC/kehLyyP3IYU+6Crk+Pz8zfHDqZlRcdXN3yzY3d892fwTfmQofSkdY1KNcqgjjKavXZwP7fLwBO0k/MGZQUrxh2mhT1gdXvQnmEL9he1iYkAXCWrJvq8J4WViHrMn/JwZgoacVnVuTvYvFXCWfLckpWKPPoJbuDdJvDfVdQzLI9ZnsvhjJ7lPFL19Jdr+KF1bm8Ub0i8p6IRlvSEfSjzs726FT6Juzs9OJ8QT1A30hcnfjj5YNBBKLTrK45dHRoXUZGxrFT7Tp+YvnYZu/4IVc4gPKfKLYB930fPlZxDmr4pc1lU8bIfRQ1saW+KttHdm+jnhusr1hC4UL/gOLYtJergPPA+kexkPA+FL2HQlwd/XK1Ye6Xx25uXvoXeQHPweiL9HF+tWK7UNEwMeVdk+MBTKJ7Wry2WoxRlyNeC9JErOrS2EXyfwVh7hnP4bs9gchE+jN/X35JBrzasVY3+rI12jIfjaufFnkVba2pXQNfpU8P3/xVGMJzyyXbfQmurfb25NfeBx+iWlzz8rVrrlf7XNc0LeBQIa5uxs+a0ljxsE/8uGCf8oVS3XO3V9RGVe/mSiLCRhjgm94iUlX9hafvSX9zUtMsLUsro/+5lym65qGPoRvVkf2YZmY5zl6czle+hZ8o7wYgw19LV/L3Q2ehtypg1uxZQggw5CZK6aryBefCVu+MHqpZl1+ObEK/Uv8kiSpPKdh6IPsPnvNDf0xSaYSPfolVZ5l8Q7+Ar4E/gO+xLTKrlYrcY1NbDKx46MfVAfVdHytCjR1v/LzESURl8HHqfyUVD4ldWExQ3fXtW6mj93Y3LOTxJXw8NnZmR3zkuT9ruEvsPhoGx0nCrstnu7IZrflI8bC+kq5Bl4Nkn+Anc58wGO7OD8PnYdflLVvaBSZlWqWp3Zje9uHWdlXuWa4Z4gmSWLVajV8P8ZG7izdtQWNA+CDz8ofxC+vjMdHhuHTMh4ixgl7cpVrtscLe05Pz+zg8MD2NEbIOADYrcoXev7iWYwRv5Afvrq6ouc8a3o21MzGRIQrWK6vr8s36oRv1BbuLdmXhnwo/KDnuu+ZdERGTw1fcln+eEs+4pZi4J5i6ePjY2NB3b70hRjcXPFpArmbEjMfqk8uNUZyZviCxJmbGpNsqhz8racRDz4O345x668efyUf83GU9Vw+HzptVTprTTYPnYa/Rh1pI/VFv/ijDfcAABAASURBVGXUMtKWeAY72JAPiy9IbB8vMZA/y7mOxk93dncNPQcPXvGKxebuSqGhIId0KM5xd6Ndwevid3y6Sqkk2S8bupvf3LnPrm2cof+VU+QXfu54fKsvbPrG+ERfcfjlbSRcJ89zXV++6GDQt6HyGeq5VuStUoei9/njDhpZDcGEvb7Gsc4UHwT/dnf1HHJDY3fN8Oef6BlG/pK2r+TzQ5yLmBLekA+U8caaEW9mvCE+EA+0xcv4+h3xOXwBv/BcBd6FD9Z4tghfSU7gGcbLWfC4q3jyUM9vqBN1A1vqmafs0wp3N3cXj/tIF8ILlXjZFnoRfrB8yzvGTTyUKP6uZGOAkvd5jdsg+1k6F2OkvBQAHxN5YlF5eHRAPws0dIuKjbLdE4OfTk9PNR61H+NaHelIZCsW6V1dtmURMkCbwaET8Y8wEj4tySC4IVv4kOgJ5J5rdnd37OjwKJ7VM84YWKgdlE2zVBUbwH/s6ISbG7qtVCrblHxi7N/C/IItoNti7LduU9PTofsye5iYe+bP0E4b5WPFViBQIPADEXB36Z7EzC1sCM/1WNQem8y4GLKOLC/LXq+g52Q/Qz8qxkQXtqUHkHP20Q1c+0I6FZvckK3sSI+gD3vyzbDbjIFga/DxKNMmNnQShD7gdCr7iA+DX8pYNM+C8E8Zb6yPnnVUyuXQm4nawT0QOlYqht2C3mMEsi5zc/eo5UC+yLmeg5yenYRflfuh+GHYF/zMbV5qJX+RsT1sKz4NN8NP7h55KeGU9kmyc5lNKYXNJJbCNpbLpeB9TAY+3MnJkfVkt3lRy8bmup57rxtlwsOML0caL9rKzvPbNeIenpeL1m/QxuaG7exuW/gFB4caV8me92EPqSV23p26cvRqwk4PZMMv5budKu5Bpnoa9yFvykTmsL/4w0/l9+DnPNZzkqdPn2js9am9GMlxQ745mGK78W1uUlt2HTnnOmQa+SdffGn8puXlZflXLdva2ZLP0NNzvuPMf1e9sMPutMWvNQTZhgZh783wTegLZJnx6sx/mbO52XmblXzXNC6GH2Dm8hEUtnx0Qu3mnpFpA5u+xvP4vwqeCTKet63xb3Qwfhg6lX7Ff+X/dB7nMY6eaTxXfLWssRj6imsbjUaM1eCnopvpT6gjPxYiT17sRP9HP0tXc1/ez/jD8PaefGlis4uL84gvhuI9VfWlenNu0veCn9Hf/L8TYwtQSXFOkqSmm+NS5C7T1VnHurt8P7dU16S6lush5JTjJE10q4u9dJduBi8bbbpVv5noCs9LxUEhI/LDkRGeA/K/VB3ZrFanafFMf4RHR3YKos3IEfLKtYyJYQf39naM/x9gHJ9ntQPpKsrPynVL08RoK/aqJr+1qufMtDlNU1ONxLz20ubucc7dbTAcxLjD8cmxyulJV+yE/qFvsj55oedVq4Z8Z/3ZlvxpPC7i01X9thLjty/07OSF4vUVxTQtxS8RX0s/HClfbHtf9XZ34ZwEubu5u73VTX2T5+ee5e3uoWuTNBVWJUP2wQZK0lR1gRIzy643be6uI1GkOqF8h8IJ7C9kJ07UpgM9WyHGoJ82pH/hbXgem0H7O4rT0d3Rr+pj9unnLE7btm63qzGPQ+mvE40tnMsHuhR/mbm70WkDlUl5+C3E+vw/6IZsAP3As56nkj3GG7786vt6nvVlNuagsYjnPMfSuAfXIFeMITTUV1m9xHvSr21RB/4TP3ZE1Deru2RX8ss9xJerii25F75Ez8OHRxovOZP+h8eHqqMqO/5wLAkx1x92MU0SYZ5aSWPD4I5MkaZJau7CfOhjeRxnUuwUCLwtBDL1fi03eA8fDF9+afGOMX7JmDO+QE12v1wph45IEvGn7oTFc0I0IQQVXh9IJ/Sl69FvxC78Tw36nv9VZDzoUM+B+V9Vfr/UOBj3mCtTSMm7+7hRT3fJlwph/IMxFvQIfia6BNuysbEhPxOfEupoH8r2N8Z+JOden7L7dP1I56E7GNPd2to0/Fvs+sHBQfa/R8JuKLsOLugNVTU+qnakxdfrIQB+XEkKudP/Sejeivh5ZmbGFubn7d7de3b/3gO7d+eu+H7JFnnWo7Et4lx8HfgaHxmKftEJ8pvsG37DJuEv9A7wF7aDbxry47Lxdvn6E//PwHlsTxubI1sDP+ADQtgdYgHszLLiA3xJ/HxsFzaopfG9DfFoV8/1kK8rm4Ngq1YIphpOHakXxL67R9vL5YrG8qYMWV9cXLJ79+7bA9EdtX9hYUHn5/Tcazpis1S+APeSB8Q+ZO/rBgTqn6ge+yPC7pZLZavJF2RO2NzcnM1D8wu2oDbPz2dtLmv8gntva6u7W5JAieGL4PPgi2P/md+CDukpFuYYnULMcM7/40d8RUV02yf0gU+GsgVgSVyd0aXBr1d0ceP45u/98AGzewdGXiP2/oSQ/Pib6u4j3VSOZwnoXvQzOgrZRF557s4zVnSSu1u2ZfpuKKaAOOcu+65jeAU+O9fz4yPFnDs7u4oxO8YcQ+bavXjxwpaXV2x1dU3PUJt61gS19Cy1LWrZ2lojfn8+eiHXysqqrmsoj7ZtbW1pbKqncaPT4El36uPhX1CHgn70CBQ1KBAoECgQKBAoECgQKBAoECgQKBAoECgQKBAoEPj4EShaWCBQIFAgUCBQIFAgUCBQIFAgUCBQIFAgUCBQIPDxI1C0sECgQKBAoECgQKBAoEDgJgL8r/ZXX3118/TXHj98+NB+6qd+6muv+VH8yDyd3/N7fs8bF722tvbG97zODSsrK/F+k9e5lmsePHhgvFSM/YLeHwSY6fD+1KaoSYFAgcAHg4A7EyLcmDTKJOdqtWZM6mBCx/z8vM3O1mOiGZOymJSWT+wYDIbW7w9sOITs1kkVTOxgUgeTNjudTkzWYCIHhufFixUmbtjq6mpM6mi12gY1m62YwJFdt2pcywQQFmrAEK6vb1q32xtPwmTS0XCYTdxyz9ri7vYuNjBi8hlYYMzn5+dsYWE+XiRw586S9hcCu0qlEsUPRpPKhoERdYRMWHkQ55n4wkS0PRZd3tyKiStrMall2fLJL2tyAMAFarWY/NISZuDUFD6r9vz5sj19+kzpc2HXlFHfNPIj35OTU2MS3HCEkY02jieJ03n7pqen1O9zNq/+p30Q+7Ozs8ELtI9rucc9a4u7x+QgXkYFNouLC4HLwsKCMTFodsRH+b2UDT4Q+5Dd2Pjt5OQkJvFsChv4A74Al6dPn9qTJ08tmyS0EnwUC3g0muKjVuAYi1W023EMdo3GmvBaCVxZvPrJkyf2+DH02L766rHyeiZcmzFxiAmClJ0vGEBdblQv+tDdo93wBfLB5Cf4g8lRU1M14xwyY9qGIz6Y7Ar3DL8cT2Qmn/Dc7e5FXa5kZ1XtXFMfN6JN8ELWroZka02/rYZMvXixLF54EW3tdNZtd3fPjo6O7ezsXLxwGZOhVJ2QeXdnt6BPCIFMC11vsJsHP1TKZZuamopFUufm5kMPzM3NxQJDMzOzVqtNWUnXuDvza21yG4qxc0Je0DssttQVHzORvt1uik9X7cXyc+mrx/b46WPxKQshv7C1xmos1NJsNcXbok7L2jm1W9bSfqvTNH5vNBuSgdVYwGV5ZTnye/bimfKULD/5yr58/EW83OKLL3/NWGjkicphASYmZ7eU19bWprGo1NHhoSHj5xfnxmKPed1pkwsP0oJ+EALXucldyI2ICd3oPvwKFqeAt1hQJUlSZeoisZB4hh2wJ3V3cx+RZZNEsfHwEgtSHBzsS5/txGKlLADTYTEYEZPy2W/Lz+isrxuT9aENFoPYXJdNXJcu3ZRd3DXyYFL4pG5XkeaemLurGj5KtVt8CgReE4Gch/PLkySxqvxp/KGFhcV4Qen8fOYPzczUpWenxws4cA/3Z8SRSLLBMbr0crRY7/5Bz1gApSU9ubq6bMssPoHue/bE0HEseLbKgtPNNenKRujStnReS35QWzq0LVlpKQ2SPmYRi4auZaFa9CO6+dlz6VLl90S6FP3Jwmno0i+++sJ4+cfT509C53IPi0Pt7uzY/sFB6NKz8/NYLECBgRrAxyVLpMNI3d3AJU1T+UZlm5I9ma3PjnzFRdmbWavJ/rAQBNe5u7GBA8S+uysvZzd8mcGgrzIvonz0OramIRtBe1bXViZsS8Pawq0jDDrrHeust4WRbJJsz7LsCLSm68EEnMin2+0q32PFOv0ozz0rNw7e8tdQ+anL9X31cdOfysx1KTqURYBY0Hdqatoq1aplWPnVTTf23D0wN23hX56dGYuS9Pa7wUtt8cOKeIb2rzZWhIlwEjbg0xKPNBoN+ZYrBp5ritfW1lbjhZgt8dX2zrbhK+OzXlxeyo721fVDc/cxqdhv/BlO5ODs6wtMsC3VStXAYqZeF//M2bz8lgXJ2/zcguKVGRvHHNynjPRhLwieygls8Af29yVjahftb0g2kAl8COQhZGzlefgeDcUT8Aqy2BZO4HiT8Fe4hmvXxGdguLz8wp4js8+fGj7QVxP+Cr7LYxaflPwhyw3xMTZsZ3fH9mX7YhGz87Pgx4Fi8Kzu0RR9CRS+hb2SD+Hzzus42df5mjMmmFxfaZIavMOiFXOz4hvFu/DOnPiHY3Q0slYqlXV15osMlQmYi8m1ZzoPKbcR5vAQskDs3R35vSxISF8+lV59/uJ56OzQS+ItfiNO7Ugf4a8ESfbWReggeAse4Ppl6SjufyreQA8/UYrccl0sWtjrKs47NBbtQidmNePbYnOnnrH7o/kadQY6LjD0JGIJ4o1ZjS0wxgDF4uXzsgXqB+SaeMO0sRDjcMzz6gllRD4DjbNAjKWweBkvtGhLN61KTy2vvpCsPTcweya8WOhpWXYTHQau4N/UmMpNuW1LnlsifmdBJ64H6yvZJdZ4bF89+dKwi2EfFW/QL+gIruPlB+vq11xH4nOenp0qBr8Q+wxM3XGNzOUPi6uGag9tpT2Mn+0FH20a9WFB6ecvniquUZwje/zV4y81DvLYnjx9Ivv/xF7c4K9G8Fgz7m0JE3gNfmERatKOdH9b53M+y9v5QjEafkRbtnJnWzpeuufk5DhbsDZfEE59Qp1JVO1IJr/cPRsbkfyUKxWrlCtWKpUsSfGzrdg+aATc3D3rX/VtrVazmny5cmXUx64+Nl0jkqSKPUbCb2buOj8i5BdeR2+enJ5qrG/f0GVN+WnYy4ZsbEM2kGN4tCWZbIlf4cuW9pHNZfnAxP/PJRfsw8P8hv+2J/+NBd+IId3d8s39aj8/V6TvDgGp6nHmbvyZJUliqfRBRTxTg38UK1UqZWOh1STx8fUv77i5Z/Y4ewHmiR0eHdqe9OTWZvYSE/ysF/LT0NkN6UB0HDq+Jd7BH0M3Yx/iupE/tiw+arUaxsK45EWe6Oucd9I0jXLd/eUqfaJnkF/6ViZL2CRWLlfiZcH4UfPEurPzMZY4PT1jVfVxpVyWzkgwdMYipNmolrVmAAAQAElEQVT9V7ohP76ZmjbKmSSdMhWa8ZH6hrxr0kERb6vsBT17qM/MyP+vWpImXGpX21WZV+devTeUBotKK6X7oSSxaAt8Ac9mti21RD84pIvcsr/JnN11TkQb4a0LjT8yFsVYKf/wwssfWHy5Lf3WFr/Ctzl1ZI/xKfiduABCz0H4GdxPbIfvQN74RZRzrfw48Pj+UXzRh2AJTlXJPP3FIpdLS3diHGBe482cI8atSDekaSJ/yWygOH+gm6+1Z6Ibae+Z/KsDjUXsjl7IhbyvKqZ/rnjr2bNnej7y4ip2k40B3458bV7GlfneHY0LdDT23A6faa25qth32fCHIg/ZGPw7CJ+e/Le2toyYMY/NsGXgmqiPgxIXT4D3UHHbZfjn+ILE32Hr1M8vpKvw4R5rrDoWq5dfh29J3JmVNYobFKdj39BhYQ/VhpbGxbGHUAd/TjwCn7S131LeDdnPNcWeq6IGJH3IOXzA3b2d0J0XF/ikQ+GcAepOfe3Gpt90mp8S8TeUpqmVpcPj+ZfSko7dkxv33ThUNipIn6H6dGC8SK0vnxLcWJT4crTP8Ut08zeNi/X1HBo+H/OGeORGie/VIfhRIXcnCYKneQnvqcZmsDt7PA/e2oixmBXFffABYwNfii8eK+YgzuAcvEFMgx1bVbyT9W9jNO7XtJZ44KbP3xZ/wPdN8QZ8FLwhvuL+lvQNOoUYqiff6Uh29Ux1wkejjkPpPz5R6fhyc6U0BZ2XJkn4+Iz3wxNpKn9f57jGrt9oSZIoJihr7GZK4zazRtw9r5hvTvJPOqvxnJpsBnqVLgWfwUT8Z7G5uWc0kBE6lfz3GL/Z3pIct4VfU+N/a4q5l4NoIzEdsoHc51i0wEK2H9kCS+R9dW058tjd3Y24mpft4W9QThRtHkngogqScsLdjbEp5KI2YY8WNSZF2xhXIK5F92UYpZZtoItwZEfFd4FAgcCrEXB3c/fQI9giHcm+9g19Fb6Uxrexr8j4qnyAF/LvGdNYG8WUyHxL+q4jHdnROA06oSHbyDXI/7Ku53h9o203fStk3Z0SRaQiG238llOapNJxFeM5B3KPP4pvM6tnHhzXeNZRrkQbXH6Cu/Izt/GGXuGgUAug8B6Sm3tGVA5f5EL+fD4GvKeYdEN2vBX2pRnPocO2ijePjo7s9PRMz64uuXWcj3uWnxKdz/a1EzYFW1gRvxBL1WQby6WywftyppTPhZ7rHIcvCr8SE2DLJ/3a9Y2Ono13VA8oey7ONTnFtTwz13W8tAXK7yG/HT3r6/Z6xjjryclJ9gIY+eXmZu6JuWvH3Nzdrm1xOFQ1MxoMB5LVS8nqqWzrkWGzyZuyGvJXkb9nz57GuC1+TtCzx8Y4T8ix5Bm/pSGbDbbIbkd+fEYd2e2OfPiWNZvY/9Xw4ZFnfPbw4zUWzzH3oiN6+/t2fHIUvvmlfMzhDV8ll2dsf074M6l8Xp4R1Gfq8l/mRjRv8/Jh6pJx5J4+MiOGUa6SY4n0NWg+5IO8m0mhIf0qfsBvP2U8T+PGxLP0D77VsuIcfFb82C+/+jLGz+nbZ4zNK7Z6od95rh19K12MfxpxDjGOdHUb3zX0dds6SvFjWzrP+GBD16Pn8d+WGb8Wj8BPe4oFibfGMbHqCObuTjKm4UTHuLt4OLE0TcKfrSgOjbEp9XeaiM8t3+hQcYISfese3aff4z7FQjEuUC4pj3JQmqS6JombKS+nOGGuJCOXLPEbOJ4JR3QFsT3PATc3N8Xb4m+1G1zbYDLifcYGsv9/6UjO1w2Z3drajDFV/NgD9QfjoReK9+BjyjBzS2R7UtWtJH1S0fNUeBqqlMvCoGTu1Muube7ZOfcsJT/+l4rxB+SJl0yhV/C3J/ukIfmm3h3Vm75tqt/ob8bqlmVzl/PxOD27oX+3tjc1Ltwz8s370FRkKnzd3dz9Wr2++YHk9EYm7h7luHBKkkSYpJaWRKpDCiWpcd49MXfX3ZASfdzd+DN9w2JgDlYXshMneqbCc13GK+gn9C86LOPpltF+jjnPy7pIO/JVIPbR813ZmMPDg/g/hTE+ZirNjW0ofu8rTuY3nktSFvfSD8uKLZFHniN9OXohF7FlPC+TjnyhvlhWnyBXDfVTo7Vm9Cf1ClIfttdbksW2BR9KJunThvQu18c4q8YcGHtoqt8pFz3PeAn9eaZ4DR4fChh3N3enyhlJptzdEjAXxowthDxJBuHTktIkTY1YyyY2ZTVxVOy+xwh8MFV7WSOY+DKJMe16fS7+t+vOnTvG82v8+in5ZpVyxdAR6AUaCo+TZuRK9AxD35yHkNEzjbXw4kH0NDJCimyj/9Hb5/zvx+XV/yK5e8iMvpXT2/8o+yx/diRYjH/wf5iHRwehk3c1frilsZYNPXfB9mBvM8K3lA0a/S8mfiS24E0IXZER+XRsQ3qPcrY03opPsasxsswPPZXve2n4lOB45br5CJA8HR1Gctu5+OGT/wJDCCDcPfg8TROLZzvTM+LxBbt79168kOrunbvGy+h41jI78ndLpbKxYeMGGq/L+yVkSDqd3yDKuDg/D7sOr/N/hPBQQ/H5ixfPDbtEuiIbFfZH53k+h23siBdyamNzIr5qWOZjLsf/fPBSrmXduyb7g3+4sbkezwjxBXObI5ZWTEJt5L3pgDpBA40lkrp72HrG6WpTNaONi4uLdv/efbt//4HdlcwvaFyP/1+Znp62arUa15s27oe0+55/1DPql6yu2kGAhIW7q8/Leq5fs/oM8c2s+n7eFmLO00LsM1cIbGggmEFZPjbWG+4uHnJju5DfeaK4sdfbt67Gl7vdnuLV/aAjjTXn85XIh+vzvNj/2Im2CnYbIDPiP+wBBK++TBeh88CT37I0O8cxxL0D5UO+4u6PHb5Prn3uHroG+UPv8H90zN2cnUVW5zQWMWszM9NjneSODELiBjFaxhd2bYNf4J3wQzQ+RQzH86Pl5WV7GnMMl21lZVV6tmGNRlPEGEvbuKbZbMX5Ff3+/PmyMQ+Nfa7j983NrfAZeOke5bi7dMS14ouDAoECgQKBAoFPA4GilQUCBQIFAgUCBQIFAgUCBQIFAgUCBQIFAgUCBQIfPwJFCwsECgQKBAoECgQKBAoECgQKBAoECgQKBAoECgQ+fgSKFhYIFAh8QAjwLopOp/NGNf7ud79rvDzqjW76li7+yZ/8yTcuqdlsvvE9r3PD97///fif7te5lmt+4id+whYWFtgt6D1CIHmP6lJUpUCgQOADQ8CdiREekzuq1YoxsYyFoxYWmHy1EEp/cXHB5ufn4rdKpWJJkqmd4TCb3MEECyZ4QDpjpCygxyRwJsCxaPveHi8Y2rb19Y3xBI5ms2VM2LiifKJHw1otJnqzqMCm7ezsxmQO8mLykWmjDpB7Vn+deqcfdw+MaP/UVPbiMnBaWlq0u3fvBi0uLtrs7GzgVK1WrcSk8SQ1thwrsMmJyS9gxCQ1Jst3uz3b3t4ZYdQJnFqttjXlBDSFVVMpWJE2dcxvTHbBSdrYAKedMU5MqgErypjsn7xs6pSmqdEeFneZmZkx2kMb7t2jPXdsYWFh1J6pmNhDe7jH3W1yc/fAhjbn/LMonllaWjImKt9h4qb2yT+fxEffQaYtr1Oe6pRRZ+rPwh5HR0cxae86D3VG+LSCV5rCpilMwOd2agnHK7rCbt02NjaE+7bt7XWNfqBMyu73L6Me1Oc2ov4QmJTLpcCI9tfrdYNoK5iUy2XJTCpKIhvaORgwEVICFGeyr8FgEE5ZxhOndnBwoDrtGZOZeLkW/Uy9m2pr1sZcXprRNn6nLUxaBivaAh+Qb8LCBkli7v4SZaV/7N9F+3Juy9NJRNzdWGCoIl6FZ+FjXkywsLAoGZY+YPLxvPQBE6+npkJvoA/gfxtt8PVwOAiZQe/Ae8cnJ3ZweGjdXs929nZsc2vLOhud0SIeLWvHhOqWMdG61W4qbVo70lbs5+ewB612fo60Zfm9bZ1nH+p02tZZb9v6huR6c8OQhe3tbWMCPws/HR4fGYsKIGPUkYUehyjnURvGiY/3ip2vQeBW6MRL8EWalmJSd7VSDd1YUYouLMsuprI9XJNnTR9A+TEpx+iufr8fLzLATsJLe709+QTb4qVN9XNHfNAOXmmLb64o4w/sY1s8Bj9s72wHHx4dHcZiYBcX58GrlJVIP7q7dCNHBRUI/PAIwLcufkI/okvxrWbrczY/Ny+fSvp06Y4tLS7J35q3memZkI1SqSx/MbVcJsgD3g8S/6Or8EuO5Auhx3b3duWzbEkGNoyFLGJBJOnBTEeK9yULrVcRCznHtU3JzUiX6rgNSVbGaejSjvRpRz7SunTppsqULt3dkRx1wz85PjmOF3WwWEtf/hL1xr64+0sAciojt1S6Ab+zPjtniwvyE4XJwvyizcl/Bi9+qyjWQE+4e8QUkbcUDqlpIwWffuBzYUz2ZpGWve6usWjL5uamIfcdtaOtdrFAcYs2ggsYBKn9SrEZLC7THS1wBdZgThnUoSSdRd+4v9wuVeUtfEBtOG5nnqG7Sye5sSAVL+DK7TK+9MxoEZCbdaPOUJ4HKccZVpexkGLoUvmX8NHm1ob6uC2b3AldSv+DU2sCJ/iLRU1ChyqWY6Eg8ri4uDDVWnyb1dPdKS7q7J7tx4m39BUo6cvdLU1SyUwpfBEWQarL715QzEK8wWIxCxGPzRmLu1ertbBFqfjOPeMn0wYuEDyET0C/I2N5zIrvAA+xgDkYYE9a4qGvJcWu+Ctt8AsSj+UpfKj725D2yRfeYyGjzHffHC+gxyJ8Oc5n8ULdC+tf9m2o2IE4W9Uff9Sk8X6x8zICYplrJ136OS2lwTu12pSxkNbc7Lx00aLBO9CC/N36TD0Wpcl0UcnQAeamDa6nF7KcWXgIHrq4vJB8nRmykemirm3tbBmLIyI/6OrOSB+16f8RjfmJ33LeGO+3bZJP4JWtrU35tDuKi3vGAsSnZ6fGgojUAX4Wh6uO788HtKS6LScgZIG9aqUW4yWziivm5xZsUXbxjsZT7sgeYC8D/7HspubqN1pFG4eKNYbKEL2GribeQHaxj3uyj7xMalO6Dcwz2W0Zcpdh3RzZvjwdyahsQfyODEtm2yKO6StSqB3905a+HNF6J+zMpvqEF2aiU7td2cfDg1hw6kx9g56kb+ATVZkmBLm7uXvsS5EKn2H4pJeyaefnGR/lC6DtSe+if6NNiqFoF7qjA59co1a0M+qpumZ1bqq9V9QetasVKedb1h7xYkft2VDsxIIsLBgJL6MbwZg2gHlUWKw/UGMGo35wdxvr5HLF8H2mkK3pmejjKv0oP8c9W6DWbmzK6saZt3lY5PXDIPCqPmEhTGI5+nha/TsjmpY/UqvVjHP8hn4NfamC4ZmcdBgfjpFd6FJ+xMnpscFvexon2NI4ATyIrmsHDzetGbLZ1HjfiIJ3W8bv6+vr8vm2Y3Fn9CEvJuzLHzVzwz+CV+or5AAAEABJREFU0omYk7Kt2L59BFB1oScSq0pHTGksCd0/K79/emomeIe+SpIsFnL3qGPWX1I4KEmd4bgvHYlePTs7Cz2L3kc/hr8mnkGftZS2RnwC/7CgLAv7tXUu03Prht+/J3txcHBoLIBMvlkxbu5uSZKMyd0t36hDvv+ppbleAAPIzCVn5fCViN/oT/zxID1bmJ6aHvetC0/7mo38oK+5JH5KxSP4EOgadM60eAk/blYxJeXWdFyplA1dFTfc+MrbcOP0DzyEBdzdUumTvOyanvdUNb5VUczKOeqVpIkJlrFNp02QjTb2Q/ddEpOdhR+Hz7+jcSp8iQ2NYXY0lnmdj5sjO94yzkMd2Wv8yz3Frkca28JWw8ODQT/KpjhV16jLmOzb3SaxZt89sYrGmuELYlleWBMk/29p8Y6xj16YEt+AKXimSWLueLbDaBf4DUe+Bzhe6YLjeI7T63UNHyYbB+goxhV1OsKtPSJh2G4b4wLgGKn0BfttUv0W+yPfChuDTdqSn8fi6F3lzwuUTk5PND55Hs9uqIdqF/VUVZVaRlIo/MY4yYXGHVl8kucz1HFnd9fwG8mXPsfmdVRmR31PGr6rjtvhn2X1pa5Bqmem35rWumW/3cnOd3T/up5zbcmuUnfKpfwz+ab4ddRtqI7JyW5sibCnDyrlirFYO35dZutrxrhERXyP3k7TJNqb5XMjkzgEHe2oLEEy0Y9DG+jcULEt90Z9tD+Y6N84xzU3SdkpI4IxsuTovSb4ggo6XyMaqK3wBi9+OtGYGnF/T89MdvGFtjdtY3NdY3CdjIfFF8SD8EUneKIlfr6i4Audv+IHYhuoabyIqyXb14JXuEZEHuTPmFlXY+vErYzrncmuEs/y0jT6ZJIAm3YkI75A51Xl3yOv9Zm64Q/WatWwCa6YTV2mvhkG0VfuI3uhe7h2Tjp7fn7elhgLjOfFd2xO46Xoh5y3KMs9Q+16XVQbFXAhH5LxG2SSlwLsyaYjV+voUfF/Z70lnCT7ansm38JE7Y/9+L0jjNcjVmfcB/yPjuUTKA67lC+Z6dSBqq92qLxR10VC3eD/sEPyg+sRzzKesBTPz5ZG8SxtRYbSNDXucc/aI2Ain+KrQKBA4OsRQPa5wt1lazz8sFyWdCbkE5vG8wDiSezd5uZGjNFgU5H3sR4cjfOgDxnbbUtHdKRf0Yc7u9vx/zT4VOR1fn5h6IC8fNPG/mCQ6QQdRn2oC/qwNlWzuuIafBnGteY1njgrvTA9PWNTipPRA+gM94Rbg6RZslT6hWgHvRBpnC2+3icEXJURC5o7e2Z9+dsXF5eG3Tw5ObGjw0OL5wjyy8Ou6nnL0fGRnlOdyV+Ely4N3lE2kYc7+UBxRudITWl2LngNvhC/wd+McfBiE3h8T2Xs7OyE7YJ/g5/DtjVf9gt1fuwjTOwjF235i6TcD+X7HcUYW/J7GZuhPMo9k+/Yl110MWkiG+/uqqtd3zw7hIchWer40G7acH5+bie8dEi48P9OPfnU+Oz4IhEDaRwy/GGV38FGi9oj6qjuIbOkQbLtkbaMerdjn3NtjdV2Qv43NR68JX9qR88wGS/IZPs0+gP/q68xhaF8Tmo9BOsxmdqWWJKk4dNg52dk52fn5mxRz5mIWRYWFo0xa2LfGck4fnGq54ambSD/Ls9Phx/Nx92Fi0d7huKDgXgTDPHFGEs50vNq+GVvxJ9b4qFxjEOfitrSt236NI+38M+i7zL/DD6E2rnfGuOA+o1j7efnO8oDPiVOoxzKpHzkhDpB1I960hdUenI/SRLZklI8J6wqnsnjHHxQxqmqiu/pT3f0NXfCynB1tg8KWR6peCRVPiXFuBWrStdXNT5QLleM+7nG3c3dqULYK+oDxYnRF343/veZ/PATxQTIB23aFv+GTyvsaHNbeIEP1AYTHbeFX0e4ch22DHnqKZ5AbpE5sMjLS5LUSuWyMYYxDU/LF4eHpxR7V4VDKl/V3Ue1IlF7JRfR+ki1pzSXZ2wlPnhXfY4f3VE9qVsr6taM8duwv+q7GJNrNiSvTclnJ/QXY3hdPT8hjzM996TP3PSnOiT0UZIaKeTuVCgwjJ13+MU4UqqysdnlUjnrW/VrFgdX1d9l8U+immZ4gC80WSWOIfqWfqBfD2UXwAr9vSF9hyxkWMHjLaMvW+rT1gg/xjC5ZlO6bEcxDi80oV9Pz09jDEKl2wiWwIXy+tLTyAFx3cHBvlFe6Nl4oc66sF+/HlvKD6LcjmQKHdtS+W1IfMU+1I76UMembIyI/uSc0rau5V50N/K+pXIok7iW8RLaDr/Qt9QPjEghznFM/5aEM3xZ01gehBxCtepU4J+kqS512VG1Wjyog+JTIPDWEYAvJwnerEhnMuZcr8/FWAVjGLPy72fq9XjeWdPYRkn2n2vdMz31qooxzsUYQzb+c2LovgPpBWS7J58IP5L5Dzzjz+VjnNfXZz2+7M13XHoE0vNa2XZs+on82n3Vazf+x2pb41Ib8q1yHUDasjY6QPLflq5o408qvc3f/Lpzbe4nH+mSsBXa70gXoU8Yz91RbAYmJ7KL+G1gEv2jetLOHwA3lxT02gi47Fpq1WrF6nqWs6BxuaWlbFzr7t178YIqUvxf+B89XZHfUCqXDHtpbHKT5DVk9kh9RH/B7xcaC2fMjrhoX3ZpT3yFrcAO4rvgO2DrguAJ8VLwBimEzxgkvhN/BI/I79nQeOm2bM6u7CPyc3h4aPDKmcrrh4+v2sjPD54Z2Q13D78ilU2J+L02FfNfFhYWDP8++7+ye3bv3v0Y05ufWwg8qvIBkHPa6oqDTFuW7wdmk+ijEUnqo+8q5Ur2TE/xTF16jTFa4h1SnvNVxRNpmoSeULPjk7VdGenIXTmJtCsbPYg4i/7GX+H5Q2/i5VxHenbFb5N+AXlx76dB8GROGe/Q/qH4FHnJaCgcoUHIEueG4t/BOL7MznPuiibzGsZ9nwaeH28r3d2SJLFUugrdgxwSu/HM5M4ddPMdQ28Rx01LdqvyRdBp3GPact7Qbnw4Hoxid/Qj/3t2pNidOGxLzww39Oyww7NT6Vr+t5U5aBk1rNGAmpYdNxXfteQTdGxra1txRtcODxnzymITysnrTEp93D3qUHwVCBQIFAgUCBQIFAgUCBQIFAi8PQSKnAoECgQKBAoECgQKBAoECgQKBAoECgQKBAoECgQ+fgSKFhYIFAgUCBQIFAgUCBQIFAgUCBQIFAgUCBQIFAi8DgLMqzw5OXmdS8fX/PiP/7jxf+LjEz+ynZcL5kVh7m/2v6f87yv/F/tybt/sDC/kepMceCEX/4//JvcU1757BJJ3X0RRQoFAgcDHjgATI8rlijHZeXa2HpM5mNhx//49e/TooT14cD8WnsC4lsul0QQsJvcMLJ/IQcqEC7AaDk3nh9bvD0R9YwL2yclxLFCyu7trTKpkgkez2bLV1TXRqq2tNWJSBxPAmQCyt7dnTEK9uLggy5h8UqmUrVabinpWKpWYBE/d3X1Up7g0vvK6xMFb+KIcJpFkE2CqBk5MTgObhw8f2P379+PFXExWZMIaE2GorzsTxgfC44qY9AKBGcR+jhETcZkIw2IGOEFglE96ydKGMSkRjJjE3+v17PDw0JjMBlbkRZ6vInChLdVqNZwlJu7cvXsn+vjhw4f22Wefqc8f2dLSYkwspr3A5+4ktxL5lctl9UvNcBQWFhbszp07yvOBff75Z5HnvXv3xFeL8XutVhv3HfWBT/L63lZ/zoEPbcQhYjLu7u6eMVmIl1W1Ri8uA5+1NfhpTfy0FpOFms1mTBICS/gOzPKXb53IwSRfJgH2+5fiVfpoGJPW4OGcbm20Trp78B0YsQAd8jE/P6d2ztvc3KzaOiNMpgysS6U0rqWd/X5/VNYgylJW44+7xzkW96F+LGLQ7XajrbSBl3HRxrWRvNA+MKBd8A4LeICnuwvjksqviagD8lIKOXLP6m03Nvrixqni8KNFAD634DWa6Pry0SQ/dGu9Pmt3lu7Yo4ePJL/fkSw/jJcVLC4sGhOvp6amxV+VmBionCKfwWB4Tc8NBoM47ku2kDMWa2Eybjb5es/QcRssmLjesU6nHXqtyST8VsNaklv2WzputZvW7rRi0RBkgAVombjNoiJM4mZxpXwhSXQEEwovLs6Nyfp9ydpg0I/6BX/LNpm5/kxblrqTuo6Lz5shMBSuV3e4u7l78AQ6sVKuZva6Nm0sQgeh++Evfsdu0Cc5n7Bv2vJUu/EZiq/Q0Wdnp/IJjiz4Z09+xNam+KZlLFLTEM80mmu2BjWUijhuxII/LenPTdvTPdhK9OrF+bn1B5dmPlSdlTikL3sLW5HFJ4lAzrduHjKQpiUrlcqSgZr8gbnQn48eSZ8++lz+4gP5WHdsfn4+/LBqtWa8eMm0IQ/kRTpJuS7LZOFMsnAcL8ZisSN04ZbkgRd1xAIW0pfoT2Qjp7EuZXEL6VyuZfEKFr/b3t22fAGL/YMDw886kc9+dnZmLARzcXkpn+Uy9PlQep36QapufDy+TS23H7ANLU2TwAQ7siQbw4IeLHjBwhcLsi9MLGchtHK5Yu6ZP0RZEIvXgAn7EIWRcg5cLhQvYAPwm7ANtC0W9lCbwQH9EDpB+KyPFu7AvyLWuJSdSpLUKoot8NnQVVOKN0g5l6bpS/Wxd7S5Z4i6u6WlkvCaCrtLzLG0uGQsADQ9PR11TanXaDEQcMgJXCAbbfk+v9OnJ/J/wanb6xqLtsEP8ExDOhReCZu70YmXFnQVZ5yIH8CI7JI0lf0vW7VSDaqUK+rXNPie3yF3J3mLNIy88na4u7FQGnxSn6krRl2yhw8e2qNHn9mD+w8Uj90zsJqfm1MsM6N6VlS/632YyVTmp4ALxDn46Ez2hjbnGLEQ0Fa86E3+yrr8FfEQvgl8BTVka0hjESH5Mx1dwyJCG5sbwnAzXiSJDeoJb3x1ZOxUfXCWy5h4F3wpn3oMRgEIKELGVxBfZmq+FdsbICD2kccSN7i7pUkq/VyKxQjnxCPooc+kmz//7Dv2QHyETlqYXzR4Cz1AjOuehM8zHA4MPTiQbxl9NdKJpm2ofutr7AP/E7/3RH2Mf9pVv7Pg4Kb4AT+WOB55a8I3Ocnf5Ty8A99sb28auh0fN3yX0xNjcT3481L6irIpz1SmvHmV/p5+VL+hMMvqa5YkSaY/ZPemp+thBxkzeCi5RYZZ+Chkd35BcfSs9F/NWAhR3aamDmWHoIHSjMYyo364vOwHRifHso+HBwbuuxp3ImbYkM7vSDbbk7Ib2DdjwfqQXdmKjq7pKDbhemzIzs52+I/kdXCwH2Mu9CuyS19A9EdeD9pqsbl5pKZUe/rYjY020XdDCwbN2ie8wIrFG8mTvC8vLu1CcU3wlPiAhazgK3gDW7ezsyM/d0vja+ujRRbb4R+31J6WYijGCuA19BT+MrzHeXgNnuR+fAnax+KN8Fl/xGNRF2F7W0pz8kYEIH4AABAASURBVP7EVk5Pz0SfIVML6r+5uXnp3+lsEUX1O9cP1T5SKNtV2zko6D1CQBw57pbxjmTXDV04pTGAWY0T0L/4I7P1OfV7PfNn5RfwEg8aM5Dc099Qzj/s8xspvyOz8DW+29HRoWEjd3a2go/Rh/Ap/NuQbwLfoj+3Y9G1PUMGuJf88EfwHYOmp4w61uTD4SOk8lm4hjJz4rigt4zAiFVGiTJH6XnoP3c3+KI2NSV/dk4x0JLoTsRH6A36ryR/F32iG8f6faAxgLzPJtOBdNKlYpNT+WpjvtndMXQ2/mzGN2uWvYirZa122zY2NkKXs/AlfDOQAkrTRL501VhMm3FcnoUQA5QUv6Xim0R6y92pUujn2HnV10d/PtMLgm2MRZom0gmVsNPIHhjOzNSlD2Yz/0n9XQmdkEp/JObuQXlf2mhzz86PDm9N8PlT8UhFcRqyPSU9NKVYaFo0M6OxJh1nfFSOsvJMKIt96o29Zf9NiPvFbuaWWKrYnjIoG56hbHhmSs82Knq2Ao+rJcG/fY1BQtyfk01s8DCLsR4fH8VLBXfEv1vy+1iUsiXb3ZTOQ++taUwrp8bIZyFOI8bARzxQ3H4mOUAeyHMgvZsVQ02yvR/NN/ySEfWiDiX1X1VYgR32A1/v3t37xjMofO+7d+8ZYwGzsi9gTF8nSRrdRh5QXz527n8P1dahOhbqyycfL2Z+emzIeW+/azsa49jc2rB1xWWMkbTCJ2oY+KIfOMbWdDQ2siEffWt7O/O95bcTA+LvnfOCHsVpfemcgfp1ONJLUTE1zEWTH7Fzdjiq2yCuHwRfjH075YUewt/C/uF7YdN6+z3b6+5Gvbdk6/DR4Al8U56TUlf6vwkvaPyTFL+OtvBbp9OxDfm73NtVPuRJG87OzuVHXmh8vK96ZP0CbgMxd04cG5wuvQcvV2tVm56ZCT09pzEr+mUaWZNtrSDX0pPRP7rHYrvS/nEYXz761Y0ddzf3jJJR6u6GfHsySjlWHdyz69xvpKZN58yNj30oW4ZO/p31AfIK9dUP6AvkGLoQv51qjIDFzPH5WcQd/2i3uxdjClsa99sQv66LbzuKW+h7eLk5wd/wRoxNRHzZlAx0wkYSj+7pWTu6A96gLMqGgheQK/Es+8hVdn5o7m6pdCB9PyUeqLNgq/x8xqeQW3Q/9tOdeHnUPuVD25CVJE2sXKlYTXaBe3muhMw/evBIYziP7N6dCflX/jG+JD6AL6nL1xGyiR7EH2BR611ebLaFL9mR/W8Z/iP4gBN6YENxHroBeTs6OrJT6VDkEeyvl9PXGCgyM5DdGxibu1uapgYGyMTiwpLGne7aPekv/icgYlnto+NoK9fajW1447g4LBAoEHgZAWQ/P+vulkgfpEkaY3jEo+gb5JA00XlkFzlmbB99SbzYke3HPqIDsJXoRfTAhuwkz6O73a6hX9GF3IuPIdMtec90mGmjHkPpRfIfyNcg1enQA9SDOszNzttdPdt4qOfnjxhL1P7c7Jz0RE31Lce17q7bhrLB6JNCCwiMD+JDr9noy13PpzRuBw9gL+AZ/LgzPV++0FjdhWw357GbQxhp1EJ3N3cfHU0mrvNXx9yDT0A+/P/EoewTvMxY3YZsPnaskccHpIoRGqIsTmhY9hvp1xCLKse9DT0/b2T3jPJoNFZlMxvhR+IrUPahxmewr4xvhy1PLOrs7vaqbfzLaAcoaNdQvg7YgU9O5Bs4yg4fH58Y497Y8T09v0dGN/HhZbM78ndaiudbvFhPfk0Lks+DTcdP5jqea+3K993XmO2xxoPJN+8PygXfnDhG3qlHtp/ZetrI/29VqxWND0zbrOR4Qc8p78pHeXD/ofGsif+VyZ7l1q02VYuxTnQTeOT5Z/t8f4SE+lKn5m2lb8GQGAk8wRwevpBMwDsn6gtiKvqVF9bt4qMp3qLP6Dv6ln5EN8Pj6Gv811xn09fZb+3wZYlx9sQfPfVz+HCnp/HcmrKjHvBZrrNH6VD+KPU1c+njklUVt09r7HpGMWd9djb6eU7Pheo6roUPWpbNkbyP2iqxD7tg2txdcYsrn0T6vaSxpIpxD2Mh0xqXqCnWrcrf5RlGKn/RPRME6kYdqQdko22ozDmGLjUGT1yIHOzJPu3oWQQ4dWTLwAV5R87j2bbklmPOgxvxAHpiTzKA3ML/+ODk6+5qTyJeLRvjJ7R1aUnjcYvZeBznGDdNkiSuM20DYTYIm6caqr91Kj7kNxDGtOVCOo9YhXizqxgFvUEdOopHqRc2l7SlsY2O4hX+LxO7S9wLn7h7YFjL+0NxZw38hV+qmIP6uHuUO/lFHSaPv9G++pj8IPJxd0vSxOi7coW+rdm0eAWfH6qpf4mTdVvYc7CAuB9Ch5j4zF38Y2b0ATgRa6CXiD129PxmQ8/bM75uKk5pTOjiVVuVLl5dW4lzxHrotq7GNehX+AO9ORRvqwhTUXyMTT0lPh1EvfoaM6GPwJkxEupwlseWsi0Hkh90PLJEv21pHGpDvlHIpPqKPmtJx9J/9GODsQdI4w/IZKvTjP/TY/yV9pAXcp77U4x5DMU3EPiM9YR4J46V8hvjQ2A6MzNrc/KlMpqL8Ye6Ys2a+AFZMjWW65Wl2iiU6QAaXVCBwDtEIPRAeaQHNN48M1OXvZi1q+edMxYv5ZK+cnexaUYZr2ZM6p6dc3cbSq8il8gjOuFIPlav14vxnXxsFxnnmtuapZxuO/1DnVN1VF8TuSUah0O2+H+hY8anNRaKXDMWmdmfhq2NbA52Z026oIEvGdSQrvphaC3yXFMea9J5pNj+lp7ZU+aWxnJ4Do+94P/kA1PZSz423ny8V+y8OQKBqWwJOllaVXavZDzXmJYvMyv/d0k+wv37D+J/w/l/mYcat7un8XvOz2kckHH9ivxl5MToCrF86PqR/RlM+BCUgT06P78wxtdP5BtmvsOuEbNjfzrYRdmfZtiehp7nNUf/E96y+D8+PSvek4+Dn38kO4YMXcjXxM5GuZIvyrmiYdjDodoIOtQzj93r8vcYx7x/777Rtu98/h3j/+Dx8+/euavnEgs2I5+kIj/AXbIrARkGCalRqj2y/WBI3WOqug2FE6n7yNcpl8Mvpr1z8onBBZrVPs+7wCxJEoNua6w7nS80lGmG0VDPHS4Nf4B5PDs7u9JxO9bt9uxIOu/09Gz0bOJy1D/U7LacP75z7m7ukI1S9pPRfp56YO1+lbpzHXR1jTvHkBXbt43At1weumt6ekp6ad7u379v2XzEe3oOcceWlhZtfn5OscqUns+Xo2ZXOnAwlrFcNrmAffyMC8VxxAZH0qf4Ioy9dIjhmq2YW8cctJWVVVtbW5M+bisO35C+3jauRb7Jg7pVZQcqekZYVTwHVaQ38e9znUF5EGUXVCBQIFAgUCBQIFAgUCBQIFAgUCBQIFAgUCDwwSBQVLRAoECgQKBAoECgQKBAoECgQKBAoECgQKBAoEDg40egaGGBQIFAgUCBQIFAgUCBQIFAgcAHjsAXX3zxxi34Tb/pN73xPd/WDfwPO/+//iblMUfhbf+fKv9b+6bY/vRP//SbVLu49ltCIPmWyimKec8RKKpXIPBNEGBiRKVStqmpWjapdGHeWByZyR28QIAJHkzsYDJeqVSOCULDodlgMIwFqph4MRgMdDyw3GCRco7fmGjHpPN8AhYT8HmJEAusMpljdXXV1tYa1mg0rdVqjRbM7NrR0bFlEy7N0jSxcrkSdaSeTOwolUrjyUk2sVH2xOE33nX3KCdN02yhgFotFppk8YL79x8Yi+7cv3/f7t27a5ybn5+3mZnpqK97PmFvIKygbJEPsIGoa4bRmR0fn8QLFnhhFJNf1tc3Ao8GC6YENUcYtQ0MmRjL5BeMOhNgzs/PVUY/+oC8IfImhSgLSpJkPMluYWHB7t69GxN56GteoPXw4cNox8zMjHAvRX/b12zurraW1TdT4p+6ZXneES737fPPPxd9pvzvGU5QPSbT1+J66pHxUV/1HgT/UM+cqCvEMZODTk9PxRNHBh+xYMDW1ratr68Lo7bBS+C0trYmXsr5CZ5qxO/wGxN5wazb7QbOx8fHxoQjFjLIcRoOB4HfkIrFDF8x+o22u3tg4u5jvoAfZ9Tn9P38/IJwmBUPzAQm1WpljGO/P1RbaW9f7R1OlGXjPCmb9p6cnKqeh5bzA5OhkBHaSFvZbzZbgQETGw9iQc4z5dtXXiZeLVtNvFqrTVmlUo1jMHd3Y3PPUvYL+rQQCPYWfwd3cyBeYCFM+KNSqUi/1e3O0h377NFn9vlnn9vD+w+lJyTDC4vi7bnga2yGe2LKZsTHA/Hey3R52bcL6aax/B7s2961hVraMbmaCfetVtNisQ+l2cJpDclv01ikpNNpG4vPbmwy8W/LdvZ2Ih8WM2GxmuPjo1hMMVsM6yIm/uZyjQ5RJS022F7t1ccsvsyMc1Zsb45AcNC12zxxY3Ea+Kgm/TM1NSU9lFPNqqGLSuae2Ub6Bp2Xp2TGMSnEhHoWj2GSPX28f9AzXh60tbVpLNoU/BILQTRkH9es0VwVkWbU7rSMBWLgOSb6w4csMAFv0O2J6uvOHqUVVCDwwyOAKuVud2QgtbJ8VGSABYVYzOGzh59Jn35mLO6Afp1n8YqZulWrVUt1LffC+8jCbdTvD0Kvsegf/gv83GORlIlFvJGJVrtlrdHiFbGImfQpcsK5ln7rhC5dN3Tp1rZ06Y506d6edXu9eMHB0fGhsagW5VxcnKvMi/BbBiykMfKRQvFT4SCP79u+aM/k+SRJrSq9EAt7yMbcvXNPtuaufM47triwZHOzc0asgf5wn1zQ98q2kOcQw2PZBlb9/qVRVxYuBJeu2oOOYPGqtnQA7W+weIx0BRixEO/W9mbYELC8vLyUn5bIV6oYi4mwoE5NMREpC0+k8v8pLcrOO5oTb5Em83Z3c8/4aCrHa3HJFkUsepJjRL2w3VQDXcnCyaTkxTko3ycFK2IFYoYD+YxdbPH2tmzrumxvpkPBCozADoywsccnJ9aXLSe/NEkMTKrVmlVF7KejxYfsnWzqbZka6h/ZCxd3t2RUjxnJ0JJwYTH37IVc8lfu3B1jNTM9bRXZnTSVv2LZBg5Qv48vPrjyXSRj2IewNyfHsSAkMsbCSJssBqmYoyP5QY7AKaiZ+S2NsZy1wjZ11jsRz25tbdnOznbYra7kFdyPj44kY6cRg+AfYePA97qMqa4u0ofEjT8dKOW7oNdEAN6Rvgj+0b67WyJeYAwBXYTOuSt++Uy+7ueff8cePsj4h1iuXp8N/6U8HvsQL2rsYyAdAP9Aw5FO1C9yM4fipb500WW2wNDpiR0eHFrImXiAxayQK+SLhaYy/dwI2YOX4Cv4ZlO8tiXdvCs/F/47PDoQv5zEy6YuLs/tEr5VudRDTYpyr3QyZ+y92YYj7IfCjEolSRr6oya7N6NxBuLmO0t3Dfl9+PCRsaD5kmwD5+t4rWsCAAAQAElEQVSS7ZpiWPrKxPdD2jwabwpZGe3nctyXHTg7O7djZFf6DezAcEu6Hp0PtsQT4ByLCrYy7Ik3iD/anWbILn0U9lF+5rb6DZ+zp7EDxh+yMZds/ODi4sKwHchunz6hPmpn9ICbmXjNnR0bbzcOx+fHOAV/DWLhRvR5X7bp4vJCPHUR/Y9tpg4sHr0vm70nW8ei8tFGxUfESdHO0FNN8RYk3S7bN+a3dkM+Qss6umZDvIZ+2pMtOFB8hj3MxkYuxcuDr6Wh2pqM9DD9NDM9Y7Pqs9nZeZufX7DwcaZmpH8rxnV5Y7kv2w+kst3i+z1D4OW+oQ8r5UqMAdQ1nofuZIEuqC5diV9SlVynpdRMbD8c8TL9fZNMG+f6klls4EmM8UlXykYyBhoLlMp3a2lcOHSl+BcdCX9vSTfudXft8OjQsNeUVVG5U7L1QVPTUceafKdKpSzeU31G5VGmdovPu0IAthFJNcgujQqR0ktExDn41PALPhuEnscO0H/oeXjM1KH0U1/+WGZjlaFlG+c5B13KJz09PRMfHFlXuhA/bUs6G/0HrzRGPNNSPITe39hc15jqrh0dim/Oz1S/gSVpalWN005Ld+FLMmZRkb+Y1SU198TMxMwmC6tGUb52P+HPULhBA1OXWir8iAGQtenpKZsRjvUZ2QHpgxnpiKnatFU1rhh4Ckv3DMsfBOBNnN3c4A1eXo0Oqkm26ats4esZxY0ijTdVpQcYg3J3e3kbvnzqa86ou9VW+h3iXjfaQRnT0jXw7bTaOyV9U5OfQjvhcXfP7HfuE8gvyNuTpxQLDxOPHel5RG9/3/KXh6Lj4FnsNTzciAVK1zTGtRrjW+hDCD8F238gX+f07Mz6Kg9C75r8LkFGMT9Sor05UZGSfGl0ALI2PzcXcdq9e/fkdz8SZb73Ii/DFf/Qv+VyNXiMPAaMQQhLcLuijBez3wfhjzF2gZ+EfejKnuxojGRDvhF6oY1NkT4I/w/9MIrfWoyNrLcNH53FQPdY5H2/ZywqjT95Jr8SP+wSjKmDfFHKhEdo1ySp+8eHcA1dMdT1UWfpNPqoL911iW8nH/JceZ/K/uF7MZ4di9Xj12lshrpsykfDHl6rf6tpVzquYbSHY9rXUTvwd7l3b+TXncgnPpfOy595UZ+hKh91UnuoE/ucc3dzT4LXo6/E44w7zGvMqj47GzIOv1dyuZYPaNq4V1myJ7rxUZ7mpk98mbtfUcJ+Yh4p+1eEzLtfHbuzb6abzY0t+2bvQ6IrvhjaED9JfRAvMRhcGjwGb+DbnJ2dxiKmR3rGcXC4Hy/ugzeJSxjbhq/RF231OTzcgrcV1+S6Az2RU0s8vr4x4nHFNcEbh4otNb5DLJPzQCyeTp3gWfErx/lvZknwBX2P3kOO4Q3G7xYXFuIljPxGv6llFjxB25QfvJEmafYiAOlLfMYFPVfiOfRDPXuG2I98ZutWkz6PvGRjTNuA+oxoSBr5XsUol/IlT4UXWCFD4LQ1iv1oO/LREj74AsTgG/IHdiRjxInccyYZRB+DfS4LpJM0pBGqi3tmC2qyQ/gzPOO+q/HMe/fu65n3A+OFHffu3rd5xUGM4QUeuje/X1noIy7IPtovPgUCBQI/CAF3N2QplU5gXA79UJW/jhxWKzX5Cjw3GBhyjExj/7cUL3Y01tEMWy9bOdKP6ALs5I50YRc7iS48Pol7B/I1kFXItJFCA+mxgfROrg/d3dIkiTEt/JU5+TR3NJ74UGNZDx98pmcbd+O5OfXDT6be7m5s5DdJnCvo/UMg6628Xm50n77DxYYX8KngtzP54PhY5+cXMV53If+OMbyhbJXrdne+taOPuysfyJRmZLF5fPNF3thlfEN8WZ7F7Oxux7O7lmx5Q/7rmmIDnm3xcoScGqNznP9a4ro8D/b1jCzy03N08sJe8kIWyuztd+1I4y2nZyeKMy5UvaHq7UE6+AEfH/+e+wRhyyVHtBFZgrC7F3rmSHvxVymvJx8cO76zsyXffDOeqeDfYsNbsuVj0jhRW779+kYnruOlutx3kI9pnjNufqm69w1/ZjiyxQPJ81D9M5ioS75PpZHXLN6bieeTmZ1nvBob/yCeX87Pye9RrFuTT1OuaLwpTbg1xk6Ho3KCWeLsx/c1jCYNbaC2DoTnQFjyQoRxn2r8+lz4n2qshlgKXmYsHZ3LmA0vGOL/GtHFxLQd6eqW+Bv+CxKPEt/g0zZj7Jpx+lY8t9zS8zXG5/H3jvRc7fTkNPQ3ZefYD1UniHoN6GtIdZQIypdNrSL7MaUYvs7YteJO/Dn0+Kz20enobXd4OG+pUn1Mm7uHPUpkA0p6jl9RTFSTTzit8YHp6RmriScqyr9ULhu85IpxhgoIox6qA3Ua11P45fv8ToyIvBGDglX4/BHHtg1cJuUceW2Ak2wbstGWLBDL7imOPDw8imcHgYnKdveoS7lSMcZP5jRev7R4R7aKF3LNx7lKXl9dC+9ST2go7DjOSN+qM+ehC8Wy/O8izyYo93p9G+Oxi6x+ikMU13b1XIW4F9k3cyulZavquTLjSDPT9RjHraievBgPjN3d3LP/HxqqbMje4kbfkF2er7sb5UbfCpOa+nZGfTs7Oxf/K0d8zG9CwsAA4t48VRUt2zwS+oD/bcZW4J8Qe6Bf0bPg0pJOy/q2Yehi+nVtbdVWRQ3paF5Qgrzg1yBH8AfjEtTb3c0pJb7EoCp8zPfyZyibGIl+gqjDiWK/I+l1XmhCXZAl/KEtjaPCP8gjsVJbz8aoF4QcBgW/NfUsSfIoeUUvb6pPkemoH/4U4w7S6ZkdHGYYiYfAh3Nj0rgKVU/TkoFpXfoUGcxoXrp3PsNb+JdKZbUzUV5CXc20YisQeMcIINPubqn4ExsPj05LDwSfShcwNjYv358xYfyFVM/A3N3c3W5u7j4+j55HJmOsR+MPh3o2gexsa1xiR4T/wv81MTb0Uj7mN099w2Pyc3OHkhi7uZAvG+PTer6CnmLMqSP73JDsh24avTgr8zMbGqNeC+K37Fx2/Dr7cY903Bp5Bq3JzjUMvdhZ79iWdBI6KrMXF5L/QdQxb7Q79TbV34rth0AAHr8iYas8eN5CfA2vz2n8d2lpyR7ce2Cf5f8voziX8fulxaXQ0dPyebg+SVLdLf0sf+PKBg2iz9D9w9wGSO9fyD5gi45li+D3PcXijF3n/iD9H2OY4jnsI/8vjk3id67D18CfxJ4iK/iayMtQ9g/5orxJGo7KpnapxhEq5Yr8tFrYl8WFJWMMj/Z95/MfM/6n7P79B9n/wOu5BOOdFT2TcJcPgl+pMsSE0VbyG+18OInqH/2jVF0l2XFL0XGysZkfNm1z0mvEPYuLCxrLmA2fDJ8Y7NyROTe2IXmwMyL3q/Pgj9+Dv0Ff7cQLuXbjJT5H8tvPNG6LD4iPwrU38xpl+ZEl4ANlzXL3wN89SxPFFInihZzcs/PuWcp592zfnTTLp/j+NBBA/ohPFxbm9czhnj3UM5T79+9LV91VLCd9LLmdlo+CrLr7WPciXzlNytlA+uxSzyXPZfOJ1Y+Ojq3b7cXLtphH12o1Zdubtrq6NqaWxl02Njbimp58hBP5+8gwdasobqtWK1bVM/mMKlZSjAxf00N52XnKuYIKBAoEXg+B4qoCgQKBAoFvEwFsdbvdtv/wH/6D/fW//tftd//u323f+c53DHvvjg96RcSKv/E3/kb7s3/2z9o//af/1L788st4/vJt1vd9Louxnl/8xV8MbP7yX/7L9jt+x++wX/frfp2eR1SuxQHuGabgye+///f/fvtbf+tv2X/6T//JeKaNv/U+t/Nd1e1CzxuePn1q//pf/2v7a3/trwUvgg9+p3uGmftVim/M73/8j//xMX7wMjz9rupY5PtxIXCqMVpk9h/+w39o8BH8xBiw+xWfuXvIML/lsvpf/+t/NcZzv2000A3Pnz8PGUHH/Nbf+lsjNnS/Xl/0N3ocfY5eR79/7LIBNuhP9Cj6lL6iz9Cz7tfxcfcYH+T3HKN/9+/+naF/0EPfdr++z+XB5/D7JKa3yUjOc79Ddu/nfu7nDDzhVfrlfW5fUbcCgfcBgbdRB+zZf/tv/83+4l/8i/brf/2vv+Z3Ip+/4Tf8hvDf//k//+e2srKiRx3v1wP3brdr//N//k/DHhNnEG989tln19rhnuly2oONwwb+zM/8TPjd2HL88LeB5YeSB/bq+9//frQfHMAD39g9w8n9KgVL7B26HJ2Obv9Q2lnU88NCAF2EP/Uf/+N/jPgsl2d8rtv8B/frfMp1+HA/+7M/G7yNXkA/fFgovP3a3ibvyLX7FX7u2T6+LzgS26BTwfBT0Y/4nZ1Ox/77f//vYU+Il/BNweNV+tH9Om5cz31/7+/9Pfsv/+W/fNLjM2+fk4scCwTeLQLYoF/7tV8L+4EcI8/4jPiO7pmsu1+l6FF8TmwVMo/u+Bh8pNxm/Mt/+S9fa2yVMVf05CQWhf57t7z6Pude8M8P1zv4q/hc+F55bPYq/ePuhl+C3OGv5fqHuTTFM40r/MGCsWzGtBnbJp4FM3SW+5Uud78at+caYl7GhrmXPK5yLPYKBH44BIgxGOPmmSX+BWMvxFzut/Mh8Sx8WIy9XOGNj8a4HToSvYcs3zY+gHzz248aw9ftc3xMdD26Bz2FvvpR6x7GY66Qf7299/mFXK/Xgnd/FWMqy8vLr10Q/zf73e9+97WvLy789hBIvr2iipIKBAoEPlYE3H28kAwOzcLCgmUv5Lpnjx49tAcPHhiTsJhkWi6X9JAzQ2I4HMQ/Vg4mFhTgl+FwaBDncUIIypk8mU3A2rHNzS1jwLvZbBkv41pZWTNeMtRsNq3VatvGxqZ1u3vGBK3Ly0uyjH/0rFTKVqtNxUQwnCyMUz6pIy56R1/uHpPxcZTK5XJMLJmdrQuTRWFz316eADNvTIChju4vT4ABE7ABI4jjs7NzA6ODgwNjYuHW1rZwWBceLWvEy7ga4zSf/MLCjUx+ASec0/Pz81sn21AWRFmQu8c/itHXi4uL6uu7EdDTDl6gRZ9zfmZm2kql1G5sLx3SB+DCpCDyZGIQ/APffOc7n9vnn38W+S8uLsQ/M9VqteA37qM+fRZ7i4UCBi/VP/u9Hwvb0EbaCh/t7u7Z1taW+Gg9MGqKl8ApnyQEP62tNeJBCHjx4i74jkFSBjvA+Xi06BITBC8v+yNeHgbvGrMSX2rp1Ql3lxxkBB9WWTxiZsbm5+eM9s/NzaqtM8GrTELiGveMFyiL/oBo31Wu2R7nkJmTkxPDYaO+8AOToViQhDZmbWuo7U1jsQQWP6BNTGiEn9xdGJckL7VxHegjeBjc3d3yjfLy/SL9dBAY0lR0tVJ3N49Jn4lVyhVjEZqlpTv2KF4g87n03EO7e+eueHvRZmdnY7GWsq5jMqgkRtIytIHyGsgmwNeTBD+eX1wYi6MyWfrgYN94WcrOznYsKgX/MrGaE/MK3gAAEABJREFUCdetlmxAs2Ex8Zp9qN0yfmcy/vrGum1ubdjW9qbt7O6EnWARHharOT4+NnTE+flZ6ItL2Q7Knlx4Kdps+ebm2vX4jh19FZ8fFgFwdHfj5TDou0qlYlMje41tQO+zgEWlWpFdKRl6CN2T8wr7OZk29pWEPqYvz87OjEUhDli0eG8n+KCz3hrxylos9NMYLSLWaHAsPhIvtcQ/LCCBXUWfwodhK/v4FkNzV83dlGZkxVYg8IYI5Lya+w3wNra2VC5brToVixmwQCMLO3z22efyhx4Y+nV+bsFm5DfU5D8gMxSby8NV2reB/KOcWPjv7OzUTlicF13a6xr2f1P+EAvRtTstg+dbsahTJgPoU47Rr+1O0zrr7fAbNkKfSpdKF+/F4tNdQz/jZ7EwBuUgK/gjyCC+2lD+/lB6fih9T3udSouyNPvWoeSW74yya7P9NE2ESS3sCC8lu3v3vnzQO/Knl0SLNjc3L/syIztUlo5w5TO0sCsqMzAhFcnoRIbkzXnqRz2xAdiDve5u2IncvtD2tSZ6Yc2wNdiSre2tsCG86I/7kyQJ37haqWa+k/QXeit8pyQdlxc7b/mLdkxm6e7SSW5pqRR1qddnbXFhyZYW7wi7OWE0LYwqY11q2oYDYUX/KCW/nPRT4EgKVuCEHkQf4l+yuBe805S9ZZEdeKUtPmLhLzDqicdOTo7tUjrT3S1NUmMhVHzbWrVq5bLqkaZRX3e3t70Fq9Hh2tHHKMHdxR9JYIAM8aKyhw8e2WfyWe6PFk9ZYoEY+CkWiKno+tTYclzA4iaxOBj4wPsn8ikODg+MxZHwNza3Ng2cOuud4CF4Cp8c+cqJc/BXp9ORnK3Lx1kPPtze2VFst2tgGTIm+WXhmDPZtbGMCd/wWehDGkplIdeX2hsNH+1afmDF9oMQGIp38j4f6mJ8lFT8is5F987OzcUCFp89+ty+89l37MGDR9JJ+LsLsbg4/gs6AP2g20OWhuqjMe+orygj/40+RE/Tr6cRx4mHul3b2d4WP2wED7UlX/BKUzqpKT8F2Wuy0KT0MzqLhcJZaGh3Vzyz37PDo/wliefh3/bFK5RPubSNsr8F+qGKEDxjzLQj/ZGE3hrHzZJRxgwePngYL2RgMaQ7S0u2ML9gs/W6/MiadEzZEIFB6LZsrKAfYwfZ/kD90e/3DT1ODHCs+B7ZRd7AECzR+Z1O29pgn9vHVmPkQzYjnm7JX+y8wj6iB0J26Qv160uyi50e9m2oOpoanYutvWKjPeOfdD39CIW9U3toE4tKXaqvo12Ko2gbPHU80k0sVpvFUzsaE9m0zY0N21hft3XaqbbQntaorVcLKDZGbc18ARZd3Nndtq7G3Q40BnUs3UTbKDfqkNfllpT6IhfYAGzltMaNsFVzs3PRf3Oz8+PxMK4bt1c73Kuk+LzHCNzsI/qwXMliu1n5JHPSndnCpLMa86pHX+MXoFtpFryMPEQ6weN5vvBXxtvnit815nV0FDaS8QHktRU83JSMNiPGa4mXO+Jv/JK9vT1DxtGzZm74bSwum9PU1HT4TvAm+t60Ue4k6VTxeYsIYF9vZufu6h2RUhb3w57OaRxpUb7sHY0zzUn/M2ZO/8E38Bh5DKRHB9I5k/11c78v3XimeOhIOhldv6NxodxPa8mejv0y8RF6f0P6cVd8gz09vzg3eDNNEvn9VWORXV4kxbgFdcHHTdNEfqObqm6UTb2gyX2OPyWSGKu58jyyHUvlS1Uq5ZC1qelpm1ZMOzNTlz6QTlBai5eqVOO6RFi7u/B05aEIcpQHB+4e592dw2vk5nHs7uE7lCuViCOR9SnJOfwzIz+f/ariN/jIPbsnbtTXN+0zquruakcp+IWyiT1maLPaCN9UKDstmbvHou99+STwMET5kGnLU87z8ihsLi/X3NXY1lbEGesRx4dvKB+RMS0WK40YlmdC8hnxHzuKRYj/0YNniiXQpeQ5JEZWOYGA6mKxk59Q+i1/hgIPclf/CZ+a4kawm5fsE6fdu3svfL+H9xlrvmcLC/h+s0Z/VtTXSZKKWUzPafD3+kYbr1PGj5yL+E3jwCfy0XiRbaYXtkdjhp3M/yPWle9HvIuOwK60Qkd0wkfHX9xlTESxL3HyifwtfK9L+WB9jS3jl6E7pBRUL7QelIGqJmY7+feo7Vw/GOm0gfQavEF/oYfoO2LysV/X69mexjB25Zdh6zY2N4znWB38OhF1pf+pe5D4gZQXy7bVjoghNL7DvXvSd/h14EEbwKcvvUkd6BOI/ZzyaieS1VIsylkNmZ6TrZ+bn5dPPmvTkrXaVC3kgGsS+ocb1VYBErBweJOCDfXlYkh3fY8pGelZjzFkd6Uq3z27Jsn385TzymP0MWPHPrBthBVghX8knqAP+tIZ8BiLrNNXwRsafzmSb4Scw8974s1tjdtt6VnIxua6ddTX8AYL1cIXULO1ZuHzi8+bI+J3/KdNPUdh3Gdv5PPDG5QVZat86gFlPIvMDSR7yN3Q3H2sA9F5den4XI4XFhYN3Y8PSJ+NeUttjfyGpn5OxTcVyfaUeKluC5L1TP4f2SPF3nelCxaUz6z8S3wF5D+VjRkqjicPaDjCiv1JQp7AC6yIjXbRpxrny3zJpvxIYp+WBQ6So3X5AzuSMa7lJemn8iUu9CydfMiX+kPsD4jvVC7Hps3dwxbVNE5IzIMeu3v3rt27e9/u33tgPAO/e++egQ3X0AbdFh/ygOJA7crS9/67qGCBwLeOQC4neeru0iGJdFAa8lcpVwx9gy4iTZM0/APsKs+c0ZfY89CP6EFs5Yiwo+uyrehSxncODw7tWLqWmLKv8aW8zMl0KN8KXRC/Sx+4WdSFeqCv5uTT3Fm6K3/mkT18+FBjiXdsTuMhNekJbGUqXZbrxqH0om4vPh8QAq66urnxMW3YBuwF/HYuv5P0QrHlhXxFxoGxqUP5fVzv7uaekW4dfVzpJOlw9CFv8sE3PFKMC4/u6FkCNh8/D/+1ofiAuGAtnn+vGrFCkHi88QNJPsLoeTn3rHG9jok1GsoXP2Jjs2M78jWQo6PjQzuTjaRd+HlJ/N+IqU0Z2Y2NVt04xW1yeYaSUQifIiNwChxlfynjRHLIszz+5ws/ZVvj5/gt6/J11vV8pc04bku2XP4uctzS2BDnwvfN/Rv5vrxoJpPpsxgfphxeFoXsIX6kA/XPQLLMb6Q5UfdU8Qox5bTiPOR4Ub4J/w/DCzd51sTY9fz8Qvg96CD0QJqk0cY8b1Ly+hhpiP8iIPUZtTnzFwfyly4VZ0DwMDo1+lWxFDHV/gExTtfw0dDPWd92rKPxd/qR/oT/ct8VXzbbb1pLfc41PI/bkn+3Rz/v78f/jSIrlHezL+nTofp5TFRYHRL9q3iU/q3reUNdfidjmvR1XcdTinNuPv+JJmdf4n2XPXJLpddLZcYGKjEWEuMDGpuYqtWsqhiWPLiG50/cSn143hi+/6guNtrgFwjs4pm2ZH9Pz5CwUxuyVx3xP7FeQ/K6JjlFdhuS/6b2eZbUkix05N+CKbKD7gD/iFtVlrurzkk8P6Xdc4rt+J+EJT13od1Tqne5UlabkmifblHf5v2qHtcJfXQu3x9GfADuPNckTumqvvkzL+pCvagvfdpS/3Fuc3PTur09I+5F9lWtsOk19QfjA9CU7GaFcRU9C8duQjbawGi0+1aTyXxdOg55pu/K5UrWt9Mzil1m9XxwNo5LqhsVoE+5N0/Z5zzk7iTSewMjtmPc50jPWog96Fd4mbgEfOBzsKJf1xqrthq0onhuLeQDeQE3+hX+CH2sDokismKiLJ3K+ih02yD6CJwh7BR1QM9Sj4PR/5PsKbYkJmIcdQNdqzEmZJI+y+vWFN9F/fCnRC3xW4s+1bVbGr/a0Tgs9gI+ONE4DLyHPIJH0EgOwSlIvhYp9QXLqmSmPlOX3zRv8GZOdclm7keZedY2xZTcZ8VWIPCOEIBnydrdpRPT0Js18Sg6PvhU+hMfYE6+/8z0jBGHlOQ3TOoq05bno11z9yDOIRuZ7jyNZ/2hO+VzIUf7eiaLjOOzcN818mtHb+XA3aNe7pl8oSeOQ0915QfuGM+L0Qehz6WXGvIXg2R7GkENa0g/jHWE9jl+PVozfM815YvOC5umsdq2fL0OukXjXWBDfS40Dgt2QTKo7n6t/TcOr/1WHLwagcBTChV9LAWb8bv8l2nxNb7Bkp7Z3b9/3z7/7HPRdyLOvasxL84z1jUtP7kie52mSRQymR95Xqd++OTw/pmeX5zI5z8Qv/M/DYxPhq+jfqf/c9vTkq0h9unIv8E+YQv3NFa+L38Se3hyejr6H5l+2NrJ8pAh/K04pzZSwTRJrFypyI5P2ezMrC0uLsb4XbTv8+/Yo4ef2QP+p2z0P/D4JBVd7+6Rf94+UvvQttx2Covwi3WMf5omqfH8syY/bFr9zv9IgQs0O1uPsduSng0kSWKQu49bfhsOnIPwO07kDxyoj3cUx25v7+h5/74dHh4prsz+dx9dSP+MM/yId4Dtinysd91v20/i9xzvLAX/l6/9iCErmjaBQKqYc0rPnhcW5g2d/PDhA6X37O7dO7a0tGjzel7H78Se3IZcTRIyeZOQv1wfH+mZU0/PIpFTxlXyuXbMQVtZWTXSVszb3IgXcnUV8yHf5FEqpeEH4QtBtVo1nvuUyyXZlMTyjfLz/SItECgQKBAoECgQKBB4fxDAH/iFX/gF+3N/7s+FTf/888/tz/yZP2P/+B//Y/s//+f/WEvPYfArbtZ4T+PyL168sH//7/+98cKNn/zJnwwf4I/+0T9q//t//+8Yj7x5z8d8jF8EXn/jb/wNA8PZ2Vn7Xb/rdwU2/+pf/Sv73ve+p+d3jYhfb8MBPBuNhv38z/+8/aN/9I/sT/7JP2k/9mM/FpiSD4unbmxs3HbrR3EOX3FlZSUWy/6pn/qpaPdv/s2/2XiZxD/7Z/8seBF84NfbGry1tRX4/uf//J/H+NEPJY3f/8E/+AfjJXP4u7fd+y7PsXCt+8txnPurz3HPu6zTm+RNXdxfXVf3l3/jnjcp4+uu7eh52K+/8TIR95fLdM/OvWnZxEH/9t/+W/vpn/7pGPtA1v723/7bBh/Bb/x+s37wIL/lsvpH/sgfUVx2N+T+7/7dvxt8ePOet3WMnvnVX/1V+0t/6S9FfX/iJ34iZAQd8/jxY0OP3CwL/Y0eRz+h19HvyAaxG/l88cUXGg7UANHNGz+wY/QjepI+ZBwP/YkeRZ/SV/TZbfjQTPqZ33OM/vyf//OG/iEfeIN8yZ9r3yd61/KBXoY//upf/asxfnr37l2D3ycxBbubmOQ8h93jhZ3gCa+CJ/oY+eLZx8373tUxCyC7ZzrC/fb0j/2xP/ZGxfNs+3f+zt8ZY3fut+fpfv08uow+e6OCiotficDh4aH93t/7e1+7D/7Nv/k3r8zrth/W1tbss1e8BMr9et+6Xz/+B3qMvZoAABAASURBVP/gH9yW5bVzb1p/+PhaBrcc8H9Vf/Nv/s14vv6H//Afjhc20o7JS5FP/C38d2Sbl3Pxf83v2n5N1uHmPvqAF4gRi9Tr9dA3v+/3/T7DHlNP4o1XyQ7twcZhA+ljYhLsAH44to48PtaXBuPX5j4M+hX/mfaDA3jgG9/EmmOwxN6hy9Hp6HawelMeeBc8TP0K+tYQeOsFwZP44sRv6BWeVeBP/ek//acjPsvlGZ/rNv9hskLwKdfhw/2Lf/EvIqZGL/DMEn5nUe73yT9D77tftwXutx9ju5Cfyfb+oH3w+jp5B6/b8sD3BUd8L/QhGOb6EZnHHuDv3Xbvh3aOGO2XfumX7O/8nb9j6EPGAbDj+J60nXgJ3xQ8XqUf8zbnuHE99/39v//3DV+R+IJ8yZ9yPlb7kuMwmfJiI+TP/Xa+dr/9/D/5J/9kMpv3cp/nnH/oD/2h1/Yp3d1YaB+dlzfo//7f/2v8P4n77Ti4uyF7/+t//a/8ltdKsenur87T/eXf0Eevlfnootepu/v1ct60jFFR7zRhrASZRN5//Md/PMZLfttv+21hP5Bj5BmfEd/xtoqgR/E5sVXIPLoDHwmbg4+Kr4rPetu979M5dDq6nZdc8JIQ6o/O+it/5a/Y64ytokvRk5NY3NR/5E0ZlPU+tf19rMsPI1/4Uj+qttCn9C19XPDP6/cCcsNL/PCBsZUQPhf6CD1ObPZ1+ge/BLnDX8v1D74047bYJ17qMmlzXr9m7/bKN+FvbCTXv0mN0Os8Y0QHgwUxK2PajG0Tz4IZ2N/Mk3P8xjXEvIwNcy95kNcv/MIvvPL53M28iuMCARBANzI+znMUYlzGuJF3/Avkm9iB6yYp50PiWfgwH3tBPzAWB3/C45P3vOP9r80eP4hxa/frPp/77cdvaqsm41kwZNwOHYneQ175/WYFX4Uh8kwsy30373lbx/TNx/AMjniYGBYd/LrYlMvl1730k72OsXZk5nUBwKYTn7zu9cV13x4CybdXVFFSgUCBwMeKgLsbkzowoAQc09PTNj8/F4vIYAAePnxo9+7dNyZ44AjOzc3FACKTUbmHSUFJkl6blIXzyeBVvz9Q4HJpZ2fndnJyGpPueajAZKyDg/2YiMVD4cPDo/iNQauYWG4e/2iHA0B5VzRrPICdigUSSqaqxz8IXZX38gQ86nGdhuN7WBlk+Br/X+Tu0b4kSYw212pTMUi6wMIcd+8In3sGVo8ePbJHjx4Iq3vxkJh604apqan4J1buZWA+TdPIzz1zVKkfE9WYtA4G/APHwcFh4LO31zWIiS5Qhtdh4MUERu7hXvIwbdQRogzKosxaLXsxE9jNz8/b0tJS1Jm+/eyzR1H3+/fvqc+X1Pfz0b+VSlV1TJXj13/cPfiHsiqVSgxm0m7KyCYIPTQmCYHPgwf3o9xJPsqwqam/y7EQA/WGaIO7Gxtto4041zk+h4eHBha93r51u70RdZVmxAAEvx0cHMQiHWB6eno14Y++pwzKStMk2kCaqI/dExVL2ZB2b/m4u7l73FetVgy5YeCciVG0j/azUAv7c3OzgUulQhtTo4wkcTPzMS/Cw9DNtjLoT6CRtffAaA/7R0fHIVPn5xeRB/iDJX1MefTz4uKCLSzMqT+nxX+VKJcyIMohYLieDmKCKeeuaKhzwygDWeFe08a+kjf45HmQDkb5kQ6U/6spJtAOst+HSil/kuw15Pe2SnIbxG+qUVafwdDGk3VV1hUGWfkvHQ8Hdq1Oygxc8nx1+NqfIQ3RzdG2qMfQBqSvU4+Ja6gP90U+eenKN9+dTCfr6e7m7iGDNemL2fqsLUq/8SKZe3fvxQRlFsx/cP+B9MQd8dWidKB4a3rGWDClVq1aRUFYuVwyFl2Gx909ihuofvAa8ovOYsEcFgCJxZZkBzI57lm3l1Emuz3r9XqS8Z54ft+49ujowLiP+8/OTo2FAtALLGozFH7IVCrdSh3QRbSjJt3LSxeq1ZqRVqTXyqon11FHUxXd9RU11dckKDocf+K8ShGWYDtQGqS20b7Xp6s8tGfkBY3L+SF2JvMhL+pFekUD8dLXU/DNbfz8mvWhDlzq7pakiTGZuyJ7UJOtZIEKJvIvLCxY9pKFWUNX8Tt6K+8Ldzd3t3yj/vQtfXxxcS4/4ixe7MZiDPBDxidd63a7or0x7fWyfVIWu2FR3pOTY2PxmYuLi5gEAkaUQ3HuV2Vy7mMk+gc8MxIvBP8OxH+DH8gbt/F2lg9CAQmxUaK9b/yJrPSlKtpQOnAYMjZ8vXqKhwcjyuo4sKGOpR5k8pXpqHZXe6MT3zChrnkWbvrzJBYWRtfA6/hEd5bu2L2796VL7xt69L506X0dL+n8/NzCyLedspr0L7LBvWks6pKaKz93jyLCr768tPPzczs9lV8t3j46OpSePJC+3Bf15Dvm1NX+iPZ7+m1f1+0bMhG6VPeGPj0/k6+ey8bAKClJ0gk5rtm0dCl+Du2JOkrnU8dSKfNpRtWLOvI1nAAl33d34x508bRsR6YXFuOFj/cVZ0BL8k/n54XHTD38Kq6tlCuWBhZJ4BoVVCHkC39iX3I9EZgcnxh+EgtC4TMdHNLuAzsUTrSXhRO5x91jMQ7qgs+0IJtH2SzIVpcNnFY8VJXNSNVGFSdeGl4jzr0rcndL1QfYLl4UgO5cXFwMu0wdqe9sXkfxDLimqfoiTczdg0wbGEE5TiwGFrwjGwoWR0dHFljJFh+IOD45OQl9e3nZN08Sq6qv6zN1o7/g5aDZOfmW9bCraamkkizTrZJXsKW8l0iymMsnKbJN3SABq8+rJTP7Jft29ygvUVupG3EWeMA7LJYIH+X+yl35L4uLim0idhVPTU2PZWzS/iRqJ5lSl0zGLiRjZ5Kxk4i3MoxyGduXXPVeJmRMGMJv2CiwzGKPDM/c/lCGmxv9RR3+f/bePEa2da3rf961ap6rurpqVXV1d3XvfS4/USYjoCCCEjVoiJdBBMMMJhoETRCMiVeDAf9QgYiK4B/m4hAvgmOEgAgoxqAoESFEgkEgAhG8wxnuufecs2v4fT/Pu1ZVde/ee3fveR9qdT31ruEdnvl53rd6rYV+Qwd2dQHEd65RB/yQhamd5duOieVn8iKyKXd7ayt4fZc8JKvVamlXn1+Zt9MgRaldH6Ao/eAhvqA/gsYQDmv0QuU98civrT0erK0oqb8WMg4bPHLiN8e7O7oWzEIIDvCV/LXd6vi8GF05PDx0/7x54Kb8M36hndsaOSWywt7K0nvy3TRJLconGBv8wgawNfIOt7MPFXb2mvvhmL9Ih9AZh1f9/GsffC3OWeWbyXMLnUGYIQRDBxgrTRNLk8THTYLOmyCYadfuvYl+dSQOmvPMeYcM1gYvbwzefu196WszLKNsDjSef1TXzwnBRHinaepzBnwsfoUHmse5xqFi5FgyyOzwcCy5HFi301V8bMd4IF9XUW4J/+kDoD/AtMF31pHcxyk+flh8xA6xR/wb8w1efuH8V+7opeYe5Ipce01rBsSJC/HxzW18hG8hBGNc9AdciBHEKXSpsN+q41m1cqnsdYMFY4tsgGcc5aD+eBASNHi/inVl6RY0ltWecYAkSc1Udy17gU50A/3iIZj4GXAGd3ToVfmhV6VXG/pE68svkxu/bC+/EgF68Wvw58Py+W8oJtDncrlwfRCWGs9cx1LJCyiVS1qvqXhM8AfSyS6QD/Ib9A8MW8EXE0ObzZb72pJoCCFIRS5qhu23F4gDa6leMPwdOo++F3O7vuZ2rBXwIPKe9lvSCXSDOtQtHk4YQvA+IHotQwCWy6Xnnujdm2+9oXWtD/s8v7DX15S7sY+eouNF7mbB3LZqmmO2NV5PuRtxviNf0Wy1lK82pKdV4VuyEILrM2MBD/Rzsi+PMcIx+i4wvi6saSJd15RDTVbqAzopHzhuHudWinMOGzxW6m8dO1SfDKAj9h4KwOci0D+wtpWPubIVuGif4w1wrsBNZcEjkQhKjgt4FeAnNl/B/SCxE7+AzvSV6/eRm6AnvSEONBv4jLrh+0rygYliRQiJhSCBm1igwcANOS6YBxVrA/Jf6MfryvHRF/z4a/KBHLNmwLzgLc3/1YP3TdxhzRZ9wV91u31jn/PobEiCeK7aPp74ItoZk7HvD2u1i6AdOtjwRujf9xP5Ftsin5XG9lK8XjnkchEuq3sAMll5XfWjOrQHD/q+7+DXvqh+dzoLIViSpJKt4kK5YnXFPeYKXeXb8JN95ozESOSZKo6EsJWl42fb7cJxMY6qhxA0RqqcQWNoLtqSjbfabc1Bmhqz7vGIXJm5WuI6g/yKDuyhN4kA9gnoC/9XMvwac4628sa25kHQiQ51RHOTOaPWG8sb3Q0b3TVt0AesZFvoEzr8pvILzxE1F3tt89tGjNEfUNwGiN384xYPYn6FNS7F8KjfH9Jc7Q3jJT4r5A1cpXFB+MeP07ISYWvhQLnyUrp1uaQvgV9XSf017XwfPcjhqvFEq38YkzYCqgXZVUp+Uy5bFV2RHHuyf3JvXxNhXUR5H3M45nL4B/wCL3qry9dXxdtKpWzoErEoTRNLcnkzHvjBV3Lvt/TbI3aPXyB+wC9yHnK9V8Q/B+VInOMafgNfgSyQCTGJvkSlyzBJU0tSQGOmiZGLA7rI0A6Q6Tv5VwjBEuGXqh34gndZ+VBF9LuPEy+SVH2pHuPw0HRwfzPH/cPKX8GpyOvAE3wjDa/4HPRl5a/ox8vQ9KrmEfJ7r/k84oOKp1E/yImhxXVESIYQ9TIpcJO+VmS/rtuNphFTeQEXsiGvI74zv+bhnLx4r6y60ET7EIKxSdQUV4PG9Oterm1FKYildC/XqZV0EBkWeF7Yz+twbo0yqUN9NF781s5z8LkaF5F6AbcQgtQmuG7Ax1T8L5XLhm6gF5S7edNafFlqPcZ1Q+t1m5xfPgO9Jd9/zXUZnXjZXpHfeEX5fgQdSzeY96A/2MLraoduvSXfQ5/oxjpHMoSIV5Kk0c5KZeVSFeXyVcO/oRtxPWpg5FwFdLs9wy9WND8LsvOiP0rAtIUQjH7TNFWf9Nf0uIt+HeZrgNj+SD6A+SBrXth/UzpJrlfVmki5XHG86CNNZIuCEKK/X2ruckc5QWH3rysfgObNXMh5FG0EvuEbqPuW2uCL+c3RtIUQhGdijFHYbFW/9YIDuJA7QC82Ad7jcWbAUOsHnONaq9kSz2qGPEOI+Nk1NsQQQVquHWwCe3goUHvnPeU1xn5gFam3sFIMWRm5xlp66aVs80H4rVXHIW+zAqccinHpu9jfl29PDkjkttZXAejB/XRnqTkiQB3aBNOf7Am7rMof4HM6mvf1ul3DLplfkCtU5CdCCEbbN7S2wfqI+wPFRvwlEH3A64qTHzbqbP3AcoNjIYVEfiZJUvmEkmy6ZBWNzXyBHJA8hfnvcDD0/wE61G87HHfaXYvxsqx2ifuUoj9K6KG8G6Il8E0dtxtFcjDrAAAQAElEQVTP61cGH+4PaoWNOWhfdgePvR/xXYSZw92D3veMTF/N1J/6WHvfwkVlgUtxriiL87sldKxoI1h7P+qPWO4gtO6LwaWLESHHaVX0JVrX9K1yd1z2GXsXOAfE+sJDfaizK5EIu0PrIAR96Rxt6YPYTPzYwPKO6x26x+/Y1Lkp0JbYvF3L/LB5Hqg1SnI9z/kU5ymZG3xA8X4XOH9/eNmo/3Le7kL5gff7OuFrGgu78ZxYeQd5JHTApMiCYLEUM/LPWnwEzILre6pYTwwsVyqymYpV9ZsaeWbVc/mqbKkiKMs+Sl7ftDGG06+4/KZs98NvfMh/h9nYr/Lc3Rz4FeXAr7zyqr0qfIv8hhdxeWzXb6VL5QX0GfHSAPqEEHy8RHYNjviTinDEpzBnJc4zjyW/4XeB0Wjka9OHylPITfhNtyu/09Scj3b0QV8hBGOLY6GkHL2dYEtTkIxD0LcA2lPNZ+Aj8sb/sk8eC29CUA4kNqz0mxN2EvX6Tfe9rysfRW4AOvfqjnxflmzRTeAV5bGvvPqykc9R73Xld9sc7k1/wcNS8ULDWAhbvJI0MXLscqVsG/kqP+to/t7T2hOyHMh39zQX5ZzHEK0zQAPt1JVcQ043BcAgDnGcNEni+gTzWvVNLCI2dLQuQJ8co1fEDXiSqH4IwfH0bvSFzqzkv6ABHt3RmhU6TK5e8OYV5bAviw8vy26BXRt+Rf7gFfHrlddeMdYSsIE33W4XtpJdupsN5npf0lo++IAXOg4PKPviR7fTM9Y3iG810YM805TYlwhfIAhbeQH1iV0B4Btl+oYxLn7DcVa8fY05qeB1yRlaiLW8VCWExLCdltYBsCUHzSMo4Rn4VcplC0G6szMW4wHwifJqWNtKMROeAk77Bbk5CZsvdb+zv3Z5hxAsSROfb4BnXb8fgxfzEqAj+2dtoipfFnlUMvgUQrDLGziAL3y6436t0P0PSp9fs1eQqWT3smTocmWdx2UsX3zJH7/x4Tf8f5r8JeHSd/o2C/FPY4cQLJF+gQu6Bm7MKYHCJrkeQhCPVkb8uiNdQ1c+/IZ+8/7w63EdXvb1mnzqrj2+IhzRM3B0PRTer8gmX5N8kTfrFR/WeuybO3NLYwtmIQQLmhs6T+UrwAe+Eg/QtTZr+VqLJXdiTtjvDawrfUBHG42mETuwR/UkvNcuo0i7vbDbHvFdDiBTHcsYtefydRu+Ip9bXXFuLd9ZnF/L9leCNX3tAt0LHuYTQnD7xobw4+T2+Hh8QV+xAz1l7oG9RftKjG21g2uBD+e2/uCOzz9el70R297//vcZ8IpsC5v6sNYBWc/Ed9COPh2CvgEVxafo/0LpfFhZ5MlKtnM/EOfFL8ZxnyA7JsaCG+uK4Pey/BJx535AnZvBy56Pep8f+IDv419eUbx7TfHM+SDfxByNdVLoe5BPL3iiSOUfE120A1biiYPOrXbks9lHl3Yhr7Om9PORT/oWGtvAwvF23BdvD94AYB5C2Og7eVNTPhh/jH8mD+Z/Gflfq2w88fUv5r0D/3+rrv/PBvXJH2iLTZRKZcXS1PvEPkwbY8FzdJvfd4k/rytPYG5OTEHfsINXiDsCjl9VrEEXyTE+XMQaxa+lfhNcSTYmm6B/j3+srWrcSrmi+FHxNTn+n5Ecj/g96Pd9zk5+n40y496YSTa1TGt6/AYBvdStKQ+iD/oMGkBqI3Xayl2kXOtDC2+r2tDuUOgU5XVANK7UCW1XaB/7lIKo6Or8mp8CHxHjLRLJHN4hK2jm/w+73Y51tb7SUS5LrtZsNpyPZeWQIcQcAvnhzwDkeRm4jqzIJd7//vfb+973Xvm49yvvecVee+2Dho8h18Xn0BbaHKFH+pI1QqD4Qn8RVhv/dy9cGf9qWOdt12JXhIdFTyJTH5KW8It4xf6K/Tj+WuMBK9W9WBbX19KFtTpbyZ9Rgo8OKW4EtAGEkbejr9jnSjhE4H8jV9fRz7zOWritNnitRQNdi2CKa0OsvxZyEVbqZ7XBaZWPtVveT66xD/p8VHzEKeG0O+5V+7u43M0/cFiJHvCBIZdLzl0N2GhF6xUNrT90Om39FtP3+3NYqxiPx4Y/4z60Xq8rX9wy5lKFH3YfJrsNIWw6hy/gj51ig+Tv2Cu++NVXmaO86vMU7Pc1zQmIx4W90pY+6b/ZbLqv6GkeGf1FczN2Sb44hOD0FnyhBBh7F9auO/BmJVnDpy1skN7v7Dmw58CeAy8wB/ao7znwPHLgfe97n33jN36jx/Lf/bt/t333d3+3/6/uo+BKfP/+7/9+++RP/mTjmQk8lIwc41H6fN7b8uCvr/3arzXWhngo77d927fZr/3arz02tOHpT/zETxgPT82yzHgg5rvf/W6/j+SxDfIMOyLf/OZv/mZ76aWXjJdC8CC2n/3Zn31sGME/HorJAxvJWXlBBQ+8Wyu3f2yD7Dt64TjAA9N4aQVzmC/6oi8yHt7+qERg99/0Td9kJycn/kI9Hsj4qH0W7ZlD8WDoj/iIj7CP/uiPNnwA87ji+sOUtKef3/pbf6vxQkUegMg4D9PXs2oDDTwA8hM+4RMsk3/ET+IvsfvHhRO6Qb/0zziMx7iPq//nsR/i9j/4B//A5vO5oR/f+Z3faS+//PIjo4pc8MfvfOc7/f9Jv+IrvsJ+8Rd/8ZH73Xew58Bvdg6Q05DH85DVv/E3/saN83keAP6k4te9ZAPOPNCYF42xtkh+Bg2sS96rzU3PE5d5mDwxjnkJ+8x/btrPw9R/Um3g20//9E8b/CKvfRI5zO/6Xb/L9rnyk5Lg269fbIo8gTkqOslLO77ru77LfuM3fuOJEUsexoPNi/yMsclbyF+e2KDPqGPmE1/8xV/sv/c8LnuHFPwjfp/5N/Pw97znPTeOHfTzrAFdILf8w3/4D/vv1x//8R9vf/Wv/lV7nOsJV9FI/4xDfBkOh8Z6EPPLq+q+Xc7dunXLeHD+Ten53u/9XuO3xZu2e5r1f+EXfsHj3k3G/KzP+ixfS71Jm33dJ8MBbI+XMpDrYZPke7/8y7/82AbDz5CjknuRs5K74psf2wCPqSPiMbTz/wL4dtZWnwSe+D/6ZgzGgvesiz8mMvbdPCMO7PXn5oxnXlbMZ2u1mvESP3Lgx7F2VmCD//nBH/xBK37TYJ72m2FNkt+K8Gfcg81vjPhgeFHw5WFL+qAvfgfl/yDxZej+w/a3226///bkAL+T/NAP/ZD/bsL6+Lv1myx69CjU4iOYP/M7MrkLuv521kPytP1vcHcM3UGHyFWf5m9wvOSRl0cxHyNu8X+frAX86I/+qPGyx7/0l/6S/Yk/8Sd8nseacrlcfhT1fuJtuU/6eVj3Ife9CR6sWXGP0RNn0H6AG3MguXGLfYM9B/Yc2HPgEgdCCBbCFrhZol5vGDdwcFMHCd/R0dRmsyMj2FKOxyO/8YObsuINHhVL05L3Q/cE7dVqbSSjEVab/dVqZfF/3IJxM0mplPrN+PTDolWn07WDg4ExRjEu/+DCjSUsYoMXN58Q9OmH/rl5BLhzZ+E/EJDwFsD5XaA+EPGIN77Qj11zCyFYuVyyeNNJQ4urHTs8HBovtprPT/2fBefzE/FqZkdHE+NlVODd7/f8nzHBHVq5iaasxIUbWOBDCMExiLzb8gtcr4Jd/EMIzkv6Qn7gxhiMxT+A9vt94Xhok0nmcjw5Oba5cD0/P7PT0xM/Pxj0/R9faFvgFULEyW6wgUOtVnVa6RO58YZV/vns/PzcijGRLTIeDg+kSz3rdDo+fk2LEwUO0EJ/IQTHAN4UAP3c2HQVb4o6yDWEIL1MjH7oD9ron3EajboB8AqcC5mUpJNRJj7sfb9CCNKHst9sBK/5gRF5o7PHxzPxeyZdHrtOc8MU4zFWqVSWzIL3Db73oofzXKdiCEFtEh8PGsC73W6Jf/2NfOEr/EYfJ5OJzo+ko13/4Qma6Gu1Wrk9YheFnVDyoB3OXQZ4HPFYyXbXDmbRduyBW6y/kj9Y5zdXRbkthMMWdseMuCzclheyaYflwhYAN9vKh6wEawlYvQuVHJfITrOitKs3atNuDT62MvrigUmL1cJxWiyXm7F28Sr4ww2/1FkuqLc0bgxfqa+18BEy+mgE3796fM5KlBQRVJe29AEuADxfitaL4y/sOser1VI0LW2d8ygOYvdkC2MDlm/YCg+twUZ4OMbB4MCybOL/QDo/PbOT41ObTY9sonOjEbo9tF63L5vvyJ6aVqvX3T9ia6VSyW0vhCgUxgGgEYDvTqt4vluunIYoG+qLqcIuGA+tT5PU/AEjsiFstiafgS00Gk0D345iSK/XN/AG+oOB4lnfeLgo1+uKb7RL09TtKeSccZ1AryU+Kzbfz6+4nCJOyBz5LHOdjHK5I/kAi51S+6pD3QWlw9KgG/qhjSEoiyFvUtLWHK+1ZL5Sv8JvKRD/ls7TxVan76dP4CV99jZqu3Z7pXcgYpSLMB7k3xo635OE8gOXkXjLg1bqkg0Pr0EO2Xhik2zqN773JR9k0Wg0NrqCf6IzeAFvnEeixXHa0LIUbyMshTN8pwQWwt95vFMuvV3kyzq3hzUyzuEqmsDhbQeSDXxdy0/BW9df8QaewaPFRjcK/V2Iz7sQz6PH1Pc+6PMKPXkU3qFta/W7AiSvlXQRPVgia2CD5xY3HlhX4M8DntgHT9cF0RhxXclMJHn1qx2h6COpfFwf+o59aU879G8WQp4f1OrWarUNvT8cjmwyObLTk1M7PZ0rRzhW/jg1XgAz3Lw8qKt8qKW8Ij70AH9V+FLsJIRgsjiRsna7h8alaL0LxMOlgOurXFawwCwYXYQQtr60XHFbrAtX7LLVahkPX+71esaPG+AGDPoHyil67mvr8rnkIjzYK4RgcYN2IB4V38iV/RCC+138b7Va8Zc88dCLo+nMjmfHyptnRmwZ5w/DYHxwqddr/rAz+JAkqbHR5yqnL9K+2vADHeK6BbMQEo9DxCTiRavZsq7iBHTxYL0sy+xoeiyYWXZh3LbVxA/ijWkrxvJ+dfw4P5f7DCFYkiY+P0Ie/tAf+U186ehwJDwn0hnFXx4iJ1qaognZVSRHeBRCMDb6XeV2D49WuU8taKEOEELY8KharbrutdttG/QH/hDCo6OZ6yq6i67Ct77wAbey4vxK+oXt7eZvu/tc24Wl++ml509ryRA8jU0Kerf2cCEC9QCOggXzfEDjV/zBBE3jgXLgdzw7tZivnNjs6NjA22WLjQlv4hI8231xCHSkaZ4XiB+mTejYhn/4oyvtTHTo2srpWMkuzWieJMHoD3mge+AIb9Ep+IYedjodQ8fh80C5lpeas3GOa8yLa5JHSfkOsZU+QwgWt8ipgh8cbUCIcx6ckHn0h4sdv45PB3bP5fsbX7tU/rA07wPaAPWL74njX+97g67iLjgBK/WDbwIW6MIVvn3xgHNRn4Wf9Js+ATCCB5RXAXUAroUQLEV3xN+68lb4jS+aYpy5IwAAEABJREFUTKbSnbmdzc+MfPdI+W5Gviu7w/66XfxfJ+a78g/ItCz5pFoHSWSzyCmEKCPGKvgHvldBcd20hRAsSRKHVHNR9Ib+0RnsG+DhddVqzXg4HdeTNLUgXTNjTMDuuYnttpatMmaMrch4saMX999fIpMdG1hJ76HxvjyX3EFoTSkEqM/4JnzRa2hqKT72eprLKj5OFR9PFB/nJ3PFhBPFx5n8XWbuczz+dBVPW/7SHXiDXZUkx1R8gHchRB4U4zDWVXx3+oU/1wHqA6YthKD5RjB8P7LFr1Z4kKxyWnyG2267Y/w4zxrLwcGB5hxDj5XQQXxpK4bWFLfATd0ZfUcwbc4NCyEYOIN7WTQgU/cNatsWT/DBXuqYByNxDV0AF2RP37SlD8u3OMZ6Y7cFnTkP3KZ9X7RzDdpXl2wohJDjVfI1h4r8KzbSbLQUs7vW7w2MBybyQC7i9ZHiN3YyOjzUtb7Bn5rWgsrlioFfCFuZ2H57oTiAPhUIhxCiXqCr8pvoJnow1dxuphxhMp7aWH4SP9rr9dxO68y5L+kBOlfoYLFPnGK/0EWTyuBL0R/0HFsnHmJz+OFD6Rr6h29G99BDxsX20FXsA7tYS7eJJXfuvGXMFwCOgd39GCPxhwLZxi4uclvGti52OLgKcITUEayJlwJsbFnE1KLEjz4AloqL3lZ90FfBF4bAlV41/IPOgb+D+nT68OXsq1wJN8dT+/DmnqB68Gqhei4z8df7FM2OFwgCOTJSGd9LklT5bNWajaZ1lLMO5MuZU7COlEl/kONwOJT/6MX5hWIyMkf2icc3Mg/5NY0H7kuNv4GNvNbys6YtSE9TKykuV9xv163dbhn54ehwbMSYmfLCqWJ9NlJskS6Rz5ITojd0sqV/N0/a3SdW7hzn+IDbWjgKE7vpthYPgRX05P0txW9giw/j3gPyutRHd8BlpT6h5wIuO/K5cP5aB6KsaK++wRcISRLlywO5FMvhJ7bYarY0n6gbsiTGJapH/cuwO7RfkzIFOQEHyZ9YXFP8bTXb1lP/vW7P/QvnUuVeIahmDrt9Pdr+WnE0ggkX9MlfJCWa0OEY+4fGwykPhyPXr06nY438gYXkDanykhCCsUHXSrqB3SCfhctr6fnX0uW9UHwGinMLow6y5zrlYlNvKdyAtTiFQABGycGHjOckJq+zZuy12ngfSx/L+7zKFwk3ri11ban9Tam2KwG5+1q55No7j+PkI28KMCsO2Keug9qFEIyH2mJz8BEeZszFFUfI/05P5jbT/qTIvZVjIXPmwo1GU3PzmmHb2GtJ8ShJEwshGH8iViq/Nue1/Bu8XoLzJXD70HVwAs8QgvxGYsis7L6jYuTbxBPyVHStqtw7jhtzG2KUaaMPB9FGacIkSVPPn9B94iDxq6V5NevR2EZb+9BPTrnpu1yR3yoJj1SQWAiJsdHnBXrkI66iqTgHbbQpgD5CCJYmqQN8q5DXaQ7D+K12S3bVswP5YNZfJvLJDvotiXIk/e51egYf0iRx/uKRI9g9NvRijThsLT6vxJtlvgaxyHUKHYuw40ulc5y7Mj6rH/oq6GIEH+AeGFzndKCSvvRh7wbgo3v9SKXv3vNL7LcQgkMiOZTKZdevRr2pnFlAzi/oKD62Nb9oyc+gN+hgRetlyAxdT6VXiWQQQrDAaEJjJTsEsEuHS7pe6AW2sHIeCmO1gXdBvaDHaZJu5jxVjYfet1oxXvcv5PxTI+djrWUofRlonYg1lUae69GXo6X+kdPuPscA56CHNrRl/YNcYCqbx/ZPT85sphjNfHyknJKcL9p/W3O/rf1f5odYIZLWsn0B+iZal7nO3cUD+cMClxCCJYozqXhLn9gGNtlANpp/IZOBfk/CT2EPzHnAj3XLuE4ws8ODQ82POsY8jn4KGVm+FWPlh14Evv2rsKS1rYUXsnQ/ixxze8AmrgWyrYXa0R5Z09caWWgs+CNxm8jV0fU/tPM+xE/vM/c/Cx9rYVfjtWvTxf7SaIMs6GctWtfgJrg+NvuaD8mBZ9tMMpZ2S7/X0T6lo+jB8j46dOfOHf9/AMql6q+kLyhvqpiPb8Quh1rXxRcRtyizcaZ165HWrw/cHhvyS1XNV/E32GUIhcEJD/mIFbosKPIyyqibaL1puJgT4BPwicRsn4ceDC1TfjLTbxeA/9+FcCGfIbY39BsnbfADdmlD5y+cylHaeAF4ha3hu4RbtBnZmXjA/l32Jh4uN7BUbidQO/f3agM9K/qUd7ww7g0OwHkl/sOfpfqMsNBYCyv+R+IuvDa+a6k6S9UtYGXgtBb/4bJQux4mVPaakp0aOT7iU8Rl6WPcGwfwFFzmk2gpfCU0SkF9hLtYtZFRvMx1oaDqOS7gAc/V33JnjAfis+GRcLvH/m4uRN/bPpfi6eLGQPul8LxYLsS/hfoq+qRcbuUkYtcQnZNfmFF+uC1yGaVaw8busD9yGeJ8t9vTPKkvGBjxvKP5Uks5D7kxtuW5jvLSkvLvVPO6JEnd/orOkU8h8xW8LkC0QE8BXHP9AuccwDdJEkvzGI8/AL+acmDGJ+fqa27Jmha5CLkH8f1UcxF+s53qtwDWnMhFyN+hiz6ChcijfJwC17dlKdkiA2hjzp+kqSEr/FxN83PnY6vjvx/Dz1a7pdy2ZZxHvlXNn8rliuZFJbXTXETtkUkIwe2IvpFbhKh/hUwvl1sZr7yt46R+QgjK5SJe5UrFqhqTlzC0pWc9rUsiP3JK4gVrQORxlKwfoo/QAU0p+hcSM8nX8m2r/9rL5b2SDzPVKSkm1aRLLeWL6Dn5IrEpxqNxjEfCoSY+VcQD1jSg3bRt6M79PbRetM0tLzb+P/cxC9YKpf+cp10B+OmVfBJ9A8SWoLFCCFYS39F97BI79JdsKHaNtB7GnBvewA/iHPEOnJEb/yMZAr2oN9FP/8V4lBwXoKH8E0IwbA5bYUzspqO5L/MG4vVMv78TP5EBcsH+CvuCp2vxd7HjF8kFingT9xfut3brOC/kG8AF2iUteS4pr91rUw3R43VVUitIpsgHOYE3cu3JPzAHAG9+kxpoHdNfBiq5Nhp1I/cHZ9qFEOjGfYPHYckCHi1yeS0lv7i/2PG57As2dZZqL5B8Vzk9TpN4Aq4+AF8aKoRgjJsmqZXKJQPnunIQ8Mb3kpNgAxwjd/KnmvS1IhthvQM6aVvM30wbYxT+FhochMvyKijwU45AOyCEYCEEo1/4gt5XtCaLLwCPwk7g5Wg0sonWgKbTqcqJ1tXi70ngXNdvaRXhST+mjb4B7cr2+d7Di8oBqccO6rJDWepK+o2+o28L2T7rj5QXwO1nEW0/31+qdFgtZDfAUqXig2xvLb18GGVZ5/5gB0nXZ3IVdBMfMBhorqF1m4bWvyvSb2wpEWG0BZ8LeIue4hj/dUe/Tb35xhv+EOVXX3vF3v/y+40Xcn2AF/G9/AF/aQ0vKOImvjuaD9FnCNGu9C37ipg554TrWnRubFZ26nxU6XiIP/jGYvz7ltQVrku13bZZylctHjvQf5Rx0f9uqX3k5yAqRSMUa4/iasDVA9IlKlAXnVqrD3J9aHKAPsF9+VBcL/hR+Obc362FD5APxXDPK9wIL2hawS8BDfHf6Dyxo688Cp89nRwZuTH/L0N5fHxiR6zbaV5MnCTXIpa3FB+bjabVfS5eU/5HDli2VHkIMUvqrCGUA+rbxxVPGdvXMjU+fqCA1WW+q00IYRv7lIeVy8r7ZIfEN+bhLXIyrV/zG+BQ63TE76ny+ePZiYH7fH5mjrvoIV8jB2lrDbauXA0cLd+EllwIigXEHCi/9OAiNlY9aaP23UbdtqTf0qmF9qMNLKJPK/SuKNE/wRKQf1sInCem9gL1egE3DXTtT6RmWz1Jgn5fKUtedf122jbywF1oK6+vKq9GdtjOHfmwO/JNAMcFLKFJwHn816uvvmbve9/77f/9v/eqfJ8AX/d+e/nlV9z/8SIg2qIDBWyxuv6e2CteRPmsPJas5LOW4utS5cLXlBjnJrCE76Kl0D/6BcfrY7Vbcy38gJXHp6X6LXDhfra4f0f4Rl2Af5wrSvZ3gfYFXg+HExoAPmvHB9rob4FeSv+2416N0xbniC/4ACvZ7kr8jzitRTMy2eXDvfa3+KwVz4CV+qLPAqeF8NoFcNjiGfHYvU5b+lg9BD5bfQJ/6CjkttrIaHes3X1wAuK5Lf+Wrk8r6WPsa80g1wwiIQT3nfjkivJifFxPPpkcmvvPuL+Pcqpcejwe21C/03AdP1iTT2Muhl/Dzhl35byNuCyli0vmoQLOr53/5nlGmiZW8nWdijEm82XWO/3/cTTOdDox7hXlfrTR6FDrPH3/nR5fkWo+bdrgw1tvvWUA+1u4I14sBEWJrS6ljwWspT8R1M3+s+fAngN7Duw5sOfAngOPiQOvvvqqfc3XfI2/0PNd73qXkbM/pq4vdMPD/XnZxkd91EfZj/zIj3hcv1DhBT5YK4/jQfU8CPHk5MS+5Vu+5Ynx8TKbeKDql33Zl/naKQ8ORJ47dV6Y3V/5lV8x9IPc8s/9uT9nPAT5aSD/Az/wA8YD7377b//t9mM/9mNvK718Gvx70cfAXvB/s9nMvv3bv11zj9UTIelf/It/YTxojbEe5eUi+Br8Jy/i+mN/7I89MTv5uZ/7OXvnO99p+LSf//mffyI8eZydErf+1t/6Wz7v5cUP//W//tfH2f09+2Icxjs6OrJ//I//sa8z3bPyC3iBtYF/8k/+iWX6nY4HjfPAxidFBmsPvLST5wfxcGFiwpMaa9/vngNvZw6w/vh1X/d19vmf//lGjHtUWov49dmf/dn2JOySuEb+RR7Gw2h5iQ7+4FHxflB75iXkzayjEptftAcewzdexPVJn/RJ9jEf8zFGPvsgmh/2+n/+z//Zc+XP+ZzPeSI68LB47ds9Pxwo9JGXk/AbxJ/8k3/SmKM+KwwZm7yFe/Z54fjj8IXPipZiXPwvfpj5xD/8h/+wOH1V+cjnmId/wRd8gX7jPzLyQPLBR+70CXeAD8en8/s1L8D4/u///ic2r3sQKS+//LKvB/G7HDJDHx/U5kW8Xq/X7Uu/9EtvjPqP//iP28/8zM/cuN3TbPB93/d9hhyvOya/u/ISuOvW39d7MhzgRTjEIWyPFwyS6z2Zkba9krOSu+Kb/8Af+AMGDturz2bvF3/xF401YuIxfvFp8KGglLHgPeviyIJclRyhuL4vn38O7PXn5jIiT+JlKrxU5WnOZ8GUeVqxJsmaKGujnH+7APTwcqLCnz3JnL4Yq1gfeJJjvV3k85uNDmI8v5MQ7/nd5EnQTxwldr8d9RCbYu1t/xvcRc1Bl975zkf6De5ihzc84n9Hucf90z7t0+xzP/dz7Ru+4Rvs7/29v2fEF34H4v85P/MzP/OGvT696r/+679+49/ziSm1Wu2xIvmTP/mTN+qPnIH7Z2/UaF/5qXAgeSqj7AfZc2DPgQkz/boAABAASURBVN8UHAghWAjBuLGDGyy63Z5xI8VkkhkLVyRFJyfHvgBP8jcY9P0GLRZcuRGEdiFEt8TCynodby7hZp4IxfFK/FybhjJuAknTNL/hq2Y89Kvb7Rg/kjAG4/IPLZPJRLiMbDg8sK7wAj9uJDFt25s4FsbN+fzgHIHjhf8jDOcXfkPRUnUWxk0mLJCtLt2Qo+4e+EmSRDwqGw8aBg9uRAEvcJ3PT+3sbG4sMl28CebAWIzl5jXaENi5SR6eQT99hhA8SViv1/4jwcpvjFkK17uBawB1gRCC0Q8AX+ibMQje4Mc/M3KjDHyEn8fHx3Z6GnGl5J9quEER/tOWPugrhGA33aCFm26gdTAY2Hg8kv5MxJNjOz8/c4h6NPVr8K7f71mn0955WEfVdQIc6A8IIeICvdAOsLhxGTgPUM/ym5qSJDh/4De6Co3wh5tCkUe9XjPOVasVg3bqpWkiHY1j2n22JEkc17p+eCBRhZbDw6FNZDfHxzM7Pj4yXsp2cDAQjR2/eanqD4UqSf8T7xlcV9JFaEFPKYGVdADgOhVDCE4HONIHuLdabev1+rKNocbJxOupYKLxgUx2c2jdbtdvqARX+qPvxSLaBslzvIGN47uBugDtVsIRXCKIu2u71hbrr1yvY19L7Rd6vZCORwCnAsCp2N+WRZul2q/cXvSVSzmiIhbFnft9y8bWaqUezG+Gla/yG1pXS1ssgYVtx7y8f8cW3EAn/nmp+kuXk3qkX+B+Y+9cK3B1NtJOAD6Oi/ql/3vjcRGvpXCi7lLtgBU4qb/Ie0YoYAcB8aA4KuqFEFzHeGBGTROQdqvlD5jnARk8cJAXXPgNy0czm2QTf+DZAQ9J7fWsLV2MN1vX3Z64GTqVf0fvgBCCsTFWQScPiynoBW+AeLHc3ARY8NVkjyabCcIvkQ9O3VaxZ24Or9cb1iweOtLpWl82AV7cUD3oD9xGujrfarfcFiqVqvpJ1Wcw84++TJvYpBG1s/PROdcz+CkbgLfgudjwHFlIL9CJe4Hq+k3Wu/KRjOAFEEdjoLh3v++cjXkVYatm9AFPwS3yb2lFCa5x7IWhI3eB47bM7XCpdiujL2hGRdR9PlYQq0K+XxSMvwXOhhCct6VyyR802m53pEMHxg3u6Aw38Pf7fWu32y4LfBk+9y4dEX8cd/FsIWB/oTi+BF9Bsb9wnuf4s69rS9VbUKodfHC+ID9BQZf9ZthcXMgHf722VaG/8BYewa8NPECHF7q+w9O1+kDvIoiZW0XRwUN+6EPgfat/fOtSvmAhOS7uwndxhT4LR+qp/jKHlfoBCjzVvZjxkPjdt9naVYsqjMVBUO7BQ454oENLvrQnv3R4eGjTyVQ50dzcn85OdHykfCizaBsD5QpdazWbuX3UlGNU5PPKbleFnUAH4wDQF0F2oDjmPpVSPIg+VjbtfPBWoCgIRl/4aGy1XCkbD5Kq1+rKU5o+Pg9w6nX7dtA/MB6scTgcyZYHnlO0ZL/kIJVqTbiVLASUjf5ts4EbsDmhnRDCZtyKciH8wHA4VN5yZMfixdH0yCbZVLnL2HhoBuO3FFvAq1ypWFoqWZokPh59AxvaoVd0x+OVRLA2sCroJHeqib6WZEFeNBBdPPwrG080t5kZD9jlIR2749YUB0ulsrHRL+MBHD8OuLovsDbRmfpLyPzhZZ3OJq4hCx6WBgwPhpJHT/JqaV5Sl65UzR8EJB6ZNvoH78IeKP045xPXg7gUQrBU8RoeVSVTH1MyHih+jkZjl0/x0Dp4hK72pM/NRlPyL4vXq3y+tdiUC/kW5mOUu+D+WdfABQAf8HAwNsktUO7CenPg9fDlOoNssTF0lzlPXzhl48xOjk8M+zo5PrUj5StT2ZzzS7rGfIe50cbGJGNyHuQMDxLZbQgRAVm1reU3saloS0vFyh2Aj/JRkYaVgVt0MMFCCBtdL0lvGQPe1jUettOUHkYb68muDuxgcGDwG/z6oqOjnAX+0ob20BpCYrtbHC8/s2FR3Fm7za8ivvhF5/lVfpNz+E7KCEv39YvY1u1qZSvxnPFU+ICi0MvrfIkVebW18wh+OajvJSDcdnXkyn3htNiBpfZdLqJTncb+HTnoB+IpvsGbEmAfMAuyldSq8it15ZDtdkc+Zyh/PLXTk7mdzc+N+Tz6kynfxe6QEXrfkm00pPvM/cgnsRsecJgmqfGQStPGGAUsRaPTK1zZB4pjyqKemlkIwZA1dky/VeWr6Axj4Y8c5DsrwrssvUrTktps9SJY3Ogz7sVvOMI55MiYrs/Ca1HAfWSweRgsPKcepdrRz1r2Af/pm5wxjnbFtxCgDvVXtFEV9Bp6WvLx/V7f4wy2eiq7PT2dx5gwIT5ONM8duX10O9Hf1Rt1+bwiPpYslf+CbyFEDvhY0oeVeB5Bdit7RWccwF+2y368zvqUkNKHHuiLPkvKZT0+iud1xY/GZq7RMXDp86D6wdCYc2C7vV5P57ta02oLv7rPVULYrvEUeMGrEILLOo5TNvJh5Nxqtrw9fGnJT7TEH87hl+FXtVpRvxX53qvpLuhx2qBRtKJzl4F6Xkc8crwcKZM+BcerVEo1RllxpSJaaoozTet0OkYOT+whfk4Ur2e5j8VGepIjvq0mXlUqZZeLaZMo9L3/vIgcKGQXQrA0SaLflD20Nz7zyMifMvlJ8gXm3uhBW3qLPuPH0PHiQZ/oGrpX+CB0EOAc/oHrpi0oFtOO9lX5QeIhc/mBYuWh8lFiOvPKqeeNE9ng0B/Ajp2Wlbdhw/RHPHnrLcW4OznkPozzlwEbWclPRFxWcm1yXNiF8HnQp6ipKOfxkj4KGhf4TMbdgHBhXlWArlNnFyIuK6MfeFLAg/Aorktcxa5TULRfad2LPh3kG6CXsRzAD1wod2Cp/QugdhuZ5QoC3ZsBfSd+hRAMWVQVsxqNpvvHgfxm9CFjm4wnPgcaHhwaeoO/IyZXJfOyYlwIibE5/vJVjifjA7msoIXr1NNwxniuN9JTdJA+ixjDPIO4PpHvQodG0iV8N/pFG/q5qBdRVlevTS7sjnhD/ciPpeQlTkgZ6Cfmg2BlFkybf6m8/IGHAugA4vx3aQvRSN8OV8gl/saxML8OHqoDf9A7+lmLX0Ll8miPeAx9gk0va0vE9Irk1Wy2rNftKUYMPFa0FL8KWZZym6SZ4yZ62d8FeAYU50II6juxVHpQVe7cVn/Isac402oqxmq+QpwKIYi/wXa33X52z193H/ToY7Wbr2g8aGQO2UeHFftHh2NfDx3odw9yevSItcmy4h95XAg78V99oSfICFjk8qJcuKwlc8nRrylvx+YWqoN8ORePl56br5CtbBkcI01XSTqeo85KBNFmMz79533T/13ANQFjLimF30r2tlROQT+rfOw4QsTgyu+igkraACEEzyvQD/hI7pDJD2CXJ8f6LU054BEP9tTcbeQv5Bm6b+i0OlrvbSofqXu+hL2myv3SJHWblxLI10k3RetavHY8ha/TLNxXG1jJTlfu3+ENeIcQFN9SQ2alcsnxq0re9VpD6zENH7Mmf1KVH2PcknQSP2MMatqcPlO/2tcHnErlslXVBw+EZ47aVkwkhvFSLuIn89CGcsoa+ZL6LpcryrliXhdEUwhBPdmGJnh3gSbJZHkJuM45yoI2OiH+gm8qfoF7VfZak00xPnj1ZFP4YHwiLyNwkI/MFNcPpePoPL40SVN1l/NYNOtAn82O9rcfxgdWksdK+gL/l+iSdG+h8i6dk+7f6xzteJgudNGXhCfGXD3uFoP77QXL2Wvau1/Fa127ChORvdM2aD9YCIkhA2TtuiH541OwBXQCH8ID6zm3yfklqwq6ofkeeoUsQwjqTyxAO+QLnC+Ul/RhWRyj+7IFrydZIBdJ0fsIIViSCi/l/Og2uoHfbjVbnlPhc9EN8rupbBLdGGttiJdQETvR6brogKYQtv7OLm0+tnAMIVipXHa7Yk4xUE7H2hJ5JHO/+encZrNjI79D93zu3e1ZW/aDvuJfK9ihYkrBD7NgbE6XxijGctuHB9APOA+WslNRLwFRn3ZJkliSpIZtlMsVq8puoampMbudnuafBz5HBSd+Twe/Y61bnmi9iZxiqPUl5FeVHaeSU6L+Qgh0LVWN2lGM5Sfzr1hDBzku1AH3bQ6w2Mb3+9jHrt0sZVvQTT9r8UIISFHAAdBYN/6IV9KzlXCkT/pewlPB7rj33Bc+2PtS5VJtAPqBVsetwOdh0Sva78vnlgMuWukPMkcnkT96sCAWoNfSjQVlDqwfs/ZUlNSlLfaCjeIHuvIJh7I7Yhb+I9P6bzae+G8IA/IxrVdgw/gz/FqaphYCPURzWMsPLvEH6GTuG9BtcEPjQwjyCcFS2XNFPriutUL8NDku/jDTeDP5KV7c43FyeGh95YX4AWJ+pVxR+8TutTGGRXQ2VdY5jza2Bm6ChfhELrbI+XNXKf4tc1jlJbS5HxGdaweXgomszXjX2slxWiungj9L4bP0MZbum9i/ay6ygyd4U2epdisAXud9RvuPeMnFXIlOfnVzTU3VTNwTPiv6Up/0vRROC2Bn7At80jVw4Rylg9rDI2S+gkebUeKOj31JRlzx80JYWOS4rBRTBNKnZY4P4wBLjet43aTMacAG6GMXvL/8+kJ6cVMo2t9dRnkucvzhyVrxI+qOqI5EX6k/awnFQTwJIVgpLXkOTc6IzWATvW7XWD/sK9fs9nrW0e8cxHRyY2yLOV5FdoatYuPYaxFHt3xeO59dZjmerpMux6WuLTU/khyEt+MvvIS5PkF4B7dH+t7EeOXAzNnIu3rCa6jf1chtJsp9Z5qDnOr3AOYkxHh8DC8vAm/8Cn2YNsYBnP7NeLrwdvpI9vpI1yNRIQRDPvASmdU0h2k0mtbS7yPwErm2lDs1NWfnPHpQ5G0l8jb51EK2lm8F/+DlUna0QqaFjHdKzlMnwlo4gZlF+YZEeCXG2hH+tyZ9Io8Gnx6/aUu+zCnx3VP9vjDL16+RO3hDB22hLUmC+abuwY19xLuFYuxgpXJZc8Sa56g9xSVy1kOtLcXYNNbvfANra80UPhT6Df0WzPA7Duis6F7mtC7kL9indJDNL7F3zmsfu1/m+0tvs5DuL63wsWv5R8cbhEFeY0ls4k9qyII5BrgOlH8fKnah95nme/DG13FFB7YJTyrKt1PJLIRtfg//47jY3BY47+NqzBCCwUtoZsyG5gnwAf4w3pH4f3x0YswpmF8MtaZCXIdPzMXhCznAwuldeLx50P5SdSMPVq4bBS4m32T5JrTyvW0Bm4q6IQRLk9RSzYmqor3VbBl+C90Bb/SF32zBtSWdR8f4v4ZSsS4gXks7omx3ZBr5BR3wK5YLZLoDS2QqcBok17X0YgOKUQV/wRWcNZSFEIx5YZKmVpJ9VVzv69aWDbY7bZUdwx4B5A6+yAOckU1JeKdqi06GIBmLV96/dIjxgKVwuRJkp9s1R1ENUhazc781AAAQAElEQVS3EILRJ30zDrxEn+An80Z4OCSH03wyG09sKpucTCaGPvYUI8DX1/QlA/oAJ3ChBHZlavvtheWAtGZjq+tcx1eygaVgIXvGpinvCUU9lbRZFrqKbqq/tXQS0CDX4pHXvUdN9BAdbsuf48fICdBl8gif/8uWgmLHWrazcLvmNwRsfeH+GdzIl/Frb731lr3x5hv2+ode94fl8SKu973/ff5irpdf+YC98urL9toHX7M33viwfmu4I/TXbushBDN9jI0yp2+lMVfyFyvoFiw3/Fho7EX0nzrn8eRepfi9ALiu0nnPPuD0LNXP44PY/zLHb+l9Lwv5qYy05L4ceq8La3mHnC/IE76QN3q+CC0FiEan90GlcIFvS7WjL4B+HeQvd9FCPLvHL9K+05PzraARnUe3yQd6yqOK/2ckP56fntnpyakdaz1sNp3ZRLkzcZK8gvjYJgfk/xqVI9JHRb68iDchJGYFszTmCpD+IifGXornBRQxZiV7BtxnwHfpf0gSA8dSWraKcjHGIW40GspJFQNZcx/0D2xInsPLYxRn+J/2udYa58KffX5LJrZj0x2tHWDj9GnahBbfgviBR3Hv+t9SR7df2q5kp9AIba5T6J70Cr8QIbdVzuew5HoOrsPrhS3XS1vlf/DjOtiAh9fzHf/yw+KLeF0uV7Q+q/yh3bJut7MBYnJb+U6tVhW/E7dZfNidnZdyxd9Kl7om3CRLbOtDH/qw+zdeNvje977X3vteXsj1Pnv/+99vPODqgx98XT7uDW8Df4ACn5uX0CRuSGj0sxIOwFK6BC67cOfOHf+/xd2yuA4dQDyO9CyVy9HXWjq49v5vjh0taLuSDqyEG31G3JbyfQvhE2FXDwo8KIGI08LrL6UT9EFf8niuY4xxExAp3i7itZIcgIjP7li7Y2/3Iw8XeWyI+KwMfNbi00p0rhkAW3V4MGZUpw1tV86jpXBait7lhj+MX0DBq+KYcrGxm6W3hUfrh8In6lPB25Xooa+l69NSOEU5FOOhS8X+5RK8li6vpeO0Em3gtBbBwIM5Y3KXwbDRUqls2GmjUTfskvvuuP/s9PRYv58cGXk096ENhwe63lX+39Qctao2JbfdEBJjY9wYYyNOS9EVj5FhpD2EYEmSam5R0rpO1ZrNhtZvOj6vPTwc2lg+lfFms5lNp1M7PDzUmH3Vaxm+uKScSCQ6r6K/KHTmIu8Kfi13eASv15Lbmg5MUshL7e4/ew7sObDnwJ4Dew7sOfCQHFgq3vOA5ePjY+OhfeQkD9nVjZrxgOdP//RPN14mwzzgRo2fw8o8jI2HPvNSJx5U9axQLB4cmGWZ/fW//tef2gvBHpVeHsb21V/91YYe8jKWp6WHl/H+qZ/6KfvUT/1U+5z9ywYus+Ztecy8ghdb8QKQp+n/GOt3/I7fYf/zf/7PG/MVW/mqr/oqw3/iR2/cwUM04IVTv+23/TbjIdPw7P5dPP2rRRzD7/FQR3j09LEw44GZX/iFX2i/5bf8FkOvnkde3ZQvv/RLv2Sf8imfYn/8j/9xX8e7aftHqf893/M9xou5ePAuse1R+tq33XPgNxMHWIvEF37zN3/zYyebF3Nhk4+zY3LoT/zET/T8izzscfZ93b7IO4nNrGdC34vgc3gxD/kqL+J6mnMPdADf/G3f9m2+nn1dHu/rvb05gB0/jRfDPQwXsed3vetdPs9k3YO88WH6eZZtwBmbw/awwaeJC/kteSAPnkfOT3Ps645F7k/cG41G9jz6cGTGi3pY7wDX69L1otQjhnOf1E3w5XfBH/zBH7xJk6da95VXXjHkdpNB8YG3b9++SZO3Sd3ngwzyIl5+x4twfuAHfuCZIfVDP/RDBg7Pyt5ff/11wx8SL9797nc/Mz4UAyMLclVyVmRUnN+XzycH9vpzc7mw7vdjP/ZjxhrvO9/5TuOlKjfv5fG0IGfD/nn294ua817mBOvRH/VRH2W8nIh1jsvXn9RxsT7A71RvF14+KV79ZukX/WOegT6il0+D7kIPh8Oh/84LDk9j3CcxBr6S30r2v8Hdn7vo1vP8G9z9sX92Vx9mnYL/qeX/Vh8X1m+88Yb91E/91I26Yx59owb7yk+NA8lTG+lFHGiP854Dew5cmwMhBAshAkGn0WgYAejwcOQ3chwdTY2bK5h0zGZHNh6PjIdptFotq9VqVslvqkuSxLg/goRqtXOjCj8YFLDym064scN8TMajfa1Wt2azubmxYzweG+MeHXEzSeZj8rDjXq/r9bih22ztP/wt/OafRX5zDjd3cGMHZbz5lRtfFjs35HCDCThuwbRFnLRz308IwW9i4caSZrNh3W7XDg+HNp1O7PT01Hjp1Hx+In4d6dzUsmxkJMn9fs+4eY02tZxn0JCmiSXiWwjBxy1wgk8Fzy6XXCvq0SiE4H2kaSrcyi4PHmKAHBmz3+87jpNJ5nidnBwbOJ6dnQnnE8uysQ0GfecrdEW8UpeP3XADB27QY1z65EcQbsphTHjDIiAPOOccMkamffGGmx7hTd1fjlURHRW/4efevFm57C/zhuMtf0A+bHhT8puWyn5TUL1eN25egkc16R44o4flcsmgYXdcu89GPW6Eqgvvdrtl2A3y5h/BsBlgLHsZ+EOh2j5m5HHJ8aJrbAacwf0ycB5ZUy+E4LiVy2W3u7poaLfbssVeLt+J2wy8RR8nPMzg8FA62vH64Ep/jIE9MGkrIN7EFu2Fa7vATVAAbSMu2EoBdt8N2mgD0B5gfGC1WrgMt2NtbRZ8sFsecgssZeNL2XBst8pv8Fu7vwEBsKG8DqiVqvG9Nm7m5UZWYLFcWAHLYl9jgssWR9XhnK4vl/GmtdVqadAFjXJJed8qrvUB87XoACJdK+93YXeNybj3gaVwAv+l2kd8Vt6vo8EwvpN/IRjtOs4q+RT76H+lXHGdaTXbdjA4sCyb2OnJqfzG3PzBg0cznZvaaDQ2HpzS6/Xl3zrWkA/n5udqtSY/VHYbpr8QAkM4PoyzVnwAR24m5uZqSvCOsHJ+ch2gvje2YCEE2U1qaakkH1HWGBWraizGbDSa1mq1jQci9IXPQHiDOw+K7Pd6hq/mOg8gqVYrbkshxD4tKJqIJ5KCsW3H1Hmd0CXHfaWdleTt+Eonr5ZRYUeUQC5LycV1WO0jXaIzv7mQ8S6LSMPe9yPU/To4r9QPfRa4eanxYrmQnQmu1J07Bk7oDQBdyGOdx2n6jhzwoQw+5V+2u4ktzh/O4WdSYpH8bU2+lYeKIgcesgLwgJW+P6wOf9hwPcOn0Yb2jAk/oAd8HJzX2NtCdrF0WKLvomkpOpf5/oJ9nVvoeMm+l+Kz6KG/tfi0FrKMEWlhRLOCl/Y23ESu3BIUC0Q/fIi8WRolOrwUnyi3cEc8htd3w9L5GnkKL6N+3FR7781oYem6tNFpH0+4Itf7wOaBddAiWDqsnMZCnx1XGKLhHx/G6mzzWQv3eKA9S6RY6DZ20FK+3JMfOhyO/GFDp8dz+dQzO56d+DEP7BoOD23Q5yHmXeVjLeNhjrVqVX6uamXZEzaCfYUgh6Vh4P+GT/IrS/Eqxg/xS/scYz/IHKB+Tr50PsiXJu4HS/Kn+Pyqxqopr2hoDgC+nU7bwBlfit0Cg/6B9bo9a8vXUo82tA9JxMmu2OK4keMhBIMGaKlWqsbDbKD7aHpkzDF4GG+m3MUfiKEFZsZnLHgIjqW05O1NG/1CF7D0ByQsbVnYukqumwULwo3xPFdT/t1stqzb6SrvHdih5MHDdXmAyJHiGnI48HH7Hk8YF/pkRB6XYp/2RLai7xBi9/CpovlVXfLgIXF9xTUe+jMSztkos/hgwCgP5EUcrKo+8TGE2Al9On9y/XCdkG7g5znPdUbjIV5pkrqekQ+TH7dbHesrdx2NRoZcZkfHNplMbaz52VC6Cj4NxV10fKWYjv8gpyzKYp/jq4DYw8NIVpLVSooZcYl6Ak4FxPOyXtW5fA4eIR/41BQufc13kOHJ8anNT86Ur5waeE+lX+jU8ODQwLvdzm1MvK1J78uV8iZfoc8gvfGxNOaq8JviIXzDprZ8XEovgF2faAb7QwhGX7yoCfsFR8Yid29o3Jb0sN3pyMb6bvfEyYH4DX69bt86wpGcqrAx+gpBmAlMW8EX7W4/wlcf+SF5IO2sHfelLeQPowyu8u3FuVgil8Um5u7QJjmt1ackEccLFP7FzrWA5mvhhE92XkoXl+AG3Me/L666prbozlq6R58bvHJMcjbpKOrUmsF1xId9rkfdqcrXNsTvjvEAwkk2NebzZ6dRf9B9fER8uNDQet2eteX/mpIh/gH5lMsV+VJ8U+p+P4TIF8YBR2ApfIHL+9QBwAsIIbjepORR5bLxsDzGwb6BWrVuVeW9FfnPkuIC+pWoTQiMKdDH8m23X3yYtEK6EXV1V4+jzBd2FZ83sbWQAXRIPzzWSCewj8hhBt3ucVSAjysEKL2+dIBrJcUeaIOffeWF8HgyObKTk7lhvzzkGNv13FHz2YHyenx3s0l8VP7ofKi434JfhY3QN7QD8Hsl23Xeg/su6Hy8vhJfhJ10BPaFEDYyAEfki5xrHh+b5rbb7ljxcNnBwYHrzkDxu4ftdruKHy2rK95g+zgEcDFtlBpGe/rk4yRp6jQwRr3e8Pjf1vy+LT0roKkcotFoKmeW/CV7/G5J8ofuEIKGCOowfhijoOuCnHdpz/eLeshFIvIOQggb+staF6koriAn+N7tdNyHDnmoqeaA2AY2wkMUD4cjv8ZLJmrQXq64Xw0B3KJugJvttxeCA1tZRdmFEDZ6UZUOxvnd0CbKC46mx4YuYMOs7fWU76LD5LEV6Q/5RUjQA1PMXDm4bsoGsU0AHQRkicbmeYlsoyQ/gW00tcbQUe7GS2IZh5jOmOSPmXBAJ7lOjC3Ld+IPoAG/dqd4WFjhxyjzuFP4uKWOl7t2IUOlvQr3D+B0bxCPVDHWFwXax7bobyF/eT8fuwCXS0A7AD+7Ul9rj3Ma494I3POKxKZrtAWvyHtwW4n3gI/DvtO/sCtx1TXPI7xc2lJl7GPlvIFu/IdG0Fi7nyhz5F+RzjQUN8lt8JVD5WPIMNMaEz5+qLyypzwXn4cMkXnJ5Rj70EBbvcnltMxLcHEcfOhgyL7QG/pqyZeyHoTe4Ktm6Kt0hjz6ULGF3BG/hd5Aw1L0FXLx9cg7i3vER84rd1J92hR4gAv9WLHlJBSHV5XeRrKmD2xjAW2FXqj/Ap+7yzuGzCIgmwj0Q5/wzceLKqBddlQ84oe+I5jiT2JV2TkxAhnCTx6AyDH8j7JUjhT4rUicEZ2x7dW4cM0C/QYLIXgcqSnetxQHe91ejDPaJ86kmhcG+ZYQgj2ujfEvAjiUPf62pEtd+SFoJGdEp+L8eOC/YzUUp6u1qlXKFUtLqeMPXvSHTLa5b5TTQrJd5rJe5vvImP1Ffn6h85xb5MdLlfS1JpcSL7E9xiggI2ul1wAAEABJREFUFDsqxW1d1jf5mqDQrUXRZ6FjO2XUpUXUK9VbClaCpcalPX5jfU2fpJGlgv4dS7ULIUhfqp7rwEd+c8QPzDQPZ70ZYB//PjocK786MOTuMUU+BLlX5U+wV+wcew/qM1gwEevjrMQbeAS+4L0C9xxW+DvxYi3eAWKToUNJmrjM6LcifUbnasr70OG69K8qqOTjpmlqSZLQ1MdzCjf9BV1LPa+L876GaG1au91yHekoj8LPRftoKFeMeV2lUraS53WyFfoOwdjAEYAeAJqcHtEBbQVAF/vUAWgDhBAshCCcRJ/wJi+tQJ/ytIb42Va+ydxzqPWPbJzZVOswE82FChjpN+Fut+d4pklhw6ZNVItm7TgPKHcB62Z8AHzADYi6t7zCp96569w2Pi+tWDNYS4fok/53x3u4/ZA3U6lPfnCD4sFYgCsdhhA2ckAG+EX432q2rC2/AnQ0t2hr/YVz5E+Xdb3QO/VEl9L3KIO19Nl1Itdx+LwL+B1kUIDjBOrBHKc0SY01NnTf8ZLeg0NXuoqNDpXzEy/J96Z57BwqZhPL0Wd+X0Gngnyx921xY/8ycKVcqlhd8x3WY5jbjTSfIJc7PZnbqebfx6w5SQfRPa53NbdqiS+NRtPgSWXHDhkzhEC3rocr6eRK9r+hf2MnK+UQS8FK9QAYYE4/tpzKNkqyv8qObbQUZ/gNCRzAhVzzaDoz/BNruMdab+IYXiA7fAT90F8IQeMgoigj290iuvFMvg+fVjnuyAn8F8ofFzu++Z778s+712iLzOlTo8st5rTGEUVzvnOdQk29H3QM0Jor/S8ZE7gvfhdtein9XCEP+hGt6vo6GOzrvMAcQP8wBNchyRwdx5ejCzEWLC74fXy+w5079pbP3RZGXdqhuCXNCYnJXeVh2J3PIxS3iF0AdopfasuX4pfwZ/hb7DKEaGzgtFIc2eii9NLjquslviEyPIREMblk+IS6ftdsNVvW7faUkwwtG0/kB45tNmP+OzXymIHWofED+DbaJGlqZnFM0wYPVFzxAaP8tHi0Fh7gs9y1tXvY2SZfky3CJ9oRC1ayswgrc965sfnXDkb5mPcpaAHeK+GET/Ex4JfwWWpM/E5Rsn8XUEf1FwJwQ/Zr9UWfIjUfmVHy3buKyBtqUJ8j2jo+6meZ82jxAF8JnxY5zo4v+AicV4oX9BlBPls4MJ6Ke35iXWEjHFboUo7HUn0uRXMBPqbGpbw2qD02sKmv493/SSn6fphyIT7RbltG+1qAo8aBT0vRgKxXOW3QGrlyT3bIxMULBKQqqeY+VcXohvJLbIb1Iuymr7Ve8gnyefIG4muz0dQ6fD2P6xUjBympfRFDC2VV79Jj6bLjtPJ8EDwLQI7sr6T3a5fnynECb8ye/vAB5DmVctnAryabjmtLHQMvn9MpF5kqx8Gu56enxnyEGI+fYX2r2+kJ34bjGQIxfp2PI8Lfph9sAdGu9cV+kF8kZyzLF+Pn6ppLIMe28lj8H3OKlvZbzZbPffDX+OFKWfItlT3XRB4hBAshONfoO+rb0pAhsrwfrC/LWL0kyj/TJDViBGNVNWfDF7eFS6+H3z5wP50pXkyVX86UyyHrodajOoonNdFREn6p/HYQjepykzuJdB1CvTRKB2vBSnZvFqysNnXpUkv5IrpN/GFdIJMukdtyDE+oA17oYCJcTVvsZyWaVx7nsEOnW3a6wB5li5xjH8A+Fzq31LXivO/7OeZJ8E/9OX/WOf5rYRkshGDQhixY8wJXfn881Po9+s2cj99Rh8r3sVfkB08qyolpF0IwtlVug/cqoYl6IQRDzti0y0L+AP2AH4xDHo2d+bjiFfZHXCduI4e1+AuNd5QLRP93x//nN+4vtnkDvquAnA/gVuAhAxUf7J6bRKlr4pV2aBNCcLyRE7/DMVfvaX2SGA+fhvnch7kBuoWfg6cl2QP0BgtSEn2E/0r+KMY9ycZltluyDywk+wjQu8xpoB1+zSHnOfhFsHwLFoIgSSTbRLpYMnBB79FH8iB0DzwB5A5/kWtVckU2qeOdej8WzDdxw1bSIfjoseBCfAPnHRCNXk84gpt3oK8QQuSj+mcceIkvAC94N9Dv3tjJSOs8mdaCp9OpTWSX8LcvflOP+tgM+mfa6H8lvlLqcP95ATngKuZfW+Sjvq2lcwLpEzaALdwXZE/4Qwf2c4j2srSV9BFAV4DtaNffu9guyMZSz1WwqYF+l445QdeIfxXlPPwuH0LMC+5FQ/xd4S35srfszTffsA/5C7lesQ984AP2/g+8z0teVMNDYHghFw+RWsgHgksIkXFexF33bVxbF/aa0+18cF+yMOdR4SPvV8JDYg91tO+xRvveXsfLxwxF/wuNWfRdnFsKd6cBeuSb3Y9T2oO2tfPEa6m+8wXeqD/6XDKWYCG6HgzbNYyl0760pfpZv4190Np5tnb7gYfENeIF+UBPedSh8gXyJnLjs/m5cuS58T8b/C/dROvH+HNsAx/f0voytlHTmmJV+Vi5XFF+VnY7SpQDBQJOUKzUQIyLvQLwuICoA0vHZy1doB66oCZqHRRjgvcHnvTPOOBLnCOGkLPzG+BQcZt1TOLM8ezE5vMzOxOwz/ojOcnw4MD/J4j2xHLzbR2/c774wQ2+8tZOJLhD3yr3cdC4kF5d1MOtzvk1ruew5B4KwF/GJZ6g17aSvq8F10fqcu2Io4mXidY7ytZo1A0f1+12rNvtWq8XgXPkF8gO3HmQ1ltv3ZEvAxaeky2F61I2ApC74b948Nj73vd++3//7732vve913gIP4CPe/31D8oPvhntKucxfALsITZ1IfUQhfBGdgoewC6PwWv3eHcf/7x7zD7tkRmyAy/ABXpD/MCNdmvHLfoS+maMXYg4FHpQ8DYex2uR1wv5MdqvROc6du603wwteBVhJfuiP2Ah/8hY8IqSvJt9zsf9AodYLiX3hfAp+LTKccrRujZK0FEAfawcp5X0I46zEF5biLyJ+G2v7x4vpYsFTrHfa6PiFcE/wtp5G/FBdtvxtvgs3BZ2j7e8ivJbiEcRp5V8WuyT/n2wB3yFEDa+rqL8va7fUbDN0WiktciZca/dzF+MNbH4P7tD2W7P/y8Nn0YeTi4dQsxRoAVYXsjvwWslWgGzEILGTOS3S1atVuQbGtbptG0w6Pu9jlk28nsfGZf7N8Gl32fMpupX1TY1toXkhv7sArzh/HJ5x+W7lA5FWIo3wErlSrhEPtEPMqTcw54DzoH9154Dew7sObDnwI04wMMweYkUD1gmP79R48dUmRdufOzHfqzxsKnH1OVT7Ya5zV/5K3/FeOAqD159qoPfZzDw+vqv/3p7mg+Juw8697y0VG7Ogw25D/Bv/+2/fc96T/sCD1/m2RXP6wuInjY/3o7jMQ/5pm/6pqf6YqtdPvKQ1t/ze36P/fiP//ju6fvu8wIvHtT2d//u371vvSdxEX59yZd8iX3DN3yDz3GfxBgP0+fzEMcu482L0nhh2pd+6Zc+9ZdYXcblYY+ZZ7/nPe/x2HYTHX3Y8e7VDr3jwbuf+Zmfaf/3//7fe1Xbn//NyoE93XdxANv91m/9VvuO7/iOu649jhOsPX7BF3zB4+jKyFWLHPp5mQcUPoeHBP/0T//0Y6HzcXeCjL/7u7/b/TP56uPu/zr9wac/82f+jH3lV36lvf7669dpsq/zNuUAawi8dIS58NN8MdzDsBNcWffghS0vUk4BruCMzWF7D0P742iDn2bd5nmaH++uJfBSRX7Xehy0Pqk+WO/gAev/4T/8hyc1xDPpdz6fGy8hueng3/d93+f/+3TTdk+j/s/8zM/YT/7kT95oqC/6oi/y/xW7UaN95UfmAPkkL8hg/e5Z5UVXEYG937p1y1/UfdX1J3EOP83Lr/CHT6L/R+kT2SCjv//3/75++18+Slf7tk+IAy+E/jxn+kNuybrfp37qp974JRxPSIzeLS/mIuf9lE/5FPulX/olP/eifZHz4tt/5+/8ncYa67PCHxnDy/2891lJ4PkYl/9h/fzP/3x/MdyzmG9gD/zOi695EW0a/Pe/wV1fl+HX8/gb3PUpeLo1P/jBD9p/+k//6caDvvTSSzduc78G4HET++S+t3e84x3363J/7RlyIHmGY++H3nNgz4G3IQdCCH6zRKVStnq95jdt9Ho9f+DMeDyy2WwqmNnR0dRvuMiyzDg/HA79Zgxu1Op0OtZud7xtq9W0ZrPlwI1wBXATV7fbsZ765kaN4fDAeBjmeDw2buCbTifGGEdHRyq3N5Jww0e32/WbP+iLh2dw83uz2fCbQthvNBgzHjebzc35er0umuq+IFrhRtlSSbQmfsNZCMFvMrFrbCEEbxNv9iurv6o1RWOv1zXo4OYT+HIkHh0fz+z4+Fg8O3J+QRs0jkaHXhd6er2+0Ra+Ae12K+fdg0vq0qYrXnbFl36/LzkM1PfQGAM8GBNcuDmmAPjLzYbUGQwG1lX7RqNhlUrFePhJmsKXIJ7YjbcQgvooeV/wHDn1JGd0BNoZu8Dn2PmDPh253LNsLLxHjv/BwcAfikLbrmiDzna7fRdvkHHUs+bOtbZ0sO160hVtXbWPvOlLlweCAx8DnQMv5NDpdF1PwTnyoST6wwPpDyG4HpVKZacZPnZkAwcHB6JpLLlPBFPBRMeZ7GUsXR+6nHriC3Whq+1ybwoHoKWytaGnLbqpBx20ORBvwHssm0TGkadHrmdHshlkjh5SB/nShvYFn5oX7KWhsRq5nTTzsjhuuM1w0xU+oeQ2k4oviSA42AM2scftJU1T6UXkUa1W9X4bbqtNjQ8wJmUzx6Gp8w1rSi8bAuRSk0+q8uKEcll9lbzf4DfxmgWL23VuZAshscRS/yslwimtWLVUtVqlbvVqDrWGcGz4w3YawrMhHBzqnFedWl22X/MbzMrlyiV8goWIzj2/+eeJAteg2kmSSI9KxsNcKvJP1Wotjp+PW9e43FB8F3DdfZvwEk485KWa8yhNS0a/IQTTELbd4u22xfi7uFAnhODt/AEk8gmM2ZF9DAYHdjgcGTcx84DUo6l0Ln+IDcc82GZ8OJZtHdqB6vbdt/Wtq7a0R4/brbbhL5stdLxpTedtUYrfOuZcAa1mtAPa8iAn+nE76PaM/sGJm6b9QR6jsYEDuEzB7ejYjo5mlmUTx4mbsMGlIf2Hx/AnBPHGths8gR/bM2YhBPEjWJqkxgMWuImxKhnVpI91yQXdhEfsUxZ6UpRc5xplTTKiLX0U9lTIKNj1NnCMN/FSP1jxwPJyqWQVycsfHqtxfHz0o9G0ukpge64R7SzHH70BHLdKeavPoj1YMD6mLfIm6o8Odz7cICmshFxQZWhKZfMV9dVQHOZhP0NugFeMH0tOowIOR3YgX1nIhgf0tNER9EN4Ny6AcK43I96iJ/Jax6KhwbHqNn1f5zjWPnyvyR7gC/xJd21CZAhd0RBx187b6CPicmokQulIkFYpJYEAABAASURBVA7nPkb+syr9rdbkYwD3H3X3dfAr8lW8hocCP6eS8+wX/Cwp5iVpqr4TCyHYTbeoSxdb0U2hO/SPnfDgHnQa+0HO4FCUvi85c9yQ/COOdXNdlg/FFyL7VLaRpKnjGcJVuG75dRGjhzm6qE/QU9L4lXLF8bqQE8kO3GdNpsaD3gAedIsPw04O5W8PDg5jvqD8rtvtKa/pen6DndBXq9mypmzMoYHuNw3/2ZDMKCNEP9pS3Zbsixy9ozwFf9jt5b60P3Bb5AFcI9klfj4bT206kZ+XHz2enTiO5I68FApcGBPZlKQLweJN3ci1gPtxL4Tgfob24NUTHvTLg67gCeMC2Xhi4DOU/8Df4/c7iilt0QEtLXyF09+Qb4i0g1ezCc1t8apjTme35y89cvpGIyMuTLKpl4wBXcQRfFFbfaNDlXLZ8PnIEFoKuoqSc08SQgjmflS6gy4jU2iBD+DregJ/pEeH0pWhz8UODF7Co5boaIk/8Bc9aCj2NZxX4pNKzrdUx+Or9AE/PdCcYCidGx2OzcdQ/1PXT3RhYjxYDj4N8hezddSOfsDNbVT26KX0D3vchcJeuQ7UFKeqilnYOXTCZ/QI2Fpk3Iu+OsaYYt+0hRBy35Ya/TAe9PSVfxyKHyPpMnyaSo+xr6lyg2hjmegbe05zcDCUbsC3vsGDDvrl89i28nBBs2Xok/OwId4JoLehknMbUL0W/IanAvpBXl3pXk/4oFsD5Ubw91DyGiseTsaaI8Bf2Rj5e6Z8ZST9PNC8uC+baKsfdLEkH+L8Eb2mLeqgdi5/dD2EYCEklqSpbKysvKAq31Mz+A803Oc3tj4fWQGSXXEN+dQVH9C7ivQP3qZX4CCJXMbgruMNrhJlCMGSBLxKLq+qYhE+oK6cuwEOgONXvws/xym/xj7twM15I1pDCGaCYMHYop5oUH04Bja4cCAIIbiN0Qe0IktyTF40ixyycWboy3SjP4XPyOSXxnYov7TNd3tG2067a8itJdm10IdmS/oT9Yb+G+iN7I991yvtt1Snpfrum6V79IMuojP0P9Q4jDWQn+5JLzqq01K7umwI2cDTEILpY3HbEh35YH4tSRIjty+XytKLilUVJ+Ej/Kw3FDvhfwHSh7rvN+VbGzGP5Jz0oiYgNjN2Sl6lgUMI5oNY3OB13Nt+cw58KDlL/grv6Yc+W822+6+hbHIkv5aNJ85/5htuv7IVbCST7RArhrJx+NPz+NjN+d9x/rfFz1ZTcUDgMaHRFB1Ng+8N0UUZIdZpqV5bbVwG8mvYL7zuy3bhO+M4XvIpxOfJjm4UD/QkboITbeinLn5BWyLeQDM/1FICkf5gqeyhXC6Z61+zZfgM8mJ810i+AD/sMELnRprPyF/Jj4AT+HW7vU1egA61pHPoFfQ0G9K9RqQ50nppXzpU1G1p7JbatlsdfxCV66Bo70vnCr8V8ZnYVPYATDyGZgY/htJRdJYYU5Fdp7JJIATphcUN2ce9/feLwoFdmQXTn+QZQlBsKWkdpG5trVGhi6ypjWSz47FsVnpB3B0djg2bQYdcV4vYKl1rNLa6uLvf0jUA+3Eb7PYUnwfKT4cerzPZAT4ZyBQvx7JD9wWDobHW15XtotPkAvg1ym1cayiu4OcEsk2/Jl/A+NhqTf60pjkjcalcLovG1NI0sZBEui3fsF8gP8yLWAefliSJ2qVqLz+r/mryl/QPNORnHYrx7yrBrS7e1twnlCtxjSmVPdFvCCEf78FFlF0xJwkWwhYv6MPnEEMazgPxptGMfr443sEN3OEn9aGnqthRLkfcIl7ik3DTKI5YHJvdGItCCM6Titow/8RPdKUP+FVkiL5kkiW+ZCS/5/FOfq4vH0Q99Kwl/+zrR8KzoXzW/br7MOmSyha6ozrER/wielfMK+iX/hlnKv9FyZoV+V9PY6BrLekyugOt0Oj0KudweW14UlculecnxbmG+CbdKXhSyApdMAvmm9ggSdw7ZRJ/kiS1VHmWy0Y+tKb10pr6jXg0pLsNja2ScSUb8Iyya0a5CdeadA2oViueY6XSmxByHCgAR+jxfGEHQAjBSpItuCIrZIYcWoopyKkmOirS5bSUWgh3I0EfuwB2IQQLsj1oKJfLor1uyAfZIq+m+I6tcj1YUJNgIQSVj++DHq9WEp66RJ7kK9AB76EP3zciJ5DujuSb0DOODzWPGmg+1ev2Y3yWXha8aEhXG8I9QkN5iUDy3Bz7vs7lco7nmzv1GlbTGiR4lJTLJal4Kj6JeIvUu6YJYz7BQgi+VpMqV6N+Bd2S/dakK8gLcF/IuIDGrQsal6AmGZIvwvPC9tNEY9t2g1/bo4t7Ub6YAPwMlqSpVSRX+kSW6Az8xJ/v2ipruUX+Nx5rTUBxBv9AnkT9XrdntO3I97fJjeE1vkCA7tE3JXynLAB5AOgrgDzph/7wOwPNc3nZKjHM/YTyTMbg9xR4Bh9T0SAGGzoCQKOXFqwkW3bahAcvp6O/w+HI8D1TxciM31FFC/oSxzhQDBsY/oj8C1zACdza0CRbAl/HH/2RHjVdRk3pRtOK/aauUafVVG7rbdrWVnteAN2Rz+2KX06f/OtQeRvjk7tmiqdT5djwepIdGboMj+FHS+3x/dhhCKz3mDbkqEKfrdy353RaehcsSRKDT/AD3amhd9IleOh6Bw3onaDQu7r2N9caTdl+w6rS2Yp8SEk6Q3/0G0KwR98KnFXqc1V/IQQLYQsWrqh11TlVQydUWAhhA/ACPsBX+DsoZCF9yCQHdIQ1AmSDbgzkS/q8yEKxyvVCut4RRH2XnJstQ+b4R5e/eNa4AoprLdVvSTfQrQ45P3oh6Kl/dIO47Lrh+ExtIn3l90XwAkbK7cCpo/ku41TkU9CNNElNVEKuoRMF7Zxgf3suuF6Ufe5TUWyrG7QQswv7zzTmVLHa538qJ+LLZu4n/wqO4Ar/nCey/bb0tAU0L/IDHJ12txnZil9vWRseqL7zQfzkJcu9Xs9zTvg+km/P5NczjT2VbUynUwMf9sfjTPOxQzuQbLBX+I+OpvIJIYgLAvPtHkql03hqeOJP0VV9dJr2ZfmOsvSc/rCTuuyBsrFjK24fOk/JdS/JL3WuJvvC1ugjld9PklS2mAgb2a6++SAPystw1fkQgqVJYkV+UpEdVslt+d1U49U1bmG7BY7b46bk23CAhprsv1Loi3iVqG+7tMGXS6f2hy8YB1yvc5xlDRakP4kgTVKPjZVK2WrSIeIKuusg/S502Y+lW7FU3q1r7HMdW8ZfeCzTGsVQ/mAkn5SNt+sT7BPX8CfE777ieU/5GL6iLZuPPrApvylf0aAUUALN3DfIp1C/1+3Jzg+MeS590rf7I/kFSs4dyIfjk9H7Xf0OzgMZu5fbr42Oby4F+U6zEFQmha1VLNpZzWqyaewH+t3G4IegsD3GbQj3hs7Bp5rmA7StyFbLJc1nZWshCWYmH6AxN+Pbg7cQgqVpksstx0l2DD6MFcdsKg9peKyuS25+LccFGddUH3lXZPuVcsX7StRngZMJL7u0bXRI+EbMzYSKJfpK09T7KKuvquY7VdelmsavOx6OE+MLwMePhRcluNXEH3CiXUU8KolH9Emer+4tmDm4b9b4Xlq+6WIIwRLklKQ5HmXJqiI51QTSV41VFxT82ewX5x5QgiO4evuirmi5cFycv2lJPxegucOzpnjYEA01q4iv8LekeJQmiYWQGBty2Y0Tl/dDCM6Tquaw2CrxcSD7wBbJI6b8FqP4PpG9Zoqj5JqHQ/4nYKjfPJUHKw/pYqvdns+fOrLDNjYLNGWvRRx3fW867ozT0DElsZiypboOaoe/wD7BxWO84jb5LTYdfUdmE+FEfCcHnireF7bNfKMvnOijLl6jL9gU8kcvoP8yT+DT2wvkMUQktEIztKMXFdkzugpvWINDxvjDCGMbab1+pDxqqLkGfnggvvfEy65kCyCTtuTjeZvysWZT8m0AyLWAhmQc95GrA/WkBxv5qg9w6CiPpV/kxVhD/Z4ATiPpGfKM8j0y9smxkT9zM/7PCDoKuYYQLISwEaFI1z6OQHPYWFzIcRP5AWylJj/dbDU1j+v5+ud4zJroxMYav+DDQLbQ03yy2+n5entLuEMHettwu2yKXmjOQTrXaOTnin0vuR7P1zmWT4OGquZK5Yp8rOd+wfgzfZtvawshuH1uZCe+w7Oh4ih4YgeZ8Ha7zGU3UJyFp/C3Db4CZLXBS3hHuTSt1Wzp99OWRXl0jPjZl9yH+s0GHsD3LI+drOVOct44X5R/M1eFJ8zZoQuaIjTcNzXIN6FXY3Idn+iljhsC4g1+3fNf91vigGgOTn/8cj2Ou/k3+p3vqgimP9oI+N2spvjVFp/68kvoMT6BtUrnk3R8iH4jV9ftrnU0n2Be4WuWzajPTeHWaDRz2RalZAgtdR17qWOvF8tmXr8m2VZla5vYKX0LIQjT+AmiM9W5kuIYtLc0Zk+8dJkejg1Zwnfky1oVNjGUbQyUF/WZW3Z7hm/syH6u9LeytaifTQOnu0DjcR2daIlPLekH/QBd9d0TX/rSIX5fjbzLDB2Yam4HsA+Oh4oD6AF5F7yC5tT1OLEQIr1RdutI+P77heSAS09O1UtRECwYuVeaJMb/3uBL8WN1bAJ7yEv8QCM/Zp/rMfdt5HalUnVrWiOlPfZS9vwltUR9m3Qo6o/JkQvu8xF6V1xdq4tg9FvXOG3pebeD7fSs0+0ZetvRukhb6yrEgaZwpZ7jrH0v1a4hH8Y+12qKGe6rlNNaMK0nrvylNm++9aa98eYbxgu77tx5yx9YsSb4CitV0/f2E0KwJE0tla047+QrWH/c8qYZfycAB8Z/ADCvAD98q0OjGfn7gHZe94Z1mtQXXk1Bw8fRWDoHb5AxcixXiGepBckwhMvU22bbyiwY1UJQqTapeINvrKifmuYKNflz+nZ8fdyG6KuLR3WV2tf4fm2npH5NsgIf+ilp/SpNEo2jMTRORGLtxUbH/OjF/IIGAOzdNsVD9BS9wtcTL/DV+HN892Q3f1aOP/UcemrESGIl9ZgnDxQHyCXIC9xeiJWyoxbQbHn+QBxhjGahD3n84ZhrLeqpfhvQ/IC41e32rKeYR5xhHMYbsYapNTzyPfAht+c3haniDrkHuB0qPh4oP6EP+kXGLl/5jRDifBkePAoENQ6mvyQYfqikvsvlnbm09Ar9cp2TPtYbsgGVHPv5WsPq1Qjcs1Ar16ya1qwSqlYOZSvpLzHposYwB9tsUSM3h75TnCtKP5l/hRDy/LCifKvuuVxHMuophh8cDAzo93ue3yGjBnjuQHPn99mWcgGu12RvlUrZsEN1L1+28gc6v/mmfNwbbxgv9OKlPKtVfPFOjspDFSEE8ThorERQ0m+hJatg95qP4lPAB2i6TjWs6fhuy3gtHrMPIAPyKvopY/dpqjESCyHYTTeaoANp4as1z4Y/jNHI40LEqSlfBIDhU2E2AAAQAElEQVRL0/FsFHqhetBCG9qCFzpFvyGEG+MVQhA9qSEf6Ks6TlXJn7GBOH7TedYUXg1B8wqc5EMVeyuKP+VyWXoU+0yk9yFcHy/qJ0lsC10Vya/qfjv3zzv6Bk8iXo0cn4Zwa2z24RE+u1yuCJ+S00j/IVwXn1gvBHiUeHtoq7k+3Y1PxKXpODQ2eDYdH65FudUMeugH+qAVnOyaWwhB8oq4VMQbxul2O26bo9HIuK9uqt8rZrOZAdPpxMj/Dw+HXqfP/LPbtU6n7faNnbY0bwU/ynjcko23vU5Xdfuy+YH85JB53OhQY2QWxzhSCUxUZjo/1m8jQ/2e2Vfbjvpo+Rj0DZ53Q+RNQ7pNnabssSG+1XM9wm/AozRNXK9DiPKw/bbnwJ4Dew7sObDnwFPmwNthuB/5kR+xj/u4j7Mf/uEffubk/J//83/skz/5k+2f//N//sxxuQkCvByHB/b/5b/8l2/S7KnW5aGFPLyQhxjeuXPnqY79oMGKh4vzYEMecPig+k/7Ovzi4Wd/6k/9KX9pxNMefz/ek+PAK6+8Yujdu971ric3yDV6fu9732t/6A/9IfuJn/iJB9b+d//u39knfdInGS/yemDlJ1jhG77hG4yXvRTrg09wqPt2zfj/+l//a/uIj/iI5yKOXYUsLyzgofs82Piq68/rOXwfcualOx/60IeeCzTJVcgTiLvPBUJ7JPYceE45QC79F/7CX3hi2DF3+MiP/MhH7p+HlPJSyuc1hybWQuvf/Jt/U79bPD8vDeClE1/7tV9rPAz6ecid3/3ud9tnfMZnGDn9IyvFc97BHr27OUB+Q57DS0fuvvr8niF/fFFyCvIecAXn54Gj5IjMj8kT2X+WOPFg/M/7vM/zOd3z4A+vywvWvn7f7/t9hv9kPnPdds9zvRCCv5ArhHAjNHnhFXCjRk+p8j/9p//U/y/rusPxXJ9P/MRPvG71fb3HxIGf//mf9zWSP//n/7z/j8lj6vaxdcN6z6d/+qcb67G8QPCxdXypI3zJ93zP9/i6OmvAly4/N4fEja/4iq/Yv9D1uZFIRGSvP5EPN/3mdzVeuse6303bPq36P/7jP268NPc973mPIeenNe6jjsMLn7/8y7/8mb386Cr8ydv2896rOPP2PVdQ9su//MvG2hVrbcW5Z1UWNs3c8EWx6f1vcA+vLcy5n4ff4B6egqfTkvn1z/zMz9x4sI/+6I++cZv7NfjVX/1VA5f71dm9xv/acr/07rn9/vPDgeT5QWWPyZ4Dew68nTgQQshv8Ej85qV2u2UHBweWZZkdHx/b6empnZ2d2Usv3bLbt2/b+fm5zeendnJyrOtHdnQ0deAGDW7+2EI8P5sd+Y0hx8cztTmx+XyuPs7U1y27devc+z45OfE6BCFuKjk4GFi327N4M8jAb/LgPDgB1AMYK5ZTYx+YTOKNIdQ/EB3dbsdvkOHmlTRNLfWbOxK/wcNuuIUQrFRKjRt8uCmHm1eK4Hl6eiK6zp0mePXSS7fFs9t+DP9OxcfIs2PxbSaewTsA3IHJhgboiPycqh5AvSPxCDg2+jnVeMjh/PxMY9zysRgTnnKOMY8lP/jQ73fFg7rkWxb+pZwH4YbUP7g6NxZxE029Xrd2u23wBnmB7+3bt4y3fr700kuOK7pU4DqXTkAP+B5LT7iRCL05Oop0Hx3t8mYqPkU4ynXvSPWoTzvGAuiPfoGzs7lkcyZdPlHbiT9giZuMkB+4cnNUkiQPJtBrBOkOO0F8TI323LSIrkEreCAX6H1JOgCN4ABOkbYj4RDxn0y2dBX7BS3Upc3pacT91q1bsplz0XFu9HcqfYJexuRGqV6vJ3vp+M1Q4ILcx+OR8SCGiWxiko9VlFHHJjbRNW7ioi43bfX7fZcdNwhiM+Uy+pKK5mAP2uBhuVy2Wq1mzWbTb8rq9wey38McD8bbhUzjT8QPzk19PxuPbTQ6NG6qRX/gLTdpgQs37CdJahbMF5OYfAL5vep2YVubqgUT9n7jajXUrJE2rV0VjxrCqTO0w/7IRgcabzi28WHmOMKvbJxZNp7oWDAa2+HhyK7CJ01LlqSJhZDYvTZuFI+wFs7BkjSN/qNay3nUtYPBgcUHlkQcMvEAPMbjTDjEc348yowHzIyF00jAgzW4ubnZbMWb/EplS9U/+GzHFK/s8gYu8ZzXEwOdjzqVpKn7iEql6vj1e31jvOPZsc1P5zafn9vZ/Jadn92ys7NzO5vLrk7m8mmndpy/FOvIb8o+kjyRqUC8hJ8OiitZzl8vOc4mluUwyaY2BdQH/cyOZt7vTOOfHJ/Yqcaaa8xz4QEOt27dll28w166/Q67dX7bTo5PbTo5cnl1uz2/ybtWrYoviQX9iUTJAfqlIKKb4wJCCJbID3ATYLlSlh7X1b5tvV7Phjy0Rjz3Bw6N0Y/MkEk2nlwouT4aSV+kM8ODodr2oz3VG1YVT7EPZGQ7uNgDNmS08gcES59LJauhO42W8QCIXq8v3IbSn7HjwfiZ9IQSYD/bwXd0OLbh4aHxcBlss9PuyIc1XCfBK4j+YNIZBoVF2t/9FHqiGvE0lbUXQhCPS45bq9U29OZwOJJcpxZ158zmktnpyZlkdGIz6cpUMp5KVlPJO0P+40x2t4Wx7ADcoSPyestzP4/u0AZ6VWKjBU34DG58LckfJUlqJn6DO2TZ22yDJmhDnaE1lR+olCvGA4pazbZ1u13Dxwylk8ifB/Ps8pN9B/ERvgJjyWOk+jxQCR0hHlQrFSv4KXE/EhdDCBtbq0qfeQBBW3qDP4vxa+z67Lg4XuMLuuHnJfOxcETu2Fq/1zP6oC/o54FKCfrMTeHGht1TPm7Y9lvIwuWhYcChKrtvKCciloHndDK105NT96H4Mfej+FPZBz4WH4bNHE2P7Uj+DzvhIRIT2clEcgGysfyO9jN4IMg4ptS5CXZBqXGmG5h5XzP1dzw7sWP50pPjuc1Pz+xM47ovlf+8feslu32r8Ke3DDzQjX5PfkzyqddrVpZ+hcADK6AbEKH3+BR8KErkkcqHIR9stNfrWRFfzoQL+DjIz8Mj8JzlvmICTTlAb+b0yl/k5+BRjBnHjveJaDxVn2en587rueIG9GSqPxweGrrWbDSVF1dM7sEfiLOSAMH1CtdnT2pjvMt9hxCsJD7DI3g/UuyZylfOJL8Txbj56dzm7ktPPT5C91SyhgfQ57wZT9xmkF/GvuieAvK71J95TD01+kL+54rn5JXwaKq+8L/D4dDwqTy0uNPpGri4fcrukBsP3nP/PMqMcS7C2MC7APrqdnueV2ATJelBkqYWgoKIGA4fxP7LrNDxVse4Hutxbu1tsTHiak02Rv/4A+hDf6DtTPpNbnDr7Laxz7kT6QZ0ws8jXjQ6nSpvmNpGx8YT8U6ALaFnfhx1zfkrPsa6sR02epTLB77S94nsDBxOJSvGPVfeBB7Y2Ds8X3nJ5tJzxoeHA+WBPMyuJjrgTQjB6RMD8k+kuaCfk4nqpGkiXSkZPCXvhgcHm3xl7HLJRAOyocxEC/sFRPmMbCibQNbImX7qyuMr8vmp8lwLtgn52rvnJ8pHVdlRI9qCV135T7vdtq7s/UB50Ug5UgZOud74vo7vyn11fSTdJxahdzzkHpvAf6RJ6jFEwzg+kS8a2492v+BbPAatWG+lE2tL0tT9WUU5YrPZkn4PLNN4+J154Tskt/PzW9GH6Nzpydy4Tr7rL2aSPU0k+4n756lyHumNeJxJR6Args7puNCZiewLmKp03ZEORr05MfrHF1Ieyfdl4sFQ8ux1+/6AC/I/fGgIQTQAonkN6EtntOffSZKY24Xk2JTv7mK/mt/B/0O3X+mzaEX3Cl2IuOr8WPhKHiPJaTiUbkhm2H5b/dTUXzF+CKFgv917i/yPfF9HP7taefUkTdz/1mt1Qz+QMTw6kY87l92eKy467xWb2J/Ll5/Af/mumXiD7cA/eAk4z8XnTPiTw2SiAdoyjrXP9Qk2rTrUB6bIYDIzZHkk/zqT3SJfcHAdAA/kLxyi/WrOoTh5Lr04Fh6Z+oWnMU9qWLlSsRCSzTwDuleil5Lz8K5crmhNpmHI5FB2h+84Fs2n8unQCK23RDt+Y65zJ8oXjnOfBY5Ot3QO3Ceud5KXaMpy2iLNyHEL8ZzqCd9MdSe0g3Z8n3SYPtFp6D4Vj+eKl2fQLjwiLmc2E3/IHwf9A5dXXb6qUi5bCMHlCY0AB9haoYsc7+HGHHhGDdbS3Ti09uKOvkMIMc7IV+KD0Xf0fiJdQl/QFewF+0SHjmVH6OpUeoqdUS9T3Ww8sUw6OKbkWMD1qXQR/Zqp3cnx3P3gqWInMFd5Mju1qXQWe8EXdTodzYE70sNYdrvd+FIF5Sz4tAm2MI55SSYfil9n3ALIX7wv6TJtW82W5kwNq8g2U8WWEMJGr0W+fwrd9gN9JUliqa8Jl7VeUHP/3Ov28jn5KM9/Ig7jHJcLpfzvSHNyAB8PXeQA8LcqP4ufSNP0Ljw09D0/2N0qXy8g/lY0/2g2Gs6nXq9vvHCG8RwP54vwUwnPCt5Qwh/qESvg00BrefAc3CrycXE9LjEhx9TTsHX4w/he5md1wYK+yNNo2xV/Roo/yBv9QFfmiqtn8u3oEfI/ct9+ZOjFRDIHnwjoTg47ekMMQHdOpDun0pVz+S30kfyL8xOtfxLLiC+9XtfaimPIG/87EE+Gim/gBEB3wQtK+MTYRck+MJLsyJdaLfSm5rHWZZVobiR6nQcKyfpwJNh+QgiWJkmMffKhLeGDDtJfxGVs6Gscc2wRD52TDmXjnH7tj6Q7Lhvljl3lB+QwVc2nU+VsIQTne7C4gU/ce7hv2iNbxMq+qf+SdJ91lmajKd1va72stSmbzYbVqnXxpWLOF9UvRvb2xUFehhDUZaK6JSuVS86bmvKClviL3uFv0J9KtWJpkqou9fPGKq7qU6dv9HH6ILBoFdgJPhY5OWsLXekvNjHN/RX6e0asZP6kuHms313IJaaKq+gukElWFwB70znmWFG2MU5Hecd96nOMPiLnoXJAxobX+KhEPEiUZ5ht9Y39EIJxHnxr8iGtZst6yv2w36H0/HA4cn2i/wLAIQMnQHhl44l8V+brqMxLesrb29JR4n25UrYkkd1bsSlKSMnvzf94Hf9AYKEe8+yg5hHHuuyx5bk3dJKHnMkfMF8jDzoXX7HnuWwa/wC/Z8q7jpSLHClvm0oOQCZ/cAHGhZ3slKozcZjaVHGJsWbyNcfq71i+gxzr1POwueFLJvI98KvfGwjHtuJD3UqlsjA35bFrh+VybUv3t6ZrFas3moYtH4rXjAW+55p73vY53207Vz41l77gp7gGMD54MG+dKhebCLeJ6GJ8AHlkwptyPIaezDLJqdgfe6zTedWZCGcHtSevnIlPgNOmPHIu3oID4Hi4zp7od5ipEc+JP9h04d9DQFKQLCGrQH4qNh9spjiHXqTyPT7vkB9qyVKEuwAAEABJREFUNVvGnG2gGDtUnjuS38dvjh33SEOkY7vPMUA91i3x0eg8uky/qcfDzfAP3AkhmD5mwbStUUG3cHCOFOn0dT/eEZXVmfb1zcEGdnlRnAwhGDiXyxVf++jLlqL/ODJ0Dl2/rbkF6wLk2VHPzyzqxYly7mNzXdcccSq9mEquLl9kPZ7YRJAJxgLKTLy9AOiG6mY5TNAP9YGuzXLdZyxsC1zQi1vMd2R3J8dzw0bou9AN5ICcLd/EUd+DdnPO+uHOl2o4o/nSvmwl5idmZa0B0V9Lvxf2FIfRD/R/V0fBJ9q/eCL9RY/hB/UcxBPsLIO+DQ8mbh/xnHRL1ybiw4RStGNbU7WDtsiDE+e380B+hjmny0K2wjnkNBHf0Me2/GBFORUyxc9KvKI1p41CR/f6cBk+FboHH/EnrJEQW4hzA83RR8OR8FfclyzxzWPKS+BrJfhrAbZCHgAPiZfwtLAVxkAs8DyOLSmByL2QzM/TDp1lbt5qtuXTep5fk0MhJ/DyHEXjF/jt6h3nqAde8K0v+bYVy2vyC8yBQ0gsBFmQPj7kNXDyevuv544Drs8uP/9y/EIIliaJoYfEE34DIbaQ4x7qN0j0w0H6s6s3xT7X0B/ixvDgwMhD0CHmV91Oz3rSJ65lsmls2OO2cv+54Exzibnb7qkRW/F1U9k9kMmOt2PIT6g9x/hR9wuKv/gX2rHuQj/4gzP5Q3wPfYAXuLSaLeW4NdGZSpfNN3jhO/ra3dehDE/fYpG8YNyX7ocQzG1NeUVN+W5b66TQdnBw4PnX4aH8gOYa4AhPyAcz8SzaX+a53Hg8Ub421rzzUDZ64LbqfkD5N/4F5MClsH+7tHHt0inRlCgHrxqxt1Pkj4OhHSqGj+WLMo1JCWR+PDb2wYvSfZJy1kJuvPyG/B1fh+8MIVhgUP8SR0AORyXYxSeEYCEES5VXVDTvpI+2fHC323OdQAecJ46D+KGS8cGJcuzynThuh8OR5zj93sCgCdocH81jQojj2M4mrJQv6BvcJDfkVFLMAg9kBY/BA5+ITqMX4OLjij/gAMQ8X/yRHP36Pcosl2tsDy20oXx0cDzUv5c5boyTFfvCiRjf0zwSuohHlTzOmWmOIR7oI37YZkNOwErrm5wsS4eZIxR2Dq0z5Z/kFeQ45BWsoQLEdfLP+Ylyba1tzsi/lYdTP9rrkU0Vo6fYKzIsYJwpNgJRppmOCxnjCwqYur0fKX8BZkb/5Dluz3mMBwdwopyfzn28ofJUZNpstgy/RR4Mbav1ygDolUbkfJBScPFtClHea1spZ4PENEnkzytW0+/AbdngQGtC2WhizJWQ5ZnmNeRq8PNM85wz+WHPnzSnOka2PCgc/0ouqxIZTSTfSSFbyvHE5TvOy418ubYDtJmgH/QjQG/wz6z5MLcClzPJOcItA4+JdAIdx/YbjbpVtJbJupRpQ64qJNcoU2iPTpqzwNqvUQ9+cD2EYGmaaN5X8jjgPNFaDDg7PqKZceeKRXPp16nr+bHmWkfStalBe+Z05jTn9pmpHEuvyfGK/XiMH8jr6jr2hT+OOdbA10Oxv5LsMJGsQgjGBq7gTRlCsBCClcoVrdc0jf/5YwzPhYVvEfPmwpn9mc5hj/BuqnU0+J4xtiAT7mPl1ZSZZDORLI+07rHpS3KnH9cHyeJE9JOzQ9dQOcBgMDB+W8bfwDvmzejUUGu4G18qv5RprLHG8lK8of1Y54qSffyv+y7NJQq5JknqtCJH6Ddt8EDFzge5xkPtxR19hxAMf1bVGkpTfYLbUL4B/E8ly3P9/oNfQ99ct/l/DekhfHIeiR+ZYJzjHXGPa3hFjPS4IDrGgkz1xoKiPBTdB4q33V7P19Tq+g21oviXKg4KPemi+TpPqthVLpeN6/itkfKFmewMHOduj7eMuQyATcyF+4nk4jhLtujpkfCeYkuAcAZvh/HEbTFz/PC5V4DqQ+9Esp/Kvqb0IftmDexYPv30eG6nGvNM8gfOVZJPzaVf6Al5Ajlhm7mB8p+S4iv0rRRTkBnA8R5ecA7gVgXY31rxRLsW5KPQ50q5YswzyRuw/5FyzGw8sehbos5tbUbHsg18VnGOuvwueTA4tJ7mBfTTaCh+y3ZL8oUhhJx5Wwu/t16pDsgVLUBY+yEES7X2VCmXraZ+3ScoL2Zuix1Pct84Ed6ZbCLbsZmIp3I5rgH59dHh2P/vYqCYge0Sk7DltXINXlSzlA2QcyglNjbQ0inFY3k0HaTyBZWcd+QrvtamvugXX8K4Gz6JZ8SL+8GmrnAfOwhn+du4T+x5vJDBC6Dgh3A8lOyHmjcQl9rKMWq5TwghRF8e4MQWonjEDJ1SFa+TSK/K8iNVrTUgJ+J9Xzk/sZ9YCT0Tj1uRnoLuTDQXQJ3RaGQj4UObA8Uq+mH+UVFeXFL/jBOCcmONvY6IuF/W4Yv/EUtlCaJnbegg9IUQLEXnKmWtczes2+1pPnhoU/n8U8WUee7nyak3Ob78PDnQiWI/MedIa45TzQlo46C4MUH+Ai/HsntBlAPxR6Brmc5xfUJ94gx5htb/iSEz9UkOyjhzjXeuubqP7+uYt+xcuSjzDOIcsuwJb9Yca9IP5GjaVvgkyRA6daiPGMC3zql4qE8IiSVpYqnzrOL/89HpdDRvHRh4oOtuj6IN+rJc/9C98WFmo+E43qPQH9thZ2QHjUPrVwfWTfvWDh2rh4ZVQsUS/QVHNzievntpzw/v8xVCsER2Az/K5bL7ONYiBoO+ry24f8PHXROm04lN/P6SiWWyNc/P9NsrPo4xQghWbAXPi7I4f5MyhGD453K54rhj9+RszM2zbKSceyJ8gCwv2b8awD3iPHRZdeTn8a81+X14g1zthhu8pS35ebvdUpxi/WIg3h4aYzHmZIe38Tjiyv50yn6mumOtZYwUNw6s2+1Ip+pWKpVddiEECyHCg9ALIRG/SgZOzHPxa9AZ+TUWv6aCgj+ZeJb58VRyncr2pjk+xL7xGHyGmkv0rK31K2isKFeNeKVCJQju/ynwqVTKBj5N/X7c6bTF/74dHg6d5iwbX8JjIpymOkcZAV4C+G50lz7qee58M3xM/EnE29R5VKtVRVvLaRyNoswYZ1dmxf7UeTSxifR/kssU3OFtTzbQbjetrjl0tVpR/yVDN+yGWwjB28Lner0u3NrSiaHz4+xsbrdv3zLuG7t169zO/b7NMzs9PbWTk2OthcyMe82OjqZeP8pzonNAPDebHRm/ZZ+cnNh8fmr0ST/0R9/sn54eq81Ushn72AcHA5dXr9cTn/o6dyD9HokPk3wcygiRL8gOmEivJ5LzodofqG3P6UEnK4q12PUN2bOvvufAngN7Duw5sOfAngPiALk1D5H7/b//9xsPB9Wp5+LDgzn/6B/9o/bP/tk/ey7wuR8S8JAHLn7Mx3zMM385zv3wLK6ttFjEA2o///M/33hwdXH+WZY8wP0TPuETjAfIPUs8rjP2d37nd9pnf/ZnGw+Qu079x1xn391j5gA28Fmf9Vn2vd/7vY+554fr7uWXX7Yv/MIvNB7weK8eeOgjL+6i7r3qPM3zvOwFnJ7mmLtjES++6Zu+yf7IH/kj9ry8MGoXv919HsTHixSIGcSO3WvP4z68/Zqv+RrjoY/PG37/+3//b5f5/WzlecN5j8+eA0+TA7zk6uu//uuNvO9JjUu86na7j9Q9Dy//+I//ePtv/+2/PVI/T7oxfPyzf/bPPjcvDSB/eec73+kvxXzStN+k///4H/+jfeZnfqb9yq/8yk2a7eu+wBwgnyGvIb8hz3kRSXkRcgp8JA9/B9fnjcfkic/y4eDFi8qe5XzkUWRCfOGlNPfA/1G6fmZtieus79wEAXzJv/yX/9L/1+Qm7Z503V//9V+3H/qhH7rRMMTn+Xx+ozb7yg/PAXSHtcSP+7iPs5/6qZ96+I6eUkvWY//0n/7TT+SlYfDiu77ru4z1XubyT4mkRxrm3e9+t8/r92usj8TGx9J4rz83ZyN29o3f+I3Gy/aep9/V7kUJa6Zf8AVfYF/7tV9rH/7wh+9V7bk5j1/43M/9XPtH/+gfPTc4FYgw72U9BByLc/vy7c0B1p/5Df1nf/ZnnxtCsWl+1/o7f+fvPHc59GUmsYYFrvvf4C5z5vrHz/o3uOtj+uxq/vAP//CN/+dhMBjY4567/dqv/Zq99tpr12bE//f//X/GvS9m9sA2H/zgB+3f//t/b3/tr/01Y97J/+q2Wi0LIVwA/n92NpvZx37sx9pXfdVX2Xve8x77hV/4BVsulw8cY1/hIgeSi4f7oz0H9hzYc+DxcCCE4DeD4LArlYrhzAlK3CxxfDxTcDq18/Mzu337tgP78/np5qYObtqIN3XEmyzijR1T44YUzh/5y5JmfmMHN4PM5/O8v1vq75bf5EEQoR/G5EaXg4MD6/W6DtxQM+Tm/NHIuKGFG2CAqd8MxJhTH4txuRGea+Px2Ip++OG42WxapVL1m1eSJBW9wR5mCyFYmqbqq2zVak28atrBwUB4ZXZ6emK3bp0JoOu2vZS/eOrWrUhjwbNjHtaowAi9R0dTOxJ/jlQW+FNGKGijDnDkdY8lE26ogWf0eXbGmOfiJWPeVslNOOfOV+rCi16vZ/V6w8rlSs6DxIO1PeYtSRLxpuI3iHFTFrJDZseiGT684x0vGfDSS7fFn9uOKzf1QAf0QBdJQ+QN9EL3VPIFJiojFPyCT0fOP+qiY8CxdPPE6BM4Ozt1XsCn09NT9TH1m37gCThyIxM3pIUQbsCNIP6Z60KtVjNu+DqQzqJ74M643LAEndAHDpdpA/fpdGLoPGU8nrqMIw9mGzrAHf4B2N/Z2Vz6diqbmhljYh/Qg66TyA2HB04jsof/1Jlu7AUeTsUHSsbPvA/qHR4eKhHsWbvdkr7UjZvF4E2SpOJNENz/E0IiHStvbobsFDeeql9wwD63kG1oL3gwmWQ2zrDdkfAfGn6IPuJNWRXxu2SJdCxYMG5QZ/HQS75sZ8vvRg2WWGolK1vFaknNmmnD2pWO9Zp9G3YObdQb22gwtvFQMBpbtrkZdhJ5ouORznNDNjeI86AAfyisbKmCLckXpOJNCMHYHB92cuA+3ghrW61AKgj/1HkUH/LRsk63Y/TLGNwUDg5+M658GPK7C8BHMBYMh4fW4+FJzZbV5I9K5bIlaWohJMYGPsBl9nANBoJbLNebSTz8LZfKVlUsaDSa1u/1jZv6j2eyqdMzO+NhGmfnfoOz3+TMA3dkV9xsPfOHexwbN0hPJ0c24cZpbqQGxgVPJzZmX7zNskw813nfn6j+xKaTqaEjU7WfTo+8L/o91vgnx6d2ejI3brg+czxu2a1zXiDzkr2UP+z09ORU7SfmvOn1rCneVMWbJE3Ngj65rEwbvNkFnTLoT9OSZFRxPW5rcgOP6W90OFZcGRu8H4OzwEvR5+UY2sbm9Q5HdqC4hV22Wx2/eR084G0qXEIIG+LFjbkAABAASURBVJ4z7r0AGaE74EkdcKtWpMuKaegi8uEhA4w5HjF+Zo6L9CMTsD8uHqigcqQ4yo3gw4Oh9K5v7VbbbR07R5cT4WWABpNWOI7F2Drln8vHIQQ1CR5barW6tdpt4wEr3GzODfTcLF/IDPkdz07t6Ghmd+mJ+LfV/0gHuPPQneL8bpmpvtOHHETrSDzHltq8ZEy6W1XMh9/IFMTBO4K0HnPk5AsO6EekKRIUQmI8YKpSrkp/JQvpb7fbs4PBgSF3eLTRX+ltJt6535FujMc5z8VXzlN30D+wtvw4D2erVqsGP9M0MbNCfxm3ALtyA7+LF4IfhiTx/ui34Q+Mbxv2cjAYyoZG8g3gE/1ylPNYuj1xQK8ijmO3dejr9aTP0j1ieqVStlR2liSpMI3jRTzA1Z7AJmvxrikjMEgqHCrypXXFDOwVW53IL/JwiPPCj85vyZ+eGz5tfqrYLj93fHRiM7cR+UB8odo4zSozl9vE+ZPlssqQY7Gv69R1kD+NflT98JCko2ObyU8fa4wT+UrGY9zzs1vGA/OAl25Ff3p+dtuO5XfRl0F/YC35Cuy7XC5ZCFH+BU939ZBzBcCD3f1EMo/6WbFGvWl9xa/xYWbHx8SXuYHPqeLMXMCDnBifBztNxQPiQjaeim50IJMeZL4/Eb3wZCLeTPOYQTvow9+c5Q+lOlOsmon+bDwx/B92gd6VyxWnZyUitri6MEH/iQLjMQAlwH4BpVJJuXTTbWJ8OFbOduSyOxGv4NGpdIX9mWTkvlS0w4OCH5nrRORRpljLeXg4dZ2YSb+O7UR6MBevkT+AXh673k3E27GREx4M+kZuCZBfosP49pF8LrpxV45S5C7uU2Sz1JNvhue9bi+PyVX3U2mSOu/F+k2sYb/gwbbEpjiijMBRCMHtvFwuGw906na67g/gx0meK5znucL5+S3Z2JmhE9A9kx0cSR+oO0W/siObSIeATPxyGE/EB0B85JzzVMfSOeenyin8BMT/I/EOHTtW3+g0OjyXnObooGzslnDgwdvkK7dv3XZcGB8+4sM6uf/Cz2IrZsHY0I1d4ByXgvx9Ih6iKxX552ajpZxQPFB8x3/zkCpiKP4TfaAEsvHE7YdxgZH0i/jAw6C7nY7LCFuvyDZS+bBgsnclkgUOPv6lL+QWYb3Jd93WhRd2Rq6B/KGT8SIeWcRDfI16JD5rv4hJ6Bh10TfiQlfybSi2Y7PglYh+xw1zZXDheAmt/HAt/WKXMgJHaZIYulMTjs1mS3lL3+DXsWxqLr05cx99Lv98y+FMciTHPNF15Iy8jyT3KfLnwRvSB/QiU5lBh5fSF/YBjnOYStfwVwA6QH8n2DZ+2ceZG75vPJ64ThPfWs22VTXnLCET6b4+ttnEA+RTHHt8lfyQY0u0dcS7fq/vvg+eIvfxODPnu9tqznudA3+uUc99gPQJ2295DKi57YYA5zWaSn37Z3d8P7H5EnLa5/oupEnqL8AhZnt8VOyfiC/w+Ez2ciYZ4JdunfMig3ObO19ODfnAL/gW+Y/tTtx+M/grnjn/NyW0TWTLKnUdGQFTl9uR0QeypM9j+QTk6/FDtovMCxzA45bmHLeEz5l0YyY7z8YTz69cNxXnsZkQZC/SR2hdrVayh5X0b21JEpx31KmrLvaAbqMDJ8qL8b+Md0ux95wxRD/+40R++jjXuZl8DOsetAHw6QB0Q1OG/ITT+BJkOs50LdYRL8SH6Q799DsTPSfSQfBg3DPFzHPhAC5zlUfiDXrDi1o9zxYN2GKSbF9AZpstynxzuN95gTiAj4zoosO41RCku8pJKppXobsdxQliOrqHraAfp26fc0OHjtHX4iGl0jX0MxvHuJNJDyNMbCJ7B6aKwUfSbdp5f8TvkzObKz8B6JOxDocj5UR968ifAd1OR/tt6+qYPHWodRHiRjaeRHvHtwEaE98+VjnRNfR4eHCoefBAbXvbubDy9TRNLAT8W4hM0LfzYacMIcieE7dnbIA1mJb8MzY9lL8EB8YAMo0f8ZkIpxx0jvhMvVGRH8k/kwMQ42qKScSmVL7ehEYxvt1nk8uRr0F20fbIC6rqp1HMr5RvE0fxOeOr1guEE/wpYOTrBSPFjMO4Hqe5NXk7/istpU5/CCDHnJpxY3kBRV0OIepOXf6i1+sprxwZspzJnyBX5Fv49hPpDX59Kn2Yum6IX9Kf8VjlWP57AxOLejM1/CB9kXPN8dnyzedaGz+R35xJp6a0Fy3kHsiHOAagM6xVIK/D4UjzzrHWeIiJETKNNd7AeCs79YfMBpIXfpAYG2VVMnIS7IUlP2QWYZcjYogOkyT13KOhNZO24mq307NBb6BYPxQOIxuPhAO5M2WOA/g4KBflOvIZSt+dLvG11Wpq3l+VTqZSmWAhBI108QM+F88UR9cpJWMRR0yj56hfNWtoPaqltYaW6Gg1W5ortqzRAJea4nt5oych0CqOAx70Fo/id6L4mErfS1qDrMgOyQua6q8jG4fPDelxRf6HOiHs9hXb802/lA8HwshNhy/AxEMgWEm+j/F74vOhdGWjv56vnduZ4uPp6dxzE4/P0l/qZNKVrNBdZAlInqzPZdrP2BeMZY8ZQF1vI13X9ZHmUyPpATrKHAwcypWKz3tCkgg/8QFUATML+kt0viQe4pPgX7fbM2K2z92G6NbYNnqtMcAFP8W5TOOPAZ0fqu5gMDBspu1zk4bkqfmy+rcLWz64zl3N/3idaz7PVk6kqsY8p658Fr0hv4ROeDdXHGG+Rt5B7nXmueCZMXfDxo9ZH8ljyxQ+i1/wGr8OZOLnFibmMqCOw9SoO51ObZP3Ke+h3xPlPsQe8k/mcORK5L/ghv7V6nUrlctCPdhqvTIemOuwXMnxBSuXK9L7hmHLB4otE/kv+r0l/FlXiXnjLdcV/FRBz0zjz+SniH/gNFVeBo60zxxn0bBD01j7ADSOx1wTqB51gYnmIlPxZaq5Cb6U/o/lVxmPh4jDz3P5SPY5B93UR8fIw2uKGSn+Pc31SxTzQX6UBRBvOBfBLITE9RJfWJNc+e0VH3sgHTqUn4pxZ2yZdAs8x9Ch/TEgPR+PyQ8mBt/H8tfoHrbflN0Tx+Avtm+yfR9Tvsiu2KK27V7AKkJ+QleFOO2VlN+jh7zqVYXG1sdib/F7W01968D7VhlCsES2AsCTpnxir9f3OINsiHXoOnpxW+tu58r7z+RHyL9PFLtO9NvpzHXj2GMcbVwvpB+ZdCuC4oTiAboQIfLQ99EJ8TTT9Yn2i7ZTdEOAvh1LLxgLPZgr12J88DmTzmIL2CN98Run64bkCj0wrqBT7DQZgOBeny1fVqq8lu2YOFiST3UfpdjR7/U8L0D/5/KjrJWcC4cz9FQwl0841XnsaSaeoNfQ4TSJF5MNFPyYGHhnY8oIzgPnw0T8jPY/0+/x2PrJyYkx7pnGwV59bO3DG67T9kDr6O12y6rEoCR12YYQdWAtuuCBF3b3xvkIa/kO+BHUPpXPKBu63ZBuwF9yWHzOWLaBnVD6HN3tA7+dQ2Ezig3YD/bVl261FYPxqehbqt+yQmBuJsw0eMTRLmxXnaMCsYU+6spPWpIPdhxzpUPp724MET45Lhtei8eZ8MefD2X3+BX0vtVsKz+pWaoYnyjWB4t/jAesXanY28OLwIGLuoNOb7EOIbicifGVasXqyv07+i2UWHo4zPUH3d3otexWtjoGpD/o9OhwbOj1geZT2EVf+XFPfgJdpESv0DNs+IQ87GRuc/dhZ14WtrvxFe4j5AvUf6ZxMumoA8fuI+UT8IuKmzP5RXzimfyxr8eoxF/jZ8AfW2vJ1qr6fRl9tp0NvgCcKkr2AY4dpOtBJ7Az/GlJv6vU5VtbsrW+aITmoWxnpLnhWHgCmduZ+KTSc7b8fORV5vM0bJT8oyXciMHw32RnK01IGNfYclFtjjkH5OfZTZLUqsozG03ymY7WRgcGTofDkeYnExs7/8TLAgeVmfAaq8RfFbZ/oN8Qe/ilfO6Ir0tl/yGIesDwTfrSRy6KkKy9nY+qMaeiTVV+Fz1qKxclJ0UnhvDI9Uh80dguzxyPzHHUeckXHpF/MP9FBztaL2iKtgIfxjDHRwNqeOeN+EEJ6JQlSWLErIr4wtykJVl1uz2jz8PhyA6lr8zp4UEmXCgdcnx8f/f85X3VQ65byPIY9uglYxc4bUvJT3qfiU8j5VvEN/gKf6GvIn6niiGmrdCfXRnBlwJCCB7L6rWG0R7ZjCQX8tq5bIec4pZ+8yCus09+j20R091OyXW0HkBOQg5ArjNVnkMui81lkiF4xnKXH6JBfMwA1SFOT9zOp/7/JNg+OBwrZ2CcuXIIcgriewHEe/BgTOQID4jHVWxbOYrIN3+JiIiHXo6ltbF423xfJAQ6t8D6tUn/U5dxTTkBecZA+RB6dSxfOXe/q3mwcrXzHObzufF/dyeaV3nelst3Kh87lWyBKC/JULLLxpRb2dK3n5Ns2Z+onIzj/I28b0of8tVRxsc+9z5R3rzBRXp3phzyXHAquU807lDzMvKshuIR/iTVPCeEYAWtcIH9q+Qr8e/UW8tdBOcJPgFdacnHYUOZaAEn+BLxmRs4sT8TD6bC4yLdOzTLB0ArPgCf5fuiOxMU+16qHvZFfBjKBw7kZ9vyi9gteRu+KoRgbNADsG8WhHPicmw2W9ZXTB3LTrG5iG/EdS5+nRzPjXPQMhWfJ7KrTLRl7jO2OIOb04M8RBt9Qeepy2Ju8P9cOnEiPeAa+A+HQxv0+8aaRluxyn2pfPKgP/A45r70cKxYM1asiWPRjrEoiTGUHGfixeFwpHXhnv92WcgVHli4f/5rvinzXPuOy1ehWc0SQ67MTxrNlvCM8xNkN9e6NHo138wPTmym+ft0OpPPObIJfJK8HDeV4AlwXJTF/zVxDijOx3KiHHtszLl6WrOFN8gVf8xvfyYZgm4QbfzGWi7H/KrXjTjOpGPI74zfb8R3fO7G3wp3cqXCHmfCG5kg36nkNwGQ8XhimctZpdMwkRwuQkYdgPqCieimH/rDj6M7jDWXb4BX57LHc9kiwDnmluhvX/lBSzpQU/4T8xVZn4wNnS3A9tsLzQH01SGXKzZGzoWNlSvob93a0gHy15HsPpM+oV/YQwT5AfmpTLbuflH7nM+0ZjqWDtKG/LQnXXL/rjVpcjv6D0F+0MeFhVtb9yOdp7wIYBp1kPPoYAjByEGxNX6Db6p/fBe5H/g4vuAMCB9wz7Ab8PU5TvRh1MNXOs6iYSjfTcxgTlNXTAJfxuNmuZXWST3vgFkGPgD4g1+wNEnlxytW07pkqykf1enpd5oDz0PBacz4Ao8lKovje5bClbpbyHFWW2h5IiAfM1H/jpP4caj5DnLs9wauD/gEfBy+LoRg/EG9aYNP4oh8tg7gUTBDp/D78JG2yIlcH72Cz/QPbzKXUWaZaPZjjU3peICPzhNfqY+MyHW6+h2CvJD5bKrM4dw3AAAQAElEQVS8OBH/gzBiaHABwOTtANIy8VXfsg/XQZXwNtXcDRtoSOe6itfMz4+0lk5sn58o1svHk98D5/NbdqZj1tNPlAsQD2ZabztSLkGc8FijtWov3W4kj0IuXhJ7ImAzmeJLrHvkcZZ+iDMz5fbEM2IN4xFfiHfk9cS+W4qB5H9T5SaHw9E2T1B+j24hr7XWJN3eROdaEM8VmsbR9aFoH0IwbJSYXVGMJufENxU5zki6jo5l0jf8AuWu/o2HmY25R6E3tkNeyNUc2oAXcpV61gptfyFX2SqW6M/YLqAr2XHumhBCsCRJPOepFP5Y+eRAa/cjzQ0z2WkmGU2nE187nUrmcX9ik0l2BXAeyCxTW9Y08Zd1+Th0SMMZYPlW8Kwo89PXLkIIlsomwb1WqyoPbCpn63oORa44kZ5N8/tg2L8MU6drItoiFPfEQH+32/H+auQn5bL4FOymG7wFt0ajrt9H29JBcBvIVx/aRPzb8jMTDpnOTRwKvCbCHz5CC/IgN8SvNfTbSFlrR/QPhHA93EIIhhzKooc42Whs+QXtjMuYRck+wDHA/kR4g9NIvnOoONbv96zdbvlaH33Sd5omF+Rs99hCCBt8kF9DdHXkb/uaI4z8BVhjYyzGZPwCJuIL+5QT4TPRMfVog+zoA54/DD5Jbg/QUZPsoQ180GXGmPh4W1lNNPYWl4nkGGXIeeQ21Jyn1+tJ/vCobuhDKp0N4Xoys50thGCpfDF9RNzaruuMP9e8m/vFbuUv4zo/P7Mzv2/sxLgfj7z7KL/v8Ogo4jmdToVvBK7NZkd2cjKz09MTo7+zszOjH/rk/jb2T05OvM1I/oH7zgB43pce9CU3dHQ8HkmPM9WbqJwKKIHM98EXnw4/ibW0gUdt+R50APqgM4QgPYpg+23PgT0H9hzYc2DPgT0HHsgBcupv+ZZvsS/7si8z5jgPbPCUK4DT533e5z3XL+XiwYs8gPpLvuRLnsjDVO0Jbjzw+Q/+wT/4zB+Y/33f9332aZ/2afYiPcD9B37gB+xzPudz9i/leoL6+TS65qGZ+Jgf/dEffRrDXXuM//W//pfxgOarHo6K3T5vD1fGV3/lV36l/ff//t+vTePjqvj666/bl3/5l9u73vWux9XlE++HuEHMIP4Sh5/4gA85wJ07d4yXcX3Hd3zHQ/bw5JthK7zAAFt+8qPtR9hz4MXhAH6Gl3E9yRe3sLbHg8cfliv4Px7AzwONX4SHlxd0gjMPBX+WfocHGYPDv/23/7ZA67kqeXHQl37pl+7z5OdKKk8GGeyYfIa8Br/zZEZ5Or0+zzkFNvUZn/EZ9jz7ymf1cHB4w4vKfu7nfu7pKMoTGqWYT/3ET/zEExrh6Xbb7XaNB+7fdFQeoP4bv/EbN232ROv/l//yX+wm+hVCMB6MHkJ4onjtO48cIA7xEgr0jZdSxLPP/zdzbB6M/7hjJ+tFzI/xKTfnwrNrge3v11ifHf+Lkff6U3DieuWLuB5ZUPat3/qt9sVf/MXP9XyN+Tbr3/wGU+D9vJX4rq/7uq974X4TfN74+CLgU7yMiznj84YvMf+rv/qrjXk5edHzhh/4YM/73+DgxKMBsn5Wv8E9GuZPpzW/pf6bf/NvbjzY+fm58X+oN254nwY3/Z30Iz/yI/1/za/qErv+pV/6JfuLf/Ev2tHRkfE/sr/39/5e4yW//+pf/Sv/vwpykstt0Zdf/dVftf/xP/6Hffu3f7vxQs7bt2/7/x/zfyHf8z3fY1e1u9zP/tiKOy32rNhz4G3GgT05z5QDIQS/wYGbTrjhoVqtyMG37OBgYJNJZsfHMzs9PfWbMLgB46WXbvk+57jGDRsEhaP8xg5uquDmCiCeOzLqUPfk5Fh9ndh8fqo+zs0fzHHrlo7nOn+sejMfkxs7+NGXRV2Amzq4yYPzBEoA3Cb5jS+MFW9k4kaSiQdTbgChPu26XW6kahi0QWOacnMQEOymWwjBb4CJN+dU/aYacJ2IV/CEYA6fCHTveMdt44VM3LzCjSunpyfGzSvwAoAvRwqoW9wj/pGH7E8VcC8CbWh7fFzwci5enomXt3ysOF6U0dnZXPI7NnjR6/WMG5IqlbLfbJemqcvdHvOWJInBGx4cQKIAb8bjTHQfG3x5xzveITxfcoBHtyR/eDOfowMnwncmiLoAb4CL/Jna7jHXj6R7s9lU+nPkcOw6eyydOrG5dI2+AfiBDGjPjVrwpNVqGbiCM7jbjbbgukB7bvg68BdyjYXDTOPOnd4ojzM/Rv9n3IgqmYPzRPoLgE+U+cRpK2g5loxpAw3w6Pbtc+8THYMWztMf9hBv8ur6zYfYC7hAI7LnxrqJ9HOi8aKtTGRncSzOTfzaWHoytsPDoQ0GffmAtvhS82SNm5rTFHuxB25JEiT/ktVqNdlGc4PPcHio/jMfdyI8LsMuXjykItruoXAZGLwtbsoqlVK/ETKEYNxqSnIK6MDy+2dtdwsWLNVfJVSsGmrWSJvWqXas3+jbQWdoh/2RjQ7G/uCL3Rux402xE8d5PBqLLyPjpuNB/8A6na5sqeG8SWVHSZJYCMGKzfEpDrwUpmtz/FRYmqTiUcV51OCGfvU3GBwYN6JhK/eFUWaOp8rRYeYPLen2euJ1S/6tZuVSyftPhA9jwRMvYZDjcvkL3CLwkEQLJv4m7iMqlao1G03r9foac2w8zIgHaJzNz+xsfi6/c8vOz85truPTE/ma2YnNjo7ls2bS4yObTqYOE26gdphYNgYylaIjo9QxZTaxia5NKAXTvO3RZOb90e+x+ueGbsbiIaJnwuHW2e34Eplb+JR32C2V1MGekBcPJ2mJx1UeLiq+hxCs2JATUBxThhDEvyTSXy67jFqttvNgeDA09BJ92Mpo4rRk8nHZeGJ+XrKhDvKkTb/XN3/Adr1hNeGBr0mTxOC17WyXceGSy09f+thqZWoSrJSWXdbIBl3s9wZ2MDgUbmPHpdAPx0V4gQv7GftjdFkwHLnu8IACHjJbF24V0ZsW+qyRwKcAu2LbvRZUP4RgtMf22+IZfggZZJL9bHZs89O5nUlm3LB/cnwiP3lsR9yUL1lP5BOy8VT4w8PI07voEP4ZvKUUjKUn0LQBXWM8xu10OtFGxe+S6EqS1O0PHsJLWaO9fTYsXBSp0GfHfivmD/drtgw74AEX6OThaLTRFXg3lv2hH0Am/eBcASP5vkF/IP3txBfKySeUyyVLxU+J21kY+em7D/xCZ6hUtE1CYsgHu/j/2XsTINe+ra5/rZNOekg6Q49JujvpdDp9HwKKJYO+KkoZpCiRQcVSEAEHClCBoqBKUBBR5kkUFUWUQZRBKEWhULD0MWsxiCAUD0FQ8YFv/r/nm28n/+9n7XOSdN+eu+/vd3+/X3J7ZZ9hn73X+q5hr71zzznE+HXZTeJ1M3hMPClWoG/pt+CrLZ7Z5vyO5EHvyIevrdek+7DnijF2ZaXMsszt/Oc2fJ+/9vL9FEuRczyemLsHDxXZ4eraqsaOuvxuy7B34thRPJhIsVRx9CgeXDFQ3jKw3kFf/tFL8TR/wFO3s6frutYJu5efFBhEqX1hFLhwXkQ94mBX/tXVtV35Gg/VmsXSnvV7fev3UzwfipfhkeKpYujx8YmdDBVPtU/cxxcjVkg/qyurkqkcECAjskKywDh2/otzBTEMZVmm65esXKkYD6doNluh6wPF90ONJYfi51CxAnzgj+M8cAMZOoolyNWWfO3dTsSLouR4V7LuSdb9vX2NV73AkbYO+0c2kHy0v69YxPXkJM1m03hYC7EPC5koQMDrZbLYU/rQJ1Q07+5T28Evms2EUTdkO0hy9Q4VU5OtoCNiaaHvjnBqyx7wj/Zux9phIxpvhVuqsxexd1/5KLZ2KMzDFhWfE+YHMXYTD7a3tgzdNxqNPJ/bMHxtZ2vHsIsp5f3RZ0Fcz/izozgCcR3tMHYxJhf+6Z6F6DOfnMT+k19n/Yvz2FOpVLKy4jy5OO0T57B1ZEG2gfwL2yZfGEhGjvU0Bh3I5rAVsOsKW7DpgB047Qq3IOEm2dqBoY7pHNsdncPm4hrZXVfX0w5Em/tqmz568rHDXvKxgo/j4bGN5GO8/K4vW8e+wZE8kJcfJh9bMncXIaUsUuBgIxBHKHXWXLGtlJWUF5RsWT6FPTcaTcO+wRz8dxXXk07EP7KI2G/nJXV2FEe5Bl3XlZOSN60qjy9XKlYSvqYPfULavOIPHcFvqlIqLSlXXrZVxWTmhM1mM9mPbAIeoOBD8Z3tJ0j14I0H1zCvgTd8ohJ8LRn6d/foDKsRTBrr2YpD577gDRorn0p1uB47XF5eMewS+eGhJ/0N5BfYy0CxA9s5kh0dKpYQm3j4z75iCXaGzruygU7YTjfiEvbR3s3xnrMdjofdqC620w272U/+mMet9BK3gdEPttGWnrY2t63ZaFlVc9aV5VUrCVd35E6EXiTZGXmRrfCLWrVmPDwJ+cARPJET3WN7+CrEsfZuR/l429rSyY7w39b8Lb1cthVzjRXZxRJzMc9kn25+ptfLd4JHKYhyrFhLTWwLXeK72Ae8teVjvYNDO5KvHgX2Q6OEBhojwCXwF17g09U8oZvjn7DtWDswV+4QZceSXJJpV+dEqV7XOtIDYyOELpPvHtiB9B8Pk5TvHhZ8yG/x3UQjgz/q0fbmxpbG94byzmrEIncPG0PWgpDXhVkhM+Mf8Qq/QwbiRV/xAJtDVojtvuyQOHIge9uHmGcpLyjsrhuydyRLx9BdImS9iFKdM/Lr+kJ++ugp/wDjgfqlf/gYHg2NffDBXjZamykvlF9jY+5+xu+QGXkX9EJGQBElhUmlbhNz98jdGLuJwYxVjOn4UE/5CLbC2NqXDWOv2GryT/mZbCzZZbK/3V3KdrJX+Tv22FUs3O8eyPcODN+jnYIYQ7HLrtphfG8pJ2rU6/I50XojbBFfIr4RKxnzUn/00Zb/71o8ZFCxtL2T+saOt5TfbGiO09CYWSO/lT1XNM/BR90V2fQ3r8HCrouSGFvSugs+sKK4WFN8ZozbUsyET+In/eyq3wtJ8ZU6xGNiLHIxJwffZbVHu4zvbh5sFP3GzrkvhdbwQcoIrxO3ksaJ5cpK5NqsQ8AbOqPP4Ecx/ix/u8Z+G351bmd7V2tT25FPbOQ+T9yq5OOvZxoDprwx7k+MD3zCB9ueny9pzEAusN7Z3okck3iCrRwqrmM7PdkRMYjjXdlDR/rGvtq7uc7EVzuoE/GusJs91cXWsJG+YvaRYvZARA64r3jJnIs+GV+a0vX6ei3GMvIJMMdmQl/iizGRPgKf6Ev2IyyKY5QdHac97G1ddoPuy0tlS3aTyV8SFoFBgiR0E3g432bYDjgy9tXURrPRsA3Z4hZrTdvSg/K2tvpNtrxr9LsLDvgLpWhb9bA1xh/kYpwnlwFrzDf19LDfSbdJqCXsS/NbcidwqMn+oWp1PfKpwEW5ecLFn2REzSjKWJzQPl5jrQAAEABJREFUaTChLjlZzJtXV42cto6P1+thx2BGPa5x10VsBOKx8QBf4kiK01+05bJf9xT7VtfWlIc1tGa8Y13lDvvKQcjXsDWoL/vtaW5BLoHtdsN+O9ZWHrK7KzsSocek17R/5jjnVTfqaDvOyQbwV/y2UW9GjlHJMU04MPZib7ArbsWre2ZguKIYQi7fqOe2pTxle3vbkk2pf7XNdvSj/tq7HZ3TcZW8WADb2pDfY1voF1stlyuW+rVbfQq7KUr3hOmK1hTWZS+t5obtyv/AjlwjzdmK3O/IyMP6/UPrKT+Zji3Kg7pgDOEXonZBux1L22kMYJt4QSzoas2xGzFjz9DhgWIEOT9tx9jTOzRyzK7a3d7a0Ry4lX4XEa9lxXsEH2uNJ+h0Yqeiiblyv4pstGr1RkMxcytiVG+/b7xY7FhrK8h0FPOIgfWVXxH7eso1iXl7yu2QnVysK966sq/gd7eTy6GS7aAkE+t37d203Y7jHfXZDdvE/miPuLgv+ZCHeHioWAsPR8qtBxEjE6ZdyUrsWV9ft2XNh/DtUlYyd0fcafyKnenXJLYKX4k1PcWEylLFVogL1ZqF7fEbh8ZEYia2jL214XvO1mN/7tiOYtumruN6fitZkS2H3cOTJZ5we3mrisQHzKSt9M0+lIvAZlBxNpXpO05c+eXRq0cdfesvNuNo2krf4kiAYOfsu3v4S6VSDt/Fl3Zk5+B9IN0z7rEWkOxjGHl2iiN94zy6Cz3K1vewCwjbkA1jH+3djsaGgvDdeXvQdmCs8/IL6nelZ4g29xW/sL2eYhZ94mPYxZHy/SPZKfZCPfRF/KnX6/G7SElrApLS+EhUFddjCB7zJFjmYlTNms2m4uq2Ma8BkyPZ51A8UB6pJCbAT0/+tC97pl7ylTy/lHznsYh9joNBlKku8neFI7LRFjj3FFfoF5/AX8GAffrkfEeYM87WNFZXIv8phV7di/grRAKMq7CgjmK1fs+hKnF0aalsy8o5yasY58gptmUf5GHgXszL2X6CiN9BytPkX01hCH8rilOVcsXw4Uz8SUHyX/Ur1tAB+xfR/Dl4K6uNFY3BtIkftpR3Ywc78s3gRfkrfMJjW77LMcpOvr0jOYifXNMK3mqKCyviS3EFv5n60EXcLI69kBFw98iHl8q5fSt3Wq+vayzdMNaUsBvsBcJm2ruKUbKbNr5KKUr2s234Heuj/L7XbLRiTKHcks1zHT6Mn0YM07h6qDGuiBcHez3FlH3rKu4xJhIDuSaNnfQJta0j/6YOMYUxk7hILkBbxIKBYhBjKHXwz5bylZry3RWNlcRDx54tffBtfAlKR5LvFdsasHSAPTf8M3xNcWBFvrau+NLEz5SrId+O1maZk4ATuVobf9fcIPbZ3oH/TvyOQv2N1oYxF2YuQBwgvph4Y0445csu/ig6TU9kpcwqikvk9vU8f8SPt7d3Dd0FhrsdbYukK47BE7GAEp6DH43hLemsvl7X+LemNitGXoHcMpFpfwkrBSiBk7Z1ys3c3TxzA+OK4i5zSHKUhuLJxsZG5Fn01YYHCEwop9SJ8RGetrd2jDkgMbausWxtrWqsZxAn6cPdzCB4MKkoAMtL7WdZFmNWpVyxVcXYGrrSfHJDMtI29lrwAj8QuLThKWIl2F1BhV6nvLcNvh+CggfpK3hS++3pNvi0NfbuGn7WFK7ItRprIRUrZUtCoxjjTB90pCL/Q1eQuxu2xhwB/YAxWOxrrB7IH8l9yXMo8acjje8cx2cZexlj95WP7JPnQFN/7Ro+24FfxnBKEZggQ/Ljtu0W51SS40P4MoQ/7yu/Jt8+7B/aQHnvUP0XfFCyxtRVTkBsakinzDuXw7eXQtLxZKwxVB4im0DeOPgi/0JOiHkOZZaVwn9XlYtjI8SatmzpIM9jD4Ur2KLbI20f5r+X9JRf7gt/9EvOFbmbsI543Onaef3u7qaY0qYsxgPptT1HHcVrrt9TO7SHjonPvd6hoeNDjQMD8QDBD3bWlU0xx6krnq1qPCp83/RBvoK0e8nfTP8yA3N3A5MlzQlXhAmxm1iwK0yCH+HCuAQvh4eaZ+n3wH397gq/8I6Nzuy6rTiVE/FCbbRzor2II/l+WzikY8r7yLH0+9CGYmHEWI0hZY0lmWKVewSz+C0CHZo+7i6+M6uoDjbOmEpb6IV5cIx5wg6e4Z1xcG9vz8AueFbf7d0UM3ZDN9qm1PGu8O1KH7yYal/67uU5NfgPpAv8b6/blZziW2uvLfGMr62v1wzs2CZubOscsXQnYqZ8ew4PeAWLKIVHUbKu0Wy2rFat2bLGCWJ6YGCz2IXO0LFguOAP3abD2opxOXIX6RWc4G1b+QbxBGyOlA9QJox6hr6xxa4wCHsWHuhpilUhQ5QaA+Z4R4Y2+zrX3sX2OxrP27ahHIB+8TXmB8hV0vw6uFQY9hgXl6xSLmvdYdUait3ghp+xvjBQ3CVvIdZB7B8q/vXkjweyTfSN3oPgG8KvgqRX8dIWX+1pmdsnx0Ln2pecSd5u2EhXbdDevuI+tpPs6dAGigXwckTcHRzbofig3s72rnLCVuh/VWMqvmT6jJWwoCtIu4u/FwMCckD9mZbOlFOYuWeaCy7JflM+RfxiTMHv29hYTvgHxDFy4ESyvZ1Onh915C+7tqk42FIMWFd8J29d0fi9tFQ21z+5iymT0xiuInqnvJwKuytKapZKpRj/aJf28U3ySfKcTu4z+AJ8tuUf8Dwl+TbbcW6XGNhWzrVjW+J5Q2usjEn4OPzSJy/kOh2fCisWC2z6CfwAUDJlpVLihxiluQj8EDPwqfZux3bBJ+8XHq+lp5h/IvsTpNgBn+28RO/E2C3FWcaBmtYiGVeX9NtRpljn7iaxLekx12gU8aVTbq56xH1wTHqqWaPRsGa8IGRLc88dw36i36l97epYW6RSeLV1HF7Bkf/rBE8bmlfV9TtEVXlDRfOipaUlK2WZuev3HnWPXhJpRxy+GP6ww4lsLXJf+YwLW+SuaHxd1fwAXNFVV2N+T2N9v684r3GR/y9zrBhPvD9ULsHxnsacfeUEjAvE/a7GCajIKcJvsIOCpAP00N7VOJQfo05HftaNa/cs8gzmDDHW9Iwcj/4YY+CBvJ5t6LB3qPFpzyJPaLTid6WVlWXNWfL8Ph9v7jvugFmhe3c3bLGIG2uyHfx8Q/6OTW0rdwufnJc1tneN36t3NTbubLZtp7Vr27yQa23LWsub1ig1bT2rxwu5Kl6xTP/snh93N/hEv2XlEysai9flf+SHO1qDiFyVNecLqNvt2EXn24qBUKfTTrgrP1lbWw3M3d2KD5gVVBy7benuarekeKj1JsX9lLM1NCZshl/DQ0e8X8ZrRzx2dB7qkqOKd2xlY6Nl6Kym+AomYINO7ZYfruFa2lhXvtsUFpubmxq3tg2MEl/dORzbsu9OEDx1xF+7vStZdnTNTsjVaMgGyPelL9p3d3P3G3Hm7qFveGIeVK2uKU7Wo136gR+oI0woLyL4pu7u7o70u2VNxl7ZDGsAxAhsCZtyv54n97P84Cvragv8t7e3JPeusIHaKjvCpSuinBG8doQThM1yLW3clR8whf9yeclWV1fi/wwkf9gWDwUvbW0n6p554RvHOsFjRxjuamxF303pHVtald7AfUljm/v1+Ni5jzv2viR7r4i3VUPOra1N9de1weDQjo+Hxj12w/ylXIPBwA4P+9brHdj+/p7mK90gbL2b+y/l3l46vqc5X7oPrWdcN1CbR0dHdqTfhoZx796R2upFG8iGjpAPzMEI2mIel8eOWT9d4dWZo64xBuzudqZ23Wy2Qh4wwo6yrBR27X57nM7BtthdILBAYIHAAoEFAi8JBMirv+u7vst4WP+zLDDzLh4y9aM/+qPPHJs8OJWXlfBCrmeOuRsyxAOsP/ADP9B+9Vd/9YZXPGw1XsbFw9heSA/OLRBYPHSxQOKFWeK/PDQTPT6LEvDwuO/5nu85wxoPaOfhyvB+5sQzsPPGN77R/tpf+2vGg++eK3Z4mCMv/Pi2b/u256rLB+3nsz/7s+0rv/Ir9fvDs7c+TI7AA3p5UPiDCn3Dxm5TDR/moYLwfJvrFnUXCLyYEfjO7/xO48GaT1PGD/mQD7HRaHSnLvBXXp7AmEauf6dGnseLeCj48/XSAMY+cueHfploWb8bsMZbULVavRfCxGbyrHe84x33amdx8bONAC9ueNbXE26DIHb7VV/1Vc9UbsbD3z/2Yz/2mX4ZFxgTy7EFHhTN/nNBLxRsbooF8yleyvy6173uppc80/U+7MM+TL8FN2/FIy++eujx7VYMnKv8+PFj+/Zv//ZzR6/efd/3fV97n/d5n6srLc4+CAJFPvkZn/EZRgx6kEafw0b+0T/6R8acGzkeolvWi1g/fyFigfzP4hgMXy8VWtjP7TTNnOyjP/qj7YW6Hom03/3d3x0vz3z961/P7jNFrHszl2Te/UwxdgEz3/iN32jMiS44tTj0IkHgDW94g7F29Sy+jGseYuZi3/It3/JMzWXhr/Bnxnn2nzVa/Ab3rGnk7vz82I/9mP3QD/3QrRv4fb/v98W9aLe+8JILyO1/8Rd/8ZKzFx9+v/d7vydO8LKsb/7mb46198FgYF/8xV9sr3rVq56od9sDzBV+8Ad/0Fhbrtfr9gmf8An2yle+8rbNvKTqZy8paRfCLhB4+ggsesgRcPfpjQ6l/OZOboLghpFGo2nc5L+9vR03DHFTyd5eN27m2N/fN37E4+aO9BCEnvX7B3GDRq/Xy0v2D6Ie9ff29gzipo9Op227uzvGDRut1oZxYxEDAsR2o9GIgXF7eyv65vqiP16sNKO+9fsF0e+B+NtXP121vxv812rrxo0v5fJS3ICUZZ5Lf7vC3ac313GjETeKzLBqRF/Is7OzHX13Oh1DVm5EQW5ugjk42A/+Dg4OAhfwS9STHNBBjl1P5Wy7qA8OEO3tSRe03xGW0O7urm1LV9wUw80wjUY9v+lwxcr64RX9ZlkW+ran8HH3wJe+lpcrcZNQrVaVbpMuuVkoYbNj8NvJ8UGOPdkGch0InwNhkzBBfqiXY5NKziVb49wMR66DaAeiTbDvCJ8CG3DhxiVu9lpeXp7i4n57m3DPDDugHdqj3WazGTe00R/90j98wM9BLttByDcvS88Kn+Fcov2wE65NOu6ETW3LH9Av/TQaDWFbt3p93bBxfGdzc0P1dmR3XUvtHETb/X7P+rmfcHPV4SH7vTiX6u1JJ53wR9rmh3nkQpfYjfv1+GBbySfWbH29Hv7LTXHwj3z9/qEdHvatP+Wll29T9qe8hMyyjR3Z8karZetxI+SKsC6HfbkXD9jIH5Bj5/+DW9rPzG3Jy7bsy7bmVVtfqltrddO267vW3dyz/Z0DO2gLn27PuFm41+tbP6fDKHt2sN+z/b39wJMHTW0qVq3X1uOhcuU5nzJ9uBlbxZk/jpGUk/ha/oDkSkX8rKcULAIAABAASURBVFatsd6wzY1N6WtX/eyr7571Dy6nXq+X+Nw/MHTW7XSNm3ob9aZxk2u5UhFGS+bycRME9EnfbJ9h6sKdiSbwZu5u6BGdl5eW4uGLa2vVeOB1q9maPTB4a8d28xvXuUkaXvbipS97gde+eIR4IEeQ5AqMKSUHcrIfY4eOIQ/bB+CdXwvuPJypq3a73a7ss6uxoGPtuGG5bTs7u8YNzWCQHmqwIX9o2Hp1PWJPst+KlZZKIZNd8AEfdMQpd7esVIqYwLX4QLPZVB/bhmzwBo/wDf995JCd9ER9fEv7Pfl2yCubARd4awo3bIaHjcQDVYSrGzYM5onsso/0CI+hS12DzfHQhnq9EbrY2Um+HjzhX8FHP9mJcO3DW/CVjsEbsqCvHeFHPKxVa8bDj0uSHd0LhuCGfmNDX/Pb2j3752mXa4mHFdnhysqqxp6a9FEPPtFT6K3dMfqGBx5gsy9dwxMEdolk5/Bc0EHivad95Okhk2SjRO4gnaO9Xcm0ETEj2UClXImYAYeT6QO12HtxELY70Rf2gZ9nWcnKS+XId9ak10ajaVubW+Ez+/Kjgz3FO2HeA9PAsa+404/YG3jqGCU443+MY+SA68S81VWrKHbhTyYjod/0YIwZlmJltjO3df64u0svmdqryFfXFOPXranYurW1bW3ZCH33Cx1Lt30RPFP2xWNftk6J/WBL+NrO9o615Gs1jRfLyyuGLZaEh3tmic/kawXfOvgU/+S4at3drZRloZOK/IJ8ESwZu1uy003phhiBL+5K7s5uJ+Ic8Q65iH/IuE++Lb3N/EQ+Aj5B0mmUs2MHiqPUTbRvB4pHYEqbXdkBN0B32l0Dt13FUx6+vaNYsq24jr1sbG4GlvEAkmo1xgFiD5hmksfdDUz1deM/EHFzy6SPkvRCeysrK/EArYbiGfMA+kaP7Xbb4HFPcR+/hveQJY+vvam8BzEWEpc5vy+MqLsnGfc6e7L7jmHDtMlY22w0w9aIocuyZXwlK5WMT9iFDFV/txWNy+9N0f9cK+BcYMRYVK/XQyfYzI7iHPEUjLo5RqFjyQ8O4JEwOrCebIHtGGPz82CEbXEtbdDWjvQPRtgmPkSfjA3r6+sa/xvWlG9ty147spd92SNt9vBLEb56nuJ86Ek6Uv2ucrqtrS2jfcZCZOOhae5pLCSGgUHgP4fDxZvJlznn7gZW2GZFOkW38ExeRDzgIZPbsmvGhl3ZVbvdCdtCdh4Mk+zrwAK3wKdnM/zkU5IvyaI6IQ/ntS1c4xrFVPAAU9pKttdVH3vWkY+15dfgS//b28pZxAt2vqHcr9lohT2CNb6ATSIH8ri7mfzF8g/YsElZYBS+pPyGB8etKD5jI1vCuKvcMHiTv8B76EZyEDN7xE8RJecKu9iTHcHjpny/Ln9k/FjRHAl+YIN+6R+a32a/IPjiHLo0XcS16JqYF/YT8b1tB7IHeOmLJ/igDB6Fb5RxXNiL/wPpBGyJVdgnc4uCr0xxxP2s/diNPkQjM3cP2ykpBmCP6QFOVdl7Pex9gzFJNr+tsYU4iR7hA3z3iDGat2JD+2ED2IQInkW9IGQQIY9kS1gX9rOfcmXF5mQ3+5FnYpdd2Q39bW1uh89jz2trazHvANMsY0zDPhSqAN1mpTbjr5SVDHuqrlXD5yJuSI6O2sZe0X1Q8NZXDtC3vuwi5bKH2u6FnmI+JhsmhjabTaM97M21juKe82D0r68b/GEfEFXd3ZAFmSr5+Firkjc2LI2Pm7Ylm8Eu27udiOfgv6fYDv7EsH3hty8bwU4SvuigZyGbMJ/qIeRMx/HvqK/r4nq1cUYHap+4SF/t3bahix357pZ8Fxyxw6biYV3zXPhlXGfOgBwl2ZI7uKQYhawFuSd5s6xk2Nvy8mrgWa/XJe+G5oNbkncn5jbtkFfjoLDvSmdd8YTMUOL5QGsEB9IR1LOQKeSVjMh6Eel8Ua/Aah/bDfn3NM8VKXYgO/3vaJzB9sMO5QuM01Xph1iFvspaU0MWMzc+mCKysr2gFwMC2PBMDne3kuwbOye2rK1pXUW2u9Hc0DxjOx4w2N5tW1f2OrVTfEwU9hYx8cDO+CbnctoPO9wPOyRO4ffb4XObEY/rWjOpyf7wtxjnNS8hn2As3YnY1lZM3bO+7DzFsX6Ka9qPcUbznohxinM98UIcoQ/GvKZyQ9pmDCgxR5es7m7uaXwp7Loo3d2yUsnKqlsh71B8hpctxSviBvGlJ7noJ/pWn0XflD38E75UZ1/jYVd+hwyMOXXFFeRLMaU05cH0wcdUxN/8djpAHJ7k/0HVNQcqG3kBYyb5Nb7cUR4G/n3mUOfXCwKfXmAGf8iATuANnGijtl6z5WJ+JfndEz6M+WADBS9MSNNGfJOrYDfguyas1iVjUzGU/Ay5sRtw6zKudvfnYpvim3RV5LHwDqZhT4HdQdRlLOBaeG0rZu4oXhOnG81GrI+SYzF2RSkbAmOw3lHeyzXkz7RJ2/SBjvqhI2woYdKXvvqhx0MDGzBpNptaf6saayhLmntnWXpA43g80ZqaSDjMMAkoQp/4EThWNV9tqQ3sZkfxtiPfOZA9wAM66Km/tN23vvjpa78v3fW0TT1suKO8dlt212iIF+WBS7JJ+HD36Cv1im0UWzcv3VMb7j69yN3NJScyMAYsa+xe1pr/svJFZFpRiU+UhUeppDVJJ1+xs7wIFys+bga/8F1RW4V/Yydra1Xhu6Z1gtUc46WoW1w6Xz7hD/Mnb72dckTzdCH8IQ/yYUPr9TRmbynfJj9gzOxqjMYG8ZkDjasHimcHstGZ7R5Y0qXsSbYU20UpfaLTXvhgP/lg2P1B2FpX8YE4hd/AA9jDk3vyv8LG3DPjXKVcNmIIMYmcBVvF98lzDjR36WFH6rOv/npzPGBfh4oLHCOG45dbsq2WfLUmv0HHpSzp0859boS/KhW8wj9zwHKlbMsry9JzdZp7b25sKBfaijFlttbcNXDA5uFtX/k3+B6AtXBOuY0wRr5CprkSuROB6b7t67p96QhM0BttIy9Y4U/EO3IzbJC4VRamWalk7glzfHw8lccty0pGHeoSa9AVeeyW5hDEI9pts26u+NTZ7RjjZEfzLvpGHvjYhyf5f8gl/SPT1H6kL/RyMR3ItpDrIOIhmIBPtKuY2pX9EFvaux0Dz+3tXcOeWC/FRtY1luJ3yxrLSrmM7h6y2iUfiR4xbjweR41MdhE+vFwJXZIvbmk+2d5tG3zsC2vk6kuOvuyvh+1Rap/tvsq+9olv1OO6Tc2TidXYcoqxxJOEf3SqL3c30x8Um/rSnxVk8VEsFsPjySTGR3jGDguKKpd8uXveFqVLzyLPdIx9M7f8o5ChLvKdWeHulmUlK2Jbtao5Tj3NccI2FPeRFepgG0HY+p6BG3MwsIMOcgzBJ41XeSwRdj3Zel9E2esdyB7yc9gR/iGijf0oaXvfusQsEbGB/hmDtrd2ZBtb1pTPY//4PfN4+C/ltmH6JFkltLZv/pf0QP1M9kJ7+AwxDT/DZ5paF0HvW4o7O8rrsNd2gYn8JWGyL/+FDiI+FrlW+EuBQZQHZ3AI2ZFfPoa/RVv4h8Zd5Kcv+sT/4SEwUK5CzI95T7kS8dXdzd0RQ3QzDMALexvrtwhdZKVsaWoTzPE3FPOIEeiohz6D+oZOz9P0vHTbE3UVC+G72WwavOLHS/n8jH4Le58fduEB4jx8sW3m5u7irWTLGsfRfVN5RTGGdJU/7gu7sDHwhcfcj/va7mvs6Pe0fqBj2Cj4YtPBm9pZU+63pDjqxfqBW3wCwfiK3cXXCwQBbOciVt3dmEct5/ncuvLcDc0Td+XPU/uW/fRFPWI+thPUN35/72mb+IaPduXz+CbxgPGUGFHTeLUuIj4xzjTzmLG9va11orYV+dg0dsrnsceDJ3IDxQ/xkM4d5DFFcVExoYiJ+OT2dC2ublXZ8DQWaP3VXeORzX8uMuQU9/CzgtxdvpZZSTG1Ipyqa9WIufgKfe9J7sBK/l3gBC6F7/WFG7ka4yXHuhrj+b2DMaXZUBxQe+VyxdSLTTRGj2NOMs/nbE4AT0bN4MmDpxX9jgvW+D7jQkcxEn30pZvDvnwcX4eEX/Cl4z3xBK/gCf/oDZ0Q24hxjCPkCOH/9GezD7Y0o0mcdRf3Iq6Bn5rsqKVxifhMrO5q7AqdRr99g7ee+ICHPsdEYNRTPIJ3ZNgl9yGvqNc1r1gz2nZnPBeJHXgwfUljKvStbR22UpZFfres362IsWC8pfyf+BZ2ho1JVz31WfTdFy89CIyeTxIPiRdhJD6m23G8H2NoW/PIwnZq1ZqBNz5sE4+cCRvJobDik45NYpfxHCyxuZXAqBb5PPpiLKXtbfk//oTu2rsdA7vkq91zuc5B8IQdod8Y1wt8xX8vaH5s71lP2Edd6pFHK1diXYA1+j3ZSVf+0ZENt5VLYM87ynPgaaO1aegS+2R8YtwjJ8EvM41TCDcvJ/svFZqXGyyyrGQlzekrildgBWbkHIV+iV1ndCu8O8Ie/PE/iJi2rxziQDqa6RddQtIjNol+VSY965j2sQHGBHK9dN1BxGvaxP/Qb1f5SUd9tjXngBfixIZ8PfSr8WJVsbuiOQ5z+ZLibpZlUqWLbvaH/YNJqu3m7kYbtIXdMIdaVz/0R7/Ye1v21hUGEPaI/Mi+j53KZpFnXs7z8aIv2Qt/7RFbtE99MKCtPY1V+BTz1Wq1Fjkl/Lgn2eC3IEV8E8uWlTLFskr4ONc06nX9BtGKvB/faO/im13rim/6gF/6g3riGV3AQ7GNXjgXMuV+x7jdkc+1c11s6DcEXlZN7MR2GO/Yrgkv5qDY0C7rcZKHtmibPpC9r/iN7D3ZRNrvzfJiHYPHHY39tLOiNbDCf93d+Iw1/oEB25cTsX52NpNtLJVKwqksnFbi/yqgV+bNOxpDYt1HtrYnGel//5xNJ70eWGAlHpEl+M/1F/tz25E7azxN49WBERuxX+InOlrReEx8NfMYl1ylu1uWlTSGlY11h5rGR9YBwZpxe1sxjv/fgQ5oD+qK3yDhHHyjr6kvit/CLsXbGd61HzwXssT+rP6+rttXO/PrDui/I4zaGlvAbEtzOmIutsq8Hv3Dd6GvTJibPugK0uZD/y3ae54QKGInuagpZciwW80FiZvYN7n9rtZCDuRHffJLxbqeqC87g8L2tD0tZYd9nY/5go5j09gYto9tra6uKRaW5R8uic/6tg7Ih/i+nuDb3c3d1VYmX1vS3DjFA/qCZ/omDmP/PfgSP/DWz7fTMeVe4jf8XCVyICv+gl/ir416Q+u2VWOtK8YoYWSuqC0mxsrfC9KulTQOL+u3GLDjOvyKdojF4Ecc6ef90NezRPCFTqNkvUA4HUT82NeY041131ajqblWNeIvvx+5u6BwgWHxSfEBvYpkUO5u1CsRsytlW9VYz/yQcXhX8RpswDr6VZyl757wYR9s+hpj+uKDY+xmXP5RAAAQAElEQVSD4z4vL1GcJH5uaH2G+dCqclviVVYqmbsbn/GNxhdqvrAokJWxJawt5M0UoxmHyKPWNNYy5oAz49SGcmli/LbG8ZQHai6u+M84gH9A6AA/Qd+JenYwnZfnOaD8Bx30lGvEOKrz1KH+fm4n+xq3IreXfvA/9Ms4gz/uqH/GTn5fZKxhTFxXnsE6MvEmfEv+4570h3yQPcBHcEUr4BS2qBjHGEf/m8qBuJeA3Aj+DyQXNteXHYbdFaVssce9CW1hs9Oz/c0D69S7trPatq3yjjWzDat5zZZtxUr6Fx1OvxRcp9s333D3iG/wXJH/kKOh183NDQPPTqdt5No9+cjh4Wz+zz7Uj3s7etaXb6X9vrbZ79nBwb6xNrGp3wNok7ZX5EfYETi5e9iW3fHj7kZbFeX2tM28ZFN8t9u7+j1kX3z0RYmX/pTP+f10/jC/R6Wn9fNut2Pk7xvxUq51/aaxahXNe+D3tmxyDXZXq1WNHHVTOOzu7hh2QF99YXYY9+XAxzzNeDyQL+xrbGSug1yMl7RXLldCb/ThfjMcM81rwWtZv9XEnGV9Pe5ho90D6Qp+Es367wduBW89Q8fwA2Eb29v8ZtDU7+1V5cvLwqps2JK7XwvXk/zUYj5Cm+jh4GBPNnQQfcLHYeipb4dTzHqhX7CEwAibBaNqtXZrfmAYPMGoIp2DUbPZkD1sGW0fSBfID/WluxklPs7vUx+M0HtdYzx577LW12McyTK6uxW5e+gcfOFxWXrE7uv5PG5ra1O8bofPdTQn3tvrBt/oCl7AKFEvxzRhOzt2ILz3g2IM1O8LHfk/NotONuVbrVYzbHl9vSadr2u7mENuKl5sG/X3dB1tnsdjto8OD0N3+MLu7q5+992U7rGjpLelfI3VFp8FAgsEFgjcD4HF1QsEXjII8KA4HuzM/PShhCZ3+V2/63fZn/2zf9Y+6ZM+KejjP/7j7dGjR8a5u/bDg4l5cdNdr38a1/Egsc/93M+1p/GyErACM7ArcKT8oA/6IOVOnQcXh4fJ/aE/9IeMB1o/eONXNMjDPj/u4z7OHvplXOTO5LIf+ZEfGTYIdhAPmGJ+Sv5+BVu3OvXQD9C9VeeLyndGgDUdHnyM/u7cyHNw4Zd92ZfZq1/96ugJ/8RfiIdx4Bn8Ik7/8A//8HPCGS/++qzP+izjAbIP2SHxgfnp+fjBuMb41mq1HrI7+8t/+S8/ky/lIkdgjHtQYZ9iY1/0RV9kP/uzP3uvHja1/sbYcRXdRf/b+g36qjbPn2P9iDWcewmzuHiKgLsbvwGcx/myfXKI6cU33OhoPe2y9q46zrrvDbu4VTVehvIFX/AFt7rmLpWJk6w13vZaxmBeCvw0Xp6Av/EQU/K+eboih74t+9P6PEz4uX4pF/MPHkxO31NG7rgBVjyw+Rd+4ReMMfWd73yn/a//9b+m9P/+3/8zjv3Kr/yKffmXf7kNh8Nb90SeRb71kPPNWzOxuOCpIcBc7mm8+APbPDo6iocDz/sx20U+Rtx9WoJ9zdd8zb1ziofijbz/hfDw90Le//E//oeRk/ESo+LY0yp5EcbTwIa1GMZuxg1s7jxxnPN3yRdugsVP/dRPGS92uEndZ73O8fGxvfzlL781m9/7vd9rz4UN3YSx//2//7f96I/+6E2qTut86Id+qH4DbUz35zf4DZnxFBu6jJiLMiedv+66bezxsvYuO/608tDreH3I88xZn0Y+SRy4aBwi933o8Yc5N3LcFxdi4l/5K3/FGDfu21Zx/VXjMeurYARWRf2HKL/iK77CeJnCQ7S1aOPmCCzs5+ZYURO8yIGfxsuiWHNi7ZGcdz4HYY6LT9L/QxIvwcSfkekh271PW6wXMIdkLnmfdi659sEPw+/nfd7nGTnDgze+aPCZQICx6T5rMIyV5/2a3335/Zcc7qGEZN2F+dG///f//qGavHc7+McLwZ8Xv8HdW9XPewOslzJu4Ae3Ycbd7SM+4iNuc8m1dcnHWUu9tmJegf9jfHJyku+ZvelNb4p1Fcb9P/Nn/oz92q/92vTcQ2+A17d+67fay172MvuQD/kQ+6Vf+qWH7uJF0V72opBiIcQCgQUCLygEssytXF6KG1lIJlnE4z8xcMMEN2ikmyx6Nhgc2tHRQD/eHU2JfYibLqhH/U6nbdvbW8aEc319PR6Esry8HDdRuWfGQiSLlmtr3LBUt83NjfyH9X21f2jHx0MbjYYqj4NGo5H2j4NOTtgeqf+h+BnY4WHf6HN7e9uazYb6WpUs5egry0rmfv0NQnbLT5Zl0T4yra2tGTcpNptNybFpu7s78R8sWXA9iJudenZ4eBi8srA1HB4F70P9ADqM7SPJfBTnwRfq93txc8zeXldttY2bjTY3NyVfM/piMKdvfjCHF3sGPu4JZ3ePG7PK5XLoImHTsI2NTdnEdsiDXNwshL30+307zPEZDgfC5igoYTUMbNgeDAbC6DBu5uE6dL63txftgQ83JWFv3KSEDYMRNlZg5O4PZgvuPtX/6uqacePuxsaG7exsz9101wt+ZzINQy50jr8cSub+nJ6xG3SM73Hj3cpKsmP0CyEHOl9bWzVkRN5OpyPs+oERPpMo+cdolPxllPsO5woc6bcjH92U3yX/XDXapg/6sms+1KE+fDabzdArN9L1pUv6efToRL6a+GCfH22gKS/y7cBA9Q/iZsiubW1txQ8cyMcNojwcyBWXbDKx8XiiIpFZugFVh4NLJoBumZX1b8XXrJatW7O8YdvVHeu29q2/O7Dh/rENe8d2PDi20XBkJ8ci4UIsISmGr2P5Y+BzOFA8OTBsqtlsxo2Z2HKptGTIbfEpeEglPMEHfEJUWVoq26p0CL7YJQ/04Abjo8GRnahv+ryM4G+kH7rADL4GspWudI2+atX1eBgH7cMPONDnJMdIQNH9NZSwhGdorEYm+U3mbHMx8uI/+FH4cKMZPryzs2vtdsf2unuGPP1ezwb9QzsSbkONDcf6oX0oLOE70bFi+NDYHnJOdIQvS6Z40NdBL9qhPWTkZvh0c/Wm4l1LvrVu1eqaxqaViOvI7DAo6OF9gtyQZMA0dJizlxByW8QBHg67nN98yQMdeEACN3ofyibhdTQ8NnSArgp6JL2xjd7QDXIeSR6u4QZDxqCGcKpWq7ac34Dsnh6oAnt26Wdi4I4eIZtkVq4sW7XGjaobGlN2jZujwRnbeNnJI3ukyRy8QPAJcS72xTtYgzO87UtXOxofiS3YZLKdknDIZC7qO9c9eNoVn+I85Ty5u+JhWTFkxapr1Xgw12bEwx3b63SNm+yxE/Q9lI0Mj2QPkOykwBn+R8Qs+eYo6NhO5APIQ1kcO5ZsyEXs5wbqZqMRfS4rv8BmJ/FAMWSahGz45hUivSBOFVhjGxBMl5TblCsVY/ypK8fa1PjabrcNnBkrh7JLsAK/ebsFy4LS8RMbShf48s72jvEQInQInktLS+b6B4aTcKz4Eq5wkLbZguCRkrqpnH2XSiVbkX6II41my/BvfK0v3z9W3/BY8BR6lh1wDP6gE9kD9QaKGf1eX2Psnm0rv+TBJMQnblJfWiopPnt0Dy/QjIOnu0VfBY3xpTweFcd4cEhZWK4oJtQUGxr1euTG4EC8I3ZEPnRwYPgIcmLjw8HQkBs9EpOIOfhLbAu3ocaSI/kT+ua6nrDhoUo8BIM2aRudEtuawp1+6X9F41KlUjb04p7i03gyNmJp8C9lwzuoaZPiliTfUzCmjYK0a5iSu2KFxtJlsKitW7PR0ti/bYyPe13FCo0nxKxBjCcpF0TeIfLKphk/B2EHPeMhF9jRzs6OxqaNiDvYA+NWSX24I9vYkAmCF3uGPgU/lDMyc89irEOWdfk2+cO28qPObidkxgcGGqeONI6CCzbCWDTFSXZRYHQgm8IWAqOWMJLtra1WraLxJctKwsaCSqWyxthVq6m/DdVDH1w7FOYn+KN8ED8caQx8gnSusFH4wBZ5YMpGq2UxFsr3iSX4AfY0ln9Ahcx2ww/XFtekMunWZFwlxRjytJV42PtavAQVORgj8AMwwF56yjeTfR1awu/IwG1Gx8pXRBqbhmFzQzsSBgPZI3L1Cx/r7ltXY1tbuVDysU1rycfIJWrVmjHOlisVgy93zyWcCOvE85g4IYGSHJy+Op5mWaYxdkl6q1hVc05kA2NkgXfiArHzRPopKGIn+9LPSGNpoSNkAQseZsO4Ac+MI+Dn5sFj4ussTzb9TIzz41yPpmvK5Ypy5ao1Gk3b3to2HsoDVthDwc9F9sO5KW/C+0jUVwxo7+4Kz6atan61pFy6VMrM3aNf+p4nu+YzX3d8BveJjaUDLi8pXlSkL3wO/TUlx4bG1J3tXUPHe8qh8Ad4Iw87Ugways8K30NO9FDQUDYzVGw+mrMb8qCDvWQ3+Bc4bShPoq915XrIWpFfLmmsyLKSZdI5vM0TsrCfsx2YlGT7q4qnvDiCWA926Jf52FB4gi8+eyIbGBW+LLvAPh5pPQUdwDe8cg2y8sAveKqUK8GHe2buLlfDJiA2Uwk/VxE8F1TgP5btFMfc3SIfV5xgPSVinnxpSzFvV3aAnzGm9RTLeCDbQNjD61AYg39h12fGx/Dfo/DxGB91TV++y4OfaIs2iQvERWQlxjbi4Sny3dVVW5YtwJO7ZJZwBa9j2Q9U7FPqdP43K2bHJ7JZE3Zm6BNCX+VK2dAZ8RF58Rt8GptAZnwbPRzs7xs8Izfx54iYLzqW7IXNhe8rLy5KdBnnqKO6YMW1ffnVwf6B8WAr2t9Rvof/N5vNmGetKi8gBsCfu1v6TGyMrkTSuA5NQp60rd3F34sIgUK30q5cGxsOkoTubqWsFGPQivw0YqR8dFvzSmyJ+Rh2im8OIy4eWdig/DDsUbaYcrdBzFHId7ta04gxSGub+B6+X1a8KSmeZaVs6i9L5bLGvKrho9TnQbd9+TLtjYhjzIUhbbOf4t2xEdeYJxMfDuX/9NnZ7dim4goPi13TWlpZY0uW5bHN0idkzgMs2+6u+FSycqWiHGnFaspb8RvkZvwlDiHrSOPsCSQ+6HtKOjZS7KXOUPGY8QO8wA7fqxH7Fb+R092DCfqVFvJtCimEImhijFv4JWTmyhcrgRHtkfPsKZemn5H6freL1gsYB+BT50fiDR0dKVagP3DaVU7NuMR4GDEhK5n7FeOv2JsoDzN9KOG/IDef2k21WrOGxlbw29VaEjhgN8SngcbKY+EDL5SBl+xnKHs6Em9gTV2uaeta2oBH2lxeXrGlbEmxaSJszLJSSbnSsq0pf2DdA6y7GsOxA9rFJkaSPXSkErs5ARNhcQKBDWOjaCjbpc9t2Q2xmgfugUkmTNDROMYE9TuNkXbmUxIv4NhYb4TtMe6AMfIMJS98jOhTFHyIn5PRiWG70Il4od5ANtxTDO8q79xU3oDdwIe7m7tP+0ymK4VMj1y84e5xnTtlNrftlsknIHdtQ1qLIfj+GQAAEABJREFUzYJM59xKJSizrFTSdsk8y0Q+bcPyDzaQm4XpbFApK0k3FeWLa7YuX6przlFd07ir8aeS5z8ltZt5ZsUn2sl3bipfXv3GxXwf6SKPouCX/AxeW8Q9clzl/uixL51gV9joULaC7Sb7Oo41xJH0eZZSbDrB3qTbk/z8UL97cT3tYSOtJvnvqny7bFlWMvPkf/g+nGVZZiUdB7OaYshGa9M6u22tp+4rxvaNcX8km6L9E/UzUn+xr+2wr7CxRxEn4Z21A2xrS7IRj1cVkzK1b+c+t8U/6sscwZc1hiAZxURE0/RRLlcMH6nJHvDpTeXexLG21rT25LfkLfh+4Kw4Ab9DxYWIFYoRYI5fB0kHR8q9B6p32Ge86Ru5Ozlxt7NnYLstGTfUB7GIPnnYKGteMR6UMuGdmesf/AX/bJwhCZTvu7uVZK/k7ZUYI5Zl29UYJ5rKKTdaG1rj2LLd7V3ppxNrovBS5LPIBK9DxbiheEeWINkDOS1Ebhe/pUjWoWLGkWQfKB4c9g+l656BT5HXEleZBzSbTVtfr4uXVVuWX5U0x0Gm0IOEKkrTh20VF/5xDhorvkFsZ1mm8bCcj4e1WH9hTgPO8FXoZiTbxvYehc2N7ET2iB0WxziODrmOvLcl36rJlrG9cnnJUAF2Aln+cXfLoExlTto1PvCGf0y0njU+PbXT08eiUxuPT2NsoE6iQn+UkJm755SZSz5kzLJS2EKmfZ01Myfk22WfiXCdnXNdC5VsZhsr0ofinvTSkH6wwW2tZe5oPCOfCFvXHJE4z1wM20DXELYNVkHCMeyCUrk/x7CLREc2CNtPtrGvnL+rfABf4uG59MmYWNNaZMK5bDyM3p34UqxPCHHJgjwq7Eqhdfa6v9TORHpI7bOP+6tLy0qlGA+Ir4yv2ABzMjAhR5z6ita8BrJ5sDgq/ET+UPjFFAP5xpHkH4jCP7TOfKB5FGsS2NiWclYe3Mu6R3WtGr6xRB7o6fcQeJsn04d9FTf8m4St4SsQ+JUk47JyFHIV4tuOeNgXT0fy+RN8RHocQfKT0Tk64XjQKNamkA19bhX5iOarxM8sK6lfE8apf31bHBDXM/6TreuQgT1lSbxhB+CxqVyc+MjvTX3l2NhTwVfwoTHkBH4ZO6A87wZ78OaaLvmJ2mFsr5QrluE7nqk/2RdKBxB1HPypfPH8vdglkcZm5jMV1t2trDUr1vTxJ8bUbdk3NsTaC2NX2BB2k9sx8X9KOk6dY/k0ts242FEew7i5HmPBcsQH7NTdDXuqLFdivtOoNzX2bMbv9fg34wh59SDixMCGavNY4+Ux/9eGUvv4HLGVfoi39EW8IedZIx5oflsul6MfxB1rLMF/Epk+HMW1UqkDF/6l+rM68I0M5BnxfzjkI/hxX/GJuRq8glPgEjgdK38cWewrJjAXeFnub8hwoLjOmMFYzzhPfDHL7FTj9KzvWf/iuAgH8sUZy0vSXVW/sbeaLWNedaC4BIZDxVH6pt9H8vUT8UBsCv8v+NOxY8Vg4izYIw/rSsQ4sAwcPfm+mVviATuCr4J0WH/ubqWsZFxT1Ro3bWwpT0NGeEKn9EXOcKI4lHg5tijFR/CZ4zNUXO0rL2feRj7Uam5YVeNdRflZKcv5UX+mT4FV6FnY6ZCVlCtVlDORF4aulCvCB7rCRo9lR9hsYKG+T0Qj7DhwGVnafj7LYzuBF/gSnYi3IG0P5Qfk0siD3deVozL2gjuyM2ZB4IK+OAa5O8WUOH+GdMal40w6XCpXjHkyNsCYTkwg79iRPhlf8FXWIRkDI9fRWDPQeH0kvQ2F7TTXUQ4MzuQ66J551bH4H8o2j1SXa7A95KEt/DnyHPXDGI9P16q1yFPTGJmJS0mlMQjekRNiW4em/hGVXsJfYCGUpgi4u2Xym5JyhbJiIzEMmwHber1uxA5yB3wf/ZIDMB8hJvSlW+IJujrSvGyIfqVD9Dmv2/ntoc4PpeMBpFhOG7Q1+/1k17Z4caJ+Y6zLfvHtNMcpmbtbfBReFGmkU31LIHQ8L1PUueKraCZdo8aUu9AGxGXuHpgsKXdc0VwZLIhZxGPyzK7mrdgl9knMOJIsYdey6bBn/DNo9ES8ONHxIPkrsQQ8uP5QWGDn5I/IjR7QCbqx/AN/Z0kSFPKrdM9sSTpkvr2u+Ta621Yu2dFcm1y7r7gZPMu/6Bc9hc8pzkcpOQbig3ropKu5xY7WCxmv67KF1bWqVTSGlrKSsKdvs5LGmBWt79Sq62Er1KcvcIn2NYcZSeYUy48Vu0ZB7M8TcZZrsK8NrYFV16oaLypWUrwGg7NyJ73bpR/O5yeFCxqGYdehrFSysvTKmFrVWEQcwb6Z43al1wONvf1+zwbErLDpoaFbbDgIWUTHuf5Gir8FIcOJxtNHkNZmiWn4B3MdbIe52Zr6LFcq5q6cWbyNtcZYyCb24rhLj1lWMuwPvNEnfkAugB1uaMzaVhzEFjtaa09876eH8ssnB9LhUehYa/XyyaSHoWzxeEbSSxzP/ZF515Fkht+efkvfFw4Rc5WvYZP0SU7GHH5FPrEkvWdZZu7IgS1MND8ZC+ZJELIs6EWGgOxV2rWxyrHyKRVWKmVWUU6AjRIjmB/sK8/EZ8jbTvK8LXx9zlfwmRP5UPiL6jx69Ei2OTLsj9yOOMLvQuuaJxALM9ka/cnSBGp4tOxMm4rdfF9G+FY6J85TA2lX3yXFglX5Y1PrNTtap2FcI2cZDA7j/44kngufGSluKX5N89NR8IscI+KBCJ/r6bdsfJK1CHwVv63g7+YGZmP5O3R6Kl/RsSXFolXFz2KO3tHac19xmjGCOUFgGDjN9/esbB9b6FC/pTwSsU1MGSj2FHrc0vizrt8BwAAdsvbv7kJfmsz1gY6gUKVOUQ/dMO6jf8Yf5i/oB2wYL9FNYCPboV/20cNI+mH/BFvTNuMa9QeKiYxpxEz0TRzGbvm/APRH/+cpmIyvF9cXsM/Lij1CHHN3jTtLhr6wS+I94xY62N7eMfBjjN7fO5iNN1qrRueMIUPlEGCOHUQupNyCWAAdaTw9km2gC+wDXyNWdJVnMFffUa7B7wP4DTbDb3zYwNJSydxd/j6xcT5nL/iFZ7SDTJT3paI9WWc0hW2UlIOQG6/pd2VsBz73NT4ONF4iM7KO8FHZYvID+YXiAfnC8WBkx71jG+6P7Gj32PobA9uvHlin3LWtbMfq3jTubyhNSkWX03ISDpFiXTBzyy94R4/EIGIzeU6n05beDrTeOLQTfFY0kp8UFDoT76y9FsdGkg1Ch4dxX9a+MRfbkm/TLr4EPvTn7qGrW7Ia1bmedlZXV2JOn7DeNsYDbAeeCv5GczwX25xjO5XCW7kPNtbtdrSOtG3NZlO/3dSsGE+i01t8wR/XriuegSW+AG99rV+DTep7ZKk8npbHRSwSrkOtVyFLgSPjJRgua92LmEcf7n4jrtzdyuUlyQNea4af7uxs277GX+zy5CTxMJL+jtV3osTfSPgdi69h+OeRDTTmER/R64byb2Rc1frzsvL9pTzXu44p97P8IFdxPxN6GMj34Qs90v+M5nkahm3CFxh1lN/SRr2+Hr8j3pYfMC2Xy8JoOXSPbLRZ6Ix+joXNaDSc01eB27F4gRJ/6A1sd3d3tDbZivbAiPbd/Tp4bnTe3cN/sIMlcgPpAF1sbLQMW0E/+/t71tcc5VBjWsJ0oDmKcn3pEnw5NpA++7LLfcUp4uvu7q5+q9wMGyEeFDgu5bqlv7JsaU3zLvxkVzJi2z3NBWgLjGb2BCbHwithdqIYAlGHuvAHn/gINgBG9OOeZHNP5Y0AWVRaILBAYIHAAoEFAi9BBHixCw/9ZL5zX/Hf533ex3ioPg8Z4sHtP/dzP2f/+B//Y/uGb/iGoG/5lm+xX/7lXzbOUYe6H/zBH3zfbp/X65nP8SCxr/7qr74HH7NLyWU++ZM/2X78x388HogPVmAGdgWOlDxM7VWvepWht//zf/5PPKj5vd7rvWYN3WOLl3LxwLbn6gGM2OBDvVyIPJOHRWFbr33ta+PlAbxQ4F/9q38VNgh20Hd+53far//6r8fDnSm/+Iu/OPLfe8AWl+JL6CZ2Fl8vCAT+w3/4D/b5n//5t+aVec+nf/qn2w/90A/Zb//2b4etEQ8g/BL748UW2Bbrz7fu4NwFv/iLv2g/+IM/aPgl/omfnqty5S488FBmHrB6Gb//+T//Z+OFHMh2ZWM3OAkOX/u1Xxtx7AbV71yFB+zx4G3Gmjs3Mnfh7/29v9f+6T/9p0Zc5eHvv/mbv2nn4wd9Mb69/vWvD/mI18Rt4vdcU3faJIY8xEO479T5BRfxMgV4wqYvOH3loXd/93e3wuYYr3jJC3ZR0Jvf/Gb7jd/4jcgb/sSf+BNabypf2d5NT/Jix6/6qq+K+H7Ta87X4wUcjB1XEePy+euu2l/T70E/8AM/MH3BzVVtF+d46D9rwle1uzh3cwRYn/qO7/iOG+vgYz7mY27euGqyFvkzP/MzN26/0DPlp3zKp6iFh/3D14jD+PHDtny2NR7U+QEf8AFnD95wj3j3UC8FZuz6m3/zb9p/+2//LcZkXmL5n/7TfzqT/5EDkqcRk4jxv/qrv3rnF0ydF5GHMvOCLMal8+ceeh/dMv/gAbP3aZsxjzHst37rtwKH93iP94j/+3ZRm2Wtd4+05k+eQA7yX//rf7U/+Af/4EVVLz32JV/yJYZOLq2wOPGCRABf40UBb3zjG+/FPzZGPvCv//W/tv/7f/9vzHNpmwcOM3fDf+epyMfwZ3yC3JtraYO27sVMfjE5xdd//dffK6fImzpX3G6XPOwf/IN/YMSZ211p8bsnLwz85m/+ZuNB0OBEe2AGEQvBm3nAQ81bCh7JqXmpVLH/NEpk+IIv+II7YXOen/d+7/c2cAYnXkLIWgxjNOPGvO0V2xznPHXJc8GQGMl4dL7tu+7zQq4Xw0sdVlZW7E//6T99axhe8YpXRF516wufwgXMxZkj3rRpfvf86I/+6Eurv+d7vqf9/M//fMiHHV1ErAW+//u//6VtXHSC/PWitq469jTy0It4e1rHHvKlkIwfjCPM25ivEgcuGodYI2D8IYbysHrWJO67HkBsRhes/dwHq2//9m+/V0wsMGBMZXyAr6vGY8ZoMAIrMGON7BM/8RPvPb8ntrJWR7v3wWNx7e0QWNjPzfFi3sf877u/+7tvftEVNfl/OeQRxXyWNUfWHsl5i9yDkvkUPkn8ecj5LKyRayITsrH/fBO51Zd+6Zfemg1+H3rf933fmOPSxvl1cPLHN7zhDZEbkyPzWxLX3LqjCy5AJ+jsglOLQy8CBLCd24pR/GbOPIwx7bxfs75Mzse4h60yH+H/FN62n/P1Gb//4l/8i8Zvr+fPPR/7L+3f4CaG7aAT7IC4RLx/iHkj7bL2y3z0+dDrs9gnc8jv+Z7vuTVr7/Zu72bv9V7vdevrrroAn77Nuq+4tiYAABAASURBVDz/t5jfF9DnV37lVxr/D5Z8mP2r+nnoc+Tz/Lb3aZ/2afFSsIdu/4XcXvZCZn7B+wKBBQIvTASYqLBQs6LFVX7kbjTqtrm5Yelmi65xAw43bXATxXB4ZMPhUHRk3NQBDQYD46YY6u3v7xuDDZPPuFF2fd34zwvc2FEuL1kWD1DLbHm5Esfr9Yb62lRfu3GDEG1xIw43bVCORtzQkYibOUb6AXGkY0PxwY0v9MsNIdxg1Gg04macsn5o5Oa4UimLm1YeWivuHjcjLi8vhwzcCNNsNuNGlt3dXePGLngCj36/Z4NBX3QovAaBG7zPqMByYIeHh0H9fj8wpw2w5D9xoA/k48ZHbvhbFn7FzSsPLd9d23P3uDTLsnSj5upq3IwE39zghI5IPJCLm3G4iQf9DQaHgQ22lHBJmKRt7GwQ+B0KH7AhkTk42BfO3bC13d0d2VB6AVy9Xo8fq7BlbjIslUphA+4+LYPJe3whHza2nOufPrF19ETyfXBwYP3Q+6HkOpLOL5ZnJkfHuHZex6urK7HoSV/ufsbeuOmMBzdgZ33ZSsJpGDeF4RuJuDlsRsOpzw4M3NvtjjDbNGx3VXoCq5vaE5giOy/karUatr29FbroS2b6xk8htqHzfswN0egafYIBmG1vb8dNYKura1auVIwHBHJTtqY4muSMLd1gW9yDmt98mhfZxK3sFVv1VVvP1q1V2bCd6q7ttfbtcHdgR3vHcbPr8aHwGB7HzeGj45HKExHlKLAbDo7sUDZ2oBjGg2W44Tf4KYuf/IY0dw/LYYIUG/riJt9EE4sb6MXX0lLZVlZWZf/rhu23d3btYP/AhkdHFn3T/yU04sY/ETfwQjwchTiwsbGp9qqKncu5bfDAk0lgMxYD6jZuzRVLN/pDhoLi+vFYWE+iDXRcqSzbimyjVl0P3Wyqf3DhYQB78VCS9HCPqQ8LP+QrbrSOG415+Iww51jY4NHQuPH9UDjzkPler2/4CzGh0+7a7k7bdmQL9AX+PFxkba0aD3fiASn4A8KFrJJ5PBmH/IUcEoDTV9Ak4sCS9Il8qytr4QNbm5u21+kYD0YDc2gk/UAnGnMKesQ2xwuZJHNfPtjtdG17a8viBVFV+JWO1AeMwBuWK3bZfYI4Do3Hk7AfM7dKeVlxbN1azQ3Fhl3jpVoDYTZS/y979MgenTyyk9FJ2BI8FnQCbyLwPjocKA4d2v7evnjbsYZi44rGeGRHv+7p5nX4K8gu+XCeU5TzxDF3j/hUPICrrjEdW93Z3lVc2Av99nsaB8U/uj/W2H2seMQYP5KdnyGN7Wl/dEa2k+nxYxtILmTCTrARcpbl5RUrlZZgJzBMPAr1SRx6UXwlmcZh4uivojjJwxDwkU3ZL37JA6DQO344EsYj2cKJ7OREdlPYRjomfDmmc8eKSTzoand7R/bblN1hvyvSadnck40IycAQHortODD3lc7pLMas4276p+uzrGTL0k+1WrNms6k8aduIZz3ZxFC2AD8zOrbgE97iwQUpRg8lC3rnmr1uN9ogr1jVeFEpl60k3btnEbvO82HP0Yd+IWISJUTX7vhH2Zble9hq+EdrQzJsWZt8UbGDh4igO2IicuInjJFDxUt8JWIpMSePp+AxlN4Ys9A3D67Ax3jQCzk48YgHo+GDW5tbiiOteGEV/a+KD2yHOCANCTPFfOks+FYMGhfjgI5Jm4hwe5LfqVXZqr7Vjr6jDXe3knIyYkVN9tBqtgz+2or7expT4H8QcWJgyI/sUMg7GNow5hqHBlaFnDuyWx4Esq65BrlMuVyR7ZZMXUX/hTzaubM49sCfwjYoZ0QnE8s0RyK/XFX+sJ4/MG1ra9va7bYdKDdBz+QEA8VBfBd8jmUnQ1GUGpMYx/oaW3kJEPnVrmLxxsZG2AAPF6pobM+yJRtL31KPlTRWrSyvKr9YN7DELg/yfCViB/4IEU/O0SiP4TxYjP6xRWIR/WFv9MUDbTzLJKAsQWM2Mmvnxn/wiPK4LhFxMLVFI5naBrMUZ6pWr9dDjvQAyI7hDwfCDrthvD4UdkeyJTCDAsM5/0KOsDn5GPXAGrn6B30DU8YfHirJA9rI3bHhJg8HbDTiRZrYYaVckS5LYs9F4h6fkCCJf3jXgXQmvs9/UY9j7h4+Q/5TUcwnH+JlZx3ZAzwVvCc9pHy20NkjdCaKc4qhyDWQfxFvdpWToiMe8kQcpX33FO/pG7ILPhIhuZI2yHfNXPloRXPhqjEeb23tBN79g57RX8FD8PSE7Yhf2Q9zhALvnux2V3Gx2Wzm8/mlkN894TjO45Pd8oM8ENcHiX/2aZX5RkU+gd5q8jnGFsZUdNvRXInYFPajMevwsG8D2c6R/Gwo+0j4D60oh/JDiPPJdg7tUNeR52I3+CP+tS2cUp7bCL9bXVuzZemXuFxSjHTPzH2mj7PiFrZjgc2KYgV6pD1yaPg9FI7H4i90L4xHOfbkkKELjf2PNMayfSyekYmYAX/YM/G0UilbKRMfiklmbsUH3Irtm5ZcA4H9JGIAPjzW5W7IvBzz6ary8boxn97a3I75AH7Gw53BD98dFL4b+A8D90vHR8mPDvCTfqEDxQFkbEuv6HcrxkfFRuWtjEnEXWwBntwT/mJSNp98dpLbDceuIuql8xNz96AsK4WsFel5ReMwvkyMx9Y3NL/a0hyCWN3Z7Wg+0o3cvd87sL50OZDfDmKtRGsKkivZ27HmrsOzRByTrw9VhzF0IFtlvOgX8u/tGTbNuInszWZL9leTr63Ij6Vv2V6Gzp2YhcxjG5+ReZLEWny/CBFA34hFmUiGH7ZbyrKwXfw01n4azZhXYkvEm57WvQb9gfK2gdY5ZJOywWSjytsUX/DDgWy4L1tmvtGN+f6uEbPq8r01xT/G8JLsr5SVDBuEGJfWNKduyU4Zs1gr6KmNo6NBzBFTDEvzBGIcRExLdKI6xzGv31c+09aYic031B/xlv7ow13GboW9J7ln/mtW0vyC8RyfZXyAZ+Tu9w9DVuLPSDGWPhnv5oljnGM+NpRPEouIP/gfMtVqtVhnQU73WbwRO4IeX4PYSyRX1HGzsXI3xt+JudYLKlZdq2r8bcX6CfrA55lLXbleoNzgRHwPQz9Hdij9MM4RFxnLVzW/Ki9VrCT53dP8KsXvSWIm/xZiAo8/bQWD2lYZGLrJbsq2rDGKOSBjKzpgjIdP7AabwD6GwqewGcYkaCjeBor54EZdruFa1mwaskFeLLKs+SU5rLoUNhMryYYq+XiCromre5o3DqQv2i/0NWJMDAxGspMZobOTfHykf/KlLeXgjInYQGE39JfwGEe/7IfMwsVN/6TPJeXWjCn1RiPNdTTukAf0xQttj4T/SHxAJ5Tww8OrVCbbHsUYh27IX5k7Y3/YDXPfwn7dXb3yd1Y3HDlP7qmuu5u7WyZyz7ezLB1TSduJ3EqZW1ZyK4kynStlmbYzYzvIuc6u/rgZdRn/yLXAk/UL5gnsL+t3DfygVCpFPXeftlfgKsuaHnuojaJtSoh2i56D33JF+e1anptsGOvVjNEHe2lsxteOZKPD3H5H0inzIcoRa1fzhI5FycZGRhn1NG4PZevkOO32rjWbTY3Jq+E74OGu2CDGEn+edCScKspba8pZNzS/I77t5zzhT9h6an/0pH0r93vZI8VN8YJ/4VvkWtuy83q9Hn3TL/3N0+3xV0xglUHOMVbeB9GeRIm/wFd5JvpfVyxEbmQhPhJjiff7ytl6yl+IAeQz5NZgBSFjkLAjXkBD5YZHypXwGWJLb78XuRQxgHURZGSey3otfTIWLAtHfLWUnbc9/Ok8Bev6yvWQZdLTUuRPxCIeEoptE5/oh3iX5GmnNVHlYMwj4Y2YhO0kmY5iPAl5ZA8Rp1QW+5RD2dgw5BvYQHMRcDnQ2Lan9RPwYowkNraaTdnreryUEBtBNtMH7M+TDkf8oryM0jXEOZNvlqy8VLEVxfSwvdaG1rLahkwD+QF5J7wTz4ijI8UytkeytSjZl/0R35AJ2+M3Eua1tep6tLu0VA4bl+kES+4e++4qiUUqM5Xu2hdFJX3B51hj41jzxHgp1/jUYlvHOKcqkpXvGXF5QZk2Ms8skx2UslRyzN1nF9xgy93FbxYxElnQAXgR69a1VsX4ip1ji4xn6A4dhq0rlwrb0Hh8pPw9dC69gxXr5sSW2CbHilgzjDGCetQf6Dp8hfHiQL5Du22NO9ggvx1il1X52rLmIOQ1JcURd8UX+ehEPpoIm0fQomT79jSJNhUDzpURR9RnqZTF78W8/GRdcQz/x353d3aMeHSg3y+QI+ExMORDziFrx8if+8cw939sL17k0D+0hEHf9tVGV+ushe8zv1yvE+PWbFm5w5LG6Ey6RrpkK9j5jGeOIwfldSQxw76oT35m5rKBJVtWfIkcTX65o7UXeILXkfQ3yv0C3zhPnBtFnWPDp9At+iSmMHaSW6DDLCsZn8Q/vAfCHAqCHzbgj7KgknS/ot/5iPm0iZ2Q74DdUDY37TvnMXwZ/xXhv4wvQ2GPXtARuS3t1NZr0mtZfpSJXCh40aVc+n42NW1osfEcI4BdnaVMfrOkWL1Cvq15Gvk9cQYbYlzDfk6wX3IgbEh2g808ilL5h0pi2VC2hg3h66yPERtrEaNWjXwbO5URmWce8x3mi9gsuTD98UKLA42D2OCAMUhjJO1CQ9ln5AUqGWcPe4dGP/hgW3NCYiLxuKo5KH6KPKUsC2zxm4IKj2I/Tl7yxXn8LJUTc3cDp5LmUcvCifi/pbUe/Jjx+3DKr3xcGI2mlPZP8rnIy/TbL9iBK7IyZuBr67V6xBd3nxvrxO3Ezn3OHnB3Y21+ba0aa26sZ++TP+o37aH0ga/zAKj0APGRnQRfx5FLsg0NFYPBmzG829lTbrxjrWZL89E1I5d36cvdhUHBDzzMbAgG3V1zkMzACF2vSQ/YEWMjMiIreRLxD/mDgpdR8MT+I9nRI34X13HiKnawr7jP2Eq8r1VrRttZSf2oP7f0ESeK1/qWwshN3dywNewAPmJdtfh9VTkoNgo22BX9nkg3qcxzbOz8uaDL+sDXhAE2hH6ChE3BI3z3tTbfVj6A3de1FkK+Wl6qmEl2xqxkt4W+bPpx9+l2qpNwmx7U+Ux+g96XNa6CH7bOmI6fxsP69VsfOsX20Su8MNYcKmcJbOW3ga98NfKc/DdPdA/vQx0/glQPu+Na2tiX3XbnxnjiB3P/qmIIeVfo3pNPawDKdc44DyWblMRTUV7aG+gVBMDFzN0NveIXS8qVQrdaG6oJW+ynKX8nDhGHiSHod7+7b8wH0A3z40HoN81viBnokt990OtINst26Fu6PVbsOYKU+w4UG/HlIl6HjmVD24qfzK0a9bpiTdWIq/yO4y4bhZKScz0nOeyWn2hG1yg0TNvB7nUoMHH3mPetyNZrkbu2Yo2H32DIg3rK4w81R0OGodYrk9zHkasjc9BaSw2PAAAQAElEQVR5PxYWo9x/U6n6wgTfGAhD7Jz1B+Qmfy9pTEE37n6GR/icJ50UIhNzxeNKuRzze3yTWL2lOT/x4EA+BNb0wzgJv+gndCUejkVD+R36pB7+u6d1tZ3t3fh/bsRKfJ65TpbNfl9mjEkY1YxYTG5PfjCQbml/JJlPgkZWxKkohcPJHI20zfyfsR7/Zi5V0W8p2KR7kp/8F7nR0fWEnU9SNSm5uK6UZTFWrChnX1urWkMxkvjF/GFP82zk7mkNeiB9gMdQtgo22PBIcozE5yjKYxs9od9RklHz35dp/WWkumDJXGdLNk1faxr/KuVK2FghD7xBpo+7Gzqf+qP4JIcHD+Y1+CP8Em/b8hX8Eb73yY8U+4mZKd7KH/l/FRrDQ8fiOcrp/lC2emzYwTDX/UAycz3+eBBzy27M/elrU2tQjNvwQcxdWioHn+5uxNbzshTy6OTi70WCAN4kV7KJ1ltOtQbDfpaVNBes2OrKWvzfDP5fBraDzzySHzwqcij5woX+wnq46r1MNJKNYoPYM7+VtrT2ROwl/mfyW+zM9Ake+FLU0+61f+dtkX2oVCppDW3VmB8Qt+i3Lx8aKHYxXhGfRvAddGzFNsdP8rxrJJ5HnNdaBXEV32EcAwfiL7+LVOTD7p7n7+MoT0+Fnv7woxWNt+vr9fi9DH/uKxcdqd2XaU4AhuShI/o4H2+e733xlHA4seBT++idOQz/R4H/20rcq2tNrFJetqyURdybVxh6KAj9urll0jXjyrJwqym3JxfY1boK/1eA2Hyk8RY8os/cvtifp+BLOiHmoRd0eqAYSTvohby4cq/xxV6Qn3Ab+U2BOXF7jD+fYpcTc88MvwCbVa0dgX+j0Qzb3NnaifEA+z7Q/KuvHKivsZKc4Uhjx1A53ZCxpBhjipJjGkcZT4/kW4xPjDP4Gu3skdtrzrKzvWP83xz8Eb9flV9UZAMl5UHmsg4xD99jYo94jjI/prMPpg/6oDF3t7BF5cXlcsXgB97g80DjI3IgE+u2YW+yxRFxQX5AORpq3nh4bMe9kR3vjexod2i91qHt1XrWruxZvJAra8b9DSUrmYWQ9sRn8sSRmx2A92X97kbOwdi9tbVp/MbY7/fi/5WcROwd2SiPI+Q4icSz4g/bxTnqso/M+/t7aqcduqJd2l8SRu5u7jO6GZezWvDLXG5Fa9f8P4RmsxFrDvRHbgjOV1HidSYPuU2vd6DfZTpqZzvy05rmNctap8ky8J71fZOtUqmk3y9W4v/UkKOy/sBvWH3WVGTrI+l+lGNJCa+UiUbC/DjyLWQBR67d3t7Sbzn1mOPQfqbY58LwJvxQF9xXVpb1G2bV0MVOvJBrz46IkXP8wAuUeDmWzkeiY/E0jLoD/aYGVvw+ubm5IZ7WZe+rMbbTh7tfy9KT/NTj/0Jjcz2NafA01Nr+cIoVPEDHOS/H4idhNFQ95lfdbifsrF6/PT/ubmCKTaFzclf01um07fCwJ10cqb9hTsfBQ4EPWEHF/khYHimG7cvv0TtzHeZYxMiKxhFkt3t+3D38J9M8DgL31dWV0AX9bW9vh99hN+B5qJg7UMyFL/BKNJjqE7s8yO+nQ6+MxfgUOMAz7YMPBP/gVK2uyU+atqPfaPb2ukY/A9kGvg8Go9y+2Z/hM7JHmu9w7FA8gRH9bWxsKidMeqMP9yTfPWFaXL5AYIHAAoEFAgsEXtQI8BCfv/SX/pLxUPX7CPpH/sgfMR4qxENQ//gf/+ORJ17XHrkkdXmwDw8x5aGj113zLJ7nRQK8rOS+vA2Vs/7Lf/kv42U7PHTt5S9/ecwFrmvX3TX/6Bov6Pkv/+W/hB548Ol11113/rl6ACMPofukT/qke9tgXb/l8OCxN73pTfbv/t2/M2xrU7+9XienuytXP4yXxvAyAh6yjC6uu+6y86wZfOZnfqbxYMzL6iyOP1sI/O2//bfjxR034Yp5DC8cIGbyoiau5aWCzNmY3xRtuHvMK3mxBS8k4qGK0Ed8xEcUVe5Ufuu3fqvxAg788yYNwBP2yMO36Z+H7P+BP/AH7DJ+i4eVIhsPeOWBkTfp57I6vPyLh0xedv4hjv+dv/N37L4vJAGnz/7szzYeiPiTP/mTxgsC+R3W3a9lkfUk4jVxm5elEcd5Oc21F15SgRjy5//8nzfi+SVVntPD2A/2ftNOmdN/0zd9k/FSDh4iXNhcp9N5YkxjvYx1BOI1L0l6y1veYjz0+yEefMjY/LRfAHFTTBb1Fgg8Xwi84hWvuHd8vAnvH/RBHxTrejepO1+HOEe8I+7NH7/tNi+F4uVQjF2f93mfZzwwlLh+XTusHZLz8RBc4hwvP2BOc911V51nPGJcuqrOQ5xjzvWFX/iFd26KNVty3p/4iZ8wxjCwuE1j7m6/83f+zsi5yUnA8SbX8xvYs/Jw95vwu6hzPQLo9Ou+7usM/7m+9sU1yJvIn8gDyAc+/MM/PGKK+/V52HyLzP24ljZY58A275vL0j4PciaPZvv5oh/7sR8zcqrb9M/Lj3jZD/kpL4r4hE/4BP0eNYo5ivsMW/yf32aYBxTzFuYO5IA3iaVX8cRD5YmJvDDiqnr3OQc2vDTtrm2srq4aL3NkHkDuyEt2R/pt7rayMycAwy//8i+PF/uyPsa8kfnjXXnjOl7q8L3f+71svuCJF0uR+99GEB5gzprhba55GnWJKcSp27TN+Mpvmre55qnUfZE3Sv5HfGP+eR9RmcfyIqJiLPrQD/3Q+L8Z17VJDOXh/axHEm+/7du+Tb9T16+77NLzxKLP+ZzPMWzu0kpXnOAFfl/91V99RY3LT7GuCv8FBoypjA/uszHj8qvTGeb4rJGxJgAevJSGdtPZ23//yI/8iJGz3v7KxRV3QWBhPzdHjRyY9Vnmfze/6uKa5Ks//uM/bvwuQR5x1/ksc2Lmxhf3cvOjyIRsyHjzqx6+5lvf+lbjRSC3ie+sJ/LCROJY8cIb8rPz6+Bw22w2IzdmDOG3JH5TInYxHnD+PsQLVX/913/9Pk0srn0RIMDvQMwjWb9h7Zv56nViYavMR1ijeojfZmjnWXnJHr+jMT+8DgPOM4diLgX/5HpcS34BPvPzNPfFb3Dg9Vz8Bkc/LwTi/xuwdnKXtWb8lPXSh5STFzrzAsibtvno0SP7mZ/5GePlzaxX33VOcNP+rqv3d//u3zXWfJmTP995wXW8Plfns+eqo7v2s7hugcACgRcfAu6ebj5fWbFq/kAdEksSo253z7gBhwVXbrjgZpmzN3Yc2WAwMM5Tj5ui+A8b3BTCzSHcjLK2tho3EnFjh7vHzWvc6FGtrlmjUY8fE7gxg5tCaIsbNqDR9KaO45hYjbSgfnJybCyGMnhQl37pk/4ajUbcHEQyt7RUin7cb77gZDf8uLshCzfvsPCPjEz+CsyQf29vzw64EbHfN24+gVewGw6PYuAbDod5yf5RfnPMQHX71u/3dO2+7e1148Yabp6ibW6SWV+vhYz0DQ/uDy/fDWG4sJq7B+7oAGxYxEMvm5sbcbNbp9MOuQ4O9g176QufweAwbAh8jrgp80ps+nEdN/MkfDrxn9K4iRB7Y4GwKhumb2yMRVUSf3ePm5jsAT7uM/1zk+H6+no8jIIFTng6yPWOXMPhQHo+Cjo6Ksp5PR/Ef8TdjZeKbcofGuGD/BAEhu6Jb3SNzpELGZG30+nIVvrRNvY08xluXpsnfAZ7OwqcWZDoSA+bm5txExdt0jZ9uPu1CIEn9cG52WyGXrkhDl3Cw6NHJ3ZyUvR/LN9NhN/iw9RB14eHfesJq263GzfkYSc8lK9Srlgpv3FzMjEbj4uHZmiHm4SDQx2j1CG3zMr6t5qtWi1bt2a5Zdu1Xeu29q2/K/z3hjbsHdvx4NhOuPlVcSXdGDuyRyfiVXElbsiWfgb9ge3vH+jH413jptpVbvYVP9z4jdymz0UJK8fgEzJL9rGysmrrtbrxwIDd3V3r7e/bUPZd9A0Wl1Fgxc2u8oVD4dRtd2xzY1O2sa5YuqL4UzYeGinxp/jAg93wQ10IfimhscCejMfRQqlUipssV1fW4seLRr0Z/WPjnXbb9jQugFM/v9F6cDjIH5Q4tGPFuGPxDY2GxzbKt7kJfyiMjzReDFQfe+kf9OxAeNNeRzK2hdP21k74U6PZjBeIVNeq8R8A8YcM+4TgFcI2RMG79u0GH/ekn0qlErGUh8jwMCFuID88PBT/QxsJe6jQVTxc4XhkUcpeOHcsOZGHhwpgw9tb2/LfpnRUm+rI3Q1sIZPtXsYe59FFPIBB9lOuVKxWrSXbyR8ycCjMTmS7PJQCu+UhaYX9nIinRMfB+1B2NhDO3NDOg29ifKw3hOOqbGfJSllm7snX6Ruyaz7UKaioyr67W3oA17Khq0a9Hi9D2d3ZMTBFv4WdoHt4O5ZNYBfgOBKuZ2gqy8iSTCPJVNBx2NmexldueG/IRuiThzLwMCZMABwheCv4fKGXyAIhF7JkWckq5WXZ71r4CLGhI7/syZ+mGMuGT4ISjiPZzkjYFvRIuD/SPmPHvmITvj3Fc3lZOl2SjchqBSp9Q3bN50wdmZe7W0mxhPGiVqtZs9Ey/AS7gFdsodAxZcEb20ERn4+N2DGQ/fcP+hov96INYhJjV7lcsfPx+Qwf9vQ/9HcZubsRu1aWV6wqn2b8JlcBBx5eBhb7e/vW01iIvyJn0uGRHSvGHMtXoPCXIp4qjoLd0eDIBopZhyJ8jNyDtmiTh0ehU2Jbq9kyHtRE/ysalyqKL+jFpKN5vsfxMN7JdEyZR+422xPFOtodYzvanr+WfpeFRdiD+NpS3GR8ZAwgN+HBHQPpeijZ0DuyUw4lc8irMbrf6xlydpQD7Sg+8jAWHlaDPVQq5bA5dw85xvkDmeGH8XKel+dzO/gBH1HiQ6hp293T2Lu6auSWTWG0vbVl6BOZ+/IBMDpSfB8qzgc+YSPkl0PNJY7sUPgxvmIP2MKOYjEYYXvFQ2aIIepOGFn4D3axXltPY85u23oal2k//PBc7Cj8dFoqzsAHsQQb7ii/JO8hRwxbUz6XacxJ/SU5kT/JfZPv2TVcB42Vq1ByNW2Hj2kOu7ZWNeSk/+3tHWsrLoIB2CX76ttA/pLwOzrnY8fn8pWhxpsj1WeOe2h95TuMZ4w/tIlOGIfIpfGx+nojxu2VOR9zl5OJSXiFZ4jtgnTq0j/qcBL5yM+XK8tWXVvT+NqyjvIl7ADcR8dDjZHH0/HyRLF9RpJJ++SUoR/JDhb43EZrUzZWjwdOgZ8pINAnZFd8OD8m7xKZrimXK+KrqvwnxXd4A2t4K/gYnbOhZFcj8S1SXDuWfw/l8335Nrg2G02Nb6vKV8qaU5bMPZvmUvQP2Q0/1H2CsB8RTRCTKoqJq0W+q74ZU9FtR/ZDbNqXP+BTYD6Qfx0dDQw8kfEsyQ8ly5H8k3rU78tu8Kd9jbNhNzttIyfjYRSNZtNqmkPG3Ec8LC2VKlo/mAAAEABJREFUFb8yy7JkN/AHzfPPfkHwviK7r/OwLs3pwA777AvHoeLDNLfSWD8SnUgPJ5Sao51ofOUY/B9JJnJZZOWB6MSCSrkiPsSLbFh/0SV8xMYtvrjmMqLdJcUHxkdiE3I0m614sCXzAXJrctge46NkGsh+yW2ZT8N3QVeOj/1D62mtgXiI7YcOFON2tndtU+MP43Fd+TFj0ipzPvkZPLknHVzG+3UQcF1RB/stlTLZ85Jyt4pyceUD8uWI8ep7o7Vh2+JlV+NZR77d1RyLWEOeREzFjtDRUD6CXvGXmczycfnQdL4l+6MOdY+E16HmkL3cBtEvNrKtMYG4hZ+h6xXFLGJAlmXmfrnctvi8yBGYjbXEeITNZA9ZqRS2yxhUq9asqbhFDGvLVsM/c9/E5oayv2NiT+QlQ2P/qIiHssMUBzuGrfNQ6EajbtXwu4piX2lKrHFgk4x5jK+MWfhvX22QC6Y4djK33qSxRLGNmMY55jf4xKF8gOvgNfXX0Ji3Fnn5dfbu7sFPRbGZGLWuecyG1jO7yj2Jl8hJDBopBzqB1D99T0ljL+eoQ138GB/c2d62ljAEyxXFb+R09zNjnF3yIa6gm1gvmLjkqNjaGjppKYbsGO3Tz4liPesF0CPFe3CBTqY8Km6IP3gL/ShOopsd5U2NBhitqu1yyO/uTAYv5U9WMzunnB8eJ8oP3NzKeXzn5VkNxTriDg8tLuyG+EZcH8pm4GWehrKlgcYmdN6TjXEN16LHptqqVmu2ovlqqbSk/oNFjVklw07XFF+Rg7i6p3VG4mC0fSZfOp7mTWBTEBg9Gp2E7dLnlnLwdeXHy5q7oKssK0V/6AEKeUlwLf+4mbtbSX7DvKRer2tM2zZiO7aIzPBS9FeUJ9LZCfrR2HwCaXsoXMAA+bG7DY3z2A18uHv0Y7f8uHtc4e7mmcjdsjz2z5eZzrFPWYpttyhLmcqSZSVRlgUP7qkdyz9gkm+m8+YGHhWtXTDWrytnARfmCfFikXzcnZ/P29xnvr25ww+ySdvzJFbN3RO/8v2C35ZyE+yprbwQX8EuB/IbchL0hE6h8Hn51ug8SZ+hX0qdI2aMFDe4BqI9xmfiK3ZDHlLKEr4Ff+Zm7gl/7HydmKT8gesKnvBn2j0p7En9zWxsZGkN8ZGNdJ665BpdxXLsHB9dUT6Ariz/3KeA71gLkH+wXZBJjkyyMX9YVfyvyb/IR1LuvW1gvJfnQX2tbRHT8AP4HSouHM+tjxxPx5rhdM6GXsjZZ3nfntrsGPPCyL0VP2rV9RgLWKMCa/hxd3P3a0R21TGRh41wbYwRiuXEnXVk0bo581DWYHaVb7WF716nG2sX8ARvZ2UaTuejkdvJLtBhUC4fch5p7jFQTORa7IW2yPk7GpN2lT9GbJSdwsOqYiCyFboca85T4D9f2hWfot5Y8ZxqtFWulBV3V2wd29vY0PrErh1IR/A1VI4KnyeyuWKdETsbaR/ieJDiG/WwPcb2VnPDampvRRgWsY1xhT4hdw+83VXmsShTqV0dJ/artmxsrHWsU637BJ0+1hrHWLEaSudpS7VTEd+u70Su9mgTO8hKJStlmTnkbq5al/0VGFG6u7knyrKSIQs6QK61taoR95oa+7HBrTznb0t3ha1Pc37pmLhCrjPUGABWyS6GFjaBfeR2wXmIuke6jvGlr/ESbLsa+4gNrAPhW4yJtWrNiLnwVpKc7in3GJ+zj8vkvc1xMIFoG2K7WIsDn4riPv6fcGkZ9ruruRnzNOJZT3M/fGWgPO5IeeQQ+5rDA1wg5uMJg4ENAoNDY8xkvKUt1luJ3S3ZGfNM8kriZ1lz7kw6hq8pf7Ij9gu6rbxj+QqkZlLerLyBXKWhtYUd5X7whBz4w7WkcYL1G3SOXHvSJzEFGVYUp8tl8mbWR0y2nmwcvs/znI4VyFvYKLrHDhiHNze25Mdt29N6dF85NvnqSH0HTX33OOVL8l3yE3gH+4F0wzVdxWvyu3XFP/gCV3dXZxYfcRfl4uvFgYC75/FtJdYAGb+ZFzIeHclXR8Qo2dAJJBuKuE+pfeZnJ3H+WHn20Kjf1xjSVm61qXymJhta1VhQUf5VUn7v7oY9VZTvE0fxJWIoca2jcfVA62vECcZF2iIWYJvQfGwgNvYUU8jriYv4EjkPbUZ+H/GgZJrGGHOYsZwY3ynIbvSRpes6qrp78I2vMQ7gt/TZlR/jM/jOUPkMWE3xEUb4FvRIczfytZfxwikdZ0w40Hokcwl8dl3rh5XKipllxpwwxZ2Zn+vEE3/uHv5P3kIcZA2srd/fibfMa+EHXuj3BF9Xv/BynsAW/uEHeZg7NjW2gSVjC3N4d8/7T5gUOBYlJ909MKqUy5rLVq1ZbxpjIzLSNnP4Y83bTmQ38DXPB/vwCK8j5bNDjQ/gysP+yYc2mi1jjpHiUclcsV7CS71P8mNilfkHNseYVOiqI5vsyzaPZNNDjT2hK9lusuGRYuKxjcBI/I2eT4KHJyiP2To+lJ31ZPvIE7mAcmDkRFcm4bEdCN3YJR/OnaeiKv5JWyvy27XVqq3X6kZMKNY3sbEOebBsH71GrqOxhlw9YXtkjDvYVeQ6sa45NPYTPbm+zhh/IN/f09jTVtuR37c29TuQ1tarNa21ah1jqRz2BZ/Sup3nn33OLahAQChF/JqYuwd2xK/QreIvNkMOWZf9tORf2BK+35afkGsR/w8Uo/BDYvJA+diT+pXPyIdYo0s0DD0P5V9D2Sn1D5VXTOO1dEzb+DSxAZuq6ze3NeY4yiHhz93NLX3QaWHLbKejd/lOWNBWcbW7BybET2y9pnlLs9GKNR7mMnudvZgPMRYRr8nLp3aNzKLji+KEfDTiWV6OVG+oeS7XH+q3b+Lz9taObLuu+deyITM+556kRs7zxEAmCcLm3V3jdSVy/3WNr03pbltrW4yDtI2+DrWeAfYFv/gdNNRcg99dBtIlOiWOJH3s6DfJjeBpTfP45RivS+pPPU9MPC6FD9bUH/PhHc1RyX8Hg8PQd+heWMzkll1I/oineVmcgy/GGfID9E6cRgdgYPrMy67dG/2dvcal15IxJ2Cspg9yg5iT6DejvTxugdNAYwF6GcpewSfJcWzH0tmx5BldRJIHWRirHmk8H6kubXU1/yMnYG62tlY1/Mw9zcnm+WPbZOHumWVZSXOLslVk+6uaB1SrNePFNk2Nvxuak28zt9SYzrrOnmIj/jiLt4PIt4bys0LPEW/FDzwFFbFX8lEP7Avd96dzyz3blc/T14ZiblPzm5r4WNF8p1xeCh7d3fjA+3hufsmxBb34EAg9a+wYaw6sQv5fkj0r5qyuRoxgfkCswWcekVsqv8Unwt/P+8y8vzx6FDkW8YnxZUdrauStNcXeZflApryOviFFnlsDy3UFFReXtDbCWIdP7Shu0S/5Bn4A//AM7xDbENuJlHdJHnLWiA3yp6FyU+ImOdCWfmdpKv5W16ry4Yq5J38HN/L401PWrNyIRfg36yPk+51O2/rKmUZqmzkBGD4ShvTNsWeKpD/4SnicKE8eRcw/UuxkDCEuEffSHKZipaykmJEFFuig0MestDiHrkvSzfJyJdYMN1otY9wl5wcb4nL0mdsXPBQUx8XXieYKHEOPxDd0SozclV01m82Yh5QrFcVY4lhmfGZ8aGDjwIuSlC3IcedlHStuQxxz98CkImyK3Idxa2NjU2vr27GGRF6Aj8d40+8bPgu+6AWsGXNivFFOEfirHGqcifxCeQHzgcj7NM7QDnaCz+xIN+Sa6Gdd+cTa/P1FlvwHHqGx1oGjjDj08PqibdSPLcacsVyxiBWNZtxDsK/8d6CcDZmQ8UQ2h58yZ8TughQTjgfyiZ4oXsh1bP3WwParB9audG2rtG0Nb9qqrVnJlsynYkhHxg4EF0XJ9s0J3ivSY3XufiziS693YOR7J0VcEe+j8JdjxWBoqBJiGxppf6TcZ2iHh33bV67OXGBLuWWj0RAuq1bW3J7+3N3c/eZMztV092gHu6tWq4Yd7OxsG3F5ILs5yyN8XUaj4Heo3Lrf71m32wnbbbU0Z6xVbVlznFIpm+v5ZpslxSR4W9eazIZyMGJSV7lXXz4wlI2PAsfU9+gMnolP1jiG4mmg+Jhw3Au+6vX1nKfSND66X4+huwdeyFMNHTeivf39Pen3KDAYBU+p/1HOU+Sv+XH4wYYPlffzWxN6jTVeychvlLRNDu5+N35m9zP1DLnpDxwSLwmreX44Bw2FJxihO9oA87vwg86wTeSoyqbQW0f5eKGzofRBf4mfszidP3ak3+YODvZjLGq1WlbwRPtZlt3MiK6p5e7hP7RXVo6NzPRDf9v6bQH97O11rS+7HsgnBrIl+BoKr6NpjB0E1n3ZJfyCIbYKjvgrOIAHegUfKPVXjrU0+trd3Qm/I1bQR8Io6essLiM7OTkWjWRvx3l82AuMsKN6vR7xgb7ck2zubovPs4PAgpMFAgsEFggsEHi2EPiWb/kW+77v+747M0VOwIOueUg1Y/hdGyJf4iHKPMibhxDetZ3n+rrf+I3fMB6KxNz2rn2Tv/zzf/7P7ZWvfKV91Ed9VOTbd22L69ADDw/kIZo89I1jd6Xn4gGM//Af/kPjYU535ZHreKkc8n7GZ3xG5JccuwuRp/Lgyl/4hV+wL/3SL4250l3awY7RwV2uXVzz7CLASzr+5//8n8YDhY/1W4f77eYZj7QGzUNBibtlrWfcRVJ85aYv4MAveJjz13zN19iBfre/TX/ubu/3fu9nvJwKee/KLw9Z5KGmt+n7NnV5oOUXfdEX3eaSJ+p+6qd+ajz09iu/8iuNOeUTFW5xAJyI47yIirhOfL/F5dOqPGyWh2XyAOvpwedpo1irvK578gHsm5cPfOInfqKxFnDdNefPgx8P/f7pn/5puw9+tIvt/bN/9s/0W/Ld1jdpY0H3R2DRwvOLALkRD7G+CResAfJCEnKgN7/5zeE7+D++xMNveVkeD6puNptnmuN3gD/1p/5UrC2eOXHNDvGNOEe8u6bqpaff673ey3joOOMML4dyv924PN+wu9vv+B2/w3iZH3ncfeYjjEuMT/PtP+R2gd1NdXu+b16ghp7Jed3vjhnturt94Ad+oP3sz/6sffzHfzyHFvQSQwDdk2veRWzGfR6sTd5E/sT+Xdq56BrmddgmD+JnvYI85aJ6NzlGnPr+7//+m1R9anWIxzdt/FM+5VPsVa96lX3rt35rPMQZLG56bVGPuQN6Ja9jDlQcv0v5b//tvzUeRH+Xa6+7hodtf/7nf74xVtkdPjxwmzGOlznedx5wvnvWZZhHMX+8L4a8UA1Zz/fxQtvvdrv2h//wH74127wI6/l+EPmv/dqvGfHkNszzUjx+37/NNYu6t0OAl/3xwP37xBjGHl6AQxt/8k/+yXutydIWeTE5OOsMt5NmVpsx5wd+4AdmB26xxQv8eJHfLS6JquRx8A3/yDb7QKcAABAASURBVBEH7/nF/zfgZRq8lOaP/tE/eqfWGP++4Ru+4c4vKLtTpy/hi+5rPy8l+2G+d9P12ctMivyUPJXx5eUvf7ndJWcr2nZ3Y07MC+yYzzJXLs7dpfzcz/3cmBvf5dqHvIYYcJP2mL/z8iLmJh/5kR9pdxl/+f9MrGcyHjAu3CcW8gIWYvlNeF/UefEhwFwK32adnN+D7iKhu09/m2F9e21t7S7NxDXMJVjrip0XwBdzJ+ZQzKUWv8HdTGHMh1kbvVntF3ctXi77wz/8w7cWkvXuj/7oj771dddd8PM///Oxxn5dveI8evywD/swY/5ZHHu+S35j/pAP+RBj3vWud73r+Wbnee//Yf6n9vMuxoKBBQILBF5ICLh7/Kc1boaoVMpx0w8LLkxguAmI/5DRbDaMwYybMDY2WkY5o2acox7/cWV9vWbV6pqtrq6orUoshC3NvSDL3WNyyoSIGz5WV1fjhkqubbWa8TKWjY2Nabm5uWEz2oztxEPql+uq1aomacvqayna5sYR9/v9OGmXfNw98GKCjQz8iM0EkYQaPtbX1y3hVo//zNJsNoUX1FLZklxnqdVKx1uSvam6MxzXAxfaBCP6oC/6pO+nKaPd4+PuoYNkTxXpZUW2sCqbqIY8CZ8Cm8Kumk9g05riAj7NsDHs8CJ8wB58sCcwou95jNwfzhbcPfRPH+iCPtEPekK2RqMuXgu5Wmf0XcjUPKdnrqWNlZXluDGbtgv9uqf+kKfoD3npCzxoE3/gJjJo5ivJbzgGUQ9qNBqhB/qDd9qk7aI/u+bj7qFfcAbzqny94IV+NjfxUWhDss9oM/dj6sBHgQHXIs/y8ootlctqOwt83dHZxPhn+kR5wf/JcnMreclKtmRlr9hKtmJrS2tWW6lZY61hjfWWNUWtuspmy1rNDeOhIButVLLd1PFGo2lgk27yXbNl8VNeWgpeboINi0uQ6eOeGToE25Xl1bixm5vpeVhFS33dhOCp2WhZo96waq1mqysrsg3wKRn8mPCZCA/6hOxOH6GqRrhehbBOjbi7+hCikr9crhh2srIiOVar8uNa2A841dfrwR+4NYRfM6hlwbvkPFuCb0ENQy5eEkM7tdq61aq1wIkbmulrpbIseSuK6WU7Y5+S2fJP4lsHYD4/dpPC3aNNdFSpVAxfAGN4agpz+G6J/0QzO8FWOMZ5qCF5GX/gHb7BCZ3TbujI3G76mcqiC0pZSXJXInaurVXjpk54a8l2NzY2w37ZhheoOc+rtpviq1EX1rIdsOUhOTzEbjoOZ5l6sZhEzvcbB2/wla6ZVXT3qb1XpLcV2Sp41GS3+De2j43AVxA85gT/52kmT8taqgdxDKKdddnLmhawltUXeJdKJXOfyTTj7MWzlTCXrUukLHPZbxaYV8oVW5VvVtdq8TAebDIwlh2HvRLnZDetoFaO58ymqYt+1mRn+Bx43sV+7ZIPflAqLcmeyxFHwteUrxE76Ls1p99iG16JzxAyNOfGy1pVcYKHPi0v2yw+u8kEcw7ACMp3n8Oi0FEqZx27e+gKbLHZ5B+rVl2rTmMpOqjLX/FzcEnUsqb02BRGT5L8Gz+HdB14QjX5RlUYVYUxfk9fKxrL6Jf+k25LwsunDBI+E89pPFBkmJ6730bRXtGKR7/EoWJcWcN2xWtNsQL+8e9ETWtO5W5qu5C3oXhYt3XJWavWNGasRZysKI4jWykrGTbn7uq06H9W6uAz95ewL9jy4B9Z0Bc5IbEUfa5L5nq9bthIQ3pvBuU2gp3EPjg1DHuCarqG67GDSh4vM2HkzsNLLD7umZXkoxVhSD1iAXGb9lsRNxQvpIvWJdTU8SDxUJctYn/EJPgvKTZnWRb9zNtZHLjDV8IKfcpK1SD77m70QV/0WZGcyBGxZi35GDiEfa03bGpfgVfLgvdChmkJjgU1DMwjX1HOQ1u1as3QScJ21cLHliuGXWPf8OOODUIWH3gtKA7c8MvdQz7aRL6V3GcasoWmMIf/lvhOJF0R8+dJ56hDXfKCmuao6HhF43RFOsfWsqxk6maaE9g1n3k5StLx0tIsvtfClxtGf8TvoLCjVj7+nC2DN/HYkD7Q0dpaNXx6SflnJtuBYKfok5L92xLXzWh2tbtbKSvlMboS49SKMAYjbBl51uVH8NaQfV9rP5KjKYp6ql+XntZlN7SB3awp3mGbK8KfuFwpl6PvTDy4u/SQidxu8nH3uBY94nPwTD919QueLeF6lmQf0gVja0HgT12ugT94w85K0qs7fEA34ebqOjPsk/8Wtd3d6Is+kWNFYzs8IAv8IA/4wR8EtjNqGfw/SYXvUjaUG9WDatIjOsV315RDgtlZ310KXtxnMivMTP0CGeyWH3eXPrmI0qN9bLuQl3kDtrC6shbjGbydkVu2E7bUQJamNZUPNaXXqynVRa/YLLYLhoX8KTdYDVuHD/jJsmR37m58kBVSpGV3QS85BPDTlEtnsgko+WlFdrNi+GjYqnwK+ypstBn22ZSd5r4pu8VfOV8nFqo+Ppj8b0Xz/GVbUgw8a38un/EY97DPZcXKtbWq8uV1ow3suikfKGJYSzGtpf1EG/GAWMadpo5h/+Qz5NvwTIyZt3czt6s+7h58cA3XEjOQe54P+qG/J6k1xQGe64rL6xof1xR7lpWX0x4Pcytktxt+8EuI6llWUt6Rxl/aral9ZG4JkxuvF0hH6GdduqENeEPeTDEhy9wEgWKgIoGCYdEvfV9EnFe1/BTXZkZOFHpUbF+JsXUt6VKxDUzABhtpks+cIeJYQzoXqW5N/FWFHTogbtJmSbmruxsf+oXnksYuzlWUCxLratV1A5NoXzbRmhLjYcua0/2WcpR5+2kGn/RXOZMrFf3NfIT+zxO8gCPjPLa3tlZVbr4e8jSEeetMv63ou4XelL9h29hTU/6EbvAx/GZVvoBsWVaSXuADOt/z1ftJRxPjQRQ8+DOVp3Z6emqPTx+n8vFje5fone98h7397W+3t73trYm0/Q5Ix9/1znca/4Gal98Ubc73zLFi392tJF2hN+RAH4268K3WbEW/FyFTSXrLsjQOmT7z12v3OfvDjlJnbvC0tFS2SrliK8IePcL/umyxrnhWl0+jy6b02cR2pdOmqHUJpXOyO+k46bdlHKONutrDRuhnKc9/4wUCdtb33F0xycVbJt+Hr1XlDrKtnCfaos2WbKklPpoiykTJvsO+dJ66YVuKG/hKWitcym3LHugzUfxIVDQYGMt00TcYV+Rf+MmK4sOq1njAuCaewJm5V7KXhjUD56bK1gVEvMhJeqlrvlfP4wZtVeV/6G9FesQO6ROc6R8+3DNz96CCz+tK91Sf62mnnNsK7ZNbrkqeNdbO1Tc81NCReIKvkEm/yaCDJJdkkq6aFxG2JdmpSzzgWuwFfGizVq2FDdAfOCIbvMCTu0/FAPfb+hX1IRpxdytlJcX0pWR7Gsew2XXJFXyJx6Z4bUkG7LslG0vUUnyDZvbXVB1w4HrGeHwMffAiDzPWKJLNEJ/Gcy/ZIubwH4feqRhEbOKG1re89S0Gvf1tbzOOc554Bs14t+ln/pi7G/qDSopB8AB2S9IlsnLcVMf0SRmRNvI/8Mw3zxWuS3za7pL8mRiHXpYrK3ksWZPO1gy7rGHrmpuTp9dlu+iX+NhU/E/UijjRFGZPUlO+kKgue+L6umLJutrDLshX8Kmwe42J8IGcyOXuxgc8CmL/Ialol3LWrk/xARtwYQ16dWU1MIFvbAo8GvKXwKMhGS/Dg3OiqX9c4fvJzso2xcCwtVmMPcvnjOObbnE9RH33LPoBc/IqbB294Cst6fKm1FRdriEuEsPAC9yQgT7oiz4htm9C6J82KrIJ2gze5Md17E9YPsmbxi35M2NHQYmvptVlb+iMdpA18eViA1Kx+HsRIuBW2BA6x47WlJ/jt9gqtgGdtSPZUJ77MD4wVjRla/gtfkEsJE5VyjP/zDQHMX3cPfpLfVVsVeM4/WF3KU40jH4bao82mxqHEjWn8ZE4Qt2a7DziosZnch7iPTaLPO6KB6Z4EL+Kn4/4OnHNHz5YEFXd3dw94kBFeQ6xGJ7xGfhpit95jJry9dl+wmtjQ6V8D9ngfxYHlqNd02e+T+1e+4esYEmesrZW5I9g2NRYPRunW+p3xk9L52ZUV6yAn1qV/GPNyHvK5aXQk7uLB0jFlX8e+GRZycoaJ2ljbXXVkBGbSBipT+zmCV7O8gk+dWKR9ItM5BXl3JbcXVxAKub+5nFz2VpJOUB5qWwVxcUV2Qe/rwYf0hO6asqusN2Cmk/w1DqDUeuMPlvP8blkN+gQvtEVuBKnK7JF4j+4A8c8DuxfRU/W9VyHs/GO9slFwRCbRx/YCb63Lv2Q19dlP4XPortmjO8tawqzMyTM4b+Z6wCb4Frkoa2a8idiB3KtKC4sn/s9BlnCk/kSzfjXDicXdCkC7md1i82UyxVblv0QO1bkI+gX/Kf6Vc6GftHTjfQ71XczYnVDawNcy/xgquNqTblhVXF/1ZY176igY/kp/uru4h9SoT/0SwTX5gP9pbnIrDEPe59iobWtVeEQGMgW4Rv+gxqS6ZxdtyTvRdQ8d7wpu8cvwHBdPrOm8bWiuFTI7O7BEvIWFAfiK/E8m6O4ZVmWz93KmoMsW+hNv0nRdl1x8zJ+m8gggg9kQyc18cP1K/I3eCLOZlkpcLH8k6m/kuJpRbaCzuC/pnkJ+kXWZvF/PUPuIla1LoyRTc1tsK8V4Zz6yqZ9IeOT8udM3KLIhGfBc4wBhV6ra7EWyDiA/Jfh1Ao5Whfy34pz8+NVy8B8Fo+XQzfgBcsXySP2QmZ3D11SN9lgGq+WZRvgg17W1qoxhtZkj+gXf6zfNN6K19BP2G3TGrnukXsd35YOaRd7L2IuOkYvS0vYQGbp41EUslDGgcXXixYBdAwhoHsW+Sk2im1il9hiU3ZVzCFbZ/Onc75z3l8ati57XlMcZOxJ9rZk7snO6POhyN2tXF6yZcUA+qsp3mH7xMCm/CP5cytylVa+PzuuWJbHNmIcx/Ehrq9Va0Z+S7vludwUzOYJOdxLERMq5Yri9YqRi9YVp+kv5gQX5sStcxg+n/tz+hOvBQ7EkZr0SOxANuKYu0tkSMWZP3K0RFRxd3N34xquJd4Rh2rSD9iAM/1cZF8cb4WupB+VzfnxVTFtba1qya6WrJRl0Y/p81Dji5p6wfzN22KxDfPuboyR+DT2i1+vKAfAt8GvJvtely6w9RgrNW6jE6gpv0/UCr9pogOONZrWFFEH/2rk63e0U5OdMFdnHX1FYz/9VZRPLJ3J/Sw+83qC54fNAaOLM1/uHliARznmrivKUdcUo9Yt5JBMTcnYku2fIR2L49ybsC4sRI21ptVX6lYrr1s1q9mqr1nFl23JFd/M7aE/7m74UOgwYtyqcpxa8M19JZtxP8dGft/Vxpl7Oog9BW3O3d/RlC7xQXS2phhdxDgFoVRCAAAQAElEQVTwcXdzd7vrx90D6yXhjP5XZHPYBf1xX0nBz3XljN9WyEpOV1V+R3u0uxT5y+35dPeI1chMXKsqr67X163ZbAi7VuBI31fxhxyt/H4w5CowRE/uHvi5u93k4+5TvNAx/5808VS3lsYmeIHO88MxqDhO3ZZ4wp7RK7ItM/cql8N+Ct3aNR93P8PPcticfGU92VxLPEFFv/BQUHFsVspnZGvorsAIGcHptvxwTWFTyIaMTbWND8z6u9z+izrwjs7AmHawpYIn95vpzG7wcfewA+SE72Xpgv6qsmF4hwd0hQwt6a01xbUVemefc9gldcGQ68Ax+cBMr/ThPusPeahTzW2bflrqAwwu0lU6tinb35QPbMgXmjHnSf2tRm6FDEU/NxB/UWWBwAKBBQILBF6cCCykugECPGjzq7/6q29Q8+IqPEyThw/yoGt3v7jSLY/yIHwelvSZn/mZt7zyua/O/w/iZVw8pPquvfNAfB6S+DEf8zGRB9+1nYuu29/fjwcn8uAycq6L6tzkGC+m+qmf+qmbVL11HWT/si/7sltfV1zAw+2wwa/7uq+LnLA4ft+SXPhzPudzjIdfkefepT0eLn+Xh+Depa/FNU8Xga2tLeOBprx4EL+6T2/uHi+s+PZv//aYy96nrcuuxS9e8YpX2EP4BXNbHqBMe3f1BR7Cz8tDLuP3rsdp87M/+7PtjW98452aKPT69/7e34v55Z0aueQicCOuE+OI85dUu/IwD+78+3//78f/fb6y4jNwEj3wchceeovs92WJNsCPF+2893u/952bA8NXv/rVd75+ceECgZcCAjwEnDHut37rt4wXkrzHe7xHrOUXspND7u3tGS/L++Zv/mbjIZw//uM/brzMiTq/+3f/7niRFds3JX5fIb7hoze95ny9L/zCL7Sf+ImfiIeOuz/MPKToo5iP0Edx7DYl4xJxkXHqNtfdtC45xI/+6I/etPqZen/uz/05+zf/5t9Yu90+c/y+O6wHf+M3fqN9wRd8wX2buuv1i+ueBwS4p+brv/7rjXtpbtt9U7+VvEL56qd/+qc/+Dx4nhf39NI45oysX8yfu802L0Z51l+IRDxHTnTS6XRuI96ldZn7/It/8S/sa7/2a+88dyEmoutLO7nHCcavH/mRH7lTC1/yJV9ixFN+h7pTAze86CEwZD3mla985Q17fHarubvxwiN+v7sNl7yo5Pl+IDkvMsCWb8o3udP7vd/73bT6ot4dEfiP//E/Gi9ruuPlxlzzV37lV4y1XdYB79rO+evIi1hn+KZv+qY7xU5yZdZKX/e6151v+sp9ck9eQnBlpQtOkr+Rx8H3BafvfYg4+x3f8R13zhPR88/93M/dm49FA1cjsLCfq/GZP4tvftqnfdqdcuCiHV6Cx8ujHvJ3taJt5rPMle86n6Ud7qXnpVy8FIf9Z5VYr+A3mJ/8yZ+Mlxe5339tgPGAcYF1D9bY7yr7933f99nb3va2u16+uO5qBJ7Zs8w5GbMeyrdZI//Yj/1Y++mf/ml72ctedie5ySv++l//6/abv/mbd7r+ubqo+K1m8Rtc806QP63f4O7EzPN0Eb/H/42/8Tfu1Psf+2N/7M4+dlWHv/RLv3TV6SfOMf4+cfAZOfD5n//5RjwiZ3xGWHpe2Miel14XnS4QWCCwQGCBwAKBBQILBJ5XBCbGxLK4mTaxcm4B5txuqmOmK0UqdfHY9G8iGp/aY+j0sT2Oh8ye2unjsT0WFSXbicazc6e6FlIb8EMfE1rnXnB2LiH3s8xxLUTyDZ2qzcfwof7p8yIeOH6G4pqcn7G4kHy0KUmDi6JL97N9x8lbf9F+ukjd5LpQ3+N5Eobi6XSOHrMtmUIebbN/RgadK/aL62JfdYv9KNUPJQ/dBK+x8I9Sx5E5EfwlRbDP3l2pkHEsXIPET/CuMmSZ4zv4vWAffqGxeIQm4nmihgsq9HQTHt1nOlQTwn+GO30Eb+LhXaLgR3xGqf0n+NW54ppT8QYlnhIntM+We+rTPZUcuznN7IVrJoHjjGfwOJW9w0eQ+HwsvoLYvoKekEd1i2PRltqhnOR4039B7kkWd48bVt1fmGUhT1G6e7Ep25BlyQ0mUmT4iXBAx2ASOAmf8zjHceGIzcxvU4/rxrqGtmizIPUy7fOuG2JRl2IrULIP+juVbTxWn/ADzfPEeY6dJ46HXcmmC17VONH5HKszrDj//BDyznq+1j/AQoSMU7m1P4/R9HihR50v6lMWFBjpHGWQ7CNK4VboNulFsMmO9D1j9Cls0WdqNjqT/YJNbgviqeCbEhkpIbbnqThGWVDYrdqYFCRroD8o9flC+QYTeKWc0Zi4ii5Fp7nPhOzYgI49voDwpaijc6e6Zixs5glsZiTtSy3sj+kraGxc/1jXFvjTZrF9aan+HoumOpGR6Q+hgooQ5v4Q/jmRHUWzUcI/ND4n66n4mSf4QxaI7SCwvICK60Lec+0U8XasHDP6DB+bxAsO4CMR/AlcFeyruPNfcT1l9Cd+gneVIcsF/Aff+fGoQ13pFLmiDema9iBZwZQ39+v14z6rw/WJcp/O+wn+5vu/YPsMj3FdamMcvCWWChtyT326pzKdvev3JOyGq2l/nv/x1IbumO9KDmQHc7CObR1jG7sZSwezPuAj0UwH7MPZzQjeZ+2Nw3ejL/U5j2+xzblie77keGpnImwKgodkw2w9HNH+rLWJ9J36LvQ/lhxn8S9wnPKMfFBuV9Pj+T7yQBynLIh+2KYc47/hu6nfibYnMgj9BXOpvJ/8tBeNxdgkLatRjqX+U79pW/LK9uANO4kS+SDJNN3XNjJdR/P1i23KefuDj3mCT/YpXzq0kPQ6BAqboMRWJ/ITSsZ6bArCHouS7SlhvyLiYeHD1IvrZe8TEdsT+QV8pDL5HNvQmPhAG6rLtUFzfsB+0V/0U5zTNdM+de1YRHszih75upJgjWvG8CGiv4KKfq8rU335uHgai4+CaLegK5mYO+k+GwOLa4v26Oexxhj4udV6gTA7FW/QRPqdILT6zAvNp7WjP/dZ39q95G+iMYRT6FHbwmw8pRTzTsUjfQWp78fq+yJCn1FH50+5RtgRH2lvojaDT3WT+FRf2uBYorFRN0jXPxbRHtjM0/wx+jpzTtfQF5TanOSyIZ8Jl6vx4JqxeC6I9gua76fY5lyxPV9yPLVB/wWZPhJe39f9uSc+x8KHdk6F5ePHj+1d73qnvYMX27zj7fHirbe/7e3xn834D2dvectb7P9705vtDW98o73mta+z17zmtcZ/Wnz9G14fN1G/6c1vsre+9S32zne8M8ZrZC0Iftw98OFhWxD/cX9lZdXWazVrNVvWarWsVluPB2AWL6bjunmivfn952YbfOmJEhpL5+PI74l5jKHo47Fsg/J03n7ZvoKi7gXnox21h27GYdf0T76QSnfXBqRCf1KjeOL8JPElGyvaoA+osJ8z2+qjOE7JOa5DLvxkonaeJuaztpPdsg+N1W9hm7Et+4Svggqs4TkIOS6gkAd8da64tijRW7RNX8KYbfqGlJ6BqihhGhuXfk0Ce07HtdqghMaKnUH0wbZKXlgX+J7jKWQSr/DMdpD2Q77zpa7lPHWh2NaxQrYoyWfV37R/bU8kp9iLP2xG0sX2bb7cz9sd8s8IHOkfvqMUX2wXFPzm8sT5fPvx41PFjdyvxCt8g6FaFnv6FsOnsoPHilPvfOe77B3veIdi09sVc95q/0+x6U2KTW9UbHrd6xWbXv1qe+1rXhNxibj1znemmARvtKkG9TeTQzv5n1uWQZmVSku2tFS2SllUWbZ44L+2s6xkZp50jtnmJPbsPJ6zvhL/7BcEL0G5XbANHkXJNgRulBDbNyIwF50K27iObQhcVdJHQQU/qZQIz+EffabuAFHoCUSOBW/aJgYFSe/IAT0W/1O5JN+FeKjOtB51tM+18xR9gAf4i+g3KJw/8ZN4u9+3+5N2Fv2oz3l+LpQD3q+gJMNEMX8ieyxoxq/7k33Pzj65BV+pzeSH1/HH+Yv45nhqp+CJkv4eDldaW9CzhAA6nqdxxHNsAcJO8FvKS0l+OvVbbeP7Y8UBCNtE2vmS7WRn6ku+TD+neax4zPXynehT2+yfIZ1jP12j61XndJzsfiLfnKjfoHvGA/fkg+6pVLOIIX9N8W7Kv/qHnyB4yyn4z7eLc8VcjnMF/0U70Xj+5Z76zHevLcgPinaKdouy0Bn7xfb5knMQbaRyIjkLovub+D/1Ezbgj+7DDqb6HVuBA/2DASVEn5QQx9kP0rXkXGPlP7SZ6GJ+3Ocwg11Rqi/bkF2M1Va0iU4KnbGdE/3S/7NIZ3jL/QRZxmdwkcBAI3Kfw0L71/2BU6ozkd7ndCjMxlCO31i5Kf2i1yiFI2WhV7ahSzFU/aIudaKujlHO6FTjonRGv5KP/icqxVl4dDAoZtlX8SB/7m7uL3y6CoxCx5SB51SnExtPt09T7Bf2M32Mp35bHEN3N6Goj3+d0/FYdoReU78TqTRR4j/ZMXym/Yf/nrU962uSY/CEbYv/kEMy3ERm6pzxV12PzdNGnFM7bE80oOgvhCtKd49991TGzvQLjNihnNFYvhExMto9DV3RPkR/Z0h1ghfxxPlE8/6W/C7xNuuj2B/LLgoqri3aO9MP7YuKY+fx4Fp0n9pFpkSF2O4XyZ/qXP8tvhUpUtvavkSv8AB/Rcn2TensNafJZ4TtWLqY9ZtsC37dz8qT9J3Oz9cfF/jmPOMn9PWETaoveI1z+Tb719F8/WKb8vyaSsGTRgLYF4GjisXfSwYB95nNYq+FTYxl4xB2M29v5/evOnea5zDj3N6Ltp8WuJPgOcU2+AxSfJqPS5dtF3LEeflawTs+OVa7Be+Ul/OP/+Ska7gWHh5r7ayYEzxW20Vfz1qZeB3bPF+nwg+ekQUcxjISMFAhGFJs08bcX2FP+Rpcfob6XDuWLdBWkLCgz+iDfkTsF/3PH49jeX22qUdb0Iyf1Flh0u4FL+n4S/Eb3BM+k8i/wGtK4Ik+KEXoucAWfNm+kPK66AfiOurP0/hM7pd8ciKfKHQAX7Nxpzh6XXnP8zJXoRCNgMmY8VeywDdyhiyyQbYLKo5FGfHs1B5zr8L4sX6vPLXTySl3MkRuPdHWRDlJdLD4WiCwQGCBwAKBBQILBBYILBBYILBA4CWHAPMMHlrKA4ruIvynfMqnGA/T5KGad7n+qmt46B0vCuNlMln27D7ahofZ81Deq2S56hwvHaMNHtB8Vb37nCuVSsbLdHjJGQ80u0tb/P8oXtDw0A8gf/z4sf2tv/W34sUOd+Hr/d///Y0Hjr/P+7zPXS6/0TUf/MEffIOXcl3cFC+2uMuDcC9ubXH0+ULg3d/93Y2HevLiEfeHW7vj4Yxf9EVf9OBi8UBpHkr/+3//73/Qtl/+8pcbD2i+S0z+7//9v9urXvWqB+WHMYyXudz1hSTgxIPtH1qvSDeF0wAAEABJREFU54UkvhPnP/mTP/n8qRvtf8VXfIXxEM8bVX4eKjWbTeNhj/DJ2P3QLBweHsaLY4j3d2n7l3/5l40H+N/l2sU1CwReCgj8hb/wF4wX3xELyRlvIjP1GBN4aSnX8pDvRqNxk0undcjf7joGrq2t2fd+7/caDwF9GnGnYJK26eO7vuu7jId8F8dvWjI+MW7etP5N693nhcqf9EmfZLyoB9lu2t9t6oETL3T48i//8ttctqj7AkaAcZaHZd9WBPIHYgix5LbX3rU+6xasX+AHd2mDF4/if3e59rm4hoci81KHpzE3Ju7z4jRe9H2XuQDys27y0OsJ3G/KmhbzAvq4DRGneAE3st3mulT39t/08xmf8RnGmHIXDHnpHQ/hv33Pz94V7/me72m/5/f8nlsxxprU93//99/qmoeszAPHmfPcps2P+qiPMuYyt7lmUfd2CBBTvviLv9j4v0S3uzLV/riP+zjjZYFPS0/ubp/4iZ94Z79nveKHfuiHErM3/Gas+pmf+Zkb1k7VGBf/6l/9q3fKd1MLN/smT6Qf+rvZFbNa3J/Li21mRxZbTwOBhf3cHFXmefjoza+Y1SQP+Nqv/Vr7J//kn9jTegkevTHnu898ljZYz+XlgPyGw/6zRkdHR/GSIvJUcq2H5o+8mjkL/dylbdYEbvsilrv0s7jm2UHgsz7rs57ab+bv9m7vZrwk7gM+4APuJDBzd2LXnS5+Di5a/AaXQGaNBD0xVqQjN/8mZj/0b3A37/35r8ncgHVufpe/LTesNX/qp36qLS0tXXDp3Q+9+c1vtle+8pV3b+AZvJK1nQ//8A+33/7t334GuXtuWMqem24WvSwQWCCwQGCBwAKBBQILBJ4dBCY5K+dvPJ3998nZVl41Cuqna9PWeDKx8eTUeADm6eljO42bXR/bY5XQ6eNTe3yO4pjOp7pjXTux8XgSNxrrO+7vjTJ6vPzLfcbjRHwkGtv4dCI+xupXpH7gA0r9nercORJ/8BTEjb3iZTwZBz8wo6bFRJLafdanDt7zb6I+aIKyIPVL//kN1uPxOV7n5AHX4LngX+eQkePzxLGLiLbHknesvsZ5nwnDxAuyB3cJADbvROny1Cbtj9Xfqfo7Vd/wP+VV/D++gObrnHKNiDbGaoP2oLsw5l7oMucNvtR/gdVjbU95A2Ptcy6OaztKjovY5tzpOd4SX8l22HYv+mTvtpTaQd6xQI1SPIPDWCV9Jx5O7TH8iS+wm5KOFefny6irc+dL6jx+PJa/jOWf0ET2mgjO3X36YKzz++6zc+7P8/YF/cPvPLknHs8fS/vgnuSeYT4OXAKzHOewlTkcwQ+KOsXxHM9T6Wt8T/tNvJ3/nkx1RPvj6GccvJ6Kz3le4A0Kvjk3RxxPlPQ+Fq9hczyoQHDoL+/Y8/JZKBJXoaNz/nGa+yUyPZYuKCG2CwKfM5TXO48P150nYinHxjnelPBRELFULAmkxKM2nuof/dIBJZT4QZen8uVT2cOM5uVDhvP7cQwsGIsK+SRM2INK2qevFx4lXcA/BEYQvhkkmylkDxuRf5yxD+0HVmAzJTCGJsJ5PPXFGTb0OcmPc36sfGUsfYztsWJD9KO2KOn7QlK/pwXBY+Gb0sXMzlKP7g/pnxPxTbuUc5TbxKl4Kfxgnu/HuTxgNeUb/nWcehyfJ45dRLQ9y1eEm/qd5HnaJJc9uItttu5GqS0hqXbYxs5PhfGp5IP/Ka/i//FFJNmoE3W5JqdJ8DoWhthA4s395vpxn9WdiLexeBoLA+iUPuh3jp8Cw8dzx9gOvqgrOtV1CdOkz8TV3fhL1171TR+cpyxIeORyBC/EGPFb8E75WPtB8DtPOj4vS9Th2HkCI+RUOZEOwGsi/CBpWfpIPPF9HXFNQbSDTcIjFDo/37f2OX6eqJ9oPI0Tqe8Z9mn/Ib9T2/CPTUcpTMbC/zTHB54ei2dKiO2CwPoM5fUul202xhQ4jaM/ZEb/Y2FPCV+UyMo25f0I2VILtDuj6F+6jxJekOECmwvZZWvzsnHsIpqvw/YTdaKfcei56Bf+CoJPtikXtECgsAXKgsa5j6Z1lplfYW8Fhd3N2yy2XVBh49ii2irapSwQL7YpJ1FvrLwk9RV9qK0o8z6iP47NUcQH7XNurD7HeTu0mfq53r/lnqo6mcaG1MZEvIyVI50G0U8Rl86XcW7K4ziuO9Wa0ESxf6LGIXVw6z/3s+PvRDieKm4W9FhyX4cP5wv+wOhU14/VDpT4OouP+6zP6xlO19JOiu/jMzGHvlKfwjDnFV7mCf4e61xR7zT4m2unwJB5YFDiij4h5BhL51z3WNfSdrSJPtTu4zk61TY0PU8d5cCn0hVt0B6U9xCF+9V4UL8g2hjLBk/n+qG/83S2f2EjPmZ1kuy0GQzMyZz2L/52n/HJtafC5LH4ePz4sb3rXe+KF2rxspu3v/3t9ra3vy3orW9/q/Fimze96U32+te/wV7z2tfaq1/zWnvta1+n/dfbG974BuMcNxfwQi94nIgfaJ4Ld8/XZbL4DxGrKyvxEq5Wa8NazZatr68bL+kqLZXyem7FR+5RbD4P5cx+wWwcfjHW+nBOwg+ZA0dtP0ZP86RjnD9P0/o6z/a8TZ7KRq/OfwsYEm8pX5woNo3Dt4q+HtO2eImSbdH0HMdz4hh1KInlY9lF8lXaLPoo+ny4EjxpjbKg6Jv+IeGAjcLXlD/JwHZB4Hae0MH0vOpz/RnK2572VcQPGZokhiVheVO5dYWu46JChqKctq/+kAOdgu8ZXnL+Cn7h/Yw8+fn5Y9Qp6j/RlmJL6gdbmIQ9wE+hT/jEXlJ5+2/3wi8TPrQNJVkn+bh2OhsPsTHJcJ7fkIFzQeO4bqwYOxFWE/kYbUJwSDmWXI8jTr0zvZBL8YmY85b/9xZ705vfrDj0xnhJ4Ktf82rFqNfYG/+/N0bcesc73yleHgcO8Eh7Zwk5Joo5Jsosy0pWKpVsaals5UrFlpdFleXYL2WZufGZ6GuSR7m0rQNP/MF3cZDteYKXgtAh8lGep8eBz6lkSHT+/HRf9QobiWtyzKfntY/tFQ9Ohxf6p4SwidyMC5afepn6Vc/qmG0InqY05/8hm2QIO5KsIaPKqXxs5xTn8rrT89pnO+E8DnuYYGtF39Imfw8ttHtuMUU/Ksey77H6PpV8jyO3OJX934bGqj9JMqg9cEt8Y4tm7qlPu+GH6wuCr7F8DawgsKQ8Txw/T7M6Ob7iLbGQ+Erbi+8XKwIzG0q2OW/fj+V/l9I5vz2VX4xzHynapAS3+ZJtaCxfgriusMHHRX9526dzJeeiHsdUj2uhCe3IZmlzQjB4ALN1n/fF1CDtj3P5TiVr8CI+pv7Edk5PnBPPj+fOjeWrY/FNmxAYuc/3yZGriesiP5jylGLRlB/6zKngZ76k3vw+/EC0m3pOcqft675TXa6lDYhxi/aRGz1SFsRxCB6mBD7il+MQbUxyjFLvqY+0ffbbPWGH/oNkD2BDG+Rwp9LX46J99RF9sp8T/T2LFDwXPMaYk2I0ckHgXSDhnjAo9m9aztoQcsKNfYj2x7ltjYXfWDZ7GUaBZ4Grymk9tufojDySi3ocoxxL16fRT5JxMpffK9sIccRhlPf/8jPjrXvad7+mfMbOFzi4uzYhFXN/E+mTXUoIn6CcCFvwnlLgnuIHujhPl+o312FR/0y94hz6ZzvsJ+mWfifS91h8TMQjVPBJ+TRpvi+2gxfxMRZ/UCEL5bw87F9HjyXnlJBbRBvpukJ2WbFkTjLOYpr7k/pLdfhO9eAXgmcoYptwPJX+6OMx/c/3qW1iLwQfnKdeohk/tEW7EL3NE8cSjSN/PVVfj0XTNtXHY/qdo1NtQ2eP6/qIJ5N8nk4568n9Kvln9a7cEkxqNdofC+OJsEE2KPgRr5RQ4KF9SvZvQtQt6BQMRLRdEDgV/LlfJI+4E48pnrE9o9TGJOYHd463Oe6FLAWvRVkcn5bgk8swCR8YB3YTYQePUZBTFUItypcEAu6F7YaxTm0CGz3Ves9j5SKFTVFO7ekK+0t1xoohibCxeXpoYP9/9s4DMI7i6uNvTr1Zcu+2cK/ggOmY4FBN7yWQmBYgdD4CBJJASKWmQEJIKAECJPROIEBMSSCmh4Ap7r1JttxkW+Xum//crXyS7047e23v9D/daHdn38y8+d3u7Mzs7nvIO9wGhMw5FS6/VVq0jtDZLLGuQ7t9erttn9M+YKnPk1YdwMAJKMPRWyll+hRKhZdOPGRCOLcQ9PmGPNzyc/TK1tJwQt0joRVLzSesT9BwDYUbCV3d8LGiV2J8VVucI48lQhBcNNdwnvr3iZQRXXbbPl12ixO0nNEHSx3XavLAbx0yx+u29itctFLbdAjHdL3/4Z8qzMew18ejs8QcozNmc3g7y+jfAutOPPg7AfEt+ndAaNuvt7EeRN9K/z7h8ybUdtwEtUIoP/xLJDp+whKp/h/CtU0XiyX0COr+SSuC1hV6m7ro48vULWqJOmNfOLSE2xS8s6DrCYdcCPrsiLjj0gWkWnHmRwIkQAIkQAIkQAIkQAIk0I6AXzdgDO7OO+/0pB6MZ952221pNdaplJILLrhAkjH67KlyLhPV19cLDBJivOYySTuxX/ziF3LzzTcLjCO225GmjT333FPgpMerAUEYgX366adTqh0MV/7lL3/xlOf+++9vnLT069fPU3qbRLvttptnR0SPPPKIrFy50qY4yvqIwMiRIwWGv0eMGJFyrZRScs455wiMe6YqcziZeuqpp9Jm+BtOxK655hprddesWSOff/65dbpECXAN+9WvfpVIJO4+GK6EQdXa2tq4MqncgXYeDibPO+8862xhfP6Xv/ylec7eOnGaEwwePFhmzJghBx98sLnvkK7i0M4/8MAD4vX69eqrr6ZLNeZLAjlNAM5Ifve730lFRYWneiilZMcddzRtgE0GcKACZ1x4Ft8mHWRramoEfdIjjzwyre0OykJQSskJJ5xgDCrDiQDibAIcDHt1fhyvHIyNvOSJvjPGHl7qEU+XWPFKKbniiisEx1es/V0hrivVEYZ40VexrTP6RRhj2aZLVh7HP9ofGPu2zQv92QULFtgmy4g8DL/fd999aXXqoJSS6dOnC/h5qRScfKTaodnHH38s6Iva6oN2/bLLLsvIdaSjbhhPXXTRRR2jXW1j/sSVoM+F4MQTjpBs1cQ4F46xbNOlQh7s4UzUbV5KKTn88MOzcoy51TEf5OCg6Y033vBUFcxrwxmO136wTaE47zGmt0njyKJtR9/Z2e5siXnflpaWzsTa9mOMjTkeXB/bItO4gnLQH0W/1LaYf/zjH7J27VrbZJS3IMDjxx0sjMV++9vfuhPuIBUIBOThhx+WdDmQ6lCcuQ6h3/Piiy8KxtId97vZRlv5zjvvuBHNqAzmwHENwJxEOguGEyT8ZnDWYlsO5jzyxaGqbd27krxTV4zJcL3Htc6JSz2o3csAABAASURBVPWyR48egj6xl+sodPnTn/4kaMOw7qfAe3Dtfw30HdE/ax/b+RbmLFJ9D67zUv0hgec07rjjDjNn7EUjjA123nlnL0kTpsH4df78+QllcnEnHE6eeOKJXdYpVyAXfzTqTAIkQAIkQAIkQAKeCIRCIpGATrezvi0vtW013ppOj5dh8fJqKBSUVhNaBS8Gt7RGXnQ1L/8HpaVVB2c9atmq11v1PoSg84Ix8kXAC7fxyo4RH0KaSAjixVydH8pF3i26nARBzD6tB+QRHL2QDwLy1sBilJqqqJD+CRA0Ta07ygtqnkFdBwTUoS3ourSta52xDp3bgt6P+iA+ZtD7t4uPlIOyUDZCMKIH1hGSrynqty0gf0ePNt11faB7zKD3OfLOEnlAN2eJda96Im1I19nh7pQRUxfNsF281g11MGn0PiyjdULeXvWKlQ75hUMwctyEzIvyKBcBumHpBOjWFrR+2G8TnHyi6xStl1LKTFYrpUy0UqptWyn/rRsl9T+ltummN9u+Sqm29eiVaOZg4XBxlm4ZO/LIA3k6S6xHl5fMOvIK5xtsf2zgWHVxDDg64jjBelC3EcizLVi2z8nUxTZtm466DXXWoT8C6tIWNIe2dc0F622/od4261rGYYD9HUPHfSjDCdvKDrWdp+m9jmxPqqMOjm5OPTrqj/hYcc41EfuRR6s+HrB08ndK1pdgZzVnlk4dnCXqhYC64hiIrrsTh3gnIM4J0eyQh5Ons3SgONtYQg48kR/yQR6dBuf41EtHvyCuXzogz/QeZ9uOZ5SJ8oL6hw9GjgnUoS3o86dtHbrqgHq2Bb0fde0o07at97et67RmPVIOygtFzvFgpN4hrQeCwzmZJfJBQN4IpmytT5vuWh/oHjNgXySYdHo9GNEbeTrBq35O+pCuP/J1yjC6QcfOgtanLY2WbU0Dv/h1c44fXJvC68FIPaLrYvSDblG6Is7UUceZpd6PJeLbBR2P7Xb7IvxRRkgfJ8GoOtueL0iPENR5opzoEPN40PpExzvyiMN6sJ0u8cmlYg/0Dodg23UpqOuBAF3agta5bV3zxjp4tgtaxqkD9ncMHfehDCeE9G8eavsdwrrY/g6d8UD+TghGMQ469dXLVoRI/Yz+uk5mGR0XWUd9YoVE8m37dDlOuY5O0cvO6sL9aSHg20yjjw2sO8eOczzhOHTWnSXicH4622apj+e2OOcYjJx7yDc6AIbZ1udKUJ+bbeeGzgN5mfz1esJl5FyBPAL0Nnnq/LBEGZ2H8HUB8ghBrQ/yig6oU1w9OuiAdEFT9/b5dq5HbAnolJL5goie0M3k2cZIz9HFLrrT2Oh8wuvB9mNA/fuBhxMMR62Hs3TisQRfLBGgYzBy3ATb9AyrEy4npMsJmWtKMOr3cvI1S1028kwUUBYC8nDyxTJckrv/kEcI6t8ceUWHRGU7+xx5bGM9qOuD/BDcaKCUM4cQXiJd0OjSKs0tLdLU3CxwXgNnXFu2bhYs8cAwwqZGOL1Zb5ze1K2ul9VwyFUPh1xrpaFhrWzYsF4atUxT01ZpbW01vDEcRxnbdFNmDgYPLRYWFhrnW1WVVcYZV01Nd+Ocq7S0VAoLCo2cUmH5cB7hYy+8Lhn/oNxtIaiPqXDA79Cij1NnvINtBMS1BRfHF35TyCMtArZbo35flB2/0iHDGzJBnQbpTdDlYol8kV9nwZHFMqiPC+SHEL/c1OxBGR0Dykdo1XpAn7YQqVPbtmZv6tdhGb3fWUf9nXWz1HmjjGCk/UDbGa2Hbe2i0wb17+BsI/9gpKyO9dlOJ10P6NauTrrOkIuOg0y7AJlIWhMfKQ/lOnqEnHrqdtK2bvHkQzovJwR1nU3ZUXq06Qz9EgSkgyz4BHWeCMgX5WKJEJZp1u1Uk2zdusW0T5saG2Xjpk2yfv0G3Q41tDnkqqtbrbfX6n0bpWlruE0KaibIB3nqpkW3Mbpnr8vSX0Tp7XB7g/Yp7JCrUIqLiqWkuESKi4ulSLdZgYIC0YL6fNNpxd0HZbYLmpOzDZ2cgPo5Ab+3s95xiX0xg+YOhgjt0oC73tcWpzk4ZRo9ovRxXyt3dXcjZXTQP0L00tEPxwP03q5OUfVpY6HjIIeANO2CZhC97eTvHGfOUrekblT2LIM6ouzwMqSvlUET2uqg9XSz7tQlGPXbIU/PiumESI8Q1MeHk7+ztNEJskgXjNJNZ89vnhPAsYPg/O5Y4jhAwDGRMETOXchGB+SBPKMDMEZvB/XxiuCkQznOurNEmxAdouOddeThtAPOMoROLApMYWive7gNiNa5pTUYvv/fSVvg6I0ldHfy9aoq0qPeyC86QLfOQrQ81h19gpE2wFYnRxez1L8v8sTv5yw70wf7IdvWL9d5oG5OH8+tPqb8SL8JdTF56mPVWUInEzr5raCPr0JUHYKaDerpBLds4sk5+WAZjPz+4fWgGTc513SHoVlqfmYZpZez3cZN7zOsI0tnf9uyQx5BXS+EkPP7RfcxUnZeo8/okMC6MhtKKd1NzJ0ApZVSeoEgWnfRn/C6Xmn7hqIZtlsP/7bg7fn31b9f22+t19t+V/17R6/jGDDb+vdFWSgz2PYbB3XfXLfaWrc2pdO84jAJRo71oNYLweiodUednHVniTirgHx0cNJjGYyU55RvU00njbMMRuls+Hbgb3TV5WMfAsp3AvY568jHydNZOno521gGte5BXaaTDnm2BV028kwUnHRBnc+2Nj08R+SUl+xSH0XmWArqY8norJfBKJ0dHTouE+mdaJ9zrUIZKM8JieuhtdR6hWWDun3dto18EHCOdNTRKWu7ePzGcfjHkkUc6oSlCZoPykSATkH8PhH9sjG2TMyOezNNAMeEE3BsmGMmwTGHYytecNIGI8eck2+66oT80RY45TrnkGm34pwz7XRHPSOhLQ+9Df2RtxPi6e/sxxJpTB4oV+fRrhzE5ULQejt1wDLYrq2IR2H7ePBwAvJoa+80A+Trio3WBb8j5J0Q1McV8g1G9GL71ZH9tmuNcw0OamYIbb+BwzXyWzhso5dtv09EtuPvYGQ7po+Ug7LwG4VD0Fyvsd5R00xtayJGB7QT0AP6Gf113dBetNVV16dtXe/Dutmv7521traE31kItUrQCcYdV6R+KRu7ZIoKyyEBEiABEiABEiABEiABEkgFgccee0zq6uqss4KxLxjPTKdhMUcppcJGn2HIzInzyxL8YJTXiz7XXXedfO973xM8K+Qlvdc0MCD417/+1bMBRjggW7Vqldfi26VraWkROHVrampqF+9mY6eddhIYpYUhZzfyqZCBETQvxse/+OILT0bCPerMZCkkUFNTIw8++KAMHTo0hbm2z6pnz57GCGv7WG9b/fv3F5zfgwYN8paBi1RKKeNEzIuDsg8++MBFCe5EQvre0B/+8AdP1zAYePzzn/8sMGDprrTUSOGaiTYPxv1sc3zmmWfkP//5j22ytMrj/IATjkmTJqW1HCfz2tpagSNLpbZ/vsCRibf86KOPZMOGDfF2M54EuiQBOEuC0ySl7M+pZIHBaDacXdrmg+fs7777btlrr71skyYtj34grrHQwSaz5cuXy/333y+4btmkiycLI65gEG9/vHhc++DIK1N9Z6WUwNmNl2tevDow3n8E4HQYzodtNYNTgJNOOsk2Wcrk+/TpIz/5yU9EKfv275NPPkmZHqnKCOcZ5kvQ10xVnvHyUUrJ+eefL1OmTIknEjc+1cbB0a4+9NBDYjufgDET+pSZ4BULhlJKYKzfy3gKxvM3btwYnW3Oru+3337W81Lo08+aNSvjdcax9vTTT1tdy+FwcM8998y4rl2pQBi3/81vfuOpykcddZRkal4bCiqlTL/o9NNPx6ZVgNNBOB90kwjv4v/73/92I9omc/LJJwvG2m0RGVhBfxTz4nhf1qY4nP/z5s2zSUJZCwI8ftzBwjXhd7/7nWCc5y7FNimMJTEmgwMLpez7odtysl874IADBONI6GCbGn2tm266SWDnwzZtuuQxvsWcZDrnwKN1x3X9hz/8YXSU63U4usNx4zoBBXOSQCbHZLiOoi3BeWALC20X7nfZpkunPO4xQCfeg9tGWSl/3IPbppH/15588km5+uqrPSmKOYILL7zQ0xxRZwUuWLBAMHfWmZzL/THFcG0fOHCg4NkdtEVOOPPMMwXPUvTu3TtmumQj4ZTrtNNOE4zLks0r19LTIVeu/WLUlwRIgARIgARIICkC0eY0sO6E6Ew7m+bCC7GQxxKTJAhBGGsxL/Dq2MgyGAxJMKQDlk6I2kY6JyC/ZIKTj7M0ZTtlul1q3Zz0kvEXckPmppVTfsfldhzd1smR03VDHh3z7bidznpHl+Xp99F1ic4jVbpq8u3Ye9JN822vWzJHc+dpo8uKXveku+YaL1103s66o128bSfeb8uOekM/Jw5L/RNiETdA3gk4l+Ixix0fEsQ76bFM1fG7vcKh9sezrhjKtgnQLzpsX4a/Y6J177ju9beL5tcxz1jb6ft9bdi3Pxai9YyuT9x1few4aYL6uu6sd1z6o642XLbJdqyLs21znDhpOi63lRK9tv1vEkzQBsfdF/XbROeemfXt6xBddxt2Meun64Y8ovOMtZ7u484pE7rE1LOT381J7yxT89u0Z58K3VKjl00u7evg8HGWXutk0uljx8kn1jLZY6ZjnskfFzbcUiPbsQ7R24ZhJ8d1Z3WOzi/eerK/g3sSiY816GfqrI+bzurldj/yTBTc607Jrkwg3jHk6jjUx3O89PGYmvmgqHTmvLBsCzqWGa+szuKj83FV3xh6RueB9c7KdLNftybtx1cxynWjL/Rxgpty3ctoDaN+Q6cMLN3oBRnIxgrx2+z2ZSIPLyG6TPf1bS8ZnQfWk9VDo2xfQCdbSikJRO4yB1tbpbm5SbZs2WKcaW3YsN44salfA4dbq2V13apwWL1KVumABw6Wr1guy5YvEyxX162WtQ1rzAuyjY2NsnXrVuPYK6jnW0V/QpF5SiyVUsZwRVFRsZSUlEhZablUVFQYJ1zdunWTblXdpLysXEqKi42cUtvP9NrWVdLwwW8WKwS1cl5+y3hpostwW43oNFj3ohPSRQe3ZadKLrrsWOte6uQwjpVfu7jI8ZqauuijXh8T7fKPs+3ol9QyTt7R5aemXrFziS4H617qgnROQFuuq2SuZSixNdgqW5u2yqZNm8yDQWvXrpH6+jqB462Vq1bKypUrZEVbWG7aq4Z1DdKo5eFoMKjnhxCQVzgonXd4LVwm1pUUBAJSWFggeLEL7VRpaamUl1eYtqlYt1uOs0DBx3RIsGIX9JGhy9b/dQXDZcdeD3q8dm+XrpNydOl2FUijdEIeuh7b1c0tI502Ud443tJYre2yjtbFa52i89iuAI8R0Xli3YtuSLcteFSEyXKYgG5Ros43L8cQrvPbjiE0tLFxRMtEr7stMzpN9Hom2oPo8rDuVudoOaTuMa6bAAAQAElEQVSLDrEpuY+Nziu6HLfr0emx7r7k2JLIIzq41aNNLuo4NPnELqbTWJM2kheOzbb83V5//CgXqY9Tt04heBJo3xY4ZUUvDU+tS9JMdR7R+XZcT885Ha5fGM229Y5l+3s73L5CR4dR9Hq4brH+h+sL2UQhZb8vzqFOf+NYemYqLj6PpI9t1D0qRPNOpnbR+USvm98sqrxE+keni16Pp1e0DNYT5Z1oH9KaEK+glMVn6HftcGx7Uz++roaVLsP8tli6/H0T/QbY5+Qba+m0J97qwlT5SiD6WMEx5DVE54P1dPNCGU4w51ES55CTj7N0q7sjj2WyOnjlntJ0ui1CXcLBLYXt5cLpt7V/ybCJzmv7khjTkYCmnnBOM5nfwhxr7Y4RXVqM7Y46ZXs7+hgydUBbofVuW99uO2ieww1irlrfQwvpAG66tvrORPh/tuvE8kmABPKNAOtDAiRAAiRAAiSQKwRWrlwpXoxnw8gXjH3B6Fem6qpU2HApjAhlqszOyoFTKhhf7Ewu1n4YYP3BD35gnhOKtT/dcTAg6NUA42effSYwbJUKHeGo6qWXXrLOCgba/vSnP0mmDC46CioVNoK26667OlGul3/5y18Ehk1dJ6CgLwjAsD3Ol3QrM3Xq1KSdfiml5Ne//rV4MexuW7/BgwfLtGnTbJPJl19+KXDEZ50wRgK0RTDAH2NXwii0H+k28JhIATwfCsPftk4MYPz2jjvuSBm/RDq63Xf77bdLJs6PaH0OO+ww2XfffaOjXK3DecHq1atdyVKIBLoCARjoPPfcc9NiaLQzfjDiDecJIX1fozPZjvtxXYZjrI7xmdpG2T/72c+si4MTSBhgtU4YIwEcmS1dujTGnvhRMMx6yy23JN3XiF9C7D245l177bUyZsyY2AKMzXkCcI6D/p1NRcrLy+Wqq67K2ljY0RXtoJd+zOzZs50sfLHE2BRtI863TCmEuaBLL73U0zUklQ56MSfz2muvWVf7kksuyciYKZFiGE+deuqpiURi7lu8eLF5ry3mzhyLxLXhkEMOsdIaY6Lnn3/eKk0qhL0ca6gbzpVUlM88YhN455135N133429M0Es5rV/+9vfSqZ/H7TTmAuGwf8E6m23C8c9nMJutyNGBBz22fQ5lVKC+agYWcWISm0UHNahb22TK+wHYC7ZJg1l3RPg8eOOFRzDeZmPRO4YS06fPt1THwrpkw0459Bv9JLPiy++KP/617+8JE15muLiYsH9yXQ67+motFJK4HTEy7z7V199JQ0NDR2z5HYeEcDYEvP9uNZnqlo4/nGPA/c6bMvEcwF4PsA2Xbrk0S55GZvb6oM+D7jZpouWV6pr3YOLrruf1zEmOPvsswXPx3vRE3OXXtp3N2XhPmaq7olGlzd58mTjaBNzxMh/yZIl8uqrrwqenXACrpUff/yxYDwLGdwj+/3vfy+jR4+OziqpdczJXHHFFdLc3JxUPrmWOGIqLdfUpr4kYEGAoiRAAiRAAiRAAiRAAiSQIgJ4MCw6YPCeE6E1KK2trWayIVpfpy40bJOiA4TZkAAJZJcASycBEiABEiABEiABEiABEkgrAaXEPCiolBK80CUqJM0tzbJly2bZuHGDwMHNqtUrZdnypbJw4QKZv2CezJ8fCc76wvmyQO9buGihLFm6RCC/tqHBOPNqatpqXjLG3IXoj5Lwn141UxdKKSkuKpKysjLjfAsPTcMJV1VVlVRWVApe6oEDnEItY/TTCZXOQy/MN/y+X9hwuIngPxIggdwk0InWSqmIRMgYIoVR0pbmFvPSEtopON5avGSxLFy8ULdH88PtlG6jFi5aoNulRbJs2TLTNuEh2cbNjbpdam5nLDaSuVlEz68GdLmBggIpLCySkmI4DSyTCt02mTaqskrKSsvMS4dKwZlXWDf8NxnxHwmQAAmQAAmQAAmQQJchgLEpxr3BoO4N6hCEQf0cDE5fOBgK6n53l/n5WFESIIFMEmBZJEACJEACJEACJEACJEACJEACJEAC+U+ANSQBEkiawIwZM8TWiKVSSn76059m3Jg7KgtjZtdcc40MGzYMm1kP//znPwWGlGwVgeHXH//4x+ZZINu0qZRPxgDjfffdJ+vWrUtanccff9yTMcJMGWiLVcGePXvK97//fVFKxdodN+7DDz80z5bFFeAO3xH4+te/bgxtZkKxAQMGJG0EGY6KjjzyyEyoa8pAWUrZnQd1dXWSCsd0uN8Mp4INDQ1GF7f/lFJy5513ZtyJVEf98Aw7jHTi2fWO+xJtw4Gh7XU7UX7J7Dv88MPluOOOSyYLT2krKyvFi3PO9evXy9q1az2VyUQkkG8E0Pb8/Oc/z7gTAocjjHi/8sorzqa7pZY6/fTT5bLLLrPug+mkKfsqpeT888+XKVOmWOUJ46hwpGWVKIYw+t8wuBxjV8Kob3/72zJt2rSEMunaOWjQILnxxhvD75ClqxCX+S5fvtyMY5VS5jhSKr1L9O8WLVrkUjsRyCKNUunVS6lw/jBEDSauFewgiP4YHONg2WFXws1TTjlFdtppp4QymdiJ/hgMp9uW5Scjw3j3Ee05xqi29UhWHsbMd9llF+tsYCTaOlGcBF4cwsHI9je/+c04OWY2+oADDpDCwkKrQmFEG88MWyXyqTDqftRRR1lr9/TTTwvGldYJk0hgO38KxwjHH398EiUyaWcEcC7cf//95n3NzmSj96PdhBF6XAOj4zO1jjYITgFty4PzMTfjWVyj4FTJbf54z7579+5uxVMqhzZgugfHRDgfU6oIM2sjwOOnDUXClccee8zTdQj9TowllVIJ80/nTqWUGVN7mVdD/+Pee+8VtL/p1NHk3cm/7373u7LPPvt0IpX63YMHD5YTTzzROmM4QknFfDgKxthaKZWR8axSytwHQ7lug3PfTKnM6AgebnVLlxz6fb/4xS+yMse26667ypVXXmldNdxf8Mv1lPfgEv982bwHl1gz/+xduHChuY/b0NDgSSnc50Kf1FNiF4m8PEcSL1s8J/O9733P9EPee+89Oeuss8SZR4yXxokvKCiQ4cOHm3lttAGYg8Q8O/J0ZLwu77rrLvn1r39tPTbzWp4f0gX8oAR1IAESIAESIIF8IMA6kAAJkAAJ5CeBkET+QnqpAyaXowMcXfk+BFvbnHGFgkE96EUImTg8IOOE/PwFWSsSIAESIAESIAESSC0B5kYCJEACJEACXZcAHqASCQSUCaI/LS3NsnnzZtmwMfyS66rVq2TpsqUCxzbz5s+TeQvmhYNen6/XFyyYLwsX6rBogSxduljwIFrDurWyqbFRtjY1SXNLi2DuQon+U0r0QvAJ6fkZFQhIUXGRcWpTVVkl1d2qpaqqm2C9orJSysvKpbSkRIoKC7V+AVFKieivtH3ojKsNBVdIIE8JKBU+6ZUKL3XTIaFQULctzbqd2Shr1q6VFSuWCxwC4mEjOAicP3+uoH1auGihwFHXsuVL27VNeMg4pOeFHWRKRfLWmSMa+7BUSgkeaCoqLJJiOOQqg0OuCuNAEE658JIDHmxSKuKQC4mEHxIgAT8ToG4kQAIkQAIkkBoC4f4jun/oO4rpR+pRru6nwplV27MG+p5+a6zQ2iptMllcD2rd2oegQH9TJ105LLeNusN1Tg0/5kICJEACJEACJEAC6SXA3EmABEiABEiABEiABEiABEiABEggVwnAANxf/vIXa/Uz7fClo4K1tbVy/fXXd4xO63aszL3yUyp7Ds061kMpJeeee661QwHk8+677wqMwWLda4ABZRiwtE2fSQNt8XSDAc3ddtst3u6Y8StWrJBPP/005j5G+o+AUkouvvhigfOfTGinlBIYZPdaFoxKQ188Z+g1D9t0cI7Yt29fq2Tz58+XDRs2WKWJJbxgwQKBQ79Y+xLFwSg6nBEmksnUPrQhZ5xxhlVxMCropd5WhbgQzsbxFq3WnnvuKf369YuO6nS9sbGRThE7pUSBrkIAxly9OFFJBR88Vw8j3rC1YpNf//795Qc/+IHgWXqbdOmQhRMfOAlWyu75JjjSgkOtZHT63//+Jx988IFVFnDAduGFF2aVHZyBHZcFJ45WoChsTaC+vl5mzJhhla64uNgYDIYTDquEaRKeOnWqKNX+XO6sKBh7tnF20ll+yew/9NBDs+KMADrDgctBBx2EVauQSn4vvvii4LlTGwVOPfVUgTMFmzTpkh0zZoyMGjXKKnvMoyxbtswqjZ+FcQ6Cg42On3/+ubz//vs2SZKSRd/lmWeescpj9913N8bOrRJR2IrA7Nmz5R//+IdVGghjDI7jDuvZCnDmMnDgQKviZ82aJfPmzes0DdoHtBOdCvpEYPLkyTJ27FgrbebMmSN+uQ5bKZ4Dwjx+Ov+RcH55uZ+BMRmcqGIs2Xkp6ZXAmBrjWczr2pb00ksvCZx42KZLpXyvXr0EDsWUsuvDp0oHjG1txzI4bnB+pUoH5uMvAnCIBcdY2dBKKSXnnHOOeCn/vvvuM/Z9sqG3U6ZS2b8H5+jiZpmNeyJoq7N1D84Nk2zLYJ4VTqkwNvCiC64pN9xwg6TrvuqmTZsE/XgvunVMg7ldXE9uvvlm6dmzZ8fd1tuYF/nVr34ly5cvFzi6tM6gQ4If/ehH8q9//atDbP5uBvK3aqwZCZAACZAACZAACZAACeQlAVYqgwRCEjEZpRdYx818BDwkloshFAwao1jQPRQKmocTQiFTOUPVrJs1/iMBEiABEiABEiABEiABEiABEsgyARZPAr4koJQyL6sEAnqp503gkGvLls2yccMGWdOwRlavWinLli0xDrng4GY+HHEhLJgn8xfMlwULERaY/XCIs3r1SsHLxY2Nm6SpaasgP8xboPJKoQyFVRMCeruoqNg43oIjLjjk6hZxyFVZUSll5eVSUlIihYVFAv1MIv4jARLoMgSUctoLZ2lcHZg5ULQtePBpzdo1smLlclmyZLEsWrzQtEnz0D7pdmrRogUmftmypbIqqm3CyzeYN0VwYCrllKFnjfX8qv6attE45CoqNG0RHuCqLK8MO+SqrJKy0jIpLCoycjqVk5XWr22VKyRAAiRAAiRAAl2TAGud1wScfmO4kug3ol/pBIx/20JrUNrWcV8fIVYc4rMQWjvqgucNgrpnqytl6oMqhvDPCe3r7sRySQIkQAIkQAIkQAIkQAIkQAJdlACrTQIkQAIkQAIkQAIkQAIpJzB//nz5z3/+Y5WvUkouuOACwXMtVglTLHzEEUcIjNumOFur7GD88+2337ZKA+FsOzSDDtEBRiBhJAmGxKLjO1vH/Z37779f8GxUZ7Lx9n/88ccCQ8rx9seKV0rJ97///Yw5SYqlA+LA7bTTTsOqVXj11Vet5CmcPQJwlgTHa5nUYNSoUZ7b1ylTpgicFGVS3969e8uIESMyWWRbWWh/ly5d2rbtZgXGb6+66qqsOiSJ1lMpJeedd57U1NRER3e6/sgjj8jKuaCCqAAAEABJREFUlSs7lUunwIEHHpg15w+oF4xQjh8/HqtWYf369VbyFCaBfCSglJLp06dLYWFhVqq3aNEief31163LvuSSS7J2zYmlLBzE2jqiSYVD20cffdS6/w0HbDvttFOsamQsDkbfL7vsMikuLs5YmSwo/QQwp4BgUxL6qxMnTrRJklZZOESBY6m0FpKmzJXK/vzMPvvsY107vJfV3Nxsna5jAjj5/eijjzpGJ9zGeADzSQmFMrizsrJSamtrM1ii/4pCvx5jCxvNMB/1/PPPC5Y26bzKeum7fOtb33IztveqEtNpAm+++aasWbNGr7n/Yux96aWXZq0f7GiK8/7oo492Nl0tGxsb0+KIbvPmzbJ27VpXOqRDCM4EJk2alDBr9CPhjAKOzK699lrBvA7ev02YiDszQqArHj9wCGl7PwM/BhxIYa4Z634ItbW1csUVV1ir0tDQII8//rh1ulQmOOmkk2TcuHGpzNIqr5EjR8qQIUOs0jQ1NWXd8ZGVwhR2TQDz03AGpFT23n3DtfTiiy92rbMjOHPmTJk7d66zmZUl2kXeg0uMPpv34BJrlv29cMZ13HHHyWuvveZJGTwXceeddwrOY08ZuEgEJ7K282Ydsx0+fLhgTvn222+Xbt26ddyd9DbakN///vfG2TEclHnNENe6yy+/XOrr671mkVPpPDjkyqn6UVkSIAESIAESIAESIAESIAESSJpAMBQUPBSwectm2bRpo2zYsF4a1jUIDLjWr6mTuvpwqNdLE9bUS302gx7QGj20PtAN62u0PtAXN9LWrV8nGOhv3twoW5u2SnNLs7S2trbdsFYqexOESf9YzCCFBJiVJwLtDM1J23nVMa+2B0S0vP7q3eH/ekV/9br+6hV+SYAESIAESIAESIAESIAESMB3BDBtoBTmDkJ6PqHFONJq1HMMG/V8ydp1a808ycqVK2T5imWRsFxWrFguK1cul1WrVur9q828SYOW3bBxg3kQDfMumJtwjI87YyYVUBIoCEhhQaF5eQsvT+Bhgx49ekiPHj0FRhHwAgMc3ZQUF0thYZEUaHkR6CdtnxDHWG0stl9hDAnkFwHTPDlVipz7LXruE84DMa9bv2aNrK5bJatXrzJtEtqrlWib6lab+d5tc6ebpblp27wp2qXoEC5CiVJKtzsFuo0qkbKycqmsrGpzwlVVVWm20XYZh4G6LVNKmfkiJy89eyT8kAAJkAAJkAAJkAAJ5CMB9BXF9BcxJm1tbZHm5iYzBt60aZPAUFRDQ+SZA31fv35NneC+fjjU63Ud9D3++mwF6BQdoAeeQ9BLPHOwHs8cbNogmA/YsnWLrluztAZbBR+lwnUXUcKPnwhQFxIgARIgARIgARIgARIgARIgARIggfwnwBqSAAmQAAl0JQJeDJfCOBYMaGebE577u/DCC7OqBhwJNOh7NTZKKJV9g9mx9IUR7UMPPTTWroRxb731lixevDihTKKdzz77rHkOKpFMx3377rtvVp3AROsDZv369YuO6nQdBsM3bNjQqRwFsk/gmGOOMc8YZ1KTQYMGCQzseSnz+OOPl8rKSi9JPaeBc0YYULfJoK6uTpYtW2aTZDvZLVu2yMMPP7xdfGcRfnBI0lHHMWPGyCGHHNIxOuH2l19+KWhLEgqleefhhx8u+P3TXEzc7CsqKjwZ312yZEncPLveDta4qxIYO3asTJ48OWvVf+WVV2TFihVW5cNhDgzwWyVKszDawNNPP92qFDz7n4wDEVxDbY3MKpVdB2zRgHbddVc59thjo6O4nuMEPvzwQ/Mso001pk2blvE+ayL9evToYe0cNVF+mdw3evRo+drXvpbJIrcrC84cwHC7HQkiVq1aJejPJxBxtQv9ulmzZrmSdYTQDoGbs53tZWlpqfTv3z/bamS9/FNOOUVsHTbieprsuNJtxV988UWrvgv6LXvttZfb7CnngQDaEMwp2iaFwX6MwW3TpVpeKSUnn3yyFFo6yMVcPvqTifSBk0m8O59IJnof8nv66aet52ej80hmXSklu+yyi0BvOJA988wzBQ4BZsyYIRgzwLA/AhyGwDn59ddfL+hLoC+eTLldL627GuN34PETnxXOF1x/sIwvtf2empoaOfvss0Upf70Xg7GZFyckL730ksAJyvY1TX+MUkowJ6lU9lji3qTttaSlpSWrzg/T/8t03RLOO+886dOnT9YBHHjggWJ7XOL+Nu5zZ1N53oPrnD76PNm4B9e5ZtmVwDu1eE7Edp40WutzzjlHjjrqqOiolK8vWrRIli9f7jlfXKvhjAtzGZ4zcZFQKSVoR957772k7hsg/Z/+9KesjS1cVDVlInTIlTKUzIgESCDlBJghCZAACZAACZAACfiEAIxjwXnVunUNsmr1Klm6bKksXrxQ5i+YJ7PnzJavZn+plzrM/UrmzJ2d/TBvtszWepgw5yuzPnf+HJmn9V2wcL4sWbJYVqxcYQzMwjEXblY2NTdJa2u0gSzluxsBPjkcqAYJbEcgYtu5zX4yjOpByImPdzMO8UbG/HNStG0ggoEEugYB1pIESIAESIAESIAESCAnCOh78XquQNqC6E8w2CrNLc3GKdfmLZsFD0Bs2LBeGvQcytqGtYIHetat00u9vV7Hb9y00byws7Vpa9hYt56LQB5mfKQHU1gGQ0GBY66QhCQQCEhRUZGUlJYIXr6tqa6Rnj17Sb++/aRvn77SvXsPHV8pRcVFRlYpJSIIeogWyQ956i3hhwRIoOsRQDuCNgDtTFNTs2l/Nm7cYJwfwIEAnCBgCeeAjZs3m7aspbVFTDuk26KQbodADXk4wbRPeh/iAwEVccZVrNuiCkEb1atXb+mtQw/dPnWrqpbyigrBi1ZFRcVGVvQnnJde6Wpf1pcESIAESIAESIAEuhABDE+VUnqsijFqSHA/fpMeEzfosTIcxC5bvlQWLV4oc+fN0ffz9T39OfoeP4K+z++LZw4ieuCZgzZ95s02+s5fOG/bMwf19YJ5ADxP0dLcLBh/o5+slBL91dv8kgAJkAAJdDkCrDAJkAAJkAAJkAAJkAAJkAAJkAAJkED+E2ANs04ABuBgDN9WkdNOOy3jDmri6Th16lQZOnRovN1pjce7lH//+9+tyzjooIPk61//unW6dCeAQa8LLrhA35tRVkUtXbpUZs6caZXGEV67dq288847zqbrJQw1Z9rpUDzlhgwZInvvvXe83fo+X0BgoBwOJG688UaBMdknnnhCysvL46bhDn8QwG90wAEHZFwZHNs4rmwLhr7ZcJYI49F4NttW32TlYXgdDiBs8lHKPw5JovUGQ7Rr0XGdreP5URiF70wuXfvhdGH//fdPV/au8/ViNNh15hQkgTwmgPO3V69eWamh1zHI0UcfbfpUWVE6QaFTpkyxHo+gP1hfX58g1/i7vvjiC/nqq6/iC8TYk20HbEalyD9c86ZPn2495ogk58KHBGAQ+O677xYYMYYTDThxSKQm+qzZ6GMn0gl92cGDBycS2W4fbCqhP7bdjgxHwFiyrWHuVKvYu3dv6devX6qzdZUfjrc//OEPcsUVVwiubW4cW8GJC8ZcrgrIkNDIkSOtSsKxh3fSrBL5XHjixIliO55duHChvPXWW2mv2ebNmwXOV2wK8mu/xaYOfpf1OidwsgcnWOligfHspEmT4maP9+HhQPDb3/62cVCF+dfbbrstrryzA3O8xcXFzqarJRxd2To4dJWxS6H/+7//kzVr1sjHH38s99xzj5x//vmy3377Ca5x4OAyG4qlgACPn8QQMY7DeC6x1PZ7Tz31VME5v/2e7MbAiRCcCdlq8dFHH0m22gw/jG9LS0tl+PDhtti6jnwXqunAgQPlsMMO80WNcc086aSTrHXBfW7c77ZOmIIE2ZofwHiQ9+BS8ANmMYtNmzYJrl8PPvigZy0wh3DDDTcI5io9Z+Ii4eLFi41dGhei24lcfvnl8re//U1wP267nWmKqK2tlZdfflnwDI7XIn71q19lrZ/gVWcv6QJeEjENCZAACZAACZAACeQTAdaFBEiABNoT6PDiQUikpaVVYJAVxqRXrV4pYeNYi2T+/HkyZ+5XEnbI9ZXAOdecubNlbpYDdECYDWdcOmB97ry5Mt845Fogi5cslpWrVsqatWsExmZhMLu5uVlag+0dcrXnwi0SIIG4BHQ7sW0fNnQI6RAx2ox9eDgmeon1cICcXtML/dUr/JIACZAACZAACaSLAPMlARIgARJIDQGlp06U0v/0mAcvAbS0NAscbGF+YVPjJoHjLcyhNOh5h4aIM651cMi1fr1s2rRRNm9ulKatW6W5pUWM45tgUKLHTKFgSJAv4oxDrsIiKS0plYqKSmMMpFfPXtIXDrn69hW8gIEXaIqLiiUQKNAhYCqJtOFgNvmPBEigCxII6TYK1cYy2Bo0DhDQThmHXBvWm7YK7RUC4hp127R1a5O06rbJaYPC7Uh4xgbriA/qOdSgbqeQt1IB42SruLhYyssrdBtVI2ijevXuLd179JBu3bpJhY5HG4aXCAoKCpAs0uZpzcJZmzj+IwESIAESSB0B5kQCJEAC2SaglBKllMAxFQKcVDU3bTVj4rV6nLxq9SpZtnyZLDQOueaa5wxwbx/39RHaOcHKwrMH0AHB6DHnKzFLrcecuXMEYf6C+bJk6RJZuRLPHNTLej3ex1i/uaXJ9MJRZ6XCDJRSwg8JkAAJkAAJkAAJkAAJpIMA8yQBEiABEiABEiABEiABEiCBrkwAc/Tvv/++FYKamhqBMUyrRGkUHjBggBx++OFpLCF+1l4MvyK3Y445RmDYEut+C7vvvrvssssu1mrBMBOei7JNOG/ePGuDTDD0DaPjNmWlUxaGuqAPnkMFv4suukj++te/ChwlbNiwQWCoff78+QLDtldeeaU5f2Do0nkGLJ26Me/kCNTW1lo72EiuxHDqQCAgJSUl4Q2L/+PGjZNhw4ZZpEidKAxEpy43dznBmd+KFSvcCUek0L7hPI1s+moB3WwdTIIBHBtmoyIwmG/ruCIdeqIfYJsv2mXbNJQngXwjkM3+/KJFi+Tf//63FVL0t+A8QSlllS4TwmiHbA2Uop8Ix1pe9AO7lpYWq6QwMJstB2yxFJ08ebLAiHqsfYzLPQI777yznHXWWfLHP/7RONGAM41gMCh1dXXyv//9z4yNop0loQ+RrT5rKumiLdu4cWMqs/SUlx+cm8EhAZxy2VQA/TEEmzSxZDE/AOfXN910k7z66quCeRrMTWAsvmDBAnn22WflxhtvFMjguMO4fe+9946VVU7Fbd68WWzHQn6vIIziH3/88dZqPvPMM2J7XbQtBA5HbBx/KaXMXKVS/uu32Nbdz/Kffvqp9XmAcTeCX+rltEloQ9Ffw/XyySefFLRfOM+bmpoEfcb777/fOKjabbfdpGfPnubdgkR1wPlk62QC1+1LLrlE1q1blyhr7usCBHj8JP6RcU5iPN6WOQUAABAASURBVJdYqv1epZTAUaNS/rwuHHrooYI+VXutE2+hfXrzzTcTC6Vpr9MWpil719nCEZNr4YggbLNGVrnIEwI4t3EfyS/VOeKII6S8vNxKnQ8//NCMo6wSpUgY7GzviaSiaN6DSwXF7OWxKcoZl1ctRo4cKffcc49UV1d7zcJ1ug8++MC1bLQgHI798pe/FNiViY7PxDocgD388MMyZcoUT8VhbHHXXXdF7OB4yiInEoUtkuWEqlSSBEiABEiABEiABEiABEiABNJNQOmbV7oMpUPkG5KQeXh+c2OjvvnUIDCOtXTZElm0eKHMXzBXZs+ZLXDI9dXsr2TOHB2MIarZAgNVHUJW4qAfDGTNnTdH5s2fJwsWzpfFSxfLylUrjEMuPCyyZcsWwWQ5DNOi2ph0UkppFuGAOAYSIIHOCcCGMgIkzdL8w1Y44CEgrDlLrIcDWhq9BnkEvcovCZAACZAACZAACZAACZBAzhLIa8X1dEFkvkBXU4UEjmnw8HtT01bZsmWzMS6+YeN6PYeyVtY2rDXBOOda1yDrN6yTjZs2CRzibG1qkpbmZmltadV5BM1NeYyVEIKhoCDoKRnBHAUeNoAzm8qKCqnuVmMePu7Xt5/06QOHXD0EjrqKiouNrFLb5jKQF4yehzjO0j8WvyTQNQmYdkC3Aa3BoDQ3NxmHgBs3bZT169fpsF6H8HLDxg1mH5wLtrSG2yW8TGjSa3RYhkNQwvFBHSu63VERh1wlui2qkJrqaunVq7f01qF7dzjkqpaK8nIpKS01D06hTRP9CeelFUNDp7f5JQESIAESIAESIAESyEkCCZXWw1Mzfi4oUFouJE26P7qpcZM06LHy6tWrZPnyZeaZg3nz58jsOWGnV7ivP2dO+2cN5mbh+YPtyozohGcOEOYbh1yLzTMH9fX1sn7DetOfxjgf4/BAQJm+MhgIPyRAAiRAAiRAAiRAAiRAAiRAAiSQ2wSoPQmQAAmQAAmQAAn4ksDnn38uMCJto9xOO+0kMJBlkyadskplz8jtl19+aW34FYYN4bwpnUySyRuGYA866CDrLGAEt6GhwTodHMI1NjZapYPxbFujslYFeBA+99xzBYbn//Of/8htt90mJ598ssCYFwyYesiOSXxCYNKkSeZZ40yrU1FRIV4Meo4aNUrgNDHT+qK8bDiYmzFjBoq2Cmjf0M5ZJbIT9izdt29fgYMSmwxwHbK9jtvkn0h2xx13FD+0cXCEY2tkFNwS1Y37SCDfCcCgZjadIeEctHUiMklfk8ePH+/Ln0YpJbYOcfDu1LvvvmtdH6R77733rNPZ6mddgGWCXr16CZxOWCajeA4RUEqZfvSECRPM2CjaWRLGTH7tj0mOfdCeY9yZbbXRJ7Q1og6nsitXrkyb6o5OMEgPx9hwkD137lwzbt9nn33SVi4zTo4Arg04rm1yef31163nNm3yh+xzzz0nNnNXcPjkV0fQqE++BDjhs61LiucEbIuPKf+b3/xGVq1aJagPrpfHHHOMoE0tLS2NKe8mEm2gl7nT1157zTgwxBynm3Iok58EePwk/l0xjsO4LLFU+724LiC0j/XPFtoL3HOx1QhjU1sWtmXEkt9jjz3M+1Wx9mUybty4cdbFzZ492zoNE/iXgFL+c7Y3evRo2XXXXa2gYY4Oc3VWiVIkjPk+OBtNUXaus+E9ONeofCcI57Gnn366PPjgg551w31UpEef23MmLhPCLvfHH3/sUnqb2He+8x3zvAHsY22Lzewanmm59957pX///p4KfuihhwTOrT0lzpFEgRzRk2qmhAAzIQESIAESIAESIAESIAESSERAz5OZ3UqUWTr/WoOtsmXrFoFh1rVr10hd3WpjXGrZimWydOliWbxkkSxZukjg6AphiY7LalgS1gl6ISzR+i1dukSWLV8qy7XOq1atNA8cbFi/Xho3N4oxNNvSIqgn6qyUEqUUVhlIgARcEoAhZYGVdx2wbhuQNiSRP9hjRrl6iRis2gVKkwAJkAAJkAAJkAAJkAAJkEB6CTjTBhizwDlNa2ur4AG85uZmadrapOdRtuqwRbZu2SJ44GDr1q2C0NzcZOTgyMs43dJqKqUETmoKCwuNwxo43yorLRM8FNOtqlq613SXXj17GSc3eIEL63hIp0bHV1ZUCh5SLiwoNHMZSoXnMzAmE/3RQzT814FfEshHAqyTGwJop0KhoDjtVFNTkyBgThTOAbHEdrNuv1pbWyIOt/SkTCRzpVRbG1VYWCTFxcWm3akor5Cqqm5SU9NDevbo2dZO9endx6zXdKuWci1TXFwiaKNguAJtnRIl/JAACZAACZAACZAACeQ/AaWU7kcqUUqJSFCPhZtl85ZG2bBhg3FeXVe/WlauXCG4j79Y39/HPf3F+r7+4rb1xbJEr2fj+QPoYMqN6LN46aKwLlqfJZHnDlatXiVr1tTL+vXrjHNujPlbdH9a9P1OpZSpt/6v684vCZBA8gSYAwmQAAmQAAmQAAmQAAmQAAmQAAmQQP4TYA1JgARIwI7AJ598IqHww3GuE8IwH4wyuk6QAcGJEycKjAZmoKh2RfzrX/9qt+1mY+eddxY4D3Ejmy2ZadOmSWFhoVXxMNbmxSkMjDZaFaSF99prL2v9dDJ+ScCaAAylKqWs02UrARwkKZU7+ibDae3atfLf//7XOgs/G99Hu2trLBPPDcAhojWIFCSggfkUQGQWJJAUAe+Jhw0bJjCo6T2H5FJ66UPvtNNO4mcHPmPGjJHy8nIrMG+//bbg3SmbRPX19fLRRx/ZJDG/NZwiWSXKgLDfnIRloMosggRSTiDb7XnKK8QMuzwBOJiDwyQbEHAg8Morr9gksZLF2POFF16wSnPYYYf5ut9iVRmfCm/atMmTcXc/zwmkErVSSvbdd19PWf7jH/8QOMd45plnzDu0njJhopwmoBSPn3g/IMZvGMfF2x8vfs8990zyuhAv59TEY04SzgBtc8PYFGNU23TJyEPX8ePHJ5MF05JAygiMHTvWXDNTlmEKMsL9e9zHt83Ky1ydbRmx5HkPLhYVxsUjAGdcJ598sjz++OPxRDqNr6mpkZdffll22223TmVTIYDr1nHHHSff/va3BQ7zYPeqs3wxz3zttdcae1mdyaZ7/4gRI+T2228X2LWxLauurk4ee+wx22Q5JR/IKW2pLAmQAAmQQG4QoJYkQAIkQAIkkGcEQsGgwCDrls2bZePGjYLBfUPDWlm7Zo3Ur6mT+vrVxkkXHHUhrK5bLdkNq4w+q1djiaD10zrW12td19QbA1/rN6yXTY2NsnXrFmlpaTY30zq+iKNU13iIO88OV1YnKwTCRppDov9CTggKjMsHg60C4/SJQ0ggGwqGzAtxOBcRYLAuK9VhoSRAAiTglgDlSIAESIAESIAESAAEzPQB/iljcFv/E71mgui5BaUUpPSqahdwAx8OavBAQlFRkcARFx4Yqq6uMc5s+vbpJwP6D5DBg4bI0KG1MmTwUOnfb4D07NnLOMEpLyuXkpKwoxullCkjPJYyq3p8hWV4vIY1BhIgga5JQInSFVf6vw66rVBKid7QX6WD6I+KBD0To5uMbe2IEqWUediosLDItDd4YMo4CuzeU3r36SsD+w+UobptGjpkqAwaONi0UX1695UePXpKZVU3KS0tMemRZ1vQ80fCDwnkGgHqSwIkQAIkQAIk4JmAUkr3AEP6fnyLNG1tks2bG8PPHKxfJ2vWrpE6fQ9/dd0qWb1a39PX9/fb1hFXh7gsPXug9Vmty18NPSLreBYCYU2HZw62bNkiTc1Nuo6tplOtlO5Lg5jCPwYSIAESIAESIIGcIUBFSYAESIAESIAESIAESIAESIAESIAEcoIAnkH54IMPrHU1hkutU6U3Qc+ePSXTRvhgfBFOqGxrBmOopaWltskyKg9DT6NGjbIqE05h5s6da53GlmFhYaFkykiWVWUonJcEYAw8lyo2bty4rKmL57czWTiMrs+bN8+qyH79+hmDd1aJMiwMp2q2Rc6cOdM2SdLyaIuHDh2adD6pyKBv376+NmqcijoyDxJINQH082B8NNX5uskPzwZ9/PHHbkTbyUydOrXdtt82Bg0aJLjO2Oj1+eefS0NDg00SWbJkieAaaJMIhlN79+5tkyQjsnASZsssI4qxkO0JMMa3BNAfq6qq8oV+MCztC0WoRE4TwDjjlFNOsa7DU089JZs3b7ZO5yYBxls286foYx1//PFusqZMEgTgKO2LL76wygH9jq7UVsEZB45HK0gR4cWLF8vRRx9t5lDuu+8+Yx8xsouLLkKAx0/sHxr3QBYuXBh7Z4LYXHBGvPPOO0uPHj0S1GL7XcuXL5dFixZtvyONMb169ZIBAwaksQT3WeO6UlZW5j4BJfOOwKRJkwT3p/1Wsd13391aJczVYc5OrFMml4D34Nzzy/Q9OPeaZUZyzZo1AueRL730kucCYZPq7rvvzuhzBhjjnnnmmXL//fcLxi+wPY5nTFauXCkYa/71r3+VK664Qo466igZOHCg4Lpy2223CeaaPVc0xQmPPPJIgVMxL9m+8MILgrGbl7S5kIYOuXLhV6KOJEACJEACJEACJEACMQkwkgRSSUCpGNagQuES4EinuQnGsTbLho0bZN36BuPUas3aeoGTq7r61QLDUwirYZQKBqmyGYwOq4xOq+uw1KG+zjgPw+REQ8Na2bBhvTQ2bpKtW7caZ2OtrS2CeqLGSiljbBbrDCRAAokJoJkI6X94oQ0hqDdwLrUPnTjlCgUl7IwrvBSdR8iY5guXjfXwGv+TAAmQAAmQAAmQQNckwFqTAAn4l4DSqpmg/+mv3hI9p+AEpdd1EDFL0R9sIQRESUAFpCAQEDyQUFxULKWlpVJZUSk1jkOuvn1lQP+BMmjQYBk6ZIeIQ67+AodccIhTXl4uJcUlJr1SSg+l9OBMYPs7vNRreotfEiABEhDRTYT+J+aj9H8l+k9hBf/0MuqL+R0EpFG6nQoECkw7U1JSKhXlFdKtW7X06N5D4HhrwICBMmTIUN1G1Zq2akD/AdK3Tx+9v6dUVVZJiU4T0O1cVPZcJQESIAESIAESSECAu0ggXwiE+5IizlLf9hM8eL+1aas0bt4sGzdtkHXrGmTt2jVSX79aVjuOuPR9/jo8Z6Dv8a92ljrOrGM7Q6FOl1+ny12ly0PAMwer9bYJWt/6+nqBYZkNGzbIpk2bBC/w4HkKPHMg+oN6i9Ir/JIACZAACZAACZAACZAACZBADAKMIgESIAESIAESIAESIAESSI4A5ui/+uorq0xgkK+2ttYqTSaE8cwgjERmoiynDPCDEX1n281SKSW77LKLG9GsytTU1MjYsWOtdYAhKZtE69atk/nz59skEThe8eMxaFUJClsRyJYwni0e4BPjnm4YwEgbjIC6kU2HTKYNJy5YsEDwjrtNXQYNGuR7x0045mydKsAZIu6127BIVtZPxm8LCgrhWQKvAAAQAElEQVQEIdk6MT0JdCUCcP6nVHYeyEH/z7bPiPeE4HTGz79RZWWl7LDDDlYqwrEWnuWySQTj742NjTZJZNiwYWJ7bbEqwKMw+vWZdqrsUVUmIwHfEoBjGbSRflCQ/TE//Aq5rwNqAAcCY8aMwarrAEPmGBe5TuBSEO8EPv/8823vGrtJBv2HDx/uRpQySRCAExjbOYERI0ZI7969kyg1t5LiOMTxmIzWOK/OOOMMwVwxzsubbrpJMB+DcyOZfJnW/wR4/MT+jTCGmzdvXuydcWJxTy3T86ZxVEkYjXlljB0TCnXYCWeYcODXITqtm36a38X7/kplZ24lrZCZuWsC++67ryjlv2MAc2i280C4vsNRkOvKp0CQ9+DsIObCtcSuRu6llyxZIgcffLDMmDHDfaIOkmizH330Uc+OpTpkl9Qm5k/69OljHIOdfPLJgj72008/Lagn5n0PPPDApPJPdWI4g7v22mvNmMA2bzi3RoiVLh/iAvlQCdaBBEiABEiABEiABEiABEiABFJFQKkOE2UhMY6qmpqbBZPJGzfAONY6aWhYGzaQtabOOL6CUy4YoAobyFotWM9W2KbDKq3bKqMLDHnV19fJmrUwjuU45Gpsc8jV0tqqbyYHDUYlyiz5r40AV0igEwK6oYATLROC5lwKBYOm7WjvmCt2nJEN6X0mfUjwp/+JCZ2UzN0kQAIkQAIkQAIkQAIkQAIkkC0C7WcP9JaeU1F6TsEErCNAuchSKb1HiSilTMADEHjwAC+R4IZ+SUlJlEOu3tKvTz+Bc5vBA4dI7dBaGTp4qPTr11969ugl3bp1k/KyckEapFdKCT7OQ8HOEnEWgaIkQAJ5RkCJiqqR0ltKRLcXSumlIGAzvJTtPkoCAYSAcchVWlIq5RWVpv0JO+Tqo9uogTJEt01Dh9TKoIGDpX+/AdJHt109e/SQqsoqQRq0dWiTEIQfEiABEiABEiABEiCBLkUA3U70KXHTD86qmpq2yubNjYIXXtavX2eeN6jT9/Dr6vQ9fTjlQtDr4fv9+l7/ajx3oPc5zrAyukS5kRDRo06Xj1C/ps48L7Fh/XppbNwkW7dskebmJmnFMwf6BqdSSvTXBJ/+4FSLBEiABEiABEiABEiABEiABEiABEgg/wmwhiRAAiRAAiSQtwTWrl1rDPvYVLBfv36+NVw6ceJEm6okLQvj+TDAaJMRjM7bGjW0yT9VsniWcuedd7bO7ssvv7RK49V4bk1NjVU5FCYBLwS6d+9uHMB5SZuNNEopwTOG0kU+tg4RgcWLIUqky2Twcp3NlrHMioqKTKLJRFksgwS6DIFsGnBF/xn9aBvYfnICGE9vtIm1tbXxdseMx3hs6dKlMffFi5w9e3a8XXHjx40bF3dfNnd4YZZNfVl2/hHAeznLli2Te+65R6ZMmSJvvPFGzlWyZ8+eOaczFd5GAM//vvTSS3LSSSfJNddcs21HF1/D3Nmxxx5rRaGhoUFeeOEFqzRuhNFGwCGXG1lH5lvf+pbAYbazzWV6CMABzObNm60yx5ysrXMKqwJ8Jozj8NJLLxWlVEo0w7zvVVddZZzQ4l18OA947rnnBA53U1JAZjNhaZ0Q4PETGxDGbxjHxd4bOxZtD+b7Yu/1TyzuuYwaNcpaIS9jVOtCohJUV1dLcXFxVAxXSSA7BJRSAueF2Sk9cakDBw6UwYMHJxbqsNfLfF2HLKw3eQ/OGlmXTIB7gV//+tfl/fff91x/3Dt9+OGHxXac6bnAPEw4fvx4OfXUU61rhrm3Z5991jpdriSgQ65c+aWoZxcnwOqTAAmQAAmQAAmQAAlkikAo1L4kJfpPBaSwoECMcejSEnMTtby8QvDAEAyrVlV1k6pKhEqprKrU69kNYR2qtB5OqDQGrSsrKqWivELrXy6lpWVmkhovWsD4NSYelK6r6I9xBqSX/JIACcQjoM8WPbmulBKcO0VFxfqcKjXnVzfdHtRU10j3Hj2lV89e0rtXbx366IBlb+lltvWypw56vZde9tCyNTXdpbpbtVRWVplztFjfRCosLJCACohSSjp+MGHVMY7b+UCAdSABEiABEiABEiABEiABfxPAvAnGIyaIkkCgQM+XFG8bE+lxTffuPcJjn959pE+fvtJHL3v3dpY6zmzrpR4T9dbrfXrpdb3sq2X79u0n/fv1l/79EQZI/34DpF+/foL43lque00PPW6qNE5unDkNpZTgA92wZCABEujaBNq1Bbp5UEpJQaBQtxslUqHnRzFvg7mYXs68jW5/0FahjQnP4/Rum8dx4tCOQQbtVL++/XW7NED69w+HAXrZT7dbSIsHCfGSB+aO8ZIC2imllLTTSfBhIAESIAESIAESIAES6AoE0A/E+Bl1DQQCgv5hUXGRoK9YWlYmuHdfqfuouD+IfmSVvk+IYLb1OpYIVZWV+t5/5gLKRKjSOiBUVlXpsThCpXnuAP3q8rJyKSktDT9zUFQoBQWFgjqK/qDO4brrDX5JgARIoEsTYOVJgARIgARIgARIgARIgARIgARIgATynwBrSAKZJ1BfX29tMBPP48EYY+a17bzEAQMGSHl5eeeCKZIAv/Xr11vlNmjQIMFzQVaJsiTsxcHZwoULBQal3aoMA2+2xnPhUKdS3/NyWwblSMArgZKSEsF74F7TZzod2hYYLs90udkqb9asWdZF4z1+3Gu3TpjBBNAxF4xlQkfomkE0LIoESCBFBNAO9unTJ0W52WcDxxYbNmywSgg7CX4dg0RXxL2js3AqPBc1d+7c8IbL/16uf7Z6uVQlJWJ+dRaWksoxE98RaG1tlSVLlsiDDz4oxx9/vOA5SxgqP/vss+Xjjz/2nb5uFPLz+e1G/64mA6dRr776qlxyySUCJ444BqdNmyaPPvqoBIPBroYjYX0PP/xw80xxQqEOO5966inrec4OWWy3+dZbbwnmurbbEScCbcpee+0VZy+jU0nAiwOYrtjv2GeffeSAAw5IJXqTV3NzszzyyCNy5JFHSk1NjeDYR9v29ttvy5YtW4wM/+U+AR4/2/+GK1euFIzjtt8TPwb3M3DNjy/hjz1KKdlxxx2tlfEyRrUuJCoB2pvcmpOMUp6reUUA92LgcM+PlcIcGu7n2+iG+924722TJllZ3oNLlmD+p3/nnXdk3333lXnz5nmuLN5PhTOuE088UZRSnvPp6gmVUsYhF+bpbVngd7R1aGpbRrbkA9kqmOWSAAmQAAmQAAn4kABVIgESIIEuTGDbpPl2HrmMYayKykrjXGfQgMGyQ+0wGTl8lIwZPU4mjNtRdpywk0xEmBhZYj3bAbqYMEkm6uX48RNl3NjxWuexMmL4SBk8aIjAgCwM0MLQV0lxiRQUFpojACycYCL4jwRIwBDAeYEVPceEhZmoKyoskorycn2zubs5pwYNHCy1uo0YNWKUOecmjN9Rxo+bYALOQRPM9njdfkyQsWPHyaiRo2X4DsNl6JBawYtkMAjdrVs3KSkp1edlgRQECkxZKB8P5WAp/JAACZAACZBAMgSYlgRIgARIgAQ8EAgb0w5JMBiS1lY9f6K/xXo+oaKiUrrXdDfOtwYNHCTD9PhmzKixbeOg8WMn6PXxZow0bsx4GTtmnAlj9HLM6LEyevQYMy4aqcdRw4eN0GOqHcz4CHn169dPz8f0FsxfwBhDWWmpeVFeqfCDE874KLzUCul6hdf1Cr8kQAJdisC2cz9kHpBWEvnT7UVxcZFgrgXzoZh/wfzoqFGjZaye3x2v50wnmLmaCTJOL8fq7bGRtmqMbqMQRo8aI2ijkA5tXO3QWhmk54DgQBCOBXt07yFVlVVSVlommCvCg15KqSj+bJ+iYHCVBEggkwRYFgmQAAmQQFYIOOPnkDN+1n1D3PfrVtVNevfqIwMHDJQdhu5gxsLjx02UnSZOMs8c7Kjv6+O5gx0n7ihYTtTLtmcRMvr8wY5t+uyodYIOO06ATjvKBL0cq8fzw4ePkCGDh0jfvv0E/eGKikrBHIHS/XDMG6B/jpCVH4CFkgAJkAAJkAAJkEBXI8D6kgAJkAAJkAAJkAAJkAAJkAAJdCkCXpwh+dnYnXmPqlevjP2GMBzU0tJiVZ4vjC+61Bg8bR2cLV68WDZt2uSyBBEvxhpHjx7tOn8KkkAyBHLN4VBBQYEgJFPnXEkL487Lly+3VheOFs455xzxc7jooovks88+s6obHBvaOEO0ypzCJEACeUcARnmzaQx80aJF1kxhFPjqq6/2dfuNa8tjjz1mXTcbY8e4/tXV1VmVkW0HbJ0pO3bs2M5E0rIfhqnhYAXPpGUiwBHdkCFDXNcFskiTCd1QBliAiWsFc0AQ5wuctfztb3+Tc889V0aMGGFsPaGP/61vfUueeOIJq7FrDlQ5toqMzQoBOH/DeOUf//iHXHfddbLHHntIcXGxdO/eXQ488EC57bbbrJw8ZaUSWS500qRJMnXqVCstPvroI0/zTPEKwZzf448/Hm93zHj8vrW1tTH3MTK1BLzMKXZFJ4Z4j/5HP/qRaYNS+wu0zw39FrRte++9t2C8MWHCBLnpppsEzmfRJraX5lauEODxs/0vBeeu28cmjsH9DIzLEkv5Y68Xx4VLly5lvzoLP99VV10lGMtlKtxwww1WtYR8pnRDOeBhpWAKhHv06GFsTaQgq5RnAad1uJ9vkzH6vrjvbZMmWVmMz6FrsvlkKj3uvyFkqjzrcvIswQsvvCAHHHCA2M6FRmOAjZZHH31UTjrpJFFKRe/iugcCEydOlD333NM6JRyq4bkk64Q5kCCQAzpSRRIgARIgARIgARIgARIggTwj4NfqYJIOujlLrCNgcryyolJ69uotAwcOkh1qhxkDrGNhsHX8jrIjDGS1GaLaSWAYK5thxwk7iQlGr0kyccIkgeOwcWMnCJyIjYRDrsFDjKFsGLQuL6+QkpISKSwoRHUlGAyaiVuzEbYVa1b5jwS6MgGnXXCWSikzWVdYVCjlFRXmQZo+ffoZY8w7oI0YOVrG63NuwviJggCDzuPGjTcG6GHoefy4CYIwbsw4GTVylAwbNlzwgtaA/gOlV69eAoN8pSWl5iExTBAqpQx+lB8dTCT/kQAJkAAJkAAJkAAJkIBPCVCt/CMAo+JBY1A8qCunpKioWCr0vEJNTXfp07uvDBo0OOyQa/RYMyYy4x4zFppgxkPj2jm6GSdw3DV65BgZFXF2A4dcGFMNHTLUjK/69e1vxkjIv7KySkrh7KaoSDBOwthIK7FtDkNvOHF6lV8SIIEuSKBjG6CUMvM3aKu6VVWb+VC0L3CsNUq3PWPG6LZKz9Fg7gbtlZmzGTNeMF8zVu8bo9uy0bp9GqXneUaNGCUjho0wczi1Q3eQwbq9699vgG77+ph5IbzkXFpW1jaXg3ZKKdX2K3TUrW0HV0iABEiABEiABEggDwiwCtsTMONn/S/YGhQlAX0/vlSqulVLbzxzMGCQ1A4dJiP1PcIJAUkwSQAAEABJREFU4yeIcXpl7u3vZNYn4n5/mzOuHSXTzx7gWQOUiWVYt50EOk2coHXR9z7H6vubGL8PHjRE+un7o92795DKysrIi7/KPG+AuQNdfeGHBEiABEiABEiABEiABEiABEggfwiwJiRAAiRAAiRAAiRAAv4gAOPUtprAeKBtmkzJ4x4DDJdnqjwv/GpqaswzQZnSMZlyYCi6W7duVlnAYFswGHSdBs4VXAtHBHv27BlZ44IESMDvBNKlX3Nzs3hpPz755BO56667fB3uu+8+awODcMiVaWN2eH8Z1910/cbMlwRIIH0E0Mfr06dP+groJGcbB1ROVg0NDXL//ff7uv3G9eWDDz5wVHa9/PLLL13Loq9t4/wWGRcXFxunCFj3Y8CxWF5e7kfVqFMOEECfcOXKlfL666/LPffcYxxvwYkP+ihwBjJq1Cg55ZRT5E9/+pNxCJIDVbJSEecOHGlbJaJwygjgvS5c0z799FOB47crr7xSYCwc7RrsiuG3Ofjgg+UnP/mJzJw5U3C8pqzwLpARzuHDDz/cqqZNTU3y/PPPW6VJJIx5vxkzZiQSabdPKdWlDb23g5HmDS99IqWUb51mpBmX7LPPPvLTn/403cW0y/+zzz4TOEcZMWKE6Ysef/zx8thjj8m6devayXHD/wR4/LT/jXBtaB/T+VYu3c/AfAH6MZ3XapsE2mT0i7bFpHdt3Lhx6S2AuZOASwK9e/eW0tJSl9KZF/NyrnhxeJr5mrHEfCeAa8rvfvc7OfLII6WxsdFzdTFn8uyzz8pxxx3nOQ8mbE8A823Tpk1rH+lia82aNfL555+7kMw9kUDuqZwSjZkJCZAACZAACZAACZAACZAACcQkgEF9xx1FhYVSWVklvXr2ijjkGi4jRowSOLeaMH5ixPhUlBGqCc56tpY7ykTHQZheTtT6jNd6GqPXo8cKDM4OGRR2yFVdUyMVFRUCh1wFhQWm6niBAhxMEHrkMlD4L1cJpERvnAvIyFliXSllDMAXFRZJ2Ph8D+nbp68xPr9D7TCBkWaccxPG7yjjx000hujhFA+GnREPB13jx02QsWPHC4w6w2jd0CG1MnDAANPWdKvqJiWlJcZRnmPAGeUjCD8kQAIkQAIkQAIkQAIkQAIkkBUCIeP8KhgMGePaIirikKtSaqq7C14+GDRwsAzbYZieMwk7uYGj4nAYL+PGTjBjoHFjxwmMd4/VcxSjnTBytIzUcy3Dhw0XjKmG6PER8urXt58ZI9VU1+i5mUrzIC/GYUopwccZI2GJgDiGLkmAlSaBNgId24KACkhxUbF5AQNzN5h/GTl8pIzW7c7Y0ePMnA3maBDQTo3TczVj0U7pfWN0G4UAp1xoozCvOmyH4TJ0aG3YaWC//tK7Vx+BA4IqPZdTFnEaqHSZSqmwTnp6taNO4R38TwIkQAIkQAIkQAIkkK8E0P9DwPi51RgvVPp+fJl0q6qWXr16y4ABA6W2dgdzj3C8vo/oOL0KO8Dasc0p10Q4wIrc75+o7/lnLDjOwHTZbbrpuIn6vifufcKB7fDhI2Tw4CHSV4/b0R+uNA65SkSpsEMu1F8kZOYR8vV3Zr2yQoCFkgAJkAAJkAAJkAAJkAAJkAAJkAAJ5D8B1pAESIAESKATAl6MARcUFHSSa/Z2452pkpKSjCnghd/IkSMzpl+yBcH4cXFxsVU2dXV1smzZMtdplixZ4lrWERwwYICzyiUJpJVAr169xM8GFdNaeZ9nvnHjRlm0aJHPtcysel4clGVWQ5ZGAmklwMxziICNA6ocqpZnVeFgCwbM3WSwYcMGmT9/vhvRNhkYVO/bt2/btt9WoF+3bt38phb18QkBPDcIh0fvvvuuPPTQQ3LxxRfL0UcfLUOGDBGMVRH69esnU6dOlbPPPts43vrvf/8rOK98UgWqkeMEMO6A442nn35arrvuOpk+fbqMGTNGevToIZiDwphx4sSJxvHbzTffLK+99pqsXr06x2vtH/UPO+wwGThwoJVC+K0wN2WVKI4wfk8YDo+ze7voXXbZRXbfffft4hmRegJbtmyxdmSNeU70O1Kvjf9zVErJZZddJt/5zneyoizm0J944gk58cQTpaamxrSjN910kyxYsEBwrc+KUizUNQGlfHf8SDaPHxzPruFFBPP9nhDGqBirRqrLBQl0GQLop8Lerl8rXFRU5FfV2vTCeIr34NpwcEUTwHX2+uuvl4suuihig0pHeviiz/nMM88IxpQekjNJAgJ777232DrvRHZffPEFFnkXAnlXI1aIBEiABHxFgMqQAAmQAAmQAAnkA4FAQYF5CBtGVXv26Cl9+vSV/v3665vAg2TI4KFSO7RWhiIMqZUhQ4bKUL+EodCl1ugDB1wwZD1w4CDpp3Xv2bOX1HSrNo6E8NIKJuIKAuGXa3DjCyEffjvWgQRSRSAUCufkLLGlREmBbh9KSkqlsqLC3EQOtxF9ZED/ATJ48GB9/g3R7YIOg4fI4EGDw0GvD9H7YKQOcQP6DxQYme/Tq4/06N5TusGAc3m54LzEQz0IEvmgfJ6fERhckICvCFAZEiABEiABEiABEsh/AuHxiJgHZmFUPKTHRIUFhVJSWip4+KimW41gTNS3bz8zZ2LGPHr807aMjIkwP4GAOYqBAwaa8VN/PYbq17e/mXPBgzjIp6amRjAXU15eYeZl8NINynPGSNAn/6mzhiRAAskQUEqZ5HhIqLysXKqra4wDLcyPwsjLoEGDBPM3Q3RbFQ6DjbN1tFGD9DwqgtNOIQ3mhfv07i29eui5Vd1GYQ4H7R8ccZk2qrBQlFI6mGLNv5CEzJL/8oUA60ECJEACJEACJEAC7ghgzIqxM4KIkqLCIkGfFH1I3A/s0zt8PxH90KFDIvf0zXMG4fVtzxwM0fcbh2Y8bHvuIaLP4KGCOOiL8Xw/PfbvhWcOamoEzrhKS8oEY3bRdUWdEcBA+CEBEiABEiCBnCRApUmABEiABEiABEiABEiABEiABEiABPKfQO7WcNasWdbKjxs3zjpNphLg2RsYQMtUeTDKbFsW3u+yTZMt+aqqKtlhhx3SVjwcD9gaSldKCQzopk0pZkwCUQTQpuB5wagorvqEQGtrqyD4RB1fqOHFwaEvFKcSJEACGScwZMgQ83xOxgvWBcKmAfqAepXfCAE4DYFTichmyhewXYGQ8oxTlCH69nh3IkXZZSAbFpEuAnB89PrrrxsHCwcccID06dOnzeERHNycdtppcvvttwsMKi9evFhgpDldujDfrkcAx9Nnn30m99xzj5x66qlmLgRtJ+ZFRo0aJcccc4z85Cc/kQceeEDgWHLt2rVdD1IWaox39KZMmWJV8ueffy7vv/++VZpYwmiTHn/88Vi74sbB2HtXdfgUF0qaduCctZ1TLC0tlfLy8jRp5P9sMScNx4GHHHJI1pVFO3rVVVeZthYODs877zz53//+x3merP8y8RXg8RNmg3Zn6dKl4Q2L/7k0v4z35GGXw6J6FCWBPCaQuGo4t5VSiYWyuNeLM0Avzw0kU0Xeg0uGXv6lxXX2zDPPFDjkSqZ2uI69+OKLgrmlZPJh2tgE0Lbg/kLsvfFjMeeCewPxJXJzDx1y5ebvRq1JgARIgARIgARIoD0BbpEACaSFgFLhibOACggm0kqKS6SsrNw43sFN+Opu3aSmplqHGuleXaOX4fWaar3MYqiu0bqY8muke9t6tUBfGPiqqqyUCn3DEQazcfMEDxXAGZdS4fpK5JOPg+BI1bggAQ8EQhI2GhdlRFmfMjAEj/ahGO1DaZlgwriqskq6oX0w7YI+D82yWmr0+VitQ7iNqGk7PyGLNBWVFVLmnJuFRYLzEvkrpUQpFdE5XD7PzwgOLkiABEiABEigqxFgfUmABEgg6wTCYyMzPtLDk0CgwBjcxpwJHnB2xkSYgwiPfapl27KmbR37ETAe6lZVJc6YCMbJS0tKpaioWAoKCiUQCJjxEMZAwWBQgqGgbPNtoxXQPLBPL/glARIggZgElFKmLcE8qGmn9PwL5ki7davW86XVUqPnaswcql7WVNfobR2n51a7Iej5nW46YC64sqLCvMRRqud/ikuKdTtVJAUFBaaNEnx0k4S2EW1SOCCSgQRIgARIgAQ8EmAyEiCBnCeAPiEqgT6iiJJAgR4/FxVJiR7zlpdF7inq8XC17pfWoC/qBN0PbRtHIw591Oi4jKzX6H6xDtFlGV3CfeVq9JErK8P9Y12fYn2fFPdLA4ECwSdcZz18d1YQyUACJEACJEACJEACJEACJLA9AcaQAAmQAAmQAAmQAAmQAAmQAAlknACMv9oWCiNFtmnyVR6OB+CAwKZ+MNjfpY0b28CiLAnkMYGVK1cKjeDn8Q/MqpEACaSVQEFBgSil0lpGvMxhWNWLAfN4+TE+9wmUlpYax0u5XxPWwJYAnKvOnDlT4ISjb9++gvdspk6dKnDQ8dprr8nq1atts6Q8CVgRgGO3m266SSZMmCDFxcVmefbZZ8vDDz8sCxYsELx7apVhqoWZn7HNNn36dKt+C563fuSRRwTLZBDCOdA777zjOgs4ejriiCNcy1MwOQKYU1y1apVVJpWVleZ5dqtEeSZcXV0tcDR3+umn+6ZmDQ0N8sc//lF23HFH0xdAvwDOQJI9h31TwTxShMdP+H2WlpYWq18V1wc4mrVKRGESIIGcIIB2MScUpZIkkAMElixZIvvtt588+OCDSWk7bNgwefPNN2XPPfdMKp+MJ86hAtH2jRkzxlpj3BPAvQHrhD5PEPC5flSPBEiABEiABEiABEiABEiABLJKQCklgUBAigphHKtEYBi6Qt+ww8MhMMpaU1MTdqrTvdrcxINxLAw8sxmgQ43WywR9Yw1L6APjsd26VUllZdU241hFxcZwNuqolPMgHoxrhyTWh3Ek0LUJbDsvlAqfL0op81BIcXGxlJaWSUV5hT7HKo1Druqa6u3ah+3OT32OVsNoXVWVVFZUmjYmbHy+qL1RZw3eufnsLHUUvyRAAiRAAiRAAiRAAiRAAiSQFgLxMoUtbYxJECCD+YRCPWfSNiYqK5cqPW+CeQjMR7QP1YL46GCccWE8VFUpcOYFwwslpaXmpQjk2/bioB6OoUwTZNu8BbahBwMJkAAJdCSgVHjuBvFoq+Dor0y3LxUVlVKl50gxH4P2qEbP39R0rxEsq7GOuRoTuglkumnZKj2fWlEZdsiFPOCEEPPFaKOQP9oi3TLpVd1Y4T8aS9NW6Q1+SYAESIAESIAESIAEuiwB00/UfUN0TQsCBZFnDkqlTI+dcV8Q/czq6m4Svn9YLTX6Hn91dDD90mqpTuMyXt5hnWqkRuvTXQezrfXAEs8dhJ85qDD3R4uLivX90iLzXAV+bKfeWGcgARIgARIgARIgARIgARIgARIgARLIPgFqQAIkQAIkQAIkQAJ+JzBo0CC/q0j9SIAESIAESCDlBODUIpWZMi8SIAESIDq/53gAABAASURBVIHMEED7jeej3JQGxxP55pCyqKjIvP8l/HQZAvX19cbpVq9evWSPPfYwTjhwbHcZAKxoVgk0NzfL3/72N4Hx6CFDhphj8bPPPsuqTiw8MYHJkyfL2LFjEwt12PvKK68Yp2odoq02X375ZWlqanKdZsqUKTJu3DjX8hQkgWwRwHv3d999t9xzzz2Cfhj08EvYvHmz6ReMHz9eRo4cKffdd5/ko9F+v/D2ogePHy/UmIYESCBfCQwcODBfq8Z6kUBGCbz33nuy1157yfvvv59UuRg7vvHGG9bjx6QK7YKJS0tLpX///tY1X7x4cV727QPWJJiABLJLgKWTAAmQAAmQAAmQAAmQQMYJKBV2uFNSUtLeOFa3sHGs7sZga43A+JTfQveaGuleXd1mpKtbVTdjGBuOxUpLS8yNtsLCQikoCIhSyrB1+wCYEeY/EujCBJRSxrAcziEYYobh+PLyCnOOwRAd2oNE7QPOT8hAFgb3KisqjUMutDW4CQ7DfEqptnNT9KcLnZ+6tvySAAmQAAmQAAmQAAmQAAn4lUB4bKIkoAKCMVFxkZ4z0TfiyyswJqqSGj1ngvkIjHk6BsfYN8ZCCFVVVXocVWWcFJeVlQucFBcXF5t8A4ECMyaCo5tgUP8PtQ/CDwmQQK4TSKv+SoXnVQKBgJkHxQNDlbqdgjNAtD9ojzA/4wS0V4gzoVu1QMbMp1ZVmjaqvFy3UaVl4szdIF+llOCDdrFjEAk76MJ+BhIgARIgARIgARIgga5JAH1EESUBPb7F/b9S88xBmTFKgr4m+p6mP1pdI+iP+ilgXI/g6ARdTdB9ZXNf0/SPS6W4uCQyhg+I6LqG6yz8kAAJkEA0Aa6TAAmQAAmQAAmQAAmQAAmQAAmQAAnkPwHWkARIgAQ8E8AzOp4TMyEJkAAJkAAJ5CiBL7/8Mkc1p9okQAJdnECXr/6iRYtk48aNrji0tLQIHHi5Eo4IweFMZWVlZIsLEsgegSVLlsgZZ5whcMR10003SUNDQ/aUYcldjgCcvNx+++3m+DvllFOEfefcOQTQZpxwwglWCi9dulRmzpxplSZauK6uTh577LHoqE7XjznmGIGNqE4FKUACPiBQUFAgZ555psybN09w7PpApe1UmDt3ruk3DBgwQNB+ox3fTogRWSHA4ycr2POlUNaDBEiABEiABNoI4H3RZ599Vvbbbz+Bs6a2HR5WDjroIHn55Zdl0KBBHlIziS0BOM+1TYN57WAwaJvM9/J4+9n3SlJBEiABEiABEsg8AZZIAiRAAiRAAtsIKKUkEAjoUGAMSRUVFklxcbEJML5aXFwicMaDdQRsZzMYXSI6OXqUQN+isM4w9AVj2QUFhbpOAVFKRYJEfWgsNgoGV0kgLgGllDFAHygICG5AFhUVGgPPxfp8c9qDEpyPJbqdQMB6JBTrpQlFxSZNoW5bCo2DvILwuRkIn5siSvghARIgARJIFwHmSwIkQAIkQAIkYEsAD0qEnGmDdmMiPR7SY5qioiI9Z1JighkP6bEPlsV6GQ7Fep8OReFQpJdIU9huTBQZF+n8oR/KhGMblBteRywDCZAACbgjoJQycy0Fej4U7Q3anWLMl5oQbq+KdRuFuRyEYhOv26jIEvKFun0r1OkLCwoEc0BKKVFKCT5om7BEYBsFCgwk4EcC1IkESIAESIAEMk8gum+olDJ90kCgoO2ZA/RNo8fLWEco1n3TbAbogNBRB8QhFOt+MnQv0n3kAt1HLigI6L4xghLnE113J45LEiABEiABEiABEkg/AZZAAiRAAiRAAiRAAiRAAiRAAiRAAiSQ/wRYQxIgARIgARIgARIgARIgARLIXwIFBQWi1LbnsPK3pqyZXwmsX79eLr74Yhk6dKjcd999WVSz86KV4rnSOaXckoATw7/+9a/m+MNxiOPRrzVQisdfvN/m4IMPNu8Px9sfK/7xxx8XGPyOta+zuPfff18+//zzzsTa9g8cOFBgAL4tgiskkCME4LDgySeflC+++MK3jrnQbqP93nnnneWTTz7JEbJdQ00eP13jd2YtSYAESCA3CVBrvxNobm6Wn//853LUUUdJY2NjUuqedtppgj5tjx49ksqHid0T8OKQa+3atbJq1Sr3heSIZCBH9KSaJEACJEACJEACJEACJJCfBFirnCEAg1GhUFCCwaC0IrTqZa4FR2+9DOq6hPQyFLEWG1lE/R688R8Fg6skEJ9AyJiEF5xLOK9M+6DPrdZgq7RatBFoW5wQCoZMfsgzfG7qQuJrwD0kQAIkQAIkQAIkQAK5QIA6kkAeEVCq/ZyBHsGYMUy7MVGrizGRGTvpuZbI2Cmox1HOuAjLEOYu9KBIfw298JLjIwOD/0iABKwJhHQjEtLtis18jSMb1G0a2iUTdD5YhvQSIaxIuG3ath2O5X8SIAESIAESIIEuSIBVJoEoAkpFj5/16DnShwzqe4Ft9xR1X9Ppd+bOstU8NxHU4/qQ7mOHdL1wxzSq6jQKEw2D6yRAAiRAAiRAAiRAAiRAAvlHgDUiARIgARIgARIgARIgARIgARIgARLIfwKsIQmQAAmQAAmQAAkkSaB79+7SrVs3q1zmz58vGzZssEpDYRJIFYE33nhD4EDj9ttvN88IpirfVOYzevRo+fOf/yzLly+XfffdN5VZM68sE1ixYoWccMIJ8s1vflNWr16dZW1iF19TUyP/93//J4sWLZJf/vKXsYUYK5MmTZKpU6dakZgxY4bMnj3bKg2E8QzzI488Yt5vxrabcOCBB0ptbe02Ua6RQI4RwLUQTgzq6urkxhtvlAEDBviuBnAaNnnyZLnjjjuszk/fVSQPFeLxk4c/KqtEAiRAAiRAAmkksGnTJjnzzDPlRz/6UdKlXH755XLvvfdKRUVF0nkxA/cEioqK3AtHJOEw3avT7EgWvlwEfKkVlSIBEiABEiABEiABEiABEiABHxHAzddtIShhA9EwLL19aGnZPg4DykyGFmO0K44eMG7dijqEJBgKmRtWqBtw600sdIg2DKY3+c0LAqxEegjos6jtPAoFQwLDc0F9jrWa0P48RPvQEuv81Ocl2oigXgZD+vzUwTkvRcIGndOjPXMlARIgARIgARIgARIgARIgAW8ElIrMHeghC8YvJgT1eAbjIj0eatGhNWr8E3Ms5OzHWEiHVp0GY6qQziMUGReFzGRFSI+7oKcuDAuGhAS4kwRIYHsCaEsQgrp9CZq2qv2cTbv2Ktb8LtJE2qhw+qBul9A2hQNKRP5YMpAACZAACZAACZAACZBANAGlIuNnHYk+YwjjXfQvI6FF9zNbnfGxXrboEL2djfVEOoT3BaVV6x2M9K9DeuweDrqS+qvUtjrrTX7TRIDZkgAJkAAJkAAJkAAJkAAJkAAJkAAJ5D8B1pAESIAESIAESIAESIAESIAESCB/CVRXV+dv5VgzKwIUJgESyC0ClZWV4taIaVlZmRQXF+dWBaltlySA5xR/+9vfyje+8Q2ZO3eurxjgfDv44IPl0UcflYaGBoGDj9NPP11wLvpKUSqTFIH33ntPdtttN3nqqaeSyicdicePH28c3sBh4po1a+TWW2+VwYMHp6OovMkT179jjjnGqj5g+9prr1mlgfCCBQvklVdewaqroJSSk046SZTis86ugFHI1wR69uwpV155pSxZskS+/PJLs967d2/f6Nzc3CwXXHCBXH/99YJ13yiWRUX8VDSPHz/9GtSFBEiABEiABPxJYMWKFTJt2jR58MEHk1IwEAjI7bffLjfffLPredWkCmRiEohDIBAnntEkQAIkkGoCzI8ESIAESIAESIAEcppA2IBUKOxsJxg0BqZgZKqlJbKul23rrZG4LC5bOpTdblvrH9TBqZOzzOkfiMqTQBYJmHMIBudCQdNGtOrzK1H7EH0+tq0jjQ4dz80sVotFk4BXAkxHAiRAAiRAAiRAAiTQhQiERP/B8LYZE4XajYkwLkJoG/d0mKvAvuiA8ZAJemyFcVZQ5xmKrNNZcRc6qFhVEkgTgRDaKh2Cev4luu1p1fO6ZlsvE87v6nRIi+DkFb1Mk9p+zpa6kQAJkAAJkAAJkAAJWBCI7jsG9VgX/UrTD40aK7sdP3dMl47tWLpEx0F/BNQraMbvIU0DQS/4JQESIAESyCcCrAsJkAAJkAAJkAAJkAAJkAAJkAAJkED+E2ANSYAESIAESIAESIAEskBg4MCBWSiVRZIACZAACSRLAE4OSktLk80mG+lZJgnEJAAHGVdddZVceuml5r3AmEIZjKyoqJCjjjpK7rzzTpkzZ45s3rxZXnrpJTnhhBOkuro6g5qwqEwReOGFF2S//faTxYsXZ6rIuOXASDgcg1177bUyc+ZMc/x9+umnxslNbW0tnTjFJbf9joMOOkhsxzzPP/+8Yb59bvFj8DstXbo0vkCHPWPHjpXJkyd3iOUmCeQ2AaWUjBo1yjgPXLlypcCB4I033iijR4/2RcXgkOvXv/614L0DXyhEJdoRUIrHTzsg3CCB/CDAWsQgMGvWrBixuR3ll2t9blOk9vEIfPzxx4Lx8VtvvRVPxFV8eXm5PPXUU3LBBRdwTO2KGIXSSYAOudJJl3mTAAmQAAmQAAlkgQCLJAESIIH0EcBNnVgBBqaCoZC56RNrf7bioJMT4umQPlrMmQS6FgHdAsRsA+K1Dzw3u9bxwdqSAAmQAAmkgwDzJAESIAES8BOBWGOizsY98eYqnHg64fLTL0xdSCA/CDjtS/TStFXBkGAZHe9mPT+osBYkQAIk4HcC1I8ESIAE8otArH4m+qIIsfZlMw46RYd4unD8nl/HKGtDAiRAAiRAAiRAAtkhwFJJgARIgARIgARIgARIgARIgATSSWD9+vXpzD7pvDOpX1FRkbW+s2fPtk6TrQRbtmyR1atXWxVfUFAghYWFVmlshGE8fe3atSJik4qyfiCQj8YJ/cCVOrgnsM8++wiuEfHuVed6PBxfuKdBSRIgARLIHQJlZWXy7rvvxrS7kOttN/R//fXXpbKy0tUPAscutn3tpqYma2ckrpRJkRAYtLa2pig3ZpNtAvg94SDj1ltvzYoqcHAH51twGgKnOhs2bJCNGzfK008/Leeee64MHz5cMGbNinIsNAkC7pPienHaaadJY2Oj+0QpkoTzt913312uuOIKefHFFwVObFpaWowjLjiPgeHx0tLSFJXW9bKBA7MDDzzQquIw9G4zF4F5sL/85S9WZcC5X69evazSUDg7BHA9aGhoyE7hOVyqUkpw/l155ZXyxRdfCBg+++yzctJJJ4mXufFUobj66qvlySefTFV2zCdNBJTKr+NHKWV97wN9klWrVqWJcOqzxTmO9tImZ4xRMVa1SUNZEiCB9BOAs2zbUjhetiVGebcEXn31VZk6daoLx9mJcxw8eLC8rudSjzzySDrjSoyKezNEgA65MgSaxZAACZAACZAACZAACZAACeQZAVZBazLZAAAQAElEQVSHBEiABEiABEiABEiABEiABEiABEgg/wmwhiRAAiRAAiRAAiRAAiRAAiRAAiRAAvlPgDUkARIgARIgARIgARIgARIgARIgARLIfwKsIQmQAAmQAAmQAAnkAYFx48ZZ12LJkiXWaTKZIJP6jRw50rpqXgygWReSogTQ1db4Yvfu3aVPnz6uNIDjgaFDh7qSdYRg4B1OuZxtLkmABLomgb59+wraG5vaL1q0yDhksEljZPmPBEiABEggZQTgrGTgwIFW+aHvt2LFCqs0+SoMfjA8a1M/OKNcu3atTZKMymK8gWt0RgtlYWkjAMcYcJCRtgJ0xnD+MXr0aPn2t78tcLz18ssvy7JlywSOj+Ds4OmnnxY4DYHzI4w5dRJ+uwiBhQsXCpxxwZFEOqvcv39/geM3ON567LHH5KuvvjKOD9Ge/ec//5GbbrpJpk2bZuZGlFLpVKVL5a2UMg6AlHLPFE5QnnvuOdec5syZI2+//bZr+fLycjniiCNcy1MwdQSqqqpkhx12sMoQDtdwTCRMxJ2dEqiurjbH/d/+9jfZunWrzJ8/X+68807BdTeTDnmCwaBcdNFFgvO2U6Up4BsCuX78YDxmO54FfPRTscyFgHYS7aWNrhijgo1NGsqSAAmkn8Ds2bOtC6mpqbFOwwQkkIgA7us/8MADcuihhxrHrolkO9s3efJkefPNN2XXXXftTJT7fUgADsoxhvahakmpRIdcSeHLbmKWTgIkQAIkQAIkQAIkQAIkQAIkQAIkkP8EWEMSIAESIAESIAESIAESIAESIAESIIH8J8AakgAJkAAJkAAJkAAJkAAJkAAJkAAJ5D8B1pAESIAESIAESIAESIAESIAESIAESCD/CbCGJEACJJBOAjBkbZs/DLrbpsmUPIw6ZdK4oRd+XgygZYpfx3JgzNzWeH9hYaGk2/gqjK131JXbJEACXYtAQUGBINjUuqmpyRjKt0lDWRIgARLIJIGuUJZSStBftK2rn8cgtnVJRh7sbA2dw6GZbZ8+GR1t07a2tgqCbTrK+4/Au+++K2effbbAQUaqtOvTp49885vflLvvvlv+97//yYYNGwR9ui+++ELuv/9+43jroIMOEjhIsu0bpkpH5uMPAuvWrZOzzjpLUjnngjmf/fff3zh+mzFjhtTV1ZnjG3MScPwGx1vHH3+8jBw5UmBY2h8k8luL3XffXXbZZRerSr700kuC48NNotdff93KSPyUKVNk3LhxbrKmjA8I+L1P5ANE1ioopaS2tlbOPfdcmTlzprlGw0HWLbfckhEHXcuXL5cbbrjBOOW0Vp4Jsk5Aqdw8ftA/sIUXq39im0em5HFPCE65bMrDOFUpZZOEsiSQFwQWLlwoGzdu9G1dvMylDRgwwLf1oWK5RwDPbfzqV7+S6dOnS3Nzc1IVOPbYY+Xll182fc+kMmLirBGorKyUfHT6F8gaURZMAiRAAiSQKwSoJwmQAAmQAAmQAAmQAAmQAAmQAAmQQP4TYA1JgARIgARIgARIgARIgARIgARIgATynwBrSAIkQAIkQAIkQAIkQAIkQAIkQAIkkP8EWEMSIAESIAESIAESIAESIAESIAESIIE8JQCjwZGquV4sWLBAYEDJdYIMCm7atEmWLl2asRK98GtoaMgZI6GrV6+2NiY3ePBgsXES4MVwMRhm7EdmQSkjQEcLKUPJjDQBGG4bMmSIXnP/hRH2+vp69wkoSQIkQAIkkBYCo0ePts4XRo6tE+VhAjh8geMhm6ph7ObFCLNNGcnIrly5UvzsMCyZuvk4bcpVgxHyH/7wh1aObGIpEQgE5NBDD5Vnn33W5IXj46GHHjKOliZMmCDoA8ZKxzgSgNO21157LWkQuEb9/ve/l/nz58vWrVvl1VdfNY7f9ttvP+nZs6coRWcTSUNOIoPu3bvLYYcdZpXDBx98YBz6dZYI48UHH3ywM7F2+4855hgpKytrF8eNzBDA9WDo0KFWhaFPBKdcVokobEUAzjGHDx8ul19+eZuDrlmzZsnPf/5zGT9+vFVeboWfeOIJgaNOt/KU8y+BXDl+vNwTyqX5yEWLFlkfJAMHDrS6J2RdABOQgE8J4J4X+hd+VA96LdD380XEtXro1/br18+1PAVJIBEBOOC6/vrr5Xvf+14iMVf7LrvsMsFYrUePHq7kKZR+Aujj25aCMVxRUZFtMt/L0yGX738iKkgCJEACJEACJJAzBHj/LcmfislJgARIgARIgARIgARIgARIgARIgATynwBrSAIkQAIkQAIkQAIkQAIkQAIkQAIkkP8EWEMSIAESIAESIAESIAESIAESIAESIIGUEvDluwoprSEzIwESIAESIAESIAESIAEScEEAhrVgYMuFaJsIHF7B8VVbhI9WoNfixYszppEXfnAmsGHDhozpmExBMH4Oo202efTq1UvgKMBtmpqaGreibXJejDy1Je5iK8uWLfNNjb/88suILlyQQPIEYLStW7duVhnB8HYmrxFWylGYBEiABLoQATg0sa3uZ5995lunwLZ1SVbeiwF4PzspWLVqlTQ2NiaLhemzTODpp5+WV155xbMW6NvBUDOcs73wwgtyxBFHSHV1tef8vCTcsmWLwCm1l7RMk10Cc+bMkVtvvTUpJY488kjj0AXt5fnnny+1tbUZd76F+bakKuHLxKlX6vjjjxebuaSWlhZ59NFHO1UEc00fffRRp3KOAJyPHHTQQc4ml1kg4OU6gd85C6p22SLhYGns2LFyzTXXyKeffiqYl/n73/8uJ554osAJZyrANDQ0yOOPP56KrJiHzwj49fjxMh7DvDiuRz5DHFMdLw65Bg0aFDMvRpJAvhPA+QLn1H6sJ/SCfja6oW/lZc7OpgzKdg0CcMZ19dVXC+Z5kqkx+ou/+c1v5Oabb6Yj5GRApiFt7PmLxAX17t3b6hmSxLn5Zy8dcvnnt6AmJEACJEACJEACuUig44utKiTSMU74IQESIAES8BUBKkMCJEACJEACJEACJEACJEACJEACJJD/BFhDEiABEiABEiABEiABEiABEiABEiCB/CfAGpIACZAACZAACZAACZBAvhPAuwl4RyG6noiL3uY6CZAACeQ7AdaPBEiABEiABEigjUD//v2lR48ebdtuVmDoGIYu3chmWmbNmjWSSd1gmAwGymzquWTJEoGRcZs02ZKdOXOmddEDBgyQwsJC1+mGDBniWtYRhJEnOF9ztrmMTyCT50N8LURgcJS/WSJC3GdLAI7/cA2zTffBBx/YJqF8LhOg7iRAAr4k4KX/99VXX2W0n+9LcBGlxo0bF1lzv/jwww9Nf8x9isxJ2hqIzpxmLMktgfr6erntttvcim8nt//++8u8efPk2muvFVuHq9tllkQEDEbDaHkSWTBpFgiEQiG5//77Zfny5Z5K79Wrl/zjH/8QOJUbPXq0pzxSlWjdunWpyiqv8xk+fLjsvvvuVnWEw8CVK1cmTPPyyy9LU1NTQpnonVOmTJHBgwdHR3E9wwTgOM+2yNmzZ9smoXwKCWAu55BDDpFHHnlE4Ajz2WeflV133TXpEuDMc+3atUnnwwz8TcAvx0+fPn2s7n+A6sKFC2XDhg1Y9XXAefnxxx9b6+hljG9dCBOQgA8J1NXVybJly3yomQjGFvPnz7fSDc71unfvbpWGwiTQkQDmVi644AK59dZbO+6y2i4vL5ennnpKLr74YoGTTqvEOSyM++kIfq4C9PPS9g0dOlQqKyv9XDVPutEhlydsTEQCyRFgahIgARIggXwjENIVQtALfkmABEiABEiABEiABEggQoALEiABEiABEiABEiABEiABEiABEiCB/CfAGpIACZAACZAACZAACZAACZAACZAACeQ/AdaQBEiABEiABPxBAO8sIPhDG2pBAiRAAiRAAiRAAvlGgPUhgVwgAGdSO+ywg5WqMGC7YMECqzSZEoajpkw6u4KxcFuHZuAHY+OZYuK1HDhPmjVrlnVyW2O4cOBVVVVlVQ6MyPnVUPqTTz5pjEmNGTNGpk+fLjfddJM899xzAqObfnGOZQU7RcIw5gnjhCnKjtmQgCHgxSEJjMrieDQZ8B8JkAAJkEBWCHjp/6H/vGLFiqzo66bQTMrA2Llt//nzzz8Xv/ZF33vvvUziY1lpIABHN15/x9NOO02eeeYZgeHvNKhmleXmzZutnPFYZU7htBHA/NSf//xnT/kPGzZM3nzzTTnwwANFKeUpj1QlgkFrzMOkKr98zqesrExOP/10qyp++eWX8tFHH8VNg7lEOPSJK9Bhh1LKzPkUFhZ22MPNTBIYO3asdXFoM/x6rv3iF78QzDNPmjRJzjrrLLnjjjuMw8AlS5aIX+dBrX+AqARFRUVyxBFHyLvvviufffZZUo65kH7OnDlRuXM13wlk8/jp2bOntRPZXBnPwoHPF198YX34YIxqnSiHE1B1EnAINDY2yqpVq5xNXy3R58H9aBul4CzHdr7JJn/K5j8BxxnXXXfdlVRlBw8eLK+//roceeSRWR+rJ1URnbi1tdW0E8uXLzd1evzxx00//5xzzjFjSjxPgOsoHFUppUwfI9HYVWeZ9S+cjOK5B1tFvNzTtS0jG/J0yJUN6iyTBEiABEiABDJDgKVkkoBCYXy5FRQYSIAESIAESIAESIAESIAESIAEMkqAhZEACZAACZAACZAACZAACZAACZAACeQ/AdaQBEiABEiABEiABEiABEiABEiABEgg/wmwhiSQgEBIxLyzIPyQAAmQAAmQAAmQAAmQAAl0YQIwrDV69GgrAjASDCOXVokyJPzJJ59IKKTHOxkqr6amRmyNv0I/GBpNoYppyQqG2rz8zrY8+vXrJ71797aqA4xWLVq0yCpNpoRhsBKGfWHs+YEHHpCrrrrKGAyrra2V7t27i1JK+vTpI3vssYecf/75Apk1a9ZkSr2slQPjXHCkljUFWHBeErBtbwAB7Vp9fT1WGUiABEiABLJEwEv/D/2l2bNnZ0ljfxU7cOBAgWFaG61giNmLoVSbMrzIoo+IfrOXtEzjDwKYH4AxYS/a7L///vK73/1OKioqvCRPeRr0EeGEIOUZpzZD5taBwNtvvy1Lly7tENv5JuZz/vrXv1rP6XSeszcJOITDPIy31F0v1e677y64HrqtOebinn/++bhzhhgnfvzxx26zM8fN5MmTXctTMD0EBgwYIJjbtskd83ZwwGaTJhOyOEZxHEK3//73v3LvvffKBRdcIAcffLDp96GeSilBnQ844AC5+OKL5amnnhK0HZnQL91lwDj/G2+8Ieeee66nosDhq6++8pSWiXKfQKaPH4xn4dTThhzGs3CSbJMmG7IYc9ved0H7hLYpG/qyTBLwAwG/Os5BvwLjdRtGeF6ADmdtiKVdNqcKSJUzrvHjx8s///lP2XXXXXOq/rGU/eCDD4yDrb59+5p+/NSpU+WEE04w/Xw4LcMzApgXXbx4seDZAuSBzjI3ygAAEABJREFUfi22se7XsGLFCpk3b561ejvuuKN1mlxIQIdcufArUUcSIAESIAESIIGUEYh+B1XPV5sHYRGHdcGKbUl4zhshKPoGjk6MdQS9ar7R6yaC/0ggHwmwTiRAAiRAAiRAAiRAAiRAAiRAAiRAAvlPgDUkARIgARIgARIgARIgARIgARIgARLIfwKsIQmQAAmQAAmQAAmQAAmQAAmQQNYJRL+DgHUdjH36oNZMrwuCXrX6KhG8M6EXeql0EBElgoB4LIWfLkSAVSUBEiABEiABEiABEshlAl4MGr3yyitia8gr3YygDwwxp7uc6PxhmGznnXeOjnK1/u9//1u2bNniSjZbQp9++qnAoJJN+T169BA4nrJJU11dLWPGjLFJYozNfvjhh1ZpMiGMY9CNXqtXr5aZM2fKH/7wB7nmmmuksbHRlXr9+vWTsrIyV7KO0Pr1653VrC6XLVsmdXV1WdWBhaeCgL/yQHuDdsdGKxiVzQUDuDZ1oiwJkAAJ5BoBL/0/1PHVV1/FossHOJGxdUqJ/ub777/vO3boF8+ZM8d3elEh9wTQt8L41n2KsGR5ebn8/Oc/F7QH4Zjs/4fBYxg+zr4m1MAtAYzB4ZDGrXy03JVXXukrA99wBkcn1tG/UOJ1jAWPPvroxEId9r722muyatWqDrHhzb///e9W85wwot6rV69w4rz97/+KwSnb4MGDrRTF/BScclklyoBwQ0ODuHEotXz5csGxfPvtt8uvfvUrq+M2A9VIqgjMeaJep59+uqd8Zs2a5SkdE+UHgUwePxiPjRo1yhrc66+/bp0m0wnQr0f/yqZctMNoj23SUJYE8okA7gnanjfprj/0wX1823L22Wcf2ySUJwFDIFXOuA466CB58803ZcSIESbfXP8Hh5Vexo1w5OXnuqPdg7NRGx1xLxfjeJs0uSIbyBVFE+rJnSRAAiRAAiRAAiTghoDSQgi6B6R0ELw5im0EvQvfttVEL6k6+7AMhSSEF1uDeqNV56DXdZRe0dv6q1f4JQESIAESIAESSBUB5kMCJEACJEACJEACJEACJEACJEACJJD/BFhDEiABEiABEiABEiABEiABEiABEiCB/CfAGpIACZAACZAACZAACSQmYN5FCIl5NyGoRc27Cnob64g0+3W8s9Sr230j+9rekYAANvAuRUBJ+J0KRDKQAAmQAAmQQJoIMFsSIAESIIG0EJg8ebLAGLZN5jDmvnLlSpskaZeFPtAr7QV1KOBrX/tah5jON//zn/+I3w0te3F4MGzYMIHTqM4JbJMoLS2VSZMmbYtwuQYDljAq51I8I2Iwnmvr6AfOyLp37+5Kv0AgIEopV7KO0JIlS5zVrC4XLlzo2vFYVhVl4TlFYNCgQTJu3DgrnUN6Huzpp5/Wc2SRiS6r1JkRnjdvntTW1grqd8ABB8j5558v99xzj6Ddg/Ftvzt0zAwllpL3BFjBvCaA/t/ee+9tXUcYE0af3zphhhKgb3riiSdKnz59TP/2rLPOkptuukmee+45QV8IfcVUqFJYWOjJiQz4QcdU6JCqPN59911ZsWJFqrJjPlkg8OWXX3r6Dc844wzZbbfdsqBx/CL96KAlvrbcAwL19fXy0UcfYdUqYBx+5plnWo+vrQqxFEY/39agtWUReSWulBI45FLK/RwJ2qv//e9/23GAMzQ4ONpuR5yI4uJiOfjgg+PsZXQmCdTU1Iitk1LMCfzrX//KpJquykJ/CHMBroQjQqNHj5aqqqrIlrvFxo0bZfbs2fL4448LHBPuscceAuP4Tz75pLsM0ixVVFQkP/jBD6R///7WJfllDtRa8RxKkLbjJ0UMMnX8KKVkl112sdYa15q6ujrrdJlKgPlGOEGxLQ/tcI1uj23TUZ4E8oUA7gmmar4nVUwWL14suA9tkx/6A7gnYZOGsiQAAq2trXLLLbfIXXfdhU3P4bTTThP0SXEses7EZwkrKytlyJAh1lrBQSb6XdYJM5AA46lMPUOSgeqkpIhASnJhJiRAAiTQRQiwmiRAArlOQN+Q0RNjSull5AVSvESKTdFR+itiNiT8SfRcnt6nvyL4FwxJqFUnwVIHCelI/dUx/JIACZAACZAACZAACZAACeQgAapMAiRAAiRAAiRAAiRAAiRAAiRAAiSQ/wRYQxIgARIgARIgARIgARIgARIgARIggfwnwBqSAAmQQE4TwDsJoZCE8I6CDs47C3iHAbuwjFs/IxDZq5QorOp/zvsTWAridcBSRO8UfkiABEiABEiABEiABEggNwl0Na3hRMnWoQkMyn/wwQe+QgWjuosWLcq4TjB+auuECkaWYYAx48q6LBCODmCw36V4m9hOO+0kbp1LtSXSK/vss4/+b/d95513BHrapUqvNAy4f/XVV1aF4NyrqKiwSmMjDKcLMI5lkyYdsnAklI58mWfXJgDD016cIqL9XbVqlW/hvfjii8Zxy9KlSwW6/uEPf5Czzz5bpk6dKgMGDJCysjIpKChoc9h18cUXyyOPPCK4tvi2UlSMBEiABDoQgCMepezuI8CRhhfHKx2KTtsm+oLoQ69evVr++9//yr333itXXXWVHHnkkQKjxugnK6XaOey64447BMabbZWCQzM45rJJB2Ou2RgvxdMRfdSXX3453u6MxbOg5Ah88skn1hng2D355JNFKbs2wLogiwRwQIBzxCIJRX1AAM5X4MTGVpVjjz1W+vbta5ssrfIffvihbN68Oa1l5Fvmu+66q5VjP1x3nn322e0wzJkzRzCnuN2OOBEYl02aNCnOXkZnkgCuJ3vttZd1kZij8puBe7QBtmN6nAOxKo9jHQ4L4fj0nnvuETiJhSNCOJPDPMqoUaPkhBNOkJtvvllmzpwpa9euFT/N8w8fPlzQTseqW6I4ODrC9TyRDPd1ToDHT+eMIIHxLNogrLsNGPe9//77bsUzLofr4dtvv21dLtphWxbWhTABCaSIQDqywbn98ccfpyNrz3ni+o57CzYZTJw4UQYPHmyThLIkIOg33HrrrXLNNdckRePyyy8386jpvF+elIIeE3t1yIXxKRzreSw2rcmWLVsmM2bMsC5jzz339PQMiXVBWUhAh1xZgM4iSYAESIAESIAEskgA93Z1wAukKoCVcFAKyxh6Rb+I2nE39gV1JEJrKOKUK7KNfXrV45fJSIAESIAESIAESIAESIAESIAESIAE8p8Aa0gCJEACJEACJEACJEACJEACJEACJJD/BFhDEiABEiABEiABEiABEiABEiABEiCB/CeQnhrinQS8q6CDccbVqiP0uiDo1biFxtqH1yXMOxN6JaAE71IovFmKoOLmxB0kQAIkQAIkQAIkQAIkQAI+JADD8DCCY6vaX//6V4GzH9t06ZCHwafnn3/eGH5KR/6J8oRzlJ133jmRSMx9Dz74oKxbty7mvmxHwpASHArY6gGjxLZpIO/FqRmcwr311ltI7psAA+6W54TsvvvuadUfRvc2bdqU1jI6yxyGfeFArTM57icBLwQOOOAA62Ro39DOWSfMQAJcF3B96KyoYDAoOL/hsOv222+Xn/zkJ4K4ztJxPwmQAAn4hcDYsWNlyJAhVuqgz3///ff7ZgzSUfnHH39cGhoaOkZvtx3tsOvCCy807fl2Qp1EjB8/XmydgcBpDZw+dpJ1xnYvWLBA4MAsYwWyoLQQmDVrlnW+cAQCxyDWCdOYAAaF4QwljUUw6zQQwO/W2NholbNSyji6tUqUGuG4uWAege1hXDxxd1RXV8shhxwSd3+sHZibwBxF9L5XX31VbI6jY445RsrKyqKz4HoWCXhxioPjAEbus6h2u6LRx8Vx2C6ykw04v0F/MJYYnGXusMMOZs7x7LPPNs4NvvzyS2lubo4lbuLgSMQvzqyUUvKNb3zD6GXzD/OfaE9t0lB2ewI8frZnEisGfVn0aWPtixeHcz0fxrPR9UNbhHY4Oo7rJNDVCODcjuX0NVsc4OT3vvvusy5+v/32EzgPsk7IBF2awJNPPilXX311UgxuvPFGQSgqKkoqH58lNuoopWSXXXYx6zb/1qxZI36do8KzGXhGw6Y+Sik59NBDbZLklCxemcgphaksCZAACZAACZAACXgloPt1YoLuASnzEqmIMusigpdIlf6nv2ZdXHxCIQkFRUItIQnquetQc8isI85FaoqQAAmQgA8IUAUSIAESIAESIAESIAESIAESIAESIIH8J8AakgAJkAAJkAAJkAAJkAAJkAAJkAAJ5D8B1pAESIAESIAESIAESIAESCAfCeDdBLyvgHcVzDsLLSHzDoOEYnndikHAeT8C70pE3p1w3qFQBUoQ7YQYqRlFAiTgOwJUiARIgARIgARIgATCBGAERykV3nD5/6WXXhI4NXEpnlYxGHN/+umn01pGvMxLS0tl2rRp8XbHjX/33XcFBmDjCmRph1djbT169BAvjslQTThj2HvvvbFqFZ555hnfOGSAE52nnnrKSn9bZn379hU40LMpZPHixQKDtDZpUi2LdgLGXFOdL/MjARCAMbuhQ4di1Sr85je/8aVTRDjYwvXBqjJaGA4Re/bsqdfifRlPAiRAAv4iMGDAAE8OUWDo9b333vNXZbQ26HM99NBDes3uO3r0aJk4caJdIi2NPuFBBx2k1+y+DzzwgNTX19slSpP0Cy+84MkZWZrUYbYeCMDphZexRv/+/X3nzAZjczit84CBSbJIYP369dalw8h87969rdOlM8GiRYvk3//+dzqLyNu8jz/+eKmpqXFdPzgd+uyzz9rk4YDozTffbNvubGXgwIHi5frbWb7c750AnFLZOiltamqSl19+2XuhKU65wIOTUjgCgkOgWKoMHDhQBg8eHGtX3DgY/F+2bFnc/Zne0adPH4Gjn0yXy/JE0M7x+On8SMAcHObiOpdsL+Gne2rRmq1cuVIeeeSR6ChX64naIlcZUIgE8oQAnOviPPJDddDfnTFjhpUqxcXFcvDBB1uloTAJ4D4WnL8Gg0FPMAKBgPz5z3+WK664QgoKCjzlkQuJdtxxR1HK7hkc1Ovhhx8WjFex7pfg9RkSzH9/7Wtf80s1Uq5HIOU5MkMSsCFAWRIgARIgARLINAH0bQP6H/rweIFUB9FBmSCCl0tF7zZB9AfretHuGxIJ4QVWPZbAy63B5pAEtwR1CAledJVWvdT72qXhBgmQAAmQAAmQAAl0ZQKsOwmQAAmQAAmQAAmQAAmQAAmQAAmQQP4TYA1JgARIgARIgARIgARIgARIgARIgATynwBrSAIkQAIkQAIkkDECcMZl3k0w7yuExLyzoNfxDoMEI+804N2Gjho570BgqQPekVAFIqpAb+jgLAVvluLdCh0t/JAACZAACZAACZBANAGukwAJ+J7A5MmTZezYsVZ6NjQ0yJ133hl+P9oqZeqFH3300awac99vv/2sDACDAN4r/81vfiMwXoRtv4S///3v8o9//MNanT322EN22IlNqwQAABAASURBVGEH63RIAAOrxxxzDFatgp8cMsyaNUs++ugjK/3hfMHGwCkMkiHYFAKj8kuWLLFJklJZHOdwTgFjxynNmJmRQIQAHNXtueeekS33i5kzZ8pzzz3nPkEGJDdu3Ci33Xab9XVVKSWHH364KMVJuQz8TCyCBEigMwIu9yulPBn7RZ/i17/+tTQ3N7ssKTNiMJI6Z84c68L2339/gcMB64Q6Adp+GE3Wq66/cGaG/r7rBGkShFMwOAdLU/bMNkMEYBi4rq7OujQ4eqioqLBOl64E6IPddddd6cqe+aaRgJexLhwaem1301WVxx57TDB2T1f++ZzviBEjZK+99nJdRTgSjHZ+BgdEcETkNoMpU6ZYOzpymzflvBHAOe3FSdrdd98t8+fP91ZoilNhfmLp0qVWue62224Ch0CxEsFJne08P9ogOFWIlV+uxA0dOlTgdDFX9PWrnjx+3P0ySnmbi/PTPbXomt53333yxRdfREe5Wt9fj2d79erlSpZCJJDPBHD+PPXUU1mvIvq6uL+AuTMbZeAoZ9y4cTZJKNvFCSxcuFBOO+00wXXNCwo448Jc6vTp0/P+vhb65UOGDLHG9Pbbb4uXuWbrgiwSvPHGG56eIUlm/ttCvayJ4rWJrBXOgkmABEiABEggUwRYDgm0EVAi5oVS3QtS5qVSve0szcukENBB9McszD+9IaL0n4Qk/NFLvOCKl1lDTSLBrSEdghJsCkmoRYvo/W2yerPdV7Xb4gYJkAAJkAAJkAAJkAAJkAAJkECKCDAbEiABEiABEiABEiABEiABEiABEiCB/CfAGpIACZAACZAACZAACZAACZAACZAACeQ/AdaQBLoMgXjvFkTeR8C7CXhHIbg1KMGtIcG7C+YdhqAmBBm9CL+3sC2jEN57cDaVXgkoUcYRl+hlVMA7FTpAXPghARIgARIgARIgARIgARLIKQIwmnfCCSdY6/znP/9Zsm2sc/HixQIjqlA+W2HMmDECY0K25b/88svyxBNP2CZLmzwM499www3WzmCg0De/+U0pLS3FqqcAA8owzG6TGEbl7rnnHoGROZt0qZZF+V6M3B1//PFWhmKrqqqsnZ41NjbKO++8k+oqu85v7ty58uSTT7qWpyAJ2BKAQz+vRvt+/vOfixcj/rY6upV/+umnBQbt3Mo7cqNHjxYYzXS2ucwtAminV61alVtKU1sSSBGBqVOnCvrRttmh/+wHp1KO3jCO+tvf/tbZdL1UypsRd6eASZMmCRg6226X6O9nu92B8xk4B3OrM+VIIBaBVMW98MIL8uabb3rKDs68vBqg9lQgE+UdgQULFsif/vQnz/WCQynPifMgIeahvvWtb1nVBH0InLtIhDlNOCLCemdBKSUYe2IM2pms3/bD2dOmTZv8plbK9PHipBRMHn300ZTp4DWjdevWyW9+8xur5EopOemkk0QpFTMdjtEDDzww5r5EkXDIs3nz5kQiGduHvirmW20KrK6uthGnbBwCPH7igIkRvfvuu8suu+wSY0/iKDiC/de//pVYKIN7vY5ncayceOKJGdSURZGAvwn87ne/E1y/sqnljBkzxEv/Bo6V/H4dzSZXlt2eQHNzs/z4xz+W2bNnt9/hcgvOuHCcJurPuswqJ8T69u0rkydPttYVc014/iUUClmnTUcCjKExp2yrT3FxsZx66qlxxy7p0DXTeeKViUyXyfJIgARIgARIgARIIDsEMB+NSWm9DL9QqqTdUveMjLMupdVT+KeXzjd6G31chGBI8DKrecF1S0iCOoSaRUKteqf+OkmxRHIErDPkNQFWjgRIgARIgARIgARIgARIgARIgARIIP8JsIYkQAIkQAIkQAIkQAIkQAIkQAIkQAL5T4A1JAESIAESIAESIAESIAESIAESIIGMEcC7BgjtCgyF303AOwp4V8GEppDgHQYJYqeW1gv9P/yNysBE6239FfOOhHlXQol5f6LNQZcS0fGilIj+Stf8sNYkQAIkQAIkQAIkQAIkkLME4ByopqbGSn84kfjBD34gMB5qlTBFwjD6c+uttwqMBqYoS0/ZwPgg+HlJfN1118mCBQu8JE1pGrCEEWgvhvHhSAsOtZJRqLa2Vo4++mjrLOAUDkbmrBOmMAEcXtk6ncK5tt9++1lpAUPTcJ5nlUgLP//885INg7ownIvzc/ny5VqLvPuyQj4isOeee8puu+1mrdEXX3whP/nJTwQGBK0TpzgBHIPBQZiXbGG4EEb9vKRlGn8QQHvpD02oBQlklgDaLrRhtqUGg0H53ve+JwsXLrRNmnJ5nL9e+zu4duEa5lWpsrIyOf30062Tf/bZZ3L77bcL+v/WiVOQAGOfm2++OQU5MYtsE1BKCcbCtnrg3IUhX9t06ZBHHwyGpL2eD1u2bBHMi6RDN+bZOYGioqLOhTpI1NXViV+cWOEacuONN8q8efM6aOl+E0a63Uvnp+SUKVNk6NChriv3v//9TxYvXmzkX331VbPs5J/ZPXr0aPna175m1nPtH441r+1cLtR10qRJMnXqVGtVb7nlFkG/yDphChM899xzMnPmTKsc3RyLMPpfXl5ulS/mV99//32rNOkS/uCDD6yzHj9+vHUaJohNgMdPbC4dY7t37y6HHXZYx+hOt5uamiSb99SiFcScKOYjvczfwxnZxIkTo7PjOgl0aQLoU/ziF7/I2lwL7tP/9Kc/FcyZ2fwQuL/rpS2zKYOy+UXgtttuEzhy9VIrOON6+OGH5dhjj/WSPCfTYN7M6zMkDz30kMyaNcsX9X7wwQfljTfesNYF4zSM16wTZi+Bdcl4ZcI6EROQAAmQAAmQAAmQQK4S0PeGxbwsqvRC94RUgUigUEmgSIkq1gFLHRd+sVQEsiaNdPiEREJBHeCAa2tQgpt1aNRBr4eaQ9LmlEvLRadU0RtcJwESIAESIAHPBJiQBEiABEiABEiABEiABEiABEiABEgg/wmwhiRAAiRAAiRAAiRAAiRAAiRAAiRAAvlPgDUkARIgARIgARIgARLo6gS2e8cA7yDogHcS8G5CcGtQgnhXYXNQQnodDrrwLoNome3YITMdzDsQeF+iUEQVKvOuRKBYCd6dUIjT+/CuhOiPkdVLfkmABEiABNJJgHmTAAmQAAmQQOoJjBkzRo477jjrjF977TX54x//KNkw7Prkk08aY/LWSqchwbRp02T33Xe3zhmGl88+++ysOTVzFIYR4h/+8IfOptXyjDPOkNraWqs0HYWVUnLqqadKcXFxx10Jt2Fc7rLLLpNVq1YllEvXTji6uummmwSGNG3KOOSQQwTnnE0aGO2C0V2bNJB95ZVX5F//+hdWMxqeeeYZgZO3jBbKwrokgerqajnttNM81f2ee+6RZ5991lPaVCWC8Vs4BoODMNs84dzPqzE/27Iony0CLJcE8psA2jC0Zba1nD17tsBwONpQ27SplE+mv4NrF65hyejzjW98Q7w4H4CRaIylkinbS1r8Xtdff31Szme8lMs06SFQUVEhMN5tm/ucOXPED06EcDx67YPZ1pny6SEwcuRI64zhQA1O4awTpiFBMteQNKiTs1kOGDBADj/8cNf6r1mzRj788ENZu3at/Pe//3WdDk5E4UzUdQIKZoyAVyelcND3/e9/XzC3lzFlowrCXOYNN9wQFeNu1c2xiPnDXXfd1V2GESnMbWKOM1s8ImpIfX29/P3vf3c2XS0xZ+qlT+wq84wK+aMwHj/uf4fp06d76g+/9dZbcsUVVwj6o+5LS70k5kW9OlW58MILJdnxbOprxBxJILsEbr/9dsnGXAvuz1933XWCtsWWwNFHH530/V3bMimfuwQ++ugj+dnPfua5Ar/85S/lxBNPFKWU5zxyMSGeH/Eyf4bxCpwIZ7u/8O6778rVV19tjV4pJZdeeqlgvGadOIcS4NWJHFKXqpIACfiGABUhARIggRwmoFSkQx9QopyXS0sDUqADXjJVximX3hdQ0uaYy3lbFS+tOqEVDrlCEtyiw6agtJqXXEMSbNICLSEJBfUyqEHphf4f/qrwgv9JgARIgARIgARIgARIICcIUEkSIAESIAESIAESIAESIAESIAESIIH8J8AakgAJkAAJkAAJkAAJkAAJkAAJkAAJ5D8B1pAESIAESMC/BKLfMcC7B0EJv4vQEjLvJgQ3h8LvKmwKmncX4KRLWnV1IOsEvalTiei8VEAvAkpUgQ5FSgIlKvyuRGlAVLGOK1AiSgcRvQgvhR8SIAESIAESIAESIIH8IMBadCkCMFz53e9+V8rLy63rDSM8mTYyBiPeKBcOmawVTkMCGB88/fTTPeUMp2bZNMD4/vvvyze/+U3xwrJXr15y8sknp2Q8OGnSJDnooIOsGX722WcCZ2KZNkgFI3cwsPf8889b6ayUEhjrxDlnlVAL77LLLvq/3Re/68033ywbN260S5iENIxzwdEcyk4iGyYlAdcETjjhBGsnd8gcxyiOVTglxHY2AhyCwQCul7LhSNPWuZ+XcpjGPYHu3buLbfu+fv169wVQkgTyjAAM58Mpq5dq3XXXXVl1ygWHLl7HIyNGjJCjjjrKS7XbpenTp4/AEHq7SBcbzvUPfbY28TSvoO/861//WrwafE+zemnPvn///oJjBhzcBMgiTdoVS7KAQYMGWeewdOlS4wzHOmEKE+A3wPGIdiSF2TKrDBPw0u+Cis8995zgGMB6tgLaX4xD0B5nS4d8KVcpZealbPrgGP/NnTtXZs2a5QpDcXGxHHzwwa5k0y1UWloqmIuzKWfTpk1Zd/pio68XWa9OSjGnh7m9TLcJmMPEXCbmNG3qC0e2cGjbWZrKykqZNm1aZ2Lb7QeP+++/f7v4TEbAGRecPdiUOWrUKE9zQjZldCVZHj/uf+3a2lpxc07GyhH9UPRHM93+OLrgft7FF1/sbFotMY73ch/HqhAKp5eAh9yvuuoq04fGMesmQN5DMTmdBH17zBNhPJ+piuC3ePTRRwX9Gdsy0a8477zzUnJ/17Zsyucegc2bN8u1114rDQ0NnpT/zne+I5dddlmXPN7QXzj66KM9cXvggQcE9xA9JU5BonXr1sk111wjXn539BW+/vWvp0ALf2cR8Ld61I4ESIAESIAESKCrE0hX/ZVSunMvAodccMIVKFUSKAtIoESHooCOFzEvoioRQRAJTyropfHNhRdXgyHBy6zBLUFpxcutOoT0emhrSEItWtC85KoF9VdviahIRsIPCZAACZAACZAACZAACZAACZAACZBANAGukwAJkAAJkAAJkAAJkAAJkAAJkAAJ5D8B1pAESIAESIAESIAESIAESIAESIAESCD/CbCGHgk47xrg3YOQ/tcq5p0E827ClqAENwXD7yzodbzDIEEto7/m3QYUiTR6iWxMCIh5JyJQFAi/I4F3JfDOBBxyFSrzaoNSSvghARIgARIgARIgARIgARLIbQI77bSTnHLKKdaVgJGxb3+tRe7sAAAQAElEQVT72/LCCy9Yp/WSAMbMDj30UJk9e7aX5GlLA4cwu+66q6f8YYDx5z//ecYN5H7++edy0kknSV1dnSe9Yaxt3LhxntJGJ8J6WVmZwAhkIKAHoYiwCOAHQ3cwaGuRLCnRV155Ra6//nrrPPbdd1/ZZ599rNMhwdixY6VHjx5YtQrQ9Y477jC2DawSehDGMYV2xItxLg/FMQkJGAJ9+/aVSy65xKzb/sOxivYbRtlt0yYrjzK9GuKHA0040rQxPJ+svkzfOQFcy2Cwv3PJbRLo12zb4hoJdC0CSilBW2brWMKhhL5YNvrQK1askG9961uexyNo+wcPHuxUI6klrmFexiC4/p122mkCR8dJKeAiMQxE33///YL+ugtxiuQQAa9jQYzfYMw5G1Xl8ZgN6u3LTNXWgAEDrB0ToWw4nHHriAnyqQ4cM6eaqMjEiRNll112cZ0xHKLB6U9jY6OrNFOnTpVJkya5kk23EMZ/FRUVVsUsX75c4JTLKlGOCffp00cuvPBCT1qjf/L73/8+I3NmUBDXIRjWv/vuu7FpFY477jjXjqcOO+wwqampscofwuCBcwTrmQ4LFiyQ6667zrpYnKM9e/a0TscE8Qnw+InPJnqPUsq0PV4d6eJ8wzgJ7UJ0vulex3zkWWed5fle1Pe//31Bu5tuPZk/CeQiAdy3hqO+JUuWZER9ONf75je/KbhPb1vg9OnTBQ72bNNRvmsSeOKJJwRjadvaQ37//feXm2++WYqKirDZ5YJSSs444wzBPT3byuPcvuiiizIyf9tRNzjjwhz2a6+91nFXp9t41uPyyy8X3C/rVDjHBeyfasnxClN9EiABEiABEiABEmgjEFCiCpQEigMSKI2EEh1XpON0vCAoaf/Bi6qRF1dDQYk45ApJsDEYfsF1c1BCTSEJtWgh7NchnIGTkbMMx/I/CZCAbwhQERIgARIgARIgARIgARIgARIgARIggfwnwBqSAAmQAAmQAAmQAAmQAAmQAAmQAAnkPwHWkARIgARIgARIgARIgARIgARyjIDzjkF4ifcUJCjmnQS8mxDcHAy/q9AYlOCWkMAhl5EJ6WqagH963fkimwIlAR0U3o0o1uvO+xJFAVGFWiCgg/BDAjlNgMqTAAmQAAmQAAmQAAloAjDqetlll3kyaAwjtieeeGLanXLBYDwMQsKomVbZV18Y/oQxQqW8jZHgUABGlTJlmPy9996Tgw8+WObNm+eJ45gxY+Tcc88VpbzVN1ah++23n8C4bKx9ncXdeuutxsh/Jpxyvf3228aRGY77zvSK3q+UMk7HKisro6Ndr8NxAwxNu04QJQgDnzDOFxWV8tV//vOfAodjXo+plCvEDLsUATiCmzJlSmd1jrkfTkkOPfRQeeyxxyRTRnBh/BZOVFB2TKU6ifzOd74jO++8cydS3J0LBD788ENpaWnJBVWpIwmkhQAc+vzf//2f57wz3YeGMy6Me9566y1POsPYMYywekocIxHGIHBKFvDg1BZjKowH4BwmRtYpicJ1FUbmYfAdRmRTkikz8Q0BjAm9GBR+4YUX5Nlnn814PVpbW+W2226TVB2PGA+uWrUq4/VggWECcAQxevTo8IbF/7q6Ornllls8O6GwKGo70WTnYTpmiHa8Y1xX3K6urhY4mXRb96+++kp+9atfuRWXww8/PKcNia9cuVLg6Mh1hXNUEOPrDk5KXdUE/ZNLLrlEMuGUC/2iRx99VM455xzruQdcb7/73e8K5u/dVAzX6EMOOcSNaDsZzFFg7v39999vF5/uDcfgv+2cYnFxsZx66qkpnZ9Od11zIX8eP+5/pREjRgjaEPcptkmi/cHYEE5K0E/dtic9a2iD0Ac/6qijBOe6l1IOPPBAOfroo70kZRoS6DIEcA2FkyzMH6Wr0jifH3nkEcH8FNoS23KGDRsml156Ka+ftuC6qPzixYsF869eqt+rVy/57W9/KxizeUmfL2l22mknwT1ML/WBg2VcexcuXOgluac0cOgMh8ePP/64p/To30ydOtVT2lxLFMg1hfNXX9aMBEiABEiABEgg0wSUEsHLpKpESUF5QAclgVIdilU4XveUVECJ6K9EfUISeWHVecl1a8g45ApuCkprY0iHoNlu3RwUvAAL51wYBJt8kJcTovLkKgmQAAmQAAmQQFchwHqSAAmQAAmQAAmQAAmQAAmQAAmQAAnkPwHWkARIgARIgARIgARIgARIgARIgARIIP8JsIYkQAIkQAIkQAIkkCQB572CyBLvHJh3D5pCgncRgo14PwEhJHhXAdvO+wlw2IXSQ867DdhA0HnhHQiFdyEKlQSKdSjFuxLhgHcnzDsUWk74IQESIAESIAEScEGAIiRAAiTgfwIwEA+nUl40hTHqI4880hhWSocBQRgu/sY3viGfffaZF/UykuaII46Q6dOney7rj3/8oyCPJUuWeM6js4T4be69917Ze++9BUa0OpOPtT8QCMjPfvYzGTRoUKzdnuOKiorkuuuu8+QUDoXCKdfJJ58sa9aswWbKA8baMFoJw5NejFbCoO20adM86wVHXl7TwygfjPPdd999gnp4ViJGQjiR+8lPfiL777+/wLh5DBFGkUDaCcCgHxySwBizl8LgzA/nyJVXXik4pr3k4SYNzr8HHnhA4ADMSzuCMvr37y8whqcUJ+XAw0+hb9++0r17dyuV/v73v8t///tfqzQUzgUC1NEtAaWUcUrgxYGCUwb60OiHpNvZBBxXwZioV2dc0BdjLTiRwXqqAnSCYwcv+cHpwb777iuvvPJKyvuIuLbi2gwjrOiLetGPafxNAA4IJk6caK0k+kPoc2VybL9+/Xo588wzjdHxVB6PdKpp/fOnLAHGx/vtt5+n/OAoEH1yHIueMrBMlIp5mFhFop2NFd8V43As1NTUuKo6zlu3Y7F+/fqZsZurjDMkZOuIDvXFXBCWGVIxK8Uk46QU14WLLrpILr/88rTNB6AdgFNIOOhAebaQbJ1yw3HXxRdfLF7mSDC3h7nPl19+OeX9w1j1hsMSzIe/9tprsXYnjEM/eNKkSQllbHdibl8pJUrZBbRDGzdutC3Ol/I8fux+lvPOO0+mTJlilyhK+qqrrjL9VPRXo6JTuoq5zp/+9KcCZ1y4j+clc1xncU8IfTAv6ZmGBLoSAcwb4RqFeaRU1xtjAMy14F6olz4F9IFzpdraWqwykECnBO655x6ZM2dOp3KxBH79618Lnj2Jta8rxaFvddlll3l+/gHzZ8cff7yk8/kR5/fAMxbf/va35cEHH3SirJZw+PfDH/7QtSNhq8x9KBzwoU5UiQRIgARIIJ0EmDcJkMA2AronpIqUBOCQqyIgBToEygJmWxWJqAIRgYzSS3zhhysS8OIqbtCFWkSCTSEJbglJ6yYdNrRK67pWaWloNcvWTUHjlMt54RXZONkJVhAQyUACJEACJEACJEACJEACJEACqSTAvEiABEiABEiABEiABEiABEiABEiABPKfAGtIAiRAAiRAAiRAAiRAAiRAAiRAAiSQ/wRYQxIggfwjgHcIEHTNIgu9pr/B8LsJeAfBvJOwNvJOAt5RaAy/s4B3F/AOg3mXAc64Iu83YFXnIErpHPEORIEShXcl4JCrTJl3JQrKAxIo1fGFSvCehPBDAiRAAiRAAiRAAiRAAiTgHwJJanL22WcbxzpesoHxr0svvVSOPfbYlBkFgrHAG264QfbYYw/PDqS81MVLGjiU+vGPfywjR470ktykgfFRGNd9+OGHBcZaTWSK/sFQ0wknnCBnnXWWwGib12yRHs7XvKZPlA6GueCoIJFMon1PPvmkgF+qnQrAIOYFF1zg2WglDFbCaVVZWVki9TvdB6deyKtTwRgCOD/hEAH1QH1iiFhF4fh89NFHZcyYMcaRmlViCpNAGgjss88+AucOyWR9yy23CBxL/POf/0y54Wm0wccdd5xx3JhMG3zTTTcJHGAkU0+mTQ+BgoICQbDJHYaQr7jiirQ5k7TRhbIkkC0CcKAAx6peHAY4Or/zzjsyatQoQRuJ8YMTn4ol8kO+O+20k3zxxRees0Q//KSTTvKcPl5CGHX9wQ9+YPpk8WQSxcPpwkEHHSSXXHKJbNq0KZGo63245sGR7I9+9CPXaSjokUAWk1VXV8shhxziSYNFixbJMccc49mos9tCcQ8U/boJEyYIHDC5TUe53CBw8MEHe3I2g+MCjgwxnsV6OmuL9hBzZJhHSWYMkE4d8yFvzEt4bY8S1R8OdoYMGZJIJOP7bMcbUPDPf/6zPPHEEykf4yJvPwU4vsC57VUnOAzYeeed5ZNPPvGaRcx0TjtwqZ4zx9xcTKEEkTi+v/e974Wf30kg13EXHN5+61vf6hjtahtO63BOwalXKuYQ4xX6xhtvCOZy4Lgknky8+EAgYJyoJTvXGi//rh7P48f9EYA+MeYTvc7ZoyT0U9FfRb811X2TWbNmyde//nW57rrrJJnP1VdfLTguksmDaUmgKxHA/BHmke69996U3etdsmSJJDvXkq65qa7023alus6fP1/uvvtuT1XmsdYe27hx4+S8885rH2mx9f7778tee+0l7733nkUqO1GMg/bee2/BsxZ2KcPS6J9jDr0rOfwLhKvO/yRAAiRAAiRAAiTQ9QiYd02LRApKlRSU61ARkIIyJXDQpQqVKLyE6vSWQiJmwksvxfkEdVxLyDjcCm4OSbAxKK0bgtKyXoe1rdKyrtXE4aVX84Kr0gkjQUWWOkYE65J/H9aIBEiABEiABEiABEiABEiABEiABEgg/wmwhiRAAiRAAiRAAiRAAiRAAiRAAiRAAvlPgDUkARIgARIgARIgARIgARIgARIgARJIEQHn3QG9bHunQK/jnYJQSCS0NSRwyNXS0Cot5p2EoHlHIbgpKMEtIfPuQqgVglH6YNMkDsepgBJVIIJ3IvBuREFZQArwrgRCSUACRXq/UtLxw20SIAESIAESIAESIAESIIHcJQADgjfffLMkY0Dw2WeflWHDhgkcEHk12glnP88884xxjAJjf14MlmbjVxg6dKj88pe/lEDAeancXgs45zj11FMNw7/97W9JOc9C6YsXL5bvfve7MnjwYHnqqacQ5Tnsv//+guMDzsc8Z9JJwvPPP18OP/zwTqTi73acCuy+++4yc+bM8Dv98cUT7oFTgnvuucew+8Mf/pBQNtHOH/7wh/K1r30tkYirfTDCC4O4roTjCKEeOBZ++9vfenK6UF9fL7///e+lf//+AqcSMKYfp6h20XBylEy70i4zbpBADAJKKYGRarRTMXa7jpo7d65xTAnjdm+//XbSBjNxzsDhEq6LybbB3/nOdwTnnevKUDCjBKqqqmSHHXawLnPGjBmy2267CZxJov8TKwPYp1mwYIHAcQSMo8eSYRwJ5DIBGOL/6U9/mlQV4OjkqquuEvTH0X9DPy6ZDJEf+uLofyFfbHvNDw5709mHFtLNRgAAEABJREFUHjRokNx///1JjeFuv/12GTBggDz00EOexx8Y+znXPDga9sqL6XKHwPHHH+/5uJs9e7bsueee5vqH61wqa438MBbEmBB9Q4yJU5m/kxccHDjrXGaewKRJkwQOeLyUjDmmk08+WXDtgeNFL3kkSrN8+fK2eRjMkSWS9bpv4cKFsnHjRq/JrdP5OUFhYaEcddRRKVVRKSXTp08X5J3SjJPMDIbcbbNwjnc4V8L4NF76LVu2yKuvvioYB8eT8XM8fqvrr79exo8f71lNx3kGjqcvv/zScz5ICNaYG8dcgNd2APPLN954o6CvhzxtAnhcdtll0qtXL5tk7WR/97vfmTlRGNZHfdrt9LiBazSun2AMp3eYg/GS1XHHHSdI7yUt03ROgMdP54yiJeCoCvewouNs19FfRb8VjgHhmCve/JCbfKPPM7SJyTrvwHwk2hOl+HygG/6UIQGHAOaR4JgX416MT3FuOvtslrgGp2KuJd1zUzZ1omxuEMBc49KlSz0p+9hjjxkH2kopUSp3A+aZMb73BCEqkVJKLr300qScW6KvgPtIGGOkch4DeaG/P3nyZMF4CGp7CWjvjjzySC9JczaN96eBcrbKVJwESIAESIAESIAEIgQCupNfqCRQGpAAXi7VIVCm10t0HF4yLRAR9JaUXuKLF1WNZy1siHmYFy+zwuFWcEvQvPjaulEv17WGX35taDVxeCk2FAyJyQb/IgGLcGQ4P/4nARIgARLwRICJSIAESIAESIAESIAESIAESIAESIAE8p8Aa0gCJEACJEACJEACJEACJEACJEACJJD/BFhDEiABEiABEiABEiABEugaBJSEXyPQS7OCpehPMCTm3YRNQWnBOwl4H2F9q5h3FBqDEtysQ1NIQi06aFmdwnz1lrS95oC8AiKqQAkcbwXggKssYBxyBcoDEihVAkdd5j0J4YcESIAEskKAhZIACZAACZAACaSJABwH3X333Uk5lYKhseuuu066d+9uDNjCmCsMuyZSGUYGP//8c4HBezj7Ofroo8WrUc5E5aR737HHHmucciVbDhwdnXLKKQInaeedd54xiNsZQ5QJo27Lli0TOCLAbzlkyBC58847sSupAGNtyBP6JJVRJ4nLysoEBl9RXieiCXfD0OQee+xhjNb+7Gc/k88++8yVcwEwxvF6xhlnmOP37LPPFjgXSFhYgp0wWAmjxwlEXO+CMVQ4LCsuLnadJpYg6gPDX5WVlcZ47R133CGffvqpdHTygvN45cqV8vrrr8sPfvADgUMKGPK98MILZfXq1bGyjhmH3/KPf/yjdOvWLeZ+RpJAqgigfUI7hWMu2Tz/85//yN57722MV9u0wSgXRjJhcPDAAw806W+55RZX7Q/Sxgs4/6699lpJp0PEeGX7ID4nVKioqJCBAwd60hX9nYMOOkhwDcS165xzzhEEOAHA8Yz2H86+cE2C8wVPhTARCfiYgFJKYOAb/aZk1UQfBecK+h0HH3ywoD1Gu+wmX6cfiHYf1xT0xdEnd5M2ngwcKeA6AAOu8WRSEQ+DrMmO4dBHPO2008z4A31FN/1nMHvrrbeMw0iM/VBX9CFTUSfm4X8CMPB/6qmnela0rq5OcP3DufrJJ58IxrKeM9MJ161bJ/fdd5/g2onrKcaEOjptX8xhpC1zZtwpAfSb0FYppTqVjSeAeSv0s+GAMdm2C+n//e9/y7Rp04yDw1TMw8TTG/E4/pI9Z5BPvoSpU6eaOYtU1Wf06NGCObVU5ZeqfPr162fGDF7yw1wb5nQwZoGjZ4w3EA444ADp0aOHyRdj2HvvvddL9r5I06dPH4H+yTqEhwMttA0ImDPDeA3nXGeVhJO8l156SQ477DCBLmhj0DZ0li7e/l/+8pdyxBFHxNvdaTyu09///vc7lUskgP4h5upx7OD4ePDBBwXzzjbtD/qLmHfE3CKu0dALjOOU22k07hv84he/4PxIp6SSE8DvxOPHHUOlUjee/fjjjwWOuXCc49xzMyaDlmij0FbBoUYqzjPkiQBdbr75Zp5vgMFAAlEElHI/BsG4FONTnJs4RxcsWNDp2BfXTvQp0GdDnyLZuRb0jXANT/fcVBQiruY4AdwbfuSRR3K8Fv5Sv2fPnub5B5yPyWiGMQbO5Yceeiip+45wxIWxE/JCnyOZcUtX7S8EkvkhmZYESAAEGEiABEiABHKWgB4TqyJlXiotrAxIQZUOkZdMAyVKsA8voqqAknifUFAETrlCzXq5NSTBjUFpWReU5jWt0oKAl2A3tEoQL8BuDUqoOSTSGslNZ4txOcL/s/cnYJaddYH4/z13qaW7k+7sKyQEQgIBYWZAQFBZFBEiigaQeRAQR2VwGdl5/ig+6DP+JQgO+DjjhoA4CAxiNAIiIDozCEZxUIIkyhay71sn6a66y+/9nqpbqa5Ud6q6lr516lNdb51zzz3L+37O9679fs97QCLt/N0mBAgQIECAAAECBAgQIECAQLMEtIYAAQIECBAgQIAAAQIECBBovoAWEiBAgAABAgQIECBAgAABAs0XWHULq7JFKZk7kKXOHyiLhv2I4cwwBvsH0b+7lDv70butlJv7MVtK5iYM7hrEcN8whr2ybj0YV9nwIL9VK6LOgcg8icmqzpVo72hFe1crMmeiNdWKzJMYHT/8ECBAgAABAgQIECDQKIH1GlRqMBjEH/zBH9SDmuTFkvPCYXmh17zg66j8wA/8QH2x4k6nEw9/+MMjL0iWF9JfDWhe6H7Hjh2r2WTD1q2quQswvupVr1qXY+QFkXIwoxwYJg1zEKW8IGwO0jEyzGm6nn766ZGOeXHdHIggL+C4HpXIi0Nt5sXa8uJPebw87lrrnxeJ/YVf+IV4xCMeETmQVcZgXvwuzUblx37sx+LRj370wgWI0zov5L6Wi09lvfPCpXmx2RxAJ2+vR3nCE54QP/IjP7Ieu6r38Td/8zfxUz/1U/HIRz6yHoCsqqqoqrmSXnmx57ywdV7o9vLLL6+3Wc2ffGzmBYTPPPPM1WxmXQKHLbCezx9ZiRyobiXPwflalgMg5uMmL1T9vOc9Lz75yU/mLtZccn/vfe976wEG17wzO9gwgaqqIp/313KAfN35u7/7u/jd3/3duuR7qK985SuR76dyv3feeWd98fOcVwg0TSDfL+WFvvMCnuvRtnzc/OVf/mXk83E+j7bb7fp5NJ+vR+8Bc5rvqfO99WgginwfmM/7+R58PeqRn23WMpDCauqwXp/hsu1vf/vbF94/n3rqqbHULT975Pvq/HzyHd/xHfHBD35w4blqNXW27tYWqKoqckCkHDBgLS35xCc+EY961KPqx2heBPiSSy6JfA92qH3mQCA52N5fLxo8eM+ePZEDK+dgBIfadrn78jkgy3L3HWzZ4Xw+Oti+LD88gXzNuOCCCw5v4/mtcuDFHIAxB1f94R/+4bj44ovj2muvjRzYYn6VZSc58E4OMJOD9Tz1qU+NqampeNKTnhR54fxlNzjEwvzc/JCHPOQQa9z3rqx31uG+92zPJSeddFLkYEHr1fp8Tc19rtf+1ms/+Xy72ueqpcfO78nydXv0meNTn/pU3HrrrQur5SARd91118LtrTbzrd/6rfF7v/d7kY+rtdY9n+fzO7N8fOb3rfmeKN8D5XvIURm9l8zva4866qh6UL6PfvSja35f9IxnPCN+8id/sv6Obi3tyH2s12Mjv+PI7yTze+f0TY9HP/rRkd+rjjxG03TK70jSJd8v5veO+d3i4bxGL25/Hvc3fuM3Is/J4uXmN0ZA/KzcdfR5dq3vS0ZHzP8fy8+So//TyOf+5R5v+f8c+VjM56h8XOR76bU+zkZ1yMGD3vnOd8bu3btHi0wJEJgXeOYzn1kPnjd/c0WTfGzmY/RBD3pQ/f+4Oc0Bt0avnTnNx3Q+3vO1Mwf6zfds+f3Wig5wkJXytTPfG+V7pIOsYjGB+wh8+tOfjssuu+w+yy24r8BqluTjMP/PfDXbLLduvk944QtfWL9Gv+xlL4u//du/jRzIb7l1Fy/LdXLd/O4sX9/zfXzua/E6q53fzu8XWqvFsj4BAgQIECBAoCkCVXkn1OpW0Z7OBNN2dI4qZVeZ39mul2WyaWuiiqodEVXUP/OTen7hzzDqEauHvWH07ynl9n70buzF7PW9uWkmwubgXLcPIpNhBzO5Qdm6VUrusJSsS1WmMVpW7vJLgACBDRCwSwIECBAgQIAAAQIECBAgQKD5AlpIgAABAgQIECBAgAABAgQINF9ACwkQIECAAAECBAgQ2AoC8zkCmSuQOQN1XsL8smGmFcwMIwfiyoG3ejf3Y/amUm7sxcz1vTLfi/7t/XL/MDJXYTgoGyzT5txdvbjMVO0qMgcicyHqPImd7ciBuDJXor2rPZcn0a2ialXhhwCBLSGgkgQIECBAgACBVQlUVRWveMUrYr0GlRodPC/qkxd6HV30Nad/+qd/Wl/seLTO4UzzQmXPfvazD2fTDdkmL8CYF1TKiyCt9wHyorh5QdgcpCP9RiVdr7766jVf8HVpffOi5h/5yEciLxK19L6NvJ3H+/jHPx55/PU8Tsbg4sFO0u/3f//345/+6Z8OuADxWo+ZF6BKtxwcaK37Wrx9p9OJ17/+9ZEXYV68fFzn88KheSHrca2fejVTYKOeP1LrYM/B+Vp25ZVXRg6olOutV8nnwHwuecxjHrPSXVrvCAr8u3/37zb86Dn4woYfxAEIHCGBvBDoH//xH6/6osYrqW5ewDjfK+fzdb7/G5V8T53vrRcPRLGS/a1knTe/+c3xyle+Mqpqc/4fparmPsP94i/+4kqqt+J1cmCapW752SPfV694J0tW/J7v+Z444YQTlix1cysK5IX/3/jGN65L1XOQmPz88LjHPW5hsOC8GHkO6LG45ACorVYrcrC9tQwePKp0Dur0pS99Kc4///zRohVNv/a1r0UOlrmila20IQL53Us+52UsrPUA+T7+Ax/4QOR3S6OBLTLWFsdezmdMVlUVOfBODjCTg/XkxcrzdeZw6pB1z0Hp3va2t61q83wOvuqqq1a1TdNXzoHV8pyttZ25j9U+H6z1mCvd/phjjolzzz13pasf1nr5up+Dcx7WxmOy0Q/90A/Vg4Xma8V6Vilt8j3Q6H1kTkfvJfO7gvU6Vr4uvf/9768vsH8/+7zfu3NArKxnfk95vyuvcoX0yO9T83vVPMbikk75Hcl6umT18vt23zOmxOYU8bM65/w8m4PePOMZz1jdhitYOz+vLvd4y//nyMfiCnaxqlXyOSMHF1zv/9tYVSWsTGCMBY477rh4+9vfXn8mPZxq5meHHAQ1B9xa/PqZj+l8vB/OPpfbJt8L5cB6XjuX07HsYAI5aNN73/veg91t+RoFfvzHfzxyoNo17qbePD+3/fZv/3Y88YlPjBzIL7+vePSSAXNz0K1clvflOrnuu9/97nX5v8z8/8s//MM/jO36fugylHUAABAASURBVKFVnwV/CGyagAMRIECAAIExEmhVUU1UkcmmnV3t6B7VjjrJdGcrWjlI11S5r1tFdEopv1H/zM/Uk/JnlNNapsNexODuQZ30WifC3tCL2Rv70bupTG/p18szWXY4O4xMnq2qsn2WUo+YL3kzyuL6UP4QIECAAAECBLasgIoTIECAAAECBAgQIECAAAECzRfQQgIECBAgQIAAAQIECBAgQKD5AlpIgAABAgQIrEmgiqhzBObzBeq8gbKgqsodg4jBzDAGdw2if1s/Zm/pz+Ue3Fjmb+hFr0x7t/frHIXMVYhhRF3KJKJsX36j/pmfyUknotWtop25EJkTsbNV50hkrkTmTLSmWnUORbTCDwECBAgQIEBgkYBZAgSaJJAXNs6LXK73oFzrbZQXKf3VX/3VyAvmrve+17K/9HvHO94ReXHoteznSG77gAc8IPLC0t/2bd92RKqRg+rkhR/zAtVHpAKHedCzzjorctCCjboAVV70/jd+4zciL6Z3mFXclM02exCKTWmUg2wZgXz+yOevfB7bMpVeUtG8mF0OxpVtWXKXm2MqkBfHP+200za0djlgyIYewM4JrFhgY1bMi5jnoFwXXHDBxhxgk/aaF1bNz1FVVW3SEecOk59B3vCGN4z1Z5Bv+ZZviV/6pV+qLxQ7V2t/t7pAXtw3Lyi8Ee3Ii5HngB6LSw6ctF7HetOb3hQXX3xxnHzyyfHwhz98Vbv9yle+Ejko0qo2svK6C5x33nnxW7/1Wxvy+ThjbXHs5XzG5Ho1Ir/P+n//7//FU5/61MhBwHbs2LHiXeeFt//1X/91xetvhxXzMbweA+TmQH95wfJxNNu5c2c86UlP2tCqXXfddY14bsuBJ3JQq3xvtKFg67zzb//2b4+8qH2+J16vXef3k+973/sOe9CQ9arHWvfzspe9LF7xildEVW3u++u11nurby9+VncG87H7oQ99KF74wheubsMxWvsxj3lM/NVf/VXk/0HcWy1zBAgsFdjIzyFLj3U4t/P/D3Mwrhe/+MVeOw8HcBtv8/Wvfz0+97nPbWOBjW16u92OV7/61bER36Pl9xVLB/DMwXNzWd63ni3z/5chdWI9A8q+CBAgQGCMBFSFwAoEqlZ5M9RtRXu6FZ1dpRzdnpvuKMtKaU226mTTql2VD6Rx708VUeW/KuZ+5hNbh71hDO4ZRO/2Qcze2IvZ60vJ6U396N3cK8v7dbJsJs3GoGxUts861KXMl11GlC+NczbqP+GHAAECBAgQIECAAAECBA4l4D4CBAgQIECAAAECBAgQIECg+QJaSIAAAQIECBAgQIAAAQIECDRfQAsJNFGgirm0gGpupp60yrJS6juGwxjODqN/96DONcicg9mb+/fmItzUi/7tgzpHIXMV6sG4hlEPylXvK3dSdl2W1L/1ssx9mKgicyHaO1rRybIoVyJzJ3LArsxhCD8ECBAgQIAAAQIECDRWIC9amoPqZBmrRs5X5uyzz468oFhe6HB+0VhN0i8H5NoKgycthcsLQ19yySVxpC9C/IQnPCH+9//+35GDnCyt4zjezovwffzjH4+HPexhG1q9vLBwDpi3oQdZw86P1CAUa6iyTRsokM9f+fyRF5Ldas3LgcRyQLEjNSDiVvMal/qeeeaZsdGDCH31q1+Nffv2jUuT1YPAhgjke/s/+IM/qC+4vyEH2MCdtlqtyPf+r3/96yMvsLqBhzrorsf5M0h+fvuzP/uzyNe5gzbAHVtOIGPuLW95S+RnyA2p/AbsNGPwr//6r+ONb3zjwuBwOZjPag6Vg9Zcfvnlq9nEuhskMO6fj5c2O18r8nu2j33sY3H66afXd+eAXMcff3w9v9I/+Xlhpetuh/Xy/cN6DIBy/vnnLzwvjKPbc5/73A0dWCkv1H711VePY9NXVaeqqiKt/uIv/mJDvVZVqftZ+elPf3pcdNFF9SCR97Pqqu/O70XyOWe1zzOrPtAGbZDfr7/jHe+IfM+xQYew20MIiJ9D4CxzVw6emINf5ADNy9w91ote8pKXRL5HHr0/CT8ECBxSID+H5KCX+f7+kCtu8p050G9+95KP6apa1Cl4k+txWIez0REX+Md//Me45ZZbjng9mlyBfE/7m7/5m/Gyl71sSzYzP1N89KMfje3+/5eZvrElT6BKEyBAgAABAgTWLFA+Z1btiFYmnE63IhNO27va0c6BuXa3o1Omuaw1WUXVKSU/mFZzRx3mpP6TM6Xk/GAYw5lhnfA62DuI3m396N3Sj9mbezF7w3wp87m8f+cg+ncN5tbdP4w6QbZsH8PcUdlfHudQpazidzwE1IIAAQIECBAgQIAAAQIECBBovoAWEiBAgAABAgQIECBAgAABAs0X0EICBAgQIECAAAECBAgQILBqgUP1+c/7coeZIzCYyxkY7B/WOQSZS5A5Bb1b+wfmG9zUq3MQerf1I+8f3D2ocxSibF8PyJX7yzKsx+XKuajH5aqqOudhYSCuo9vR2T2XG1HnSOxoRWu6lIkqqnZVtikltuePVhMgQIAAAQIECBDYLgJ5IfnXvOY18ad/+qeRF/Eal3bnwEef+MQn4owzzhiXKi1bj6qq4qd/+qfjc5/73Ja58Pyb3vSmuPjiizfkArDLIt3Pwhzc6jOf+Uzkxe3uZ9UjenfWLwf/echDHrLh9aiqKvJx+Wu/9msbfqzVHKA1BoNQrKa+K1nXOltbIAdIygvJ5sUnt0pLcjCLcRgQcat4jVM9q6qKn/u5n4uzzjprw6r1jW98I/bu3bth+7djAuMiMD09HW9961vjPe95z5a58H5ejDQ/n+R7/6o6sv93UlVV/NRP/VT8yZ/8ydh8hsvPb3mx1nH//DYuj4GtVo8cCOeDH/xgPOUpTxn7qudj9NJLL43v/M7vPKCu+Tnu2GOPPWDZ/d3IwU3ubx33b7xAVVWRg17kwNAbf7S1HeGxj31sfPGLX4zXvva1B7y+HXPMMfGIRzxiVTv/7Gc/GzfddNOqtmn6yvlZarWP48UmJ598cjzzmc9cvGjs5nPwwFe+8pUbVq/hcBhf/epXN2z/m73jpz71qfH3f//3kQMKbfaxV3O8V7ziFfVgXGuJ3/s7Xhrk95bnnnvu/a06NvfnYAX5eSAH5Mr5sanYNqyI+FndSc94fctb3jJ2/6d2sFZkfd/5znfG7/3e70UOKHaw9SwnQOBAgaqq4nnPe17k4yf/b+zAe4/MrdHg08961rOOTAUcdcsLGPh5c05hvvbmgLO//Mu/vDkHXKej5GeJ/EzxhCc8YZ32eOR2s9Yjt9a6A9sTIECAAAECBLaqQBXlX6uUdhWtTimTrejsbEd3Tzsmju/Upbu7E50drai6VUQ7omwS9U8msJaykNRa1UvrrNZhfxiD2VL2DaN3Rz9mb+rFzLWzsf+q2Zi5er5cMxuz1/di9pZ+9Ms6g3sGdaJsDsyVu61aEfUgYKVuVTlufTuX5XGWlvBDgAABAttAQBMJECBAgAABAgQIECBAgACB5gtoIQECBAgQIECAAAECBAgQINB8AS0kQIAAAQIECBDY6gJL+vNX5fZCf//s+585AJ0qclnmBtQ5AjPDuYG47ujXOQSZSzBzzWzUJXMMMtfg2tno3dSrcxAG+4YxnC2lX8pgHqyan5adDks5IJchj9ut6tyHOh/ihPZcPsSednR2taI1WdU5Ewu5CeGHAAECBDZYwO4JECBAgMBYCFRVFc9+9rPjS1/6UozDBXbyAruf/OQnx34wrsUnLy+6nBf9ftGLXrR48VjNZx3zHL/xjW+MHARhnCqXF6TNC7y//e1vP+Ci1eNQx7xo1oUXXhjvf//7I+u5WXWqqiryIsw5eNrRRx+9WYc96HHGaRCKg1bSHdtSIC8k+/u///v1QIPj8Fg52EkYPZfkwA55IfiDrWf5eAvkIHD5mtBqtVZb0RWtf8stt8Qdd9yxonWtRGCrC1RVFfne+V//9V/H4jPIoTyf85zn1AOs5KAPh1pvM++rqvH5DDf6/JYDHm2mgWNtrkB+FvqTP/mTuOCCCzb3wCs82oMf/OD41Kc+FXnB4+XeE+b7r9UOqpn7MyDSCk/ABq/Wbrfj9a9/ffzGb/xGbNT7sLU0Id/rv/nNb46/+Zu/iRxQaem+pqam4tGPfvTSxYe8/eUvfzm+8IUvHHKd7Xbn2WefHU9/+tMPu9lPfvKT44EPfOBhb78ZG1ZVFS9/+csjX1s36njf/OY3N2rXR2S/Z555ZuRF41/96lcfkeMf6qD5epTfJ+ZAtJvxXezDHvaw+MxnPhPPfe5zD1Wtsbgvv6fO57j8PFBV1VjUaR0rsSV3JX5Wd9qqau7z2OWXX76hz9mrq9V9187Psl/72tfipS99aeT7qfuuYQkBAocSqKoqXvziF0d+Ft6xY8ehVt3w+/L1PV878zV0ww/mAI0U2Lt3b3zlK19pZNvGsVH5PcEb3vCGLTOA5w/+4A/WnyXyPeE4em52nTbmfwA3uxWOR4DAJgg4BAECBBookN/VlndD1XzCayaZtne1orunUyef5qBcnT3taO9sR2uiiqo1VyJH5coM1ixRfjKZtUzydzgoN3oRw1HC7O39Oil25ppePSDX/kyWzcTZa3sxc30vejf36gG5+ncPYlC2GfbLXsouIo/VjqhKyfl7S1lWzZWsRuRPuZ0ThQABAgQIECBAgMDaBeyBAAECBAgQIECAAAECBAgQaL6AFhIgQIAAAQIECBAgQIAAAQLNF9BCAgQIENgQgVHf/TKt5ku0ypFa5cZ8yRyALJG3hxGZI5C5Apkz0L+jX+cQZC7BTOYUZG7B1bN1rkHenr1pLr9gcM8g5gbkKvvOvIWynzJXdlb/LdOyIJdHFaM8h9ZEK9o7W9HZ3Z7LhzihEzk4Vy5rTbaiykHC2lVEK6JsFn4IECBAgAABAgSaIKANBFYmcOaZZ9YXD86BJvIiQSvban3Xyoun5gBEebHs9d3zxu8tL7L67ne/uzZc7YWWN7J2J5xwQrzvfe+Lz372s8teGHojj72afecFIX/2Z3828gKReaHI1Wy7Uevmhe3yAnevec1rjshAYVVVxfnnn18PlnckTfLYX/ziF2OcBqHYqHNuv1tToKrmHitXXnll/MzP/Ey0NmiwpMPVycdQPrcdqeeSw6237ZYXyAsT5nul5e9d29Ic9OOaa65Z205sTWCLCeRnkP/zf/5P/X4137eOU/VHA/z88R//cYzr55P0ywFg8nlp7jPc5gnm8fK4H/vYx8bWZ/M0tseRdu/eHTmwyNvf/vYj8vloOeV83sjPuzkYQn5eqapqudXimGOOWfXgfzkg0j/8wz8suz8LN1+gqqr46Z/+6fjc5z4X+fy8+TW47xHzc0d+/sj3cK997WvjUAPuPOUpT4mqWj4+77vn/G/+YVx00UUxrP+vf7k1tt+yTqcTL3jBCw674blt7uOwd7BJG+Zz7Tvf+c4477zzNuSI+Xwkpx46AAAQAElEQVTZ6/U2ZN9Haqf52HvLW95Sf3+W3+UdqXosPm5+D/ClL30pnv/856/qsb94H4cznwNofuADH4j8fj1fIw9nHxu5TX5//q53vau+2P9yAxhu5LHt+/4FxM/9Gy1d4/TTT4+Pf/zjkY+7cRr08dxzz60Hq83PslnHpfV2uykC2rEZAlVVxbOf/ezIz4b52NqMYy4+Rr525ufwfJ7J5+nF95knsBqBO++8M77+9a+vZhPrrlGgquaeP/Iz2NOe9rQ17m1jNs/vd/Pz5wc/+MHwHHOvcaZP3HvLHAECBAgQIEDgSAts5vHL/2NVrSqqdindKjLJtLOrHTkI18QJ3ege34nu7na0d7Qik1OrdkRUEXXJ/NVB5P9wlT8RVS4vy6IsG/aHdfJr/55B9O7ox+xN/difibJXzcZMlqvLtNyevX42Zm/pl3UGUSfMzgwity3/WxZVKyJKvaIcM4+bt6uqLMs/9TQiJ3N/wg8BAgQIECBAgAABAgQIENhaAmpLgAABAgQIECBAgAABAgQINF9ACwkQIECAAAECBAgQIECAAIHmC2zHFlYx142/TOuZqoryG3Wf/3ZE5gBEu6pvZ25A5ggMZwZ1zkDvjkGdQ5C5BDPXzMZM5hYsyjHo3dSP/h39GOwb1DkJ0R9G5iiUvdbHyGm9z0GZK3dFVaalZM5Ba6KKHHwrcyC6x3frQbkyNyJzJFpTVVTdUup6VVFvF34IECBAgAABAgQIENhOAt1uN3LAkCuuuCJe9rKXbVrT82LKn/rUpyIv6J4XUd20A6/zgaqqiu/4ju+oL8yWF04+EhdnGzUpL7qaF1DKc5kXHc4Br0b3bdh0HXacF4jMC0XmRbYf//jHr8MeV7+LjMc8f+MyiNnIJB8jmxlT6ZDHzPMxroNQrP7s2qLJAnlxyne84x1x1VVXxctf/vJoHeGBufI5LJ/L8jGUj+Mm22+ntlVVFa985SvjPe95z7oPRtLr9SJft7eTp7YSSIF8n5rvVzP+8/1rvo/N5Ueq5PGzHqMBSauq/H/JkarMCo57JD7Dffd3f3dceuml9WfHPP4KqmmVhgjk43UcBlIePU7zeSOfP7Je90ecF1GvqpU/nnMgpHy9z9fn+9v3trz/CDU6B9vJ5+c3v/nN6/5ebKVNys8Z+XkjP3fk54/8HHJ/2z760Y+Ohz3sYfe32gH35/cS3/jGNw5Ytt1vPO5xj4vD+V4kt8ltt4rfGWecEZ/85CdjIy7ans+beTH+rWKxmnrmAE/5XV4+dvKcr2bb9Vo3n6OO9PcAVVXF+eefX3+2XOlz1Hq1/2D7yefJ//bf/ltcc8018ZKXvOSIPX8frH6W3ytQVeLnXo2VzeX70Oc973lx2WWXRX6OzPepK9ty/dfK5758DszPaocarHb9j2yPBJovkO/l//Ef/zE263NIftfy6le/Oq688spNH+Cz+Wdze7bwtttui7179x5e4221JoH8/8GPf/zj8b73vS/yffGadraOGz/nOc+Jr33ta/HSl7408v3MOu56y+8qh3rY8o3QAAIECBAgQIDAYQvk/6WWd0RVq4pMMG1Nt6JzVDu6x3bmElCP6URndzs6u1pRD8w1WUXViTgwATUzWaP+GZbZ4WAYdekNY7BvGP29g+jf3o/ZW3r14FwzN/Ri5rpSru3F7PWl3FjKTXl/P3q3lnLHIPp3DmJwVz8Gdw9jcE8pM6XMDmNY9lkn1Jbj5AGr0Z+cWUvJ/SgEtpmA5hIgQIAAAQIECBAgQIAAAQLNF9BCAgQIECBAgAABAgQIECBAoPkCWkiAAAECBAgQIECAAIEVC6ylz/38tjmpj5d9+gdR9/EfzA5jkH3+s+9/5gDc1a9zAvp3DOocgdlb+nUuwWzmDlzfi5lrS8mcght6c8tv6dU5B/27BnUOQuYN1DkJmZuQx6kPmH8W3SgVydyG1mRV5zpkzkPn6HZ0junExHHt6B7XibydORJVp4qqFRFZqjL1S2ALCqgyAQIECBAgQIDA+giccsop8T/+x/+oL5KZg05s1CBZD3zgA+MDH/hAXH755dGkCwTmRYu+//u/P/7lX/4l8iKseUHGvGDz+pydQ+/lGc94RnzmM5+Ja6+9tr6A0kadu0PXYm33VlUVeaHkv/3bv40vfelL8aIXvSg2wy8vmpsDUGU85vnL87i2lqzf1lVV1Y+RvJhmnt8c6Gf99n7gnnIgrj/6oz+KL3/5y/Uxq8qXBAcKuTUOAoeqQ76G/eZv/mbccccd8a53vSsypg+1/nrelxfKzItL53NXPoflc1lVeQytp/E47Kuqqvq1KZ+T87VjPeuUF8hfz/3ZF4GtJJDvW/MCoPk+Nt/v5Pvazax/vr/6sz/7s7j66qu35PvofP0bfYbLgWI24v1zPuf9zd/8TeRFZB/60Idu5ulxrDETyIsJ56Cj+Z4nL+C7GdXLmH7mM5952J93M36/9Vu/dVVV/fCHPxx///d/v6ptrLzxAvl68drXvrb+3uOXf/mXI29v/FEjzjnnnPrzRX7OyM8b+by70uMef/zx8dznPnelq9fr5etRDgpX3/CnFjjppJPiB3/wB+v51fzJbXLb1WxzpNc9+eST42Mf+1hceOGF6zp4Ub7Puuuuu45081Z1/NWsnN/l5Xd6+VltM99P5vvWf/qnf4q/+7u/q7/TrKoj/z1APjf+zM/8TNx0002R73Hzve5qLNdj3TxmHjvr8F/+y3+JnTt3rsdu7WMTBMTP6pHTbPR59s///M/ju77ru1a/k8PYIt8j5/+f5Pvy/P+ofA7M58LD2JVNCBC4H4F8nOfnkBzAJv8P4H5WP6y78xj5GSffs73lLW8Zq8F7DqtBNhobgbvvvjv27ds3NvXZbhXJ1+YXvOAFdd+bHKj2SA7M9d3f/d11/4v8ziu/39tu52Il7c0UipWsZ531F7BHAgQIECBAYMwEqnYVmYyaiajdPe2oB+U6LpNRO9E9vpRjO5GDdbUny1uosm7kz3w+63A4jLnZ8rcqd2TJUbvKzWG/3DcbMczBue4cRO+W/tyAXNfMxv6rSrmylG/OxP5vlmmZnyll/1UzMXNNL2ZvmC3r96J/W78e2GtwzyAG+4d10u5wUI5T9p/fz2fdD1laVVTzZSGJtirbj0ppUlZXWWQysjENcRHBIIJBBIMIBhGHYWAbr6ViQAyIATEgBsSAGBADYkAMiAExIAaaHwPOsXMsBsSAGBADYkAMiAExIAbEgBgQA2Kg+THgHDvHYkAMiAExIAa2egws12e+LBv1s6+n7SoO2S+/isjEgezLn4NmZd/+7OPf3zuo+/z3bunVOQCZC5A5AfszNyBL5gpkzkCZn7lqNmauKeW6XvRu6dcDd2WuwTBzDvrDev+RnRXzWFnKAcvSyJyFyJ+8kdNS18xtyByH7rGdOudh4vj5/Ifjyu3d7ejsbNU5Etmm3EQhQIAAAQIE7lfACgQIENg2Anlx4be+9a1x++231xfufPrTnx6tVvmQtAaB0WAlOVBVXrQsB6vKixCtYZdju2lVzQ0slYOO5cVu80K6z3/+82M9Lz6anrnP3Pc999xTX6z3277t26IJplVVxcMf/vB4z3veU18kLC/8n21dT7/zzjsvfu3Xfi2uu+66uOSSS+oBqMbZLuuW5/ezn/1sXeese14UfK0Pgj179sRP/uRP1hfg+rd/+7f44R/+4XW94PNa62d7AocjkM8VeWHMr3zlK5GP8d/7vd+LHIRhra9jS+ty4okn1o+ffFzmc30OApbPXVVVLV3V7YYJ5GA0ed7X80LveQHlhe94G+a1RZuj2kdAYPR+Z/H72/V+D5jNyvfR3/M93xMf/OAH47bbbot8PH/f933fln8PlJ/hcqCYfE266KKLYq2f4fJi0KP3iTnIxHd8x3dEVXmNyxja7qWq5j6v5QV88zH03ve+d93fa+X7rBe/+MX159yM6Y985CORn4fyeWK1/rt3744XvvCFq9psZmYm3vGOd0Sv11vVdlbeHIHjjjsufv7nf77+zur//t//G+v9WpGvE0972tMiP0fk54nLLrss8vNFfs44nBZecMEFkZ+9V7NtHvvrX//6ajZp/Lrnn39+TExMrLiduW5us+INxmjFjMHXvOY19eBzb37zm+OEE05Yc+1uueWWen9r3tGY7yBfJ/L1It9P7t27t36/l+/70nQ9qp7fK+T3C/nal6+BeZxv+ZZvGcv3SNnmfI+b73Wzrvne94d+6IfW9fvpkWkeK53zGHmsPGYeO5eP1jHdWgJ57vIc5rnMc5rntsHxsy4nJ59/nvWsZ8UnPvGJ+nNmmuXjIi3X5QBlJ/l+Ij+j5XnJwVXy/098F1lg/BLYJIEcwCb/DyAHnMz3aKeeeuqajpzPD/lZJj/T5P/H52ec/Kyzpp3amACBsRTI7xNyoNp8/siBax/72MduSj3z+91XvvKV8c1vfjP+8i//su5/sSkH3qIHWVtvqC3aaNUmQIDA9hLQWgIEVipQlXdGrYlWtHe2o5MDcmUS6nHtyMG4MjG1e0w72ke1ojVVRa47n+m6MInhKLO1HLEq61RlmoNm9csqvWEM7hlG/85+9G7ux+z1szFzdSlXzcb+K2di/xVlekWZZpLtVWWa9107GzM39GK2rN+7vR+DvaXcPZgfkKvsuxyu/Eb5pj6yPlW7zC5T6gG4yvJ62irrVFVU84NzVVWZX1Up20dEFX4IECBAgAABAgQIEBgvAbUhQIAAAQIECBAgQIAAAQIEmi+ghQQIECBAgAABAgQIECBAgEDzBbSQAIGVCmSf9rqUP1VVRVWtoizqTz/qZx/zfe4P1i+/apWalWPUffjLn2Ev6r79g+zjv7cf2ec/+/5nDsBM5gJcPRs5KNdM5ghkrsAVszGTuQNXlWm5L3MKMrcgcwwy1yAH+Ip+OcYgSlsi5v7E3M8oV6Ecd35BZH0ytyFzHDLXoc55GOVAHNupcyIyN6I12arXndvOXwIECBAgQIAAAQIExkNgfGqRFwPLCy/mgEh5Qeoc3OTd7353vPSlL40cDOhgF4TNi8E/6lGPip/4iZ+IXD+3y0Gj8kJlj3vc4yIvTriSVuYFBXNwipWUK664IvK4K9nvZq4zNTUVz3jGM+L9739/5IVgb7311vj0pz8debG2F73oRbXjaaedFnlB1+XqlcZnnXVW5ABmb3zjGyPPRV6sKc9H7jP3ncdYbtsmLMsYzMEEsq0H8zvYeU/TtB3FYl7Q+tJLL420y+mrXvWqOOmkk7YcU9Y5654XBc/HVQ6QkPGUMZKxcswxx9ynTSOLfPzlRZ0/+tGPxvXXXx95Qebf+q3fqi/AVVXVfbY71IJ0z8fdSh6fuU4+lxxqf6u5b7XHzuPn88lqjrHe6+bxsx4rLWmb7Vzveqx0f3m+VlrXXC8HSvgP/+E/rHT3m7ZePl5+7Md+LPJxkgMqZNzn82g+n44eM/k8kY+R5SqVF8l7wAMebclIQgAAEABJREFUEPk8kq99OdBJ7uvOO++sH0P5+Hn84x8/VoO4ZNxk/OR5WWnJ+Fyu/Udi2Vapf76XGV3oPZ+L87U94yoHb8iYydhZzi/bl8/VGX/5fJyDmeT5yvdLVbW65+Hl9m/Z6gQy9lf6OMn18lzlOVzdUVa+9q5du+Kv//qvI4+10pLr53YrP8rWWDPf3+b73NF7wHzezefffB7O5+N8Xj7UYy2f1/P5ffR4y8dnPv/n68D+/fvjL/7iL+K5z31u5EA9W0Nk5bVMu+///u+vPzfkRdrzfW++D063g32Gy/fcI6t8bcvPb2me8y7wvnL7w1tza2+Vj6Ec7Cofn/k5K2Pnj/7oj+JnfuZnYvSauNznk2x1xl0+jvPxnPGZj+/cT8ZePlbztTGfBzKmc/21lJ/+6Z9e1XNrPgdnOzqdzmEf9nWve92qjjlu76e3Qv0zhp74xCcufN+S35Xkc30+5+d7rXxeO9Trdt6X6+S6uU1um7GXrxOf/OQnIz9H5OeJww6C+Q0f8YhHRH4XlHG10nLVVVfFgx70oPk9rH6yFc7f6lu1ui2e8IQnxCMf+cjVbTRma+eADK997Wvrz545QFs+L+bzZb6eZ/wuV938HJLPrfn9z4//+I/H6Ln1mmuuiZVe9D0/2+dz0krjNdfLmFuuPkdyWVrk+71835eP63x85+M8H+/5uM/Hf37vulwd8/ll5JivafmakK9x+VqXr1X52pevgcttO47Lsq5p8aEPfaj+fjpfa7Md+R7xP//n/7zwmn2wuMo2jd5fZ/zld9r5XWR+Ds7nt3RJ5zxGHivXH5ey2s98Gc9Zmvo563DOS57TPLfbMX4Oxyu3GZnl4+Jgzz+HerzlfUsfa/m4zcdbfkYbt+8is81Ztvrrx1avf54D5V6BfBzl93j5nL6Skq8X92596LnRe7Srr7468jNIDq7z8pe/vP4/hDzuclvn8kc96lGR6+WAfVdeeWXkd8r5vVd+psn3Hsttd6SWZX1X45fGqzHciHbl8bMeKy3ZvmznRtRlJfvcrP+DO5zntpUabsX1jvR5z8d6nvtLLrkkrrvuusj349/6rd960H4iK4mlpeuceOKJMRrAMwf7e+tb3xr52Wbpem7fV6B130WWECBAgAABAgS2qUCritZkFe1drejuacfEsZ2YOG6+HN+Jbrnd2dWOTFqtMtk2IoblX5nkTD2p/1TVQu5r5r0O++Xu2WEM9g2jf+cgerf0Y+a6Xuy/ppSrZmP/N2dj33zZf+VsZJkpyzMJd/aGXvRuLuX2fr1tnWg7M4hhfxgxKCUPWJU/pT5Vu4rFJcrtKG2ql+W0lGiVdUelmp/P6UpKWT2irFh+68n8NOfr4nbNwyKCQQSDCAYRDCIYRDCIYBDBIIJBBIMIBhEMIhhEbHkDn/+dQzEgBsSAGBADYkAMiAExIAbEgBgQA82PAefYORYDYkAMiAExIAbEgBgQA2JADIiBMY+BanH96v+Ij6gni5cfbD770+d9OZ0vVauKusz3wc+++HU//HJ7NI12RH2MKD+DYd2nfzgziOzjX+cJ3N6v+/5nDkDmAuy/ai43IPMDMmdgVDJXIHMJMqcgcwty28w1GM7mPiMyB6EcIaqq/K3/lGn+zqcPlLXyVlSlPpnbkDkOmeswcfx87kPmQBzbqXMiMjeiNVF2VNpXb7T4j3kCBAgQIECAAAECBAgsEciBJx784AfHi1/84njnO98ZORjQDTfcUD6nlE8i5cPK4osu5UVev/CFL8Rv//Zv1+vndrn9kl1uy5t79uyJJz/5yZEX1M2Lg6VjXmi53+8va5nGX/3qV+MDH/hAvOlNb4ocnCov9rYt8Uqjl/PLeFscf6P5NE3bUSzmxbTPO++8sRo4pzRpTb95cfq8UFfGU8ZIxkoOsjUyGE1HFp/73OfiwgsvjO/93u+NvCBXVZXvBdZUAxsT2DoCVVXVcZ/Po/l8OnrM5PNEPkZGj5fF0xwI8Jvf/Gbk80i+9uUFM/Mx18TBb7bOmRy/muZzcb62Z1zl4A0ZMxk7i2NpNJ+vWflcnfGXz8fPec5z4oEPfGCjXpvG7wypURME8nk3n3/zeTifj/N5+VCPtXxez+f30eMtH5/5/L/d3v/kRV7z/W++D063/OyRny9Gz0mjaQ6iMLLKC7b6/NaER83mtyE/82fs/PAP/3C84x3viNFr4nKfTzL2Mu7ycZyP54zPfHzn4zwf75tfe0dsgkB+V5LP9fmcn++18nkt33tlvC1X8r5cJ9fNbXLbRr9ObPGTnAMp5fPGSptxwQUXRFOeT6qqijPPPLP+jjWfL/P1PON3ubjOzyH53Jrf//zO7/xOPehDPrfm92krtWvielW1/PcBy70vSteMtZFjvqbla1u+xuVrXRN88rGRcZHvEf/7f//vC6/ZB4urNBm9v874y++087vI/By83WOrCfGw2jaIn9WJVdXyzz+HerzlfUsfa+m+uiNbmwCBzRDIzyA5uE4OgpqfbfPxm6+bS0suz/tzvRzk8PTTT4+mvK/YDGfHINBEgRwAPN+P50C5+fkjB+r78Ic/HK95zWvi+7//++tBtA42gHCr1YrTTjstFg/gmfvJATxzIOLf+q3fisc//vH+32mVgZMpI6vcxOoECBAgQIAAgWYKlO+zoupUkQmnralWPTBXZ3c7upmQemI3Jk/MBNVye08nOke1o72jFa3JVtkmIqqI0dhcMZzPdC2L6mXldvmdT7gdxuCeQQzuGkT/jn70bivl5n5k0u3sdb16oK6Za8s0yzXz0+t7MZvlxjK9KcvcNnXy7a396Jd99G8bRC/3l+XOfvT39mOwdxB5nMHdZZrH3Fem+4Yx2D9fZoYxzJKJu70y3z9IyWThLKUR+cF/rk2ludlMpUCUE82BgxjY1BgYPQ+Zev4RA2JADIgBMSAGxIAYEANiQAyIATHQ3Bhwbp1bMSAGxIAYEANiQAyIATEgBsSAGBADzY8B59g5FgNiQAyIATEgBsSAGDjcGBgu6rubfdzrkn3esxysX3z2mc++8zPDGGQZ9avPPvbZ1z773Gff+7sGkX3xs09+787+Qj/9/m2Dub77t5Zlt5SSeQA39WM2+/hnX//rezGTZXEuQM5f14vMFahzBso2vez/f0c/6r7+5Zh1n/6sc92m8qf8lsiY+60bWmZzWRV17kLmMGQuQ+Y0dPd0YuK49lyuw4ndOvchcyDqgbimWpG5EZkjkbkS4YcAAQJHSMBhCRAgQIAAAQIECBAgQIAAgeYLaCEBAgQIECBAgAABAgQOR+Cmm26K//W//teKNz322GPjaU972orXtyIBAusrYG8ECBAgQIAAAQIECKxcIAfoy4H6nvOc58SFF14YF110UeQAwQcbQHi5wXJzwF0DeK7cfLk1W8sttIwAgUMKuJMAAQIEmiqQCaqlRFVFVd4ltTpVtHe2o3tsOyZP7sbkaRMxeWopp3RjotyeOL4TnaPbkYN3Va3qgMFo6oTeTHrNDOFyV5WlFRFlulAGZZNM5N03iP7eQfRuz6TcXsze2IuZa2dj5ppSri7lqtnYf2Up3yzlipnY/42Z2Pf1ReVrc/P7y7L9uU6um9vk9tfNxsz1s/U+M9G3d0tvLgn4jn707yzlrkH0M2n4nkEMSj1Gg3XVSb2ZbLy49EqDShlm6Zf5LIMyzVIm2VQlyklVxIEYEANiQAyIgYbEgNd17/HEgBgQA2JADIgBMSAGxIAYEANiQAw0PwacY+dYDIgBMSAGxIAYEANiQAyIATEgBsRA82PAOXaOxYAYEANNiYFBRGTf9ezHXsowS680rpS6j/vivu85n331FwbdGsTgnrm+8/3sQ5996W/v133rs4999rXPAbOy7/3MdbOx/5pSsk9+9s2/osx/fWauD/983/1Rf/7s278/+/jP9+OfKdvMZA5A2T5zAno39qJ3cyl5rL2lDvsGkX31I9uyKLegakVkzkHkshhGjsOVOQllNkalalV17kLmMGQuQ+Y0TJ7SnctxyFyHk7t17kPmQGQuRFX2GWWn5Tei3m/4IUCAAAECBAg0WUDbCBAgQIAAAQIECBAgQIAAgeYLaCEBAgQIECDQMIEvfOEL8eUvf3nFrXr6058eZ5999orXtyIBAgQIECCwJQVUmgABAgQIECCwbgKZVrFuO7MjAgQIECBAYD0F7OtICcwlnFZRdavo7GxF99hOZKLqVCapntqNenCukzrRPb4bnd3taE23Itpzea6jZNe56TAWfnKni0tmtJa7h7PDGNwzrAfH6t3Wj94t/chE3tnrejFzTSlXz8b+q0q5cib2fXMm9n+jzH+jTJdL6M3lV8zETK5XtqkH9Lp2Nmav70UO8jWbibxl//VxMqH3zkH09/ZjsDAg1zAG+wcxnBnEIOtVStavLr1S2VKGvdLO/pIyKLcHw8iEX4WDGBADYkAMiAExIAbEgBgQA2JgtTFgfTEjBsSAGBADYkAMiAExIAbEgBgQA2Kg+THgHDvHYkAMiAExIAbEgBgQA2JADIgBMSAGmh8DzvGGnuNRf/W673rEcHGf9l5E1H3dyzmY7wO/0B8++8bvH8Rg3zAG95Tp3YO6D33/zkH07uhH79ZSbulHPSDXjb26730OpJV98bMff903/4qZ2PeNUpb04d9fbu8vy/d/Y3aur/+VM3Xf/7kBucq+rivlhl5kjkDvtn6dMzC8ZxjZP7/ON8icgsU5BjlfmlL/1iNylbnhXMlJ5ixk7kLmMHSP78bkSZ253IZTu1HnOpzSrXMfMgcicyGi7K/8lh34JUCAAAECBAgQIECAAIH1E7AnAgQIECBAgAABAgQIECBAoPkCWkiAwGYIZD+Tiy66qL5+4UqP94IXvCA6nc5KV7ceAQIENk3gnnvuiZmZmU07ngMRIECAAAEC6yFgHwQIbAeB1nZopDYSIECAAAECBFYsUJU1S8nE01a3ivauVkwc06kTVadO68bUqRORg3PloFwTJ3Sic3Q72lOtqFpVZFJs5r3mdKFE+amqqFpxb6nKfCm5znA25hJ77xxE/7Z+9G4u5cZezFxXyjWzUSfjXjkb+7NcMRv76mTeMv36TOz7Wik5HZVvlNvl/lx3Jgfkunp2bj85INcNs2Xfvblk3lv70b+9HC+PubdMM6k4k4v3DWJYymD/MAYzZX6mTOcTkod1gnLEsD+8twyGEYOIbIeyxR3KqXQOnUMxIAbEgBgQA2JADIgBMSAGxIAYEAMNjwGf/32PJQbEgBgQA2JADIgBMSAGxIAYEANioPkx4Bw7x2JADIgBMSAGxIAYEANiQAw0MQZGfdZzOl+Gg0X92rOPe6+c+uzzPjuMHIxrmH3hZwaRfePrPvL7BtG/p5TsO5996LMv/e2D6GUf/lv6dV/72Rvn+99f25vrx3/VbN2Pv+7Dn332F/ffH83nYFzZh/+KuXVnriz7yH78mQtwXS9mbyzl5n70y3EG5Zg5KFjmECR0kCwAABAASURBVOT/z1dV5JhZsTjXoF4Q5WfReRzlKFStqs5dyByGzGXInIbMbcgch8x1yNuZ+5A5EJkLUZX9x6iEn0YJaAwBAgQIECBAgAABAgQIECDQfAEtJECAAAECBAgQIECAAAECDRe44YYb4lOf+tSKW3nuuefG4x73uBWvvyVWVEkCBBojcOutt0av12tMezSEAAECBAgQIECAQFMEWuPQEHUgQIAAAQIECIydQCaetqtoTbSivbMVnd3t6B7biYnjSzmxe8CgXLk878/E1fZ0K6qJKqpWxP0lr9aJsZkIXL43Hc4OY5gDYd0zjP7dwxjMJ/n2Rkm+N/ejd1NvLiH3+t7cQFuZ6JuJulkyaffqsrzM7y9lJsu1szFTyux1ZXpdua+U2RtmY670yrSUTPAtpXdTP2Zz/zm9uVeOVW7ntJTZ+thzt2fL7V5dSn3K8tlbyj7ydp2EXJblVJkb+IwDBzEgBsTAfWKgx4SJGBADYkAMiAExIAbEgBgQA2JADIiBxseAz/++KxcDYkAMiAExIAbEgBgQA2JADIgBMdD8GHCOnWMxIAbEgBgQA2LgSMXAQv/1m8s5qMtcf/a6n3vdFz6Xzy2r+8jfXOZz+U3zfeRvLLez3FCmdZmN2etn5/rnZ3/77Ht/bbmd5ZrZWOibn3316z775b6yfCb78uf615f9lP31cv9Zn9vK8W8fRD8H39o7iMHdwxjeM6wHBqsHCsvcgcEwckCuONhPVe4oJXMSMjchcxQyVyFzFjJ3YfFgXBMndusch1ye92fuQ+ZARDt3UPbjlwABAgQIrEHApgQIECBAgAABAgQIECBAgEDzBbSQAAECBAgQIECAwJES+PSnPx2XXXbZig///Oc/P0466aQVr29FAgQIELhXwBwBAgQIECBAgACB7SqQQ0Vs17ZrNwEC209AiwkQILAqgaqsXSextiNanSpaU63oHN2uE1YnT5mIqdMnYvq0iZg6rRtTp3Zj8qRudI9pR2dXK6qJUtpVVFUVUX5z8K2FEovyZ8t9eYxolZlScj43yW3qJNv+MHKwrsH+YfTvKWXvIHp39qOXibq3lukt/Zi9uZSbejF7YynXl/nrezGTJRN8M9H3mnI7k36vno39V5VyZZaZ2P/NLGX+ipnY942Z2F9KPf36TOwrZf/XynRx+eri2/tjX96Xy0q55yvldpnu+0pZJ6dK7GPAQAyIATEgBsSAGBADRyoGHFfsiQExIAbEgBgQA2JADIgBMSAGxIAYaH4MOMfOsRgQA2JADIgBMSAGxIAYEANiQAyIgebHgHPsHIsBMRCL+6ff89X5PuvZj70u5XY9ne/DPpov07ovfPaJL2XfN2bu7St/RZn/5uxcX/ory3z2rb9qNmauni/X9GI2++Bnub7MZ7mhP9dXP/vs3zzXh7+XffmzT/+d/ejvHdR9/bPPf/b9j/78gFtVRJ0X0CqTOlegLCjzuaysUacL1NPyZ5RrkPdVVRVV5iJMtOrchMxRyFyFzFnI3IXpzGE4fSIyp2Hi+E6d45C5DpnzULUj6pyE8EOAAAECBAgQIEBgywioKAECBAgQIECAAAECBAgQINB8AS0kQIAAAQIHCPR6vfjTP/3TA5Yd6saOHTvi+77v+w61ivsIECBAgAABAgSOvIAaECBAgACBsRPIFI6xq5QKESBAgAABAgTGQqAqtSjvlqpMZu1U0Z6q6mTVTFqdOrUb0w/oxtTppeSAXKVkkmv32E60d7WjNVFFtGKulElkhuwgM2XLjTIpfyOTZaOq6mnVLpPR+mVRvbysN+xHDGaHMdw/jMHdgxjcNYj+HaXc3o9M4p29pUwzsTcH47qhF7NZMul3NBjXtbMxUw/G1YuZq0u5stzOhOEyrQfkyoTiK2bnE4zLNBOOs3xtJnJQrrrk/KgckNS9PxYPOpUJznX5yv6op1815SAGxIAYEANiQAyIATEgBsSAGBADTY4BbRPfYkAMiAExIAbEgBgQA2JADIgBMSAGmh8DzrFzLAbEgBgQA2JADIgBMSAGxIAYEANiYFxiYHHf9X1fPbAv+75Rf/ecZn/4LPPz+3P+G7N1n/n92Xc++9B/cyZmrpydK1eVafa1v6YXM9n/vpTZ7I+fJfvmZx/97K9/Uy96N/diNvvw39qP/u2l3DGo+/hnX/+6z3/2/e9H1KNtzecKLOQVtMvyUa5ATsvNer1hmalzDXKmzM/nFWROQntXOzJHIXMVpk7rRl1O787lMpzajcxt6BzdrnMdqk4VVbuK+nhV2Y9fAgQIECBAgAABAgQIECBAYJGAWQIECBAgQIAAAQIECBAgQKD5Alq4VQQuu+yy+Iu/+IsVV/fbv/3b4+EPf/iK17ciAQIECBAgQIAAAQIECDRZQNsIrFygtfJVrUmAAAECBAgQ2GYCVUTVqiKTUqtuFa2pVnSObtVJq1OnTsTU6fPltDIttydP7kT32Ha0d7Wimqjq7aKKuZ9h1GNyzf2ZW1T/zfvLMaKU+jg5zZLLywrDQdluJmKwbxiDe4bR31vKnf3o3VbKrb3o3dKP2ZtLuamUTPK9oRcz15dyXZbZmMmk4ByQq5T9V81GXa4s00wg/maZZkLxN2Zi33yC8b6c/3pZnknHmYBcSp2AvOj2vrJsoSxNZB4N2PWVss/RvOkBA5ft48FjPWPAvsSTGBADYkAMiAExIAbEgBgQA2JADIiB5seAc+wciwExIAbEgBgQA2JADIgBMSAGxIAYaH4MOMfOsRgQA2JADIgBMSAGxIAYuG8MHLRP+v5Y6M++uG/712ei7vs+v6ye//ps7PtGWV7Kvvk+8zko10z2pf9mWT7qY3/1bMxcM1+une+Ln33yr+/F7A2lZF/97LN/c7/uw9/Lvvy39aN/Zyl7h3Vf/+zzP5yJyByAKD9VFVHnI2R+QLuq5zNvYCHHIOZ/hsMov2XD+dtVRJ1bMFHVuQmZo5C5CnUOQ+YujPIYTp2ocxsyxyFzHTLnod6uHO8+xwg/BAiMhYBKECBAgAABAgQIECBAgAABAs0X0EICBAgQIECAAAECBAgQuF+BD33oQ3Hbbbfd73qjFV7ykpfE9PT06KYpgSMvoAYElgj8y7/8y5Ilh76Zz2knn3zyoVdyLwECBAgQIECAAAECaxZorXkPdrCtBTSeAAECBAg0XqAqLSzvmKosnSoyUbW9sxWd3e3oHtupE1gnT+rG5KndmCpl8uQyf2KWct9x7ejuaUfnqFa0dpQy2YpMco12xNIE16qKWLoshhExKH9KGfaHMezNl5lhDLLsL9N9gxjcM1/uHkS/lMFdZbq3lDuz9KN3x6AewKt/W7+e5iBeWWYzGfjmXszeVEomCGeicJbre/WgXrNlmmXmutmYua4XOT9bpjlflzrRuFfuK/dfm6XM57JRqQcDK8tMY25gNBYcxIAYEANiYOvGgHPn3IkBMSAGxIAYEANiQAyIATEgBsSAGGh+DDjHzrEYEANiQAyIATEgBsSAGBADYkAMiIHmx4Bz7ByLATEgBsTAloqBUb/0hensXN/17NOey3JaSvZxz77udR/362bn+r1fX851Kbm8HlAr+8lnn/mbetHLPvTZl/6W/tzgWrf1o19KL8sdg7lBtrIv/t5B1H3zs49+llG//ezDn335Z4YxzDLq59+f6/tf5wCU2Vj8s1y+QC5rR51j0Jps1TkHmXuQOQgTx7Vj8sROKd3IHIU6VyHzFU7q1jkM3WM7dU5D5jZkjkPVqSJzHqIVcZ+8hPBDgAABAgQIbDcB7SVAgAABAgQIECBAgAABAgSaL6CFBAgQIECAAIGtKnD99dfHBz7wgRVX/9xzz42nPOUpK17figQIEDgSAv1+f1WHraoqWq3s7BV+CBxSwJ0ECBAgQIAAAQJrE/Cue21+tiZAgACBzRFwFAJjIVC+s4y6tKuo2hGtySo6R7Wje2x7Lsn19ImYPmMidpxVykMmY8eDp8rtyZg6dSImTujWg3O1d7Xr7apWHPAzzITbLIuWDusRucqCKurjRpnWpVWV45cymmZ9ynxkqWL+p+xsEDHM72XrBN8yP1v2ODOMQSb/7ivTfYO5AbzuHs4lCu8dRL+Uwd5+DMq0n0nEC6UfvTtKubMf/TLt375oenvZLsttZVkuV6L24cBBDIgBMSAGxIAYEANiQAysNgasL2bEgBgQA2JADIgBMSAGxIAYEANiQAw0PwacY+dYDIgBMSAGxIAYEANiQAyIATEgBsRA82PAOXaO1z8G6r7q8/3W03dRn/benf26r3u/TPsL/d8HdZ/47BuffeSz5OBag7uHc33o9w1ikH3q9w/nBtXKvva9iMi+99kHf1DmF/Xnz776Vaua68c/33+/KtNcXvfxryKqUiJLRNlyWP4u+i0365yBRYuqVtS5BZljUA/CdUK3zj2YPmOyzkXYkTkJZ03E9BkTMXX6RJ2zkLkLmcOQuQxVO6IqdaiqMi0l/BAgQIAAAQIECBAgQGBzBRyNAAECBAgQIECAAAECBAgQaL6AFhIgQGDdBT7xiU/EZZddtuL9Pv/5z4+TTjppxetbkQABAkdC4PLLL1/VYY8++ug45phjVrWNlQkQIECAwAYK2DUBAgQaK9BqbMs0jAABAgQIECCwEQKZRFveQVWdKtqTregc1YqJ4zp1cmsmue7I5NezJmPn2VORCbDTD5yIyVO6MXFCZ25Arp2taJXtoh3lZ3hvGQ5juKSUO2OUkJvTTJSNVsRCyX2Mbs/P1+uUVaLsOvcXg6gH5Rr2hjHIJOGZYZ0wXA/Kdc8wBqX07x7EIMtdZZoDcdWlH/29pSxJSu7fMYjeqNw+P397P3qjcluZ39JF/XvOXzDwOBADYkAMiAExIAbEgBgQA2JADDQ9BrRPjIsBMSAGxIAYEANiQAyIATEgBsSAGGh+DDjHzrEYEANiQAyIATEgBsSAGBADYqBRMTDqr57T7M8+6ste5rOP++KBuOqBubIvfF3m+sjPDcY1mBuM655hZD/67FM/HPWvz772vWHd977ugz/MDvnZMT+i7qOf/fbn++zX/fkXz5f76nWqmPuZn2Z//sUlcp/Z0X9Uyj4yt6C9s1XnGmTOQeYeZA5C5iLUOQlnTUbmKGSuwuTJ3Tp3IXMYMpchcxpyUK9ozR8wtuOPNhMgQIAAAQIECBAgQIAAAQLNF9BCAgQIECBAgAABAgQIECBAoCkCN9xwQ/zqr/7qMs1ZftGePXviggsuWP5OSwkQIDAmAnfddVdcffXVq6rNjh07YufOnavaxsoECBAgQIAAAQIEtr7A5regtfmHdEQCBAgQIECAwBYVqKJOpq3aVWRpTVTR3tWO7rGdmDq5G9MPmIjpMyZiRya9nj1ZD8g1VW5PntqNieM70dnTjs6uVrQmq6gy6bWKuZ/h3KTOq52fPWCS682XqhVRtbNUZbqolP1VpUQVUZcoP2W/w0EmBZeSycGzwxjMlLJ/EIN9ZbqvTO+DhCvGAAAQAElEQVQp5e5B9O+aL/VgXGX+zsWlH3VScg7OdUeZX1xuL7eV6DNgIAbEwGpjwPpiRgyIATEgBsSAGBADYkAMiAExIAbEQPNjwDl2jsWAGBADYkAMiAExIAbEgBgQA2JADDQ/Bpxj51gMiAExIAbEgBgQA0cmBhb3ac/57Ou+UBb1hR/1j5/vLz+4exCD7EOffemzT332rZ8ZxnC2lOxz3y/TQXbEj7mf+f752Ve/LvO5BNXCNKJqRdR9+OfXjeV+yi7rxaNpWbdqVXVuQeYYZK5B5hxk7kHmIOSAXDsyJ+GsyTpHIXMVMmchcxcyhyFzGRbqUPZVHz/8ECBAgMCGCdgxAQIECBAgQIAAAQIECBAg0HwBLSRAgAABAgQIECBAYEMFZmdn4+d//ufjS1/60oqP84xnPCPOPffcFa9vRQIECNyvwAascOutt8Zll122qj0/4AEPMCDXqsSsTIAAAQIECBAgQODwBDLd4/C2tBUBAltaQOUJECBA4DAF5pNVq/IuqupUdQJse0cr2ke1orunHd3jOjFxYjemTp6IqVPLdFGZPKUbkyeVcmJZ54ROZDJs95h2dHaXsqsd7Z2taE2XkgN2davI/WeSbLQi6gTZKmJuWmbK79x8xAHT+kZEPbhXJutmGZTbo9Ivd2XJZOFemc+SycP3VzLJeFGpB/Yqt5ed7h/GQGEgBsSAGBADYkAMiIGxiAHvy7w3FQNiQAyIATEgBsSAGBADYkAMiAEx0PwYcI6dYzEgBsSAGBADYkAMiAExIAbEgBgQA82PAefYORYDYmBbx8DB+q2X5cOl5f76xef92Ye+LsMY9iMiy6i/fU6zD/6olLsj++gfrP9+Ve4ov7lKXVpl7Rysq1NF1a3qfIPMEchcgc6udp070D2mXecSTJzQickTS8kcg1O698k/yJyEzE3IHIXMVcichcxdaGW+QaeKzGmoj1mFHwIECBAgQIAAgYYIaAYBAgQIECBAgAABAgQIECDQfAEtJECAAAEC21FgOBzGr//6r8fv/u7vrrj5ExMT8fKXvzw6nc6Kt7EiAQIEjoRADsZ1zTXXrOrQZ5xxRuzatWtV21iZAIGtJaC2BAgQIECAwHgItMajGmpBgAABAgQINFSg8c2qqioyibVqVZEDaGVyaya5duoBujoxcUK3ToydPmMidjx4MnY8ZDJ2nj0VO88p04dOxo6zJmP6gRMxeVo3Jk/sxsSxnegc3Z4bnCsTZbtV5KBcuf88ztzBIur5KmJhGvM/uSxnR9Nl5uu78k+W+v4yU37rfbXKgtH8ctO8v5TqUKUdccj7D7Wt+9iJATEgBsSAGBADYkAMiAExIAa2Ygyos7gVA2JADIgBMSAGxIAYEANiQAyIATHQ/Bhwjp1jMSAGxIAYEANiQAyIATEgBsSAGBADzY+B8TvH99M3Pco5qctyfd9Hy3Kd0XyVMxF13/kyW37n5mP+p16wZH7psry9uOTOyu2qVUXmFFQTVbSmqjonIHMDJo7txGQOunVat84dyByCnQ+dnMspOHuqzjHIXIPMOZg6tVvnIHT3dCJzEjI3IXMU6v22qqgPNWpD+CFAgAABAgQIECBAgAABAoclYCMCBAgQIECAAAECBAgQIECg+QJaSGBsBGZnZ+O//tf/Gq973etWVaenPOUp8ZjHPGZV21iZAAECmy2QAw5edNFFkdPVHPvhD3/4ala3LgECBAgQIEDgYAKWEyBwPwKt+7nf3QQIECBAgAABAgcTqModpWTibCbx5sBZrclWtKdLOaod3WPaMXliJyZPnYhMjt1x1mRkouyOsydj10On6oG5djxoMnJArjpx9qROdI9tR2d3O+rE2alWtCaqyOTZUeJs5s5WEVFPy0z5jbrknzjEz+L7y3z5Xdhubl9VVNV8aZXpQUqU5XUp65YNop4fLVs8bVcRCoNNjYEqxFwVDKpgUAWDKhhUwaAKBlUwqIJBFQyqYFAFgyoYVMGgCgZVbH2DKrShCgZVMKiCQRUMqmBQBYMqGFTBoAoGVTCogkEVDKpgUAWDKra+QRXaUAWDKhhUwaAKBlUwqIJBFQyqYFAFgyoYVLEtDRb3UV88v6Q/e/bpP2gp61ZVFVWVJcq0lIioovzUf8o0fxfP5+0lpWxeb5Or1fNlpvzG3HyZy992Fa1uKZlXsLNV5wZkjsDEiZ3InIHMHcgcgp1nT9U5BTvOnpzLMThrMjLnIHMPMgchcxHaR7Xr3ITMUchchWhFZBujHKcu4YfAVhZQdwIECBAgQIAAAQIECBAgQKD5AlpIgAABAgQIECBAgAABAk0R6Pf7qx5sJgen+ed//ud44hOfGL/wC7+wKoqqquLnfu7nYnp6elXbWflICDgmge0tcMkll8S73vWuVSN8y7d8y6q3sQEBAgQIECBAgAABAqsXaK1+E1ssK2AhAQIECBAgsD0F5pNZM7E1B85qTVb1YFqdo9rRPaYTEyd05hJnz5iIHWdNxM6HTEYmz+48Zyp2PnQqps+ajKkHTtSDdk2c2I3ucZ3oHN0u+2hH7quaH5CrakXUSbNVRD2N+Z9Ft8v/Hc0tzGU5N5rmfJbFt3P+MEoeoy6lPlmnA+ZHy0yjtuHAQQyIATHQzBhwXp1XMSAGxIAYEANiQAyIATEgBsSAGBADzY8B59g5FgNiQAyIATEgBsSAGBADYkAMiAEx0PwYcI6dYzEgBsSAGBADWzcGqri37jlfSt3H/nCmMf+T287P1pPR7flpNT9dOE69UvmTy+dL3Ye8U0XmALSmqjonoLO7XecIZK5ADraVuQOZQ5C5BHVOwdlTkTkGmWuQA3LloF2Zg5C5CJmT0N7RmssryP3mgGRVRF2H8EOAAAECBAisSMBKBAgQIECAAAECBAgQIECAQPMFtJAAAQIECBAgQGDDBa644oo4++yz47u+67viwgsvjL/+67+O66+/PmZnZxeOnQNw3XzzzXHppZfGr/zKr8TDHvaweNSjHhV///d/v7DOSmee9axnxXd+53eudHXrESBA4IgIfPazn43zzz8/7r777lUd/+STT45zzjlnVdtYOSIgECBAgAABAgQIEDgMgdZhbGMTAgQIEDiCAg5NgMAYClSlTlnKO6uqXUXVraI1UcpUK9o721En0ebgXMd1ok6kPaUbU6dOxNRpZXpaTrOU+VNLKfdNjsrJ3Zg8MUvZ7oRunYjbPbYT3WPb0T2mHZ09pRxdylHtaO/KY7Wis7NMp+dKDuiVJRN6s045YFhd2hHRWlJy2eKy9P6D3c5tDnaf5fd1ZsJEDIgBMSAGxIAYEANiYIUxcJ/37LYTO2JADIgBMSAGxIAYEANiQAyIATEgBhoXAz7/L/k/SzEuxsWAGBADYkAMiAExIAbEgBgQA2KggTHg87/P/2JgA2JgNX3Yc93FZcnzTFXuq/vYd6p78wAmq8h++O35fvl1H/3sp39UK3KQrE724d/Trvv01337j+tE9/hOTJzQjckTOzF5UplmLsB8XkAOslWX++QPTETmDmSOwUTu45hOZO5B5iC0plqROQl1HkC7ijqOqgiDcYUfAgQIECBAgAABAmMpoFIECBAgQIAAAQIECBAgQIBA8wW0kAABAttZ4Oijj47Jycn41Kc+Fa973eviKU95SuSAMhMTE1FVVV1arVYcf/zx8chHPjLe8IY3xOWXX35YZLnP1772tTE9PX1Y29uIAAECaxG4+uqr49//+38fF1xwQbznPe+Jf/u3f4u9e/cu7DLn//Zv/zZe9KIXxbd927fFTTfdtHDfSmdysMJTTjllpatbjwABAgQ2WcDhCBAgQKBZAq1mNUdrCBAgQIAAAQLjI1D+fyiq8m6rLp0qWhOtaE9V0dnRikzC7R7TiYnjOzF5cjemTpuI6TNKOWsydj5kKnadMxm7Hlampew8dyqy7DqnTM+ejB1lnekzJmP6ARMxdfpETJ7ajUzEzcTd3N9EnYzbju6eTn2cOgF4uhWtcuxMDK5KPVrdKhYSh0vdqna5vbh0qrjPssX3j+ZbZTslKgYMxIAYEANiQAyIATEgBsSAGBADYmBrxoDz5ryJATEgBsSAGBADYkAMiAExIAbEgBhofgw4x86xGBADYkAMiAExIAbEgBgQA2JADDQvBkb92Q81PVg/+VxeSt2nPvvWT1Z1X/t6AK6drboPfvbF7x7TjuybP3FC595Btk7t1n34px84EdNnTtZ9+3c+ZDJ2PXSq7vNf9/s/dyp2ZTlnss4NmH7QZJ0rkDkDmTuQff67x8z39d/RiswxyFyDun9/K8q5KqWK1f5YnwABAgQIECBAgAABAgQIEGi+gBYSIECAwBYUuPjii+vBCaqqMl0Hgze/+c1bMApUmQABAgQIECCwKoGxXHlqaipOOOGETanbS1/60njCE56wKcdyEAIECCwV+PrXvx5f/OIX44//+I/jJS95STz0oQ+No446auEzfc4/8YlPjPe+971LN13x7fPPP9+ggyvWsiIBAgQIECBAoLECGrZJAq1NOo7DECBAgAABAgS2p0B5tzUa2Ko1UUVruhXtTNI9qh11gm6dnNuJqdO6kUm5Ox40GTvPLuWcTMKdrpNyd9XJuFOx85zJ2PGQUnJArjMn6vWnTu/GVCb1ntyNiRM7kcm+3XpArk50drejfVQ53q5WtHZUkQNyVZNlWupR3d+AXAckJkdUbYWBGBADGxUD9iu2xIAYEANiQAyIATEgBsSAGBADYkAMND8GnGPnWAyIATEgBsSAGBADYkAMiAExIAbEQPNjwDl2jsWAGBADYkAMiAExIAbGJQaqqA7oD7/odqfMj0q3irqP/2RVD4rV3lGmu1rROaqU3e3oHtOJ7JufffQnTurE1CndyH7/Uw/oxvQDJmL6zIl6QK4ddf//yblBuM6dms8BmI6d55T57P//oMm5vv+ndWOy7Cf31z2mXY7TrnMLMscg6zGqc7TCDwECBMZYQNUIECBAgAABAgQIECBAgACB5gtoIQECBAgQIECAAAECBA4U2LVrV5xxxhkHLtyAW2eddVa87nWvi06nswF7t0sCBA4UcGs5gS996UvR6/WWu2tdlu3Zsyee/OQnr8u+7IQAAQIECBAgQIAAgfsXkJ5x/0bWaLqA9hEgQIAAgY0SqCKqqoo6MbZTpt0q2lOtaO9sR+fodp2gO3F8JyZP7sbUaRMxfcZk5IBcOejWrnNyQK5Rma6Tcnc+NBNyp+qk3ekzJ+eSeE+fiByQa/KUTM7t1gNyTdQDcrUjB+TqHNWuj9eebkWrHLs1WUU1GpCr1KfKerXLstE05xdKlLpnKfcvLFsy3yq3lagYMBADYkAMiAExMP4x4Bw5R2JADIgBMSAGxIAYEANiQAyIATEgBpofA86xcywGxIAYEANiQAyIATEgBsSAGBADYqD5MeAcO8diQAyIATGQMXCw/u318uwDn6WKui9/vazMj/rM5zT70meZqCL72Gdf++xzQyKxygAAEABJREFU38m+/ke1o1sPyNWO7JufA2hNntSd6/d/ajemT5+I6QeWcuZk3bd/50Om5gbfOjf7/0/PDcz1sDJ/zlRkbkDmCGSuQOYMZO5A5hB0j+lE5hRkbkHmGFRZl6xX1rWqIspv+CFAgAABAgQIbGcBbSdAgAABAgQIECBAgAABAgSaL6CFBAgQIECAwJYSOP300ze0vq1WKy688MI488wzN/Q4dk6AAIGDCQyHw/jc5z53sLvXZfkP/dAPxbnnnrsu+7ITAltGQEUJECBAgAABAkdQoHUEj+3QBAgQIEBgWwlo7DYVyETYUqryrqtO5u1U0ZpP2s3E2faOVuSgWZ3drejuacfEcaUc342JUcJuDrRVytRp3cgE3Hp66kSZ78bkaRMxeepoOj9f7ptbluuXUu6vB+zKadlPPXBXTk8u253UiclROaETEyeWktMsx3eie0K3lDLN+VHJwb6yHNuObpZS33qa88eUZUp0GTAQA2JADIgBMSAGxIAYEAPbOgZ8JvDZUAyIATEgBsSAGBADYkAMiAExIAbEQPNjwDl2jsWAGBADYkAMiAExIAbEgBgQA2JADDQ/BpzjMTzH2Wc9y+I+7Nm3Pcuov3tOT+hE9oXPga9yMK26nNiJybJ8of989qM/uRtT2bd+VE7tzvXPz+lpZX5UFvroT8TiPvzZT3+hj/9p8338y7b1Pk/qxsSJpWRuQNZ3TzsyZyBzBzKHIHMJ6oHAJqqoOqXkQFytiHogrir8ECBAgAABAgQIECBAgMAmCTgMAQIECBAgQIAAAQIECBAg0HwBLSRAYH0EjjvuuPXZ0UH28mM/9mPx7Gc/+yD3WkyAAIGNF7jtttvi0ksv3bADHX/88fGKV7wiOp3Ohh3DjgkQIECAwHYW0HYCBAgsJ5BpGsstt4wAAQIECBAgQGATBKqqikyarVplmkm0pbS6VdRlskynW9HZVcpR7ejuKeXYTnSP78Tkid2YzATgUyfqwbmmHtCN6TMmYvpBE7HjrMnY8eCp2Hl2KedMxa6HTcVRD5+OXY+YjqPOy1JuP6KUMr8rl5f7d5ayq6y7M8tDJ2PnqOQ+zi63HzJXdpTpjgdP1vuvj1OONZ3lQZPl2Mr0eDg4F86DGBADYkAMiAExIAbEgBgQA2JADIiB5seAc+wciwExIAbEgBgQA2JADIgBMSAGxIAYaH4MOMfOsRgQA2JADIgBMSAGxIAYEANiYGkMnDUZo37s2We+7tv+kMnYmSX7vddl6t7+8Nkv/pypqPvKZ5/5LA/PPvWlPKIsP29qro/9I6ZjoW99WT/74tf7L8ffceZETD+wlAd05/runzpR9+XPPv3Zt7+bffx3tyMH2+rsbEVrupTMBZjPC6jaVUQpdc5AFVFV5U/4IbAgYIYAAQIECBAgQIAAAQIECBBovoAWEiBAgAABAgQIECBAgACBLS9w9tlnb1gbnva0p8Vb3vKW6Ha7G3aMTdixQxAgsMUFrrvuuvja1762Ya14/etfH+edd96G7d+OCRAgQIAAAQIECBC4r0DrvovWusT2BAgQIECAAAECKxLIPNpSqir/RFTlnVnVqSJLa6KK1mQr2tOl7GxF5+h2dHa3o3tsOyaO78TEiZ2YPLmUU7sxddpETD+glAdOxo4zSzlrMnY+uJSzJ+cTh6dj13nTC4nCR2WycLmdA3TtevhU7HzYdOw8t0xL2XVO2S4TiLOU7XfWZSp2lGkmK+d+c7rjwROxoxwjB6Da8aDJmH7QxIElk46VmGbAQAyIgUbHQHnu1z4xLgbEgBgQA2JADIgBMSAGxIAYEANioOEx4PO/73nFgBgQA2JADIgBMSAGxIAYEANiQAw0PwacY+dYDIgBMSAGxIAYGOMYWNJPfa7v+mTdl33HfJ/2HIxrx0PKslJyIK25PvCTsTP7xJeyK/vInzs112f+YdORfejrvvTnTUfdt36+f/1R5fauvL9sU+/jwZOx46zJ8n9BpZwxGVOnT9R99ydP6dZ9+bNPf/bt7x7Tjs6eUo5qR3tnq84ByFyAzAnI3IC6tCKiKr9V/onI+fBDgAABAgQ2VcDBCBAgQIAAAQIECBAgQIAAgeYLaCEBAgQIECBAgACBjRM4+eSTY3p6et0P8JSnPCU++MEPxu7du9d933ZIgACB1Qh8+ctfjltuuWU1m6x43R//8R+Pn/3Zn13x+ode0b0ECBAgQIAAAQIECKxUIFM5Vrqu9QgQIDBeAmpDgACBJghUpRGlVK0qqvZ86ZZpKa3Jqk7Gbe9sR+eodnT3lHJspx6Qa/LETOLtxlQOyJWJvQ+YiKkzJqJOBj9rMuqE4rOnYuc507Hr3Kk46uHTkQnCWerBuR6Rt8vyOml4ql5nZyYOj8pDJ2PnQ8v2ORBXKTsfMjW3z0xSrhOLy+08TinTZ03EKLF5OgfnOnMy6mnOKyzEgBgQA2JADIgBMSAG1hoDthdDYkAMiAExIAbEgBgQA2JADIgBMSAGmh8DzrFzLAbEgBgQA2JADIgBMSAGxIAYEANioPkx4Bw7x2JADBxODCzqm173Wc++62dN1gNl7XjwVOzMvu1Zsp/72VOxI/u+j/rC53TUP75Ms1/9rodNzferL9NHTEfdt/686XrZrodPzw3adc502U/ZV9lnDsi148yJmH5gKdln/7SJug//5MndyD79E8d1ontsKbvbdZ//7Pvfnm5F5gJU3SrqMsoTaFVRD8RVJuGHAAECBAgQIECAQFMFtIsAAQIECBAgQIAAAQIECBBovoAWEiBAgMC2FNi1a9e6D8j19Kc/PT70oQ/Fscceuy1NNZoAgfES+PznP78hFbrgggviLW95S3S73Q3Zv50SIEBgwwTsmAABAgQINECg1YA2aAIBAgQIECBAYEMFNnznmVA7KuXdWZUlk247VWQCbmuiqhNyW1OtyOTc9o4y3dmaS9g9qh2do8v87vbcgF3HdGIiE3qPK9PjSzmhUyf6Tp5Uppn0W8rUKd3IMnnqREzmgF6l5HwO7nWwad43VdbPab3Nad2y7URMlWkun8xplrKvuWXlGDmvRJop4kEMiAExIAbEgBgQA2JADIgBMTD+MeAcOUdiQAyIATEgBsSAGBADYkAMiAExIAaaHwPOsXMsBsSAGBADYkAMiAExIAbEgBgQA2Jgi8XAoj7qdZ/17NNeli30ey/zc+d0YqHf9sJ9ue6p8/3eD5jOLxv1qz+53M6Sfe5P7MbECZ2YyL74x3XqwbY6x5TpnnZ0dpeSffezD/+udrR3tqLu2z/diuzrn4NwZd//zAGoMhcgcwJaEZGlKtNRKbN+CRAgQIAAAQIECBAgQIAAgbUJ2JoAAQIECBAgQIAAAQIECBBovoAWjpfAnj17IgflWq9aveIVr4iLLrooDMa1XqL2Q4DAWgT27dsXX/jCF9ayi2W3ffWrXx1/8Ad/ELt37172fgsJECBAgAABAgQiGBDYSIFM59jI/ds3AQIECBAgQIDAegtkIu78PuvZqoryO1fy3V0pVassy5JJvO2IOqE3k3q7VbQmWtGabEV7qop6gK+drejsKrczMfioMp/To9t1wnB3dzu6uzvR2VOmx2Tp1EnF3WM6MXFsuX1smR63qGTisTKXgM2Bw+pjgBkzMSAGxIAYEANiQAyIATEgBsSAGBADzY8B59g5FgNiQAyIATEgBsSAGBADYkAMiAEx0PwYcI6dYzEgBsSAGBADYkAMiAExsN4xsKjPejf7sM/3Zc9+7XXZ057r876nE9kHfm7wrLIs+8YfNd9XPvvM7yzz06VMVXWf+uxbvzCAVva3b0dU2Qe/VUWUUtV98yOiishSVTkT9/4suXnvHeYIENgGAppIgAABAgQIECBAgAABAgQINF9ACwkQIECAAAECBAgQIEBgXuCoo46KBz3oQfO3Dn/y4Ac/OD71qU/FW9/61pienj78HdmSwPoJ2BOBuOmmm+Kf/umf1k1i9Fx34YUXeq5bN1U7IkCAAAECBAgQILB6gdbqN7FFcwW0jAABAgQIENgyAqPE3TKtc3rzTytvRIySfqs6GbjczoTgLJ0qWt0qqokynWxFa6o1NyDXjnZ0drbqQbk6mXB8dDu686VORN5TbmdicpZjOtHNgbkygXk+qbmb0+O7MbG4nFBuKzHBgIEYEANiQAyMZQx4nfYaLQbEgBgQA2JADIgBMSAGxIAYEANioPkx4Bw7x2JADIgBMSAGxIAYEANiQAyIATEgBpofA86xcywGxIAYEAPbIAYW91Ev83Xf9eM6kdO6X3v2ba/7uJdluztR93/f3b63P/zR7aj7yO9q1X3m2zvadR/67EvfmmzN9a3PPvadKqr2qESZL6UVEVmqiKpVRVVVZSYiyiTyZzTNeYUAAQIECBAgsGECdkyAAAECBAgQIECAAAECW1ngu7/7u+Oaa65R1sngp37qp7ZyOByi7u4iQIAAAQIECIy/wNTUVDzrWc+KE0444bAq+9jHPjb+/M//PC6//PJ46lOfGlWl48VhQdqIAIENEbj11ltjcnJyzfv2XLdmwobvQPMIECBAgAABAgQ2WyBTQjb7mI5HgAABAttdQPsJEFgfgfx/pPmS/6dUl0z0zbKQDFzFQmJwJgl3q2jVA3JV0R4NyLWzFe1d7blE4xyQK0smHmci8qjkoFx1snI7upmwfGwnulmO68TEqBxf5pWYYMBADIgBMSAGxIAYEANiQAzMxQAHDmJADIgBMSAGxIAYEANiQAyIATEgBpofA86xcywGxIAYEANiQAyIATEgBsSAGBADYqD5MeAcO8fjEgPz/dbrwbiyL3uW7Nue/dyzv3uW+f7v9cBc2Sc++8bPl+wz386+89OtyL70rcmq7ltfdauosq/9cn3wW+W+UqKKuE8JPwQIECBAgAABAgQIEGiQgKYQIECAAAECBAhsiEAOWnDKKaeEsj4Gu3bt2pDzZKcECBxaIJ/DrrjiihgOhysu73nPew69U/ceGQFHJUCAwBoEOp1OvOY1r4kbbrghrrvuuvjgBz8YP/ETPxHnnHNO7Ny5Mxb/dLvdOOuss+I//sf/GO9973vr9S+55JJ6QK92u714VfMECBAYC4FHPvKR8dWvfjXuvPPO+PSnPx1vfvOb43nPe179XHawgQhz+aMe9ah4xSteER/96EfjtttuC891Y3E6VYIAAQIECBAgQIDAgoABuRYozBAgQIAAAQIEtrDAcgm+o2X5jq+UKssoSTgThrN0q2hlyUG6smRS8UJpRWvqvqWdCciLy45WtMe0qJdzIwbEgBgQA2JADIgBMSAGxIAYEANioPkx4Bw7x2JADIgBMSAGxIAYEANiQAyIATEgBpofA86xcywGxIAYEANiQAyIATEgBsSAGBADCzGwuC97mb9Pn/fJVrTqUpXpfMm+8lm6VSwMwJX96Uf961sRMSpVmT9YKXf53TgBeyZAgAABAgQIECBAgAABAgSaL6CFBAgQIECAADmy2zUAABAASURBVAECBAgQIECAwNYXOOmkk+K5z31u/PZv/3ZcdtllsXfv3gMGbZyZmakHtvmf//N/xgtf+MLI9bd+q7WAAIHtILBr16548pOfHK997WvjAx/4QP1clgMRDofDA57n8nYu/8IXvhBve9vb4nu/93tj9+7d24FIGwkQIECAAAECBAgsCGyFmUwT2Qr1VEcCBAgQIECAAAECBAgQIDCuAupFgAABAgQIECBAgAABAgQINF9ACwkQIECAAAECBAgQIECAAIHmC2ghAQIECBAgQIAAAQIECBAg0HwBLSRAgAABAgQIECBAgAABAgSaL6CFBAgQIECAAAECBAgQIECAQPMFtJAAAQIECBAgQIAAAQKHFDAg1yF53ElgqwioJwECBAgQIECAAAECBAgQINB8AS0kQIAAAQIECBAgQIAAAQIEmi+ghQQIECBAgAABAgQIECBAgEDzBbSQAAECBAgQIECAAAECBAgQaL6AFhIgQIAAAQIECBAgQIAAAQLNF9BCAgQIECBAgAABAgQIECBAoPkCWkiAAAECBAhsVQEDcm3VM6feBAgQIEDgSAg4JgECBAgQIECAAAECBAgQINB8AS0kQIAAAQIECBAgQIAAAQIEmi+ghQQIECBAgAABAgQIECBAgEDzBbSQAAECBAgQIECAAAECBAgQaL6AFhIgQIAAAQIECBAgQIAAAQLNF9BCAgQIECBAgAABAgQIECBAoPkCWkiAwLoLGJBr3UntkAABAgQIECBAgACBtQrYngABAgQIECBAgAABAgQIEGi+gBYSIECAAAECBAgQIECAAAECzRfQQgIECBAgQIAAAQIECBAgQKD5AlpIgAABAgQIECCwbgLDxXsaDg+4ufgu8wQIECBAYNMFHJAAAQIECBAgQIAAAQIECBBovoAWEiBAgAABAgQIECBAgACBgwks05dp7Ds3GZBr+bNpKQECBAgQIECAAAECBAgQINB8AS0kQIAAAQIECBAgQIAAAQIEmi+ghQQIECBAgAABAgQIECBAgEDzBbSQAAECBAgQIECAAAECBAgQaL6AFhIgQGA7COxf3Mh9+/YtvmmeAAECBAgQIECAwHYQ0EYCBAgQIECAAAECBAgQIECg+QJaSIAAAQIECBAgsAUFlunLdEBfp3FskgG5xvGsqBMBAttIQFMJECBAgAABAgQIECBAgACB5gtoIQECBAgQIECAAAECBAgQINB8AS0kQIAAAQIECBAgQIAAAQIEmi+ghQQIECBAgAABAgQIECBAgEDzBY5oC+9cfPTbb7998U3zBAgQIECAAAECBAgQIECAwLoJ2BEBAgQIECBAgAABAgQIECDQfAEtJECAAIH1FFimL9MBfZ3W81jrtS8Dcq2XpP0QIECAAAECBMZZQN0IECBAgAABAgQIECBAgACB5gtoIQECBAgQIECAAAECBAgQINB8AS0kQIAAAQIECBAgQIAAAQIEmi+ghQQIECBAgAABAgQIbFeBGxc3/IYbblh80zwBAk0T0B4CBAgQIECAAAECBAgQIECg+QJaSIAAAQIECBAgQIAAAQIECDRfYJu0cJm+TAf0dRpHBgNyjeNZUScCBAgQIECAAAECBAhsUQHVJkCAAAECBAgQIECAAAECBJovoIUECBAgQIAAAQIECBAgQIBA8wW0kAABAgQIECBAgAABAgQIEGi+gBYSIECAAAECYydw9eIaXXHFFYtvmidAgAABAgQIHJaAjQgQIECAAAECBAgQIECAAIHmC2ghAQIECBAgQIAAAQIENlpgmb5MB/R12ujjH87+Dch1OGq2GWcBdSNAgAABAgQIECBAgAABAgSaL6CFBAgQIECAAAECBAgQIECAQPMFtJAAAQIECBAgQIAAAQIECBBovoAWEiBAgAABAgQIECBAgAABAs0X0EICBFYu8PXFq/7bv/3b4pvmCRAgQIAAAQIECBAgMM4C6kaAAAECBAgQIECAAAECBAg0X0ALCRAgQIAAgW0ssExfpgP6Oo0jjQG5xvGsqBMBAgQIbAEBVSRAgAABAgQIECBAgAABAgSaL6CFBAgQIECAAAECBAgQIECAQPMFtJAAAQIECBAgQIAAAQIECBBovoAWEiBAgAABAgQIECBAgACBLSHw5cW1/OIXv7j4pvn7FbACAQIECBAgQIAAAQIECBAg0HwBLSRAgAABAgQIECBAgAABAgSaL6CFBAiMo8AyfZkO6Os0jnU2INc4nhV1IkCAAAECBAgQIDASMCVAgAABAgQIECBAgAABAgSaL6CFBAgQIECAAAECBAgQIECAQPMFtJAAAQIECBAgQIAAAQIECBBovoAWEiBAgAABAgQIEFibwD8v3vwf/uEfFt80T4AAAQLjIqAeBAgQIECAAAECBAgQIECAQPMFtJAAAQIECBAgQIAAAQIECBA4QGCZvkwH9HU6YOUxuXG/A3KNST1VgwABAgQIECBAgAABAgQIENhAAbsmQIAAAQIECBAgQIAAAQIEmi+ghQQIECBAgAABAgQIECBAgEDzBbSQAAECBAgQIECAAAECBAgQaL6AFhIgQIBAYwUuWdyySy+9NK677rrFi8wTIECAAAECBAhsIwFNJUCAAAECBAgQIECAAAECBJovoIUECBAgQIAAAQIEtoJA9mHKvkxL6npAX6cl943FTQNyjcVpUAkCBCICAgECBAgQIECAAAECBAgQINB8AS0kQIAAAQIECBAgQIAAAQIEmi+ghQQIECBAgAABAgQIECBAgEDzBbSQAAECBAgQIECAAAECBAgQaL6AFm6+wN5yyL8rZeH3k5/85MK8GQIECBAgQIAAAQIECBAgsAECdkmAAAECBAgQIECAAAECBAg0X0ALCRAgQIDAmgSW6cOUfZyyr9Oa9rvRGxuQa6OF7Z8AAQIECBAYMwHVIUCAAAECBAgQIECAAAECBJovoIUECBAgQIAAAQIECBAgQIBA8wW0kAABAgQIECBAgAABAgQIEGi+gBYSIECAAAECBAgQIEBg2wkcMALXRz7ykW0HoMHbUUCbCRAgQIAAAQIECBAgQIAAgeYLaCEBAgQIECBAgAABAgQIECDQfAEtbKrAMn2YDujjNK7tNiDXuJ4Z9SJAgAABAgQIECBAYGsLqD0BAgQIECBAgAABAgQIECDQfAEtJECAAAECBAgQIECAAAECBJovoIUECBAgQIAAAQIECBAgQIBA8wW0kAABAgQIECAwPgIfW1yVD3/4w3HPPfcsXmSeAAECBAgQOFwB2xEgQIAAAQIECBAgQIAAAQLNF9BCAgQIECBAgAABAgQIEFhXgey7lH2Yluz0gD5OS+4bm5sG5BqbU7H+FbFHAgQIECBAgAABAgQIECBAoPkCWkiAAAECBAgQIECAAAECBAg0X0ALCRAgQIAAAQIECBAgQIAAgeYLaCEBAgQIECBAgAABAgQIECDQfAEtJECAwAoEPlPW+Wop9e/MzEy8733vq+f9IUCAAAECBAgQIEBgawioJQECBAgQIECAAAECBAgQINB8AS0kQIAAAQIECGwXgey7lH2YFrU3+zZlH6dFi8Zz1oBc43le1IoAAQJbSUBdCRAgQIAAAQIECBAgQIAAgeYLaCEBAgQIECBAgAABAgQIECDQfAEtJECAAAECBAgQIECAAAECBJovoIUECBAgQIAAAQIECBAgQIDA+Au8f3EV3/Wudy2+uZJ56xAgQIAAAQIECBAgQIAAAQLNF9BCAgQIECBAgAABAgQIECBAoPkCWkiAAIEjLrBM36UD+jYd8QoeogIG5DoEjrsIECBAgAABAgTGSUBdCBAgQIAAAQIECBAgQIAAgeYLaCEBAgQIECBAgAABAgQIECDQfAEtJECAAAECBAgQIECAAAECBJovoIUECBAgQIAAAQIECKxB4L2Lt/3MZz4Tn/jEJxYvMk+AAIExEVANAgQIECBAgAABAgQIECBAoPkCWkiAAAECBAgQIECAAAECBAg0X2D5Fmafpey7tOTeA/o2LblvrG4akGusTofKECBAgAABAgQIECBAgMARF1ABAgQIECBAgAABAgQIECBAoPkCWkiAAAECBAgQIECAAAECBAg0X0ALCRAgQIAAAQIECBAgQIAAgeYLaCEBAgQIEGimwOWlWR8uZeH313/91xfmzRAgQIAAAQIEtp2ABhMgQIAAAQIECBAgQIAAAQLNF9BCAgQIECBAgAABAgTGTmCZPkvZpyn7No1dXZerkAG5llOxjMARFnB4AgQIECBAgAABAgQIECBAoPkCWkiAAAECBAgQIECAAAECBAg0X0ALCRAgQIAAAQIECBAgQIAAgeYLaCEBAgQIECBAgAABAgQIECDQfAEtJHAEBH5z8TE/9rGPxcUXX7x4kXkCBAgQIECAAAECBAgQWGcBuyNAgAABAgQIECBAgAABAgSaL6CFBAgQIECAwMoEsq9S9llasvYBfZqW3Dd2Nw3INXanRIUIECBAgMCmCTgQAQIECBAgQIAAAQIECBAg0HwBLSRAgAABAgQIECBAgAABAgSaL6CFBAgQIECAAAECBAgQIECAQPMFtJAAAQIECBAgQIAAAQIEtpfAX5XmfqSUhd83velNC/NmGiugYQQIECBAgAABAgQIECBAgEDzBbSQAAECBAgQIECAAAECBAgQaL6AFhLY8gLL9FXKvkzZp2nLtM2AXFvmVKkoAQIECBAgQIAAga0qoN4ECBAgQIAAAQIECBAgQIBA8wW0kAABAgQIECBAgAABAgQIEGi+gBYSIECAAAECBAgQIECAAAECzRfQQgIECBAgQIAAgTES+P8vrsvnP//5+JVf+ZXFi8wTIECAAIHDFLAZAQIECBAgQIAAAQIECBAg0HwBLSRAgAABAgQIECBAgAABAocnkH2Usq/Skq0P6Mu05L6xvLk9BuQaS3qVIkCAAAECBAgQIECAAAECBNZVwM4IECBAgAABAgQIECBAgACB5gtoIQECBAgQIECAAAECBAgQINB8AS0kQIAAAQIECBAgQIAAAQIEmi+ghQQIECCwEoHPlJV+p5SF3ze84Q1xySWXLNw2Q4AAAQIECBAgQGCsBVSOAAECBAgQIECAAAECBAgQaL6AFhIgQIAAAQIECDRKIPsmZR+lJY3KPkzZl2nJ4vG+aUCu8T4/akeAwBYTUF0CBAgQIECAAAECBAgQIECg+QJaSIAAAQIECBAgQIAAAQIECDRfQAsJECBAgAABAgQIECBAgACB5gtoIQECBAgQIECAAAECBAgQINB8gQa08P9X2nBjKQu/L3/5y2M4HC7cNkOAAAECBAgQIECAAAECBLa7gPYTIECAAAECBAgQIECAAAECzRfQQgIECBDYeIHsk5R9k5YcKfsuZR+mJYvH/6YBucb/HKkhAQIECBAgQGCpgNsECBAgQIAAAQIECBAgQIBA8wW0kAABAgQIECBAgAABAgQIEGi+gBYSIECAAAECBAgQIED/xy1QAAAQAElEQVSAAAECzRfQQgIECBAgQIAAAQIECKxF4Oay8StLWfj9/Oc/Hy996UsXbpshQGAsBFSCAAECBAgQIECAAAECBAgQaL6AFhIgQIAAAQIECBAgQIAAAQLNF9jWLcw+Sdk3aQlC9l3KPkxLFo//TQNyjf85UkMCBAgQIECAAAECBAgcIQGHJUCAAAECBAgQIECAAAECBJovoIUECBAgQIAAAQIECBAgQIBA8wW0kAABAgQIECBAgAABAgQIEGi+gBYSIECAAAECDRb4w9K23yll4ffd7353/OIv/uLCbTMECBAgQIDAdhHQTgIECBAgQIAAAQIECBAgQKD5AlpIgAABAgQIECBAgACBzRfIvkjZJ2nJkbPPUvZdWrJ4a9w0INfWOE/bt5ZaToAAAQIECBAgQIAAAQIECDRfQAsJECBAgAABAgQIECBAgACB5gtoIQECBAgQIECAAAECBAgQINB8AS0kQIAAAQIECBAgQIAAAQIEmi+ghQQIHCmBnywH/rtSFn5/6Zd+Kd72trct3DZDgAABAgQIECBAgACBdROwIwIECBAgQIAAAQIECBAgQKD5AlpIgAABAgQIEJgXyD5I2Rdp/uZokn2Vss/S6PaWmxqQa8udMhUmQIAAgY0QsE8CBAgQIECAAAECBAgQIECg+QJaSIAAAQIECBAgQIAAAQIECDRfQAsJECBAgAABAgQIECBAgACB5gtoIQECBAgQIECAAAECBAgQ2KYCLy7tvrGUhd9XvepVjR2Ua6GRZggQIECAAAECBAgQIECAAIHGCmgYAQIECBAgQIAAAQIECBAg0HwBLSRAYLwFcjCu7IO0pJbZRyn7Ki1ZvLVuGpBra50vtSVAgAABAgQIENjaAmpPgAABAgQIECBAgAABAgQINF9ACwkQIECAAAECBAgQIECAAIHmC2ghAQIECBAgQIAAAQIECBAg0HwBLSRAgAABAgQIECAwbgKXlwr9cCnDUhZ+84I4v/iLv7hw2wwBAgQIrErAygQIECBAgAABAgQIECBAgEDzBbSQAAECBAgQIECAAAECBAgQWEYg+xxl36Mld2XfpOyjlH2Vltw11jfvUzkDct2HxAICBAgQIECAAAECBAgQILDVBdSfAAECBAgQIECAAAECBAgQaL6AFhIgQIAAAQIECBAgQIAAAQLNF9BCAgQIECBAgAABAgQIECBAoPkCWkiAAAECBFYl8Fdl7eeUcsDvL/3SL8WP/uiPxnCY18M54C43CBAgQIAAAQIExkJAJQgQIECAAAECBAgQIECAAIHmC2ghAQIECBAgQIAAga0hkH2Msq9R9jlapsbZNyn7KC1z19ZaZECurXW+1JbA1hFQUwIECBAgQIAAAQIECBAgQKD5AlpIgAABAgQIECBAgAABAgQINF9ACwkQIECAAAECBAgQIECAAIHmC2ghAQIECBAgQIAAAQIECBAg0HwBLWySwJ+WxvxAKQeMvvXud787HvvYx8Yll1xS7vJLgAABAgQIECBAgAABAttSQKMJECBAgAABAgQIECBAgACB5gtoIQECBAgQWINA9i3KPkbZ12jJbrIv0g+UZdk3qUy2/q8Bubb+OdQCAgQIECCwrQU0ngABAgQIECBAgAABAgQIEGi+gBYSIECAAAECBAgQIECAAAECzRfQQgIECBAgQIAAAQIECBAgQKD5AlpIgAABAgQIECBAgAABAusmkBe++a6ytxtLWfj9/Oc/H4973OPiV37lVxaWmSGw2QKOR4AAAQIECBAgQIAAAQIECDRfQAsJECBAgAABAgQIECBAgACB5gtoYfMEsk9R9i3KPkZLWpd9kLIvUvZJWnLX1r1pQK6te+7UnAABAgQIECBAgACBzRNwJAIECBAgQIAAAQIECBAgQKD5AlpIgAABAgQIECBAgAABAgQINF9ACwkQIECAAAECBAgQIECAAIHmC2ghAQIECBAgQGC7CPxVaei3l/J3pRzw+4Y3vCEe85jHxMUXX3zAcjcIECBAgECDBDSFAAECBAgQIECAAAECBAgQaL6AFhIgQIAAAQIECBAgQIDAOghkH6LsS5R9ipbZXfY9yj5I2Rdpmbu37iIDcm2Zc6eiBAgQIECAAAECBAgQIECAQPMFtJAAAQIECBAgQIAAAQIECBBovoAWEiBAgAABAgQIECBAgAABAs0X0EICBAgQIECAAAECBAgQIECg+QJaSIAAgbEQuLzU4vGl/E4pB/x+/vOfj2c/+9nxzGc+Mz7xiU8ccJ8bBAgQIECAAAECBAisVMB6BAgQIECAAAECBAgQIECAQPMFtJAAAQIECBAg0EyB7DOUfYeyD1H2JVqmldnnKPseZR+kZe7e2osMyLW1z5/aEyBAYP0F7JEAAQIECBAgQIAAAQIECBBovoAWEiBAgAABAgQIECBAgAABAs0X0EICBAgQIECAAAECBAgQIECg+QJaSIAAAQIECBAgQIAAAQIECDRfYGUt/Mmy2o+UcmMpB/x+7GMfi6c//enxpCc9Kd75znfGPffcc8D9bhAgQIAAAQIECBAgQIAAAQJjIKAKBAgQIECAAAECBAgQIECAQPMFtJAAAQKbIJB9g7KPUPYVyj5D2XdomcNmH6Psa5R9jpa5uxmLDMjVjPOoFQQIECBAgACBLSegwgQIECBAgAABAgQIECBAgEDzBbSQAAECBAgQIECAAAECBAgQaL6AFhIgQIAAAQIECBAgQIAAAQLNF9BCAgQIECBAgAABAgS2hMAfllo+rJTfKeU+v5/5zGfiP/2n/xR79uyJF7zgBfGHf/iHcd11191nPQsIENi+AlpOgAABAgQIECBAgAABAgQINF9ACwkQIECAAAECBAgQIECAAIHmCWQfoOwLlH2Csm9Q9hHKvkIHaWn2Lco+RtnX6CCrNGOxAbmacR61ggABAgQIECBAgAABAgSWF7CUAAECBAgQIECAAAECBAgQaL6AFhIgQIAAAQIECBAgQIAAAQLNF9BCAgQIECBAgAABAgQIECBAoPkCWkiAAAECBAisXeDmsoufLOVJpXyklPv8zszMxPvf//74kR/5kTjllFPikY98ZPzoj/5ovO1tb4uLL744/vmf/7keqOuee+6J4XB4n+0tIECAAAECBAisUcDmBAgQIECAAAECBAgQIECAQPMFtJAAAQIECBAgQIAAgXUUyD482ZcnB97Kvj3Zxyf7+mSfn+z7k32Asi9Q9gnKvkEHOXT2Jco+Rdm3KPsYHWS15iw2IFdzzqWWjK2AihEgQIAAAQIECBAgQIAAAQLNF9BCAgQIECBAgAABAgQIECBAoPkCWkiAAAECBAgQIECAAAECBAg0X0ALCRAgQIAAAQIECBAgQIAAgeYLaCGBbSHwmdLK80t5WikfLuWgv5deemm8+93vjle96lXx7Gc/Ox71qEfVA3Xt2LEjWq1WVFWlMBADYkAMiAExIAbEgBgQA2JgC8aAzzJVxaCqGFQVg6piUFUMqopBVTGoKgZVxaCqGFQVg6piUFUMqopBVTXBQBuqikFVMagqBlXFoKoYVFVzDbIPT/blyYG3sm9P9vHJvj7Z5yf7/hy0Y9DcHdl3KPsQZV+i7FM0t3Qb/G1tgzZqIgECBAgQ2B4CWkmAAAECBAgQIECAAAECBAg0X0ALCRAgQIAAAQIECBAgQIAAgeYLaCEBAgQIECBAgAABAgQIECDQfAEtJECAAAECBAgQIECAAAECmyPwV+UwP1TKuaX811K+WorfzRJwHAIECBAgQIAAAQIECBAgQKD5AlpIgAABAgQIECBAgAABAgQINF9ACwlsPYHsI5R9hbLPUPYdyj5EW68Va6yxAbnWCGhzAgQIECBAgAABAttNQHsJECBAgAABAgQIECBAgACB5gtoIQECBAgQIECAAAECBAgQINB8AS0kQIAAAQIECBAgQIAAAQIEmi+ghQQIECBAgAABAgTmBS4v058v5SGlPKmUvODO35WpXwIECBBogIAmECBAgAABAgQIECBAgAABAs0X0EICBAgQIECAAAECBAgQIHA/AtkXKPsEZd+g7COUfYWyz9D9bNbcu7figFzNPRtaRoAAAQIECBAgQIAAAQIECIwETAkQIECAAAECBAgQIECAAIHmC2ghAQIECBAgQIAAAQIECBAg0HwBLSRAgAABAgQIECBAgAABAgSaL6CFBAgQILC1BD5TqpsX3Hl8mR5VytNKeUUpv1PKJ0r5l1JuLGVfKcNS/BIgQIAAAQIECBBIAYUAAQIECBAgQIAAAQIECBBovoAWEiBAgAABAgQIjKdA9uHJvjzZpyf79mQfn+zrk31+su9P9gHKvkDZJyj7Bo1nKza5Vgbk2mRwhyNAYCsJqCsBAgQIECBAgAABAgQIECDQfAEtJECAAAECBAgQIECAAAECBJovoIUECBAgQIAAAQIECBAgQIBA8wW0kAABAgQIECBAgAABAgQIEGi+gBZugMDess+/KuW/lfKTpTy9lPNKObGU6VLyujRVmSoRDBiIATEgBsSAGBADYkAMiAExIAY2JQZ8/opgEMEggkEEgwgGEQwiGEQwiGAQwSCCQQSDCAYRDCKaYKANEQwiGEQwiGAQsSKD7MOTfXmyT0/27ck+PtnXJ/v8ZN+f7AMUfg4USLQDl7hFgAABAgQIECCwuQKORoAAAQIECBAgQIAAAQIECDRfQAsJECBAgAABAgQIECBAgACB5gtoIQECBAgQIECAAAECBAgQINB8AS0kQIAAAQIECBAgQIAAAQIEmi+ghQQIECBAgAABAgQIECBAgEDzBbSQAAECBAgQIECAAAECBAgQaL6AFm5rAQNybevTr/EECBAgQIAAAQIECGwnAW0lQIAAAQIECBAgQIAAAQIEmi+ghQQIECBAgAABAgQIECBAgEDzBbSQAAECBAgQIECAAAECBAgQaL6AFhIgQIAAAQIECBAgQIAAAQLNF9BCAgQIECBAgAABAgQIECBAoPkCWkiAAAECBAgQIECAAAECR0bAgFxHxn27HlW7CRAgQIAAAQIECBAgQIAAgeYLaCEBAgQIECBAgAABAgQIECDQfAEtJECAAAECBAgQIECAAAECBJovoIUECBAgQIAAAQIECBAgQIBA8wW0kAABAgQIECBAgAABAgQIEGi+gBYSIECAAAECBAgQIECAAAECzRfQQgIECBAgQIAAgSUCBuRaAuImAQIECDRBQBsIECBAgAABAgQIECBAgACB5gtoIQECBAgQIECAAAECBAgQINB8AS0kQIAAAQIECBAgQIAAAQIEmi+ghQQIECBAgAABAgQIECBAgEDzBbSQAAECBAgQIECAAAECBAgQaL6AFhIgQIAAAQIECBAgQIAAAQLNF9BCAgQIbB0BA3JtnXOlpgQIECBAgAABAuMmoD4ECBAgQIAAAQIECBAgQIBA8wW0kAABAgQIECBAgAABAgQIEGi+gBYSIECAAAECBAgQIECAKfSdqgAAEABJREFUAAECzRfQQgIECBAgQIAAAQIECBAgQKD5AlpIgAABAgQIECBAgAABAgQINF9ACwkQIECAAAECBAgQIECAAIHmC6xDCw3ItQ6IdkGAAAECBAgQIECAAAECBDZSwL4JECBAgAABAgQIECBAgACB5gtoIQECBAgQIECAAAECBAgQINB8AS0kQIAAAQIECBAgQIAAAQIEmi+ghQQIECBAgAABAgQIECBAgEDzBbSQAAECBAgQIECAAAECBAgQaL6AFhIgQIAAAQIECBAgsLUFDMi1tc+f2hPYLAHHIUCAAAECBAgQIECAAAECBJovoIUECBAgQIAAAQIECBAgQIBA8wW0kAABAgQIECBAgAABAgQIEGi+gBYSIECAAAECBAgQIECAAAECzRfQQgIECBAgQIAAAQIECBAgQKD5AlpIgAABAgQIECBAgAABAgQINF9ACwkQIECAAIENEjAg1wbB2i0BAgQIECBwOAK2IUCAAAECBAgQIECAAAECBJovoIUECBAgQIAAAQIECBAgQIBA8wW0kAABAgQIECBAgAABAgQIEGi+gBYSIECAAAECBAgQIECAAAECzRfQQgIECBAgQIAAAQIECBAgQKD5AlpIgAABAgQIECBAgAABAgQINF9ACwlsPwEDcm2/c67FBAgQIECAAAECBAgQIECAAAECBAgQIECAAAECBJovoIUECBAgQIAAAQIECBAgQIBA8wW0kAABAgQIECBAgAABAgQIEGi+gBYSIECAAAECBAgQIECAAAECzRfQQgIECBAgQIAAAQIECBAgQKD5AlpIgAABAgQIECBAgAABAgQ2UcCAXJuIvfhQ5gkQIECAAAECBAgQIECAAIHmC2ghAQIECBAgQIAAAQIECBAg0HwBLSRAgAABAgQIECBAgAABAgSaL6CFBAgQIECAAAECBAgQIECAQPMFtJAAAQIECBAgQIAAAQIECBBovoAWEiBAgAABAgQIECBAgAABAs0X0EICBAgQIECAAAECKWBArlRQCBAg0FwBLSNAgAABAgQIECBAgAABAgSaL6CFBAgQIECAAAECBAgQIECAQPMFtJAAAQIECBAgQIAAAQIECBBovoAWEiBAgAABAgQIECBAgAABAs0X0EICBAgQIECAAAECBAgQIECg+QJaSIAAAQIECBAgQIAAAQIECDRfQAsJECBAYMwFDMg15idI9QgQIECAAAECW0NALQkQIECAAAECBAgQIECAAIHmC2ghAQIECBAgQIAAAQIECBAg0HwBLSRAgAABAgQIECBAgAABAgSaL6CFBAgQIECAAAECBAgQIECAQPMFtJAAAQIECBAgQIAAAQIECBBovoAWEiBAgAABAgQIECBAgAABAs0X0MLDFTAg1+HK2Y4AAQIECBAgQIAAAQIENl/AEQkQIECAAAECBAgQIECAAIHmC2ghAQIECBAgQIAAAQIECBAg0HwBLSRAgAABAgQIECBAgAABAgSaL6CFBAgQIECAAAECBAgQIECAQPMFtJAAAQIECBAgQIAAAQIECBBovoAWEiBAgAABAgQIECBAYAsKGJBrC540VT6yAo5OgAABAgQIECBAgAABAgQINF9ACwkQIECAAAECBAgQIECAAIHmC2ghAQIECBAgQIAAAQIECBAg0HwBLSRAgAABAgQIECBAgAABAgSaL6CFBAgQIECAAAECBAgQIECAQPMFtJAAAQIECBAgQIAAAQIECBBovoAWEiBAgAABAgTWU8CAXOupaV8ECBAgQGD9BOyJAAECBAgQIECAAAECBAgQaL6AFhIgQIAAAQIECBAgQIAAAQLNF9BCAgQIECBAgAABAgQIECBAoPkCWkiAAAECBAgQIECAAAECBAg0X0ALCRAgQIAAAQIECBAgQIAAgeYLaCEBAgQIECBAgAABAgQIECDQfAEtJEBgmwgYkGubnGjNJECAAAECBAgQILC8gKUECBAgQIAAAQIECBAgQIBA8wW0kAABAgQIECBAgAABAgQIEGi+gBYSIECAAAECBAgQIECAAAECzRfQQgIECBAgQIAAAQIECBAgQKD5AlpIgAABAgQIECBAgAABAgQINF9ACwkQIECAAAECBAgQIECAAIGNFjjyA3JtdAvtnwABAgQIECBAgAABAgQIEDjyAmpAgAABAgQIECBAgAABAgQINF9ACwkQIECAAAECBAgQIECAAIHmC2ghAQIECBAgQIAAAQIECBAg0HwBLSRAgAABAgQIECBAgAABAgSaL6CFBAgQIECAAAECBAgQIECAQPMFtJAAAQIECBAgQIDANhYwINc2PvmaTmC7CWgvAQIECBAgQIAAAQIECBAg0HwBLSRAgAABAgQIECBAgAABAgSaL6CFBAgQIECAAAECBAgQIECAQPMFtJAAAQIECBAgQIAAAQIECBBovoAWEiBAgAABAgQIECBAgAABAs0X0EICBAgQIECAAAECBAgQIECg+QJaSIAAAQIExlHAgFzjeFbUiQABAgQIENjKAupOgAABAgQIECBAgAABAgQINF9ACwkQIECAAAECBAgQIECAAIHmC2ghAQIECBAgQIAAAQIECBAg0HwBLSRAgAABAgQIECBAgAABAgSaL6CFBAgQIECAAAECBAgQIECAQPMFtJAAAQIECBAgQIAAAQIECBBovoAWEliVgAG5VsVlZQIECBAgQIAAAQIECIyLgHoQIECAAAECBAgQIECAAAECzRfQQgIECBAgQIAAAQIECBAgQKD5AlpIgAABAgQIECBAgAABAgQINF9ACwkQIECAAAECBAgQIECAAIHmC2ghAQIECBAgQIAAAQIECBAg0HwBLSRAgAABAgQIECBAgACBrSJgQK6tcqbGsZ7qRIAAAQIECBAgQIAAAQIECDRfQAsJECBAgAABAgQIECBAgACB5gtoIQECBAgQIECAAAECBAgQINB8AS0kQIAAAQIECBAgQIAAAQIEmi+ghQQIECBAgAABAgQIECBAgEDzBbSQAAECBAgQIECAAAECBAgQaL6AFhIgQIAAAQIECKxZwIBcaya0AwIECBDYaAH7J0CAAAECBAgQIECAAAECBJovoIUECBAgQIAAAQIECBAgQIBA8wW0kAABAgQIECBAgAABAgQIEGi+gBYSIECAAAECBAgQIECAAAECzRfQQgIECBAgQIAAAQIECBAgQKD5AlpIgAABAgQIECBAgAABAgQINF9ACwkQINBkAQNyNfnsahsBAgQIECBAgMBqBKxLgAABAgQIECBAgAABAgQINF9ACwkQIECAAAECBAgQIECAAIHmC2ghAQIECBAgQIAAAQIECBAg0HwBLSRAgAABAgQIECBAgAABAgSaL6CFBAgQIECAAAECBAgQIECAQPMFtJAAAQIECBAgQIAAAQIECBBovsARaaEBuY4Iu4MSIECAAAECBAgQIECAwPYV0HICBAgQIECAAAECBAgQIECg+QJaSIAAAQIECBAgQIAAAQIECDRfQAsJECBAgAABAgQIECBAgACB5gtoIQECBAgQIECAAAECBAgQINB8AS0kQIAAAQIECBAgQIAAAQIEmi+ghQQIECBAgAABAgQIbDcBA3JttzOuvQRSQCFAgAABAgQIECBAgAABAgSaL6CFBAgQIECAAAECBAgQIECAQPMFtJAAAQIECBAgQIAAAQIECBBovoAWEiBAgAABAgQIECBAgAABAs0X0EICBAgQIECAAAECBAgQIECg+QJaSIAAAQIECBAgQIAAAQIECDRfQAsJECBAgACBsREwINfYnAoVIUCAAAECzRPQIgIECBAgQIAAAQIECBAgQKD5AlpIgAABAgQIECBAgAABAgQINF9ACwkQIECAAAECBAgQIECAAIHmC2ghAQIECBAgQIAAAQIECBAg0HwBLSRAgAABAgQIECBAgAABAgSaL6CFBAgQIECAAAECBAgQIECAQPMFtJAAgfsXMCDX/RtZgwABAgQIECBAgACB8RZQOwIECBAgQIAAAQIECBAgQKD5AlpIgAABAgQIECBAgAABAgQINF9ACwkQIECAAAECBAgQIECAAIHmC2ghAQIECBAgQIAAAQIECBAg0HwBLSRAgAABAgQIECBAgAABAgSaL6CFBAgQIECAAAECBAgQIEBgrAUMyLUup8dOCBAgQIAAAQIECBAgQIAAgeYLaCEBAgQIECBAgAABAgQIECDQfAEtJECAAAECBAgQIECAAAECBJovoIUECBAgQIAAAQIECBAgQIBA8wW0kAABAgQIECBAgAABAgQIEGi+gBYSIECAAAECBAgQIECAAAECzRfQQgIECBAgQIAAAQKHJ2BArsNzsxUBAgSOjICjEiBAgAABAgQIECBAgAABAs0X0EICBAgQIECAAAECBAgQIECg+QJaSIAAAQIECBAgQIAAAQIECDRfQAsJECBAgAABAgQIECBAgACB5gtoIQECBAgQIECAAAECBAgQINB8AS0kQIAAAQIECBAgQIAAAQIEmi+ghQQIECDQOAEDcjXulGoQAQIECBAgQGDtAvZAgAABAgQIECBAgAABAgQINF9ACwkQIECAAAECBAgQIECAAIHmC2ghAQIECBAgQIAAAQIECBAg0HwBLSRAgAABAgQIECBAgAABAgSaL6CFBAgQIECAAAECBAgQIECAQPMFtJAAAQIECBAgQIAAAQIECBBovoAWbp6AAbk2z9qRCBAgQIAAAQIECBAgQOBAAbcIECBAgAABAgQIECBAgACB5gtoIQECBAgQIEDg/2PvTrIbt6EAitb+V52TpHyqsSyrIQng4Q4S2xIJ4F3U/BMgQIAAAQIECBAgQIAAAQIE+gIKCRAgQIAAAQIECBAgQIAAgb6AQgIECBAgQIAAAQIECBAgQKAvoJAAAQIECBAgQIAAAQIECBDoCygkQIDAFgIGcm1xzSIJECBAgAABAgS+FvANAQIECBAgQIAAAQIECBAg0BdQSIAAAQIECBAgQIAAAQIECPQFFBIgQIAAAQIECBAgQIAAAQJ9AYUECBAgQIAAAQIECBAgQIBAX0AhAQIECBAgQIAAAQIECBAg0BdQSIAAAQIECBAgQIAAAQIECPQFxhYayDXW3+4ECBAgQIAAAQIECBAgsIuATgIECBAgQIAAAQIECBAgQKAvoJAAAQIECBAgQIAAAQIECBDoCygkQIAAAQIECBAgQIAAAQIE+gIKCRAgQIAAAQIECBAgQIAAgb6AQgIECBAgQIAAAQIECBAgQKAvoJAAAQIECBAgQIAAgW0FDOTa9uqF7yigmQABAgQIECBAgAABAgQIEOgLKCRAgAABAgQIECBAgAABAgT6AgoJECBAgAABAgQIECBAgACBvoBCAgQIECBAgAABAgQIECBAoC+gkAABAgQIECBAgAABAgQIEOgLKCRAgAABAgQIECBAgAABAgT6AgoJECBAgACB+QQM5JrvTpyIAAECBAisLuD8BAgQIM9jRUAAABAASURBVECAAAECBAgQIECAQF9AIQECBAgQIECAAAECBAgQINAXUEiAAAECBAgQIECAAAECBAj0BRQSIECAAAECBAgQIECAAAECfQGFBAgQIECAAAECBAgQIECAQF9AIQECBAgQIECAAAECBAgQINAXUEiAwBMCBnI9geVRAgQIECBAgAABAgRmEnAWAgQIECBAgAABAgQIECBAoC+gkAABAgQIECBAgAABAgQIEOgLKCRAgAABAgQIECBAgAABAgT6AgoJECBAgAABAgQIECBAgACBvoBCAgQIECBAgAABAgQIECBAoC+gkAABAgQIECBAgAABAgQIrCFgINc79+RdAgQIECBAgAABAgQIECBAoC+gkAABAgQIECBAgAABAgQIEOgLKCRAgAABAgQIECBAgAABAgT6AgoJECBAgAABAgQIECBAgACBvoBCAgQIECBAgAABAgQIECBAoC+gkAABAgQIECBAgAABAgQIEOgLKCRAgAABAgQIECDwpoCBXG8Cep0AAQJXCNiDAAECBAgQIECAAAECBAgQ6AsoJECAAAECBAgQIECAAAECBPoCCgkQIECAAAECBAgQIECAAIG+gEICBAgQIECAAAECBAgQIECgL6CQAAECBAgQIECAAAECBAgQ6AsoJECAAAECBAgQIECAAAECBPoCCgkQIECgK2AgV/dulREgQIAAAQIEnhXwPAECBAgQIECAAAECBAgQINAXUEiAAAECBAgQIECAAAECBAj0BRQSIECAAAECBAgQIECAAAECfQGFBAgQIECAAAECBAgQIECAQF9AIQECBAgQIECAAAECBAgQINAXUEiAAAECBAgQIECAAAECBAj0BRQOEDCQawC6LQkQIECAAAECBAgQILC3gHoCBAgQIECAAAECBAgQIECgL6CQAAECBAgQIECAAAECBAgQ6AsoJECAAAECBAgQIECAAAECBPoCCgkQIECAAAECBAgQIECAAIG+gEICBAgQIECAAAECBAgQIECgL6CQAAECBAgQIECAAAECewkYyLXXfav9EPCTAAECBAgQIECAAAECBAgQ6AsoJECAAAECBAgQIECAAAECBPoCCgkQIECAAAECBAgQIECAAIG+gEICBAgQIECAAAECBAgQIECgL6CQAAECBAgQIECAAAECBAgQ6AsoJECAAAECBAgQIECAAAECBPoCCgkQIECAAAECkwgYyDXJRTgGAQIECDQFVBEgQIAAAQIECBAgQIAAAQJ9AYUECBAgQIAAAQIECBAgQIBAX0AhAQIECBAgQIAAAQIECBAg0BdQSIAAAQIECBAgQIAAAQIECPQFFBIgQIAAAQIECBAgQIAAAQJ9AYUECBAgQIAAAQIECBAgQIBAX0AhAQIEvhMwkOs7Id8TIECAAAECBAgQmF/ACQkQIECAAAECBAgQIECAAIG+gEICBAgQIECAAAECBAgQIECgL6CQAAECBAgQIECAAAECBAgQ6AsoJECAAAECBAgQIECAAAECBPoCCgkQIECAAAECBAgQIECAAIG+gEICBAgQIECAAAECBAgQIEBgYoGDBnJNXOhoBAgQIECAAAECBAgQIECAwEECliFAgAABAgQIECBAgAABAgT6AgoJECBAgAABAgQIECBAgACBvoBCAgQIECBAgAABAgQIECBAoC+gkAABAgQIECBAgAABAgQIEOgLKCRAgAABAgQIECBAgAABAgT6AgoJECBAgAABAgQIEHhFwECuV9S8Q4DAOAE7EyBAgAABAgQIECBAgAABAn0BhQQIECBAgAABAgQIECBAgEBfQCEBAgQIECBAgAABAgQIECDQF1BIgAABAgQIECBAgAABAgQI9AUUEiBAgAABAgQIECBAgAABAn0BhQQIECBAgAABAgQIECBAgEBfQCEBAgQIEIgJGMgVu1A5BAgQIECAwDECViFAgAABAgQIECBAgAABAgT6AgoJECBAgAABAgQIECBAgACBvoBCAgQIECBAgAABAgQIECBAoC+gkAABAgQIECBAgAABAgQIEOgLKCRAgAABAgQIECBAgAABAgT6AgoJECBAgAABAgQIECBAgACBvoBCAlcJGMh1lbR9CBAgQIAAAQIECBAg8FnAJwQIECBAgAABAgQIECBAgEBfQCEBAgQIECBAgAABAgQIECDQF1BIgAABAgQIECBAgAABAgQI9AUUEiBAgAABAgQIECBAgAABAn0BhQQIECBAgAABAgQIECBAgEBfQCEBAgQIECBAgAABAgQIbCBgINcGl3w/0bcECBAgQIAAAQIECBAgQIBAX0AhAQIECBAgQIAAAQIECBAg0BdQSIAAAQIECBAgQIAAAQIECPQFFBIgQIAAAQIECBAgQIAAAQJ9AYUECBAgQIAAAQIECBAgQIBAX0AhAQIECBAgQIAAAQIECBAg0BdQSIAAAQIECBAgMFLAQK6R+vYmQIDATgJaCRAgQIAAAQIECBAgQIAAgb6AQgIECBAgQIAAAQIECBAgQKAvoJAAAQIECBAgQIAAAQIECBDoCygkQIAAAQIECBAgQIAAAQIE+gIKCRAgQIAAAQIECBAgQIAAgb6AQgIECBAgQIAAAQIECBAgQKAvoJAAAQIEbgoYyHWTxYcECBAgQIAAAQKrCjg3AQIECBAgQIAAAQIECBAg0BdQSIAAAQIECBAgQIAAAQIECPQFFBIgQIAAAQIECBAgQIAAAQJ9AYUECBAgQIAAAQIECBAgQIBAX0AhAQIECBAgQIAAAQIECBAg0BdQSIAAAQIECBAgQIAAAQIECPQFVis0kGu1G3NeAgQIECBAgAABAgQIEJhBwBkIECBAgAABAgQIECBAgACBvoBCAgQIECBAgAABAgQIECBAoC+gkAABAgQIECBAgAABAgQIEOgLKCRAgAABAgQIECBAgAABAgT6AgoJECBAgAABAgQIECBAgACBvoBCAgQIECBAgAABAgQIPCxgINfDVB4kMJuA8xAgQIAAAQIECBAgQIAAAQJ9AYUECBAgQIAAAQIECBAgQIBAX0AhAQIECBAgQIAAAQIECBAg0BdQSIAAAQIECBAgQIAAAQIECPQFFBIgQIAAAQIECBAgQIAAAQJ9AYUECBAgQIAAAQIECBAgQIBAX0AhAQIECBAgUBAwkKtwixoIECBAgMCZAtYmQIAAAQIECBAgQIAAAQIE+gIKCRAgQIAAAQIECBAgQIAAgb6AQgIECBAgQIAAAQIECBAgQKAvoJAAAQIECBAgQIAAAQIECBDoCygkQIAAAQIECBAgQIAAAQIE+gIKCRAgQIAAAQIECBAgQIAAgb6AQgIEThUwkOtUXosTIECAAAECBAgQIPCogOcIECBAgAABAgQIECBAgACBvoBCAgQIECBAgAABAgQIECBAoC+gkAABAgQIECBAgAABAgQIEOgLKCRAgAABAgQIECBAgAABAgT6AgoJECBAgAABAgQIECBAgACBvoBCAgQIECBAgAABAgQIECBQFTCQ69fN+o0AAQIECBAgQIAAAQIECBDoCygkQIAAAQIECBAgQIAAAQIE+gIKCRAgQIAAAQIECBAgQIAAgb6AQgIECBAgQIAAAQIECBAgQKAvoJAAAQIECBAgQIAAAQIECBDoCygkQIAAAQIECBAgQIAAAQIE+gIKCRAgQIAAAQIECFwuYCDX5eQ2JECAAAECBAgQIECAAAECBAgQIECgL6CQAAECBAgQIECAAAECBAgQ6AsoJECAAAECBAgQIECAAAECBPoCCgkQIECAAAECBAgQIECAAIG+gEICBAgQIECAAAECBAgQIECgL6CQAAECBAgQIECAAAECBAgQ6AsoJECAAAECvwQM5Ppl4TcCBAgQIECAQEtADQECBAgQIECAAAECBAgQINAXUEiAAAECBAgQIECAAAECBAj0BRQSIECAAAECBAgQIECAAAECfQGFBAgQIECAAAECBAgQIECAQF9AIQECBAgQIECAAAECBAgQINAXUEiAAAECBAgQIECAAAECBAj0BRQuIWAg1xLX5JAECBAgQIAAAQIECBCYV8DJCBAgQIAAAQIECBAgQIAAgb6AQgIECBAgQIAAAQIECBAgQKAvoJAAAQIECBAgQIAAAQIECBDoCygkQIAAAQIECBAgQIAAAQIE+gIKCRAgQIAAAQIECBAgQIAAgb6AQgIECBAgQIAAAQIECBC4L2Ag130f364h4JQECBAgQIAAAQIECBAgQIBAX0AhAQIECBAgQIAAAQIECBAg0BdQSIAAAQIECBAgQIAAAQIECPQFFBIgQIAAAQIECBAgQIAAAQJ9AYUECBAgQIAAAQIECBAgQIBAX0AhAQIECBAgQIAAAQIECBAg0BdQSIAAAQIECBBYVsBArmWvzsEJECBA4HoBOxIgQIAAAQIECBAgQIAAAQJ9AYUECBAgQIAAAQIECBAgQIBAX0AhAQIECBAgQIAAAQIECBAg0BdQSIAAAQIECBAgQIAAAQIECPQFFBIgQIAAAQIECBAgQIAAAQJ9AYUECBAgQIAAAQIECBAgQIBAX0AhAQIEjhcwkOt4UysSIECAAAECBAgQeE/A2wQIECBAgAABAgQIECBAgEBfQCEBAgQIECBAgAABAgQIECDQF1BIgAABAgQIECBAgAABAgQI9AUUEiBAgAABAgQIECBAgAABAn0BhQQIECBAgAABAgQIECBAgEBfQCEBAgQIECBAgAABAgQIECCQErg5kCtVKIYAAQIECBAgQIAAAQIECBC4KeBDAgQIECBAgAABAgQIECBAoC+gkAABAgQIECBAgAABAgQIEOgLKCRAgAABAgQIECBAgAABAgT6AgoJECBAgAABAgQIECBAgACBvoBCAgQIECBAgAABAgQIECBAoC+gkAABAgQIECBAgACBawQM5LrG2S4ECNwW8CkBAgQIECBAgAABAgQIECDQF1BIgAABAgQIECBAgAABAgQI9AUUEiBAgAABAgQIECBAgAABAn0BhQQIECBAgAABAgQIECBAgEBfQCEBAgQIECBAgAABAgQIECDQF1BIgAABAgQIECBAgAABAgQI9AUUEiBAgACB7QUM5Nr+nwAAAgQIECCwg4BGAgQIECBAgAABAgQIECBAoC+gkAABAgQIECBAgAABAgQIEOgLKCRAgAABAgQIECBAgAABAgT6AgoJECBAgAABAgQIECBAgACBvoBCAgQIECBAgAABAgQIECBAoC+gkAABAgQIECBAgAABAgQIEOgLKCQwr4CBXPPejZMRIECAAAECBAgQILCagPMSIECAAAECBAgQIECAAAECfQGFBAgQIECAAAECBAgQIECAQF9AIQECBAgQIECAAAECBAgQINAXUEiAAAECBAgQIECAAAECBAj0BRQSIECAAAECBAgQIECAAAECfQGFBAgQIECAAAECBAgQIEDghoCBXDdQVv7I2QkQIECAAAECBAgQIECAAIG+gEICBAiN90HhAAAQAElEQVQQIECAAAECBAgQIECgL6CQAAECBAgQIECAAAECBAgQ6AsoJECAAAECBAgQIECAAAECBPoCCgkQIECAAAECBAgQIECAAIG+gEICBAgQIECAAAECBAgQIECgL6CQAAECBAgQIEBgLQEDuda6L6clQIDALALOQYAAAQIECBAgQIAAAQIECPQFFBIgQIAAAQIECBAgQIAAAQJ9AYUECBAgQIAAAQIECBAgQIBAX0AhAQIECBAgQIAAAQIECBAg0BdQSIAAAQIECBAgQIAAAQIECPQFFBIgQIAAAQIECBAgQIAAAQJ9AYUECBAgcJCAgVwHQVqGAAECBAgQIEDgDAFrEiBAgAABAgQIECBAgAABAn0BhQQIECBAgAABAgQIECBAgEBfQCEBAgQIECBAgAABAgQIECDQF1BIgAABAgQIECBAgAABAgQI9AUUEiBAgAABAgQIECBAgAABAn0BhQQIECBAgAABAgQIECBAgEBfoF9oIFf/jhUSIECAAAECBAgQIECAwHcCvidAgAABAgQIECBAgAABAgT6AgoJECBAgAABAgQIECBAgACBvoBCAgQIECBAgAABAgQIECBAoC+gkAABAgQIECBAgAABAgQIEOgLKCRAgAABAgQIECBAgAABAgT6AgoJECBAgAABAgQIECBwooCBXCfiWprAMwKeJUCAAAECBAgQIECAAAECBPoCCgkQIECAAAECBAgQIECAAIG+gEICBAgQIECAAAECBAgQIECgL6CQAAECBAgQIECAAAECBAgQ6AsoJECAAAECBAgQIECAAAECBPoCCgkQIECAAAECBAgQIECAAIG+gEICBAgQIEBgTwEDufa8d9UECBAgsK+AcgIECBAgQIAAAQIECBAgQKAvoJAAAQIECBAgQIAAAQIECBDoCygkQIAAAQIECBAgQIAAAQIE+gIKCRAgQIAAAQIECBAgQIAAgb6AQgIECBAgQIAAAQIECBAgQKAvoJAAAQIECBAgQIAAAQIECBDoCygkQGAyAQO5JrsQxyFAgAABAgQIECDQEFBBgAABAgQIECBAgAABAgQI9AUUEiBAgAABAgQIECBAgAABAn0BhQQIECBAgAABAgQIECBAgEBfQCEBAgQIECBAgAABAgQIECDQF1BIgAABAgQIECBAgAABAgQI9AUUEiBAgAABAgQIECBAgAABAh8C3YFcH4V+EiBAgAABAgQIECBAgAABAl0BZQQIECBAgAABAgQIECBAgEBfQCEBAgQIECBAgAABAgQIECDQF1BIgAABAgQIECBAgAABAgQI9AUUEiBAgAABAgQIECBAgAABAn0BhQQIECBAgAABAgQIECBAgEBfQCEBAgQIECBAgACBBQQM5FrgkhyRAIG5BZyOAAECBAgQIECAAAECBAgQ6AsoJECAAAECBAgQIECAAAECBPoCCgkQIECAAAECBAgQIECAAIG+gEICBAgQIECAAAECBAgQIECgL6CQAAECBAgQIECAAAECBAgQ6AsoJECAAAECBAgQIECAAAECBPoCCgkQIECAwDsCBnK9o+ddAgQIECBAgMB1AnYiQIAAAQIECBAgQIAAAQIE+gIKCRAgQIAAAQIECBAgQIAAgb6AQgIECBAgQIAAAQIECBAgQKAvoJAAAQIECBAgQIAAAQIECBDoCygkQIAAAQIECBAgQIAAAQIE+gIKCRAgQIAAAQIECBAgQIAAgb6AwqiAgVzRi5VFgAABAgQIECBAgACB1wS8RYAAAQIECBAgQIAAAQIECPQFFBIgQIAAAQIECBAgQIAAAQJ9AYUECBAgQIAAAQIECBAgQIBAX0AhAQIECBAgQIAAAQIECBAg0BdQSIAAAQIECBAgQIAAAQIECPQFFBIgQIAAAQIECBAgQIDA0QIGch0tar33BaxAgAABAgQIECBAgAABAgQI9AUUEiBAgAABAgQIECBAgAABAn0BhQQIECBAgAABAgQIECBAgEBfQCEBAgQIECBAgAABAgQIECDQF1BIgAABAgQIECBAgAABAgQI9AUUEiBAgAABAgQIECBAgAABAn0BhQQIECBAgACBjQQM5NrosqUSIECAwJ8C/iJAgAABAgQIECBAgAABAgT6AgoJECBAgAABAgQIECBAgACBvoBCAgQIECBAgAABAgQIECBAoC+gkAABAgQIECBAgAABAgQIEOgLKCRAgAABAgQIECBAgAABAgT6AgoJECBAgAABAgQIECBAgACBvoBCAgQIzCBgINcMt+AMBAgQIECAAAECZQFtBAgQIECAAAECBAgQIECAQF9AIQECBAgQIECAAAECBAgQINAXUEiAAAECBAgQIECAAAECBAj0BRQSIECAAAECBAgQIECAAAECfQGFBAgQIECAAAECBAgQIECAQF9AIQECBAgQIECAAAECBAgQINAXuFtoINddHl8SIECAAAECBAgQIECAAIFVBJyTAAECBAgQIECAAAECBAgQ6AsoJECAAAECBAgQIECAAAECBPoCCgkQIECAAAECBAgQIECAAIG+gEICBAgQIECAAAECBAgQIECgL6CQAAECBAgQIECAAAECBAgQ6AsoJECAAAECBAgQIEBgVgEDuWa9GecisKKAMxMgQIAAAQIECBAgQIAAAQJ9AYUECBAgQIAAAQIECBAgQIBAX0AhAQIECBAgQIAAAQIECBAg0BdQSIAAAQIECBAgQIAAAQIECPQFFBIgQIAAAQIECBAgQIAAAQJ9AYUECBAgQIAAAQIECBAgQIBAX0AhAQIECBAg8LSAgVxPk3mBAAECBAgQGC1gfwIECBAgQIAAAQIECBAgQKAvoJAAAQIECBAgQIAAAQIECBDoCygkQIAAAQIECBAgQIAAAQIE+gIKCRAgQIAAAQIECBAgQIAAgb6AQgIECBAgQIAAAQIECBAgQKAvoJAAAQIECBAgQIAAAQIECBDoCygkUBIwkKt0m1oIECBAgAABAgQIEDhSwFoECBAgQIAAAQIECBAgQIBAX0AhAQIECBAgQIAAAQIECBAg0BdQSIAAAQIECBAgQIAAAQIECPQFFBIgQIAAAQIECBAgQIAAAQJ9AYUECBAgQIAAAQIECBAgQIBAX0AhAQIECBAgQIAAAQIECBA4RMBArkMYz1rEugQIECBAgAABAgQIECBAgEBfQCEBAgQIECBAgAABAgQIECDQF1BIgAABAgQIECBAgAABAgQI9AUUEiBAgAABAgQIECBAgAABAn0BhQQIECBAgAABAgQIECBAgEBfQCEBAgQIECBAgAABAgQIECDQF1BIgAABAgQIECBQFzCQq37D+ggQIPCIgGcIECBAgAABAgQIECBAgACBvoBCAgQIECBAgAABAgQIECBAoC+gkAABAgQIECBAgAABAgQIEOgLKCRAgAABAgQIECBAgAABAgT6AgoJECBAgAABAgQIECBAgACBvoBCAgQIECBAgAABAgQIECBAoC+gkAABAgSGCRjINYzexgQIECBAgACB/QQUEyBAgAABAgQIECBAgAABAn0BhQQIECBAgAABAgQIECBAgEBfQCEBAgQIECBAgAABAgQIECDQF1BIgAABAgQIECBAgAABAgQI9AUUEiBAgAABAgQIECBAgAABAn0BhQQIECBAgAABAgQIECBAgEBfQOFnAQO5Ppv4hAABAgQIECBAgAABAgTWFnB6AgQIECBAgAABAgQIECBAoC+gkAABAgQIECBAgAABAgQIEOgLKCRAgAABAgQIECBAgAABAgT6AgoJECBAgAABAgQIECBAgACBvoBCAgQIECBAgAABAgQIECBAoC+gkAABAgQIECBAgAABAlMJGMg11XU4TEdACQECBAgQIECAAAECBAgQINAXUEiAAAECBAgQIECAAAECBAj0BRQSIECAAAECBAgQIECAAAECfQGFBAgQIECAAAECBAgQIECAQF9AIQECBAgQIECAAAECBAgQINAXUEiAAAECBAgQIECAAAECBAj0BRQSIECAAAECBB4TMJDrMSdPESBAgACBOQWcigABAgQIECBAgAABAgQIEOgLKCRAgAABAgQIECBAgAABAgT6AgoJECBAgAABAgQIECBAgACBvoBCAgQIECBAgAABAgQIECBAoC+gkAABAgQIECBAgAABAgQIEOgLKCRAgAABAgQIECBAgAABAgT6AgoJEFhewECu5a9QAAECBAgQIECAAIHzBexAgAABAgQIECBAgAABAgQI9AUUEiBAgAABAgQIECBAgAABAn0BhQQIECBAgAABAgQIECBAgEBfQCEBAgQIECBAgAABAgQIECDQF1BIgAABAgQIECBAgAABAgQI9AUUEiBAgAABAgQIECBAgAABAq8LrDKQ6/VCbxIgQIAAAQIECBAgQIAAAQKrCDgnAQIECBAgQIAAAQIECBAg0BdQSIAAAQIECBAgQIAAAQIECPQFFBIgQIAAAQIECBAgQIAAAQJ9AYUECBAgQIAAAQIECBAgQIBAX0AhAQIECBAgQIAAAQIECBAg0BdQSIAAAQIECBAgQCApYCBX8lpFESDwuoA3CRAgQIAAAQIECBAgQIAAgb6AQgIECBAgQIAAAQIECBAgQKAvoJAAAQIECBAgQIAAAQIECBDoCygkQIAAAQIECBAgQIAAAQIE+gIKCRAgQIAAAQIECBAgQIAAgb6AQgIECBAgQIAAAQIECBAgQKAvoJAAAQIECFwrYCDXtd52I0CAAAECBAj8L+D/BAgQIECAAAECBAgQIECAQF9AIQECBAgQIECAAAECBAgQINAXUEiAAAECBAgQIECAAAECBAj0BRQSIECAAAECBAgQIECAAAECfQGFBAgQIECAAAECBAgQIECAQF9AIQECBAgQIECAAAECBAgQINAXUEjgp4CBXD8h/CBAgAABAgQIECBAgEBRQBMBAgQIECBAgAABAgQIECDQF1BIgAABAgQIECBAgAABAgQI9AUUEiBAgAABAgQIECBAgAABAn0BhQQIECBAgAABAgQIECBAgEBfQCEBAgQIECBAgAABAgQIECDQF1BIgAABAgQIECBAgAABAuMFDOQafwf1E+gjQIAAAQIECBAgQIAAAQIE+gIKCRAgQIAAAQIECBAgQIAAgb6AQgIECBAgQIAAAQIECBAgQKAvoJAAAQIECBAgQIAAAQIECBDoCygkQIAAAQIECBAgQIAAAQIE+gIKCRAgQIAAAQIECBAgQIAAgb6AQgIECBAgQIAAgTsCBnLdwfEVAQIECKwk4KwECBAgQIAAAQIECBAgQIBAX0AhAQIECBAgQIAAAQIECBAg0BdQSIAAAQIECBAgQIAAAQIECPQFFBIgQIAAAQIECBAgQIAAAQJ9AYUECBAgQIAAAQIECBAgQIBAX0AhAQIECBAgQIAAAQIECBAg0BdQSIAAgTUFDORa896cmgABAgQIECBAYJSAfQkQIECAAAECBAgQIECAAIG+gEICrJGBngAAEABJREFUBAgQIECAAAECBAgQIECgL6CQAAECBAgQIECAAAECBAgQ6AsoJECAAAECBAgQIECAAAECBPoCCgkQIECAAAECBAgQIECAAIG+gEICBAgQIECAAAECBAgQIECgL3BwoYFcB4NajgABAgQIECBAgAABAgQIHCFgDQIECBAgQIAAAQIECBAgQKAvoJAAAQIECBAgQIAAAQIECBDoCygkQIAAAQIECBAgQIAAAQIE+gIKCRAgQIAAAQIECBAgQIAAgb6AQgIECBAgQIAAAQIECBAgQKAvoJAAAQIECBAgQIAAgY6AgVydu1RC4GgB6xEgQIAAAQIECBAgQIAAAQJ9AYUECBAgQIAAAQIECBAgQIBAX0AhAQIECBAgQIAAAQIECBAg0BdQSIAAAQIECBAgQIAAAQIECPQFFBIgQIAAAQIECBAgQIAAAQJ9AYUECBAgQIAAAQIECBAgQIBAX0AhAQIECBAgcIGAgVwXINuCAAECBAgQuCfgOwIECBAgQIAAAQIECBAgQKAvoJAAAQIECBAgQIAAAQIECBDoCygkQIAAAQIECBAgQIAAAQIE+gIKCRAgQIAAAQIECBAgQIAAgb6AQgIECBAgQIAAAQIECBAgQKAvoJAAAQIECBAgQIAAAQIECBDoCygksLeAgVx73796AgQIECBAgAABAvsIKCVAgAABAgQIECBAgAABAgT6AgoJECBAgAABAgQIECBAgACBvoBCAgQIECBAgAABAgQIECBAoC+gkAABAgQIECBAgAABAgQIEOgLKCRAgAABAgQIECBAgAABAgT6AgoJECBAgAABAgQIECBAgMAgAQO5LoS3FQECBAgQIECAAAECBAgQINAXUEiAAAECBAgQIECAAAECBAj0BRQSIECAAAECBAgQIECAAAECfQGFBAgQIECAAAECBAgQIECAQF9AIQECBAgQIECAAAECBAgQINAXUEiAAAECBAgQIECAAAECBAj0BRQSIECAAAECBAgQ+FvAQK6/RfxNgACB9QUUECBAgAABAgQIECBAgAABAn0BhQQIECBAgAABAgQIECBAgEBfQCEBAgQIECBAgAABAgQIECDQF1BIgAABAgQIECBAgAABAgQI9AUUEiBAgAABAgQIECBAgAABAn0BhQQIECBAgAABAgQIECBAgEBfQCEBAgQILCRgINdCl+WoBAgQIECAAIG5BJyGAAECBAgQIECAAAECBAgQ6AsoJECAAAECBAgQIECAAAECBPoCCgkQIECAAAECBAgQIECAAIG+gEICBAgQIECAAAECBAgQIECgL6CQAAECBAgQIECAAAECBAgQ6AsoJECAAAECBAgQIECAAAECBPoCCo8QMJDrCEVrECBAgAABAgQIECBAgMB5AlYmQIAAAQIECBAgQIAAAQIE+gIKCRAgQIAAAQIECBAgQIAAgb6AQgIECBAgQIAAAQIECBAgQKAvoJAAAQIECBAgQIAAAQIECBDoCygkQIAAAQIECBAgQIAAAQIE+gIKCRAgQIAAAQIECBAgsLiAgVyLX6DjXyNgFwIECBAgQIAAAQIECBAgQKAvoJAAAQIECBAgQIAAAQIECBDoCygkQIAAAQIECBAgQIAAAQIE+gIKCRAgQIAAAQIECBAgQIAAgb6AQgIECBAgQIAAAQIECBAgQKAvoJAAAQIECBAgQIAAAQIECBDoCygkQIAAAQIECJwlYCDXWbLWJUCAAAECzwt4gwABAgQIECBAgAABAgQIEOgLKCRAgAABAgQIECBAgAABAgT6AgoJECBAgAABAgQIECBAgACBvoBCAgQIECBAgAABAgQIECBAoC+gkAABAgQIECBAgAABAgQIEOgLKCRAgAABAgQIECBAgAABAgT6AgoJENhQwECuDS9dMgECBAgQIECAwO4C+gkQIECAAAECBAgQIECAAIG+gEICBAgQIECAAAECBAgQIECgL6CQAAECBAgQIECAAAECBAgQ6AsoJECAAAECBAgQIECAAAECBPoCCgkQIECAAAECBAgQIECAAIG+gEICBAgQIECAAAECBAgQIEDgSoExA7muLLQXAQIECBAgQIAAAQIECBAgMEbArgQIECBAgAABAgQIECBAgEBfQCEBAgQIECBAgAABAgQIECDQF1BIgAABAgQIECBAgAABAgQI9AUUEiBAgAABAgQIECBAgAABAn0BhQQIECBAgAABAgQIECBAgEBfQCEBAgQIECBAgAABAv8JGMj1H4P/ESBQFdBFgAABAgQIECBAgAABAgQI9AUUEiBAgAABAgQIECBAgAABAn0BhQQIECBAgAABAgQIECBAgEBfQCEBAgQIECBAgAABAgQIECDQF1BIgAABAgQIECBAgAABAgQI9AUUEiBAgAABAgQIECBAgAABAn0BhQQIECBAYHYBA7lmvyHnI0CAAAECBFYQcEYCBAgQIECAAAECBAgQIECgL6CQAAECBAgQIECAAAECBAgQ6AsoJECAAAECBAgQIECAAAECBPoCCgkQIECAAAECBAgQIECAAIG+gEICBAgQIECAAAECBAgQIECgL6CQAAECBAgQIECAAAECBAgQ6AsoJPCygIFcL9N5kQABAgQIECBAgAABAlcL2I8AAQIECBAgQIAAAQIECBDoCygkQIAAAQIECBAgQIAAAQIE+gIKCRAgQIAAAQIECBAgQIAAgb6AQgIECBAgQIAAAQIECBAgQKAvoJAAAQIECBAgQIAAAQIECBDoCygkQIAAAQIECBAgQIAAgRUFDORa8dZGntneBAgQIECAAAECBAgQIECAQF9AIQECBAgQIECAAAECBAgQINAXUEiAAAECBAgQIECAAAECBAj0BRQSIECAAAECBAgQIECAAAECfQGFBAgQIECAAAECBAgQIECAQF9AIQECBAgQIECAAAECBAgQINAXUEiAAAECBAgQIHCogIFch3JajAABAgSOErAOAQIECBAgQIAAAQIECBAg0BdQSIAAAQIECBAgQIAAAQIECPQFFBIgQIAAAQIECBAgQIAAAQJ9AYUECBAgQIAAAQIECBAgQIBAX0AhAQIECBAgQIAAAQIECBAg0BdQSIAAAQIECBAgQIAAAQIECPQFFBIgQGAXAQO5drlpnQQIECBAgAABArcEfEaAAAECBAgQIECAAAECBAj0BRQSIECAAAECBAgQIECAAAECfQGFBAgQIECAAAECBAgQIECAQF9AIQECBAgQIECAAAECBAgQINAXUEiAAAECBAgQIECAAAECBAj0BRQSIECAAAECBAgQIECAAAECfYHhhQZyDb8CByBAgAABAgQIECBAgACBvoBCAgQIECBAgAABAgQIECBAoC+gkAABAgQIECBAgAABAgQIEOgLKCRAgAABAgQIECBAgAABAgT6AgoJECBAgAABAgQIECBAgACBvoBCAgQIECBAgAABAgQIECBAoC+gkAABAgQIECBAgACBnQUM5Nr59rXvJaCWAAECBAgQIECAAAECBAgQ6AsoJECAAAECBAgQIECAAAECBPoCCgkQIECAAAECBAgQIECAAIG+gEICBAgQIECAAAECBAgQIECgL6CQAAECBAgQIECAAAECBAgQ6AsoJECAAAECBAgQIECAAAECBPoCCgkQIECAAIEpBQzkmvJaHIoAAQIECKwr4OQECBAgQIAAAQIECBAgQIBAX0AhAQIECBAgQIAAAQIECBAg0BdQSIAAAQIECBAgQIAAAQIECPQFFBIgQIAAAQIECBAgQIAAAQJ9AYUECBAgQIAAAQIECBAgQIBAX0AhAQIECBAgQIAAAQIECBAg0BdQSIDAcwIGcj3n5WkCBAgQIECAAAECBOYQcAoCBAgQIECAAAECBAgQIECgL6CQAAECBAgQIECAAAECBAgQ6AsoJECAAAECBAgQIECAAAECBPoCCgkQIECAAAECBAgQIECAAIG+gEICBAgQIECAAAECBAgQIECgL6CQAAECBAgQIECAAAECBAgsI2Ag18tX5UUCBAgQIECAAAECBAgQIECgL6CQAAECBAgQIECAAAECBAgQ6AsoJECAAAECBAgQIECAAAECBPoCCgkQIECAAAECBAgQIECAAIG+gEICBAgQIECAAAECBAgQIECgL6CQAAECBAgQIECAAAECBAgQ6AsoJECAAAECBAgQIPC+gIFc7xtagQABAucKWJ0AAQIECBAgQIAAAQIECBDoCygkQIAAAQIECBAgQIAAAQIE+gIKCRAgQIAAAQIECBAgQIAAgb6AQgIECBAgQIAAAQIECBAgQKAvoJAAAQIECBAgQIAAAQIECBDoCygkQIAAAQIECBAgQIAAAQIE+gIKCRAgQCAtYCBX+nrFESBAgAABAgQeF/AkAQIECBAgQIAAAQIECBAg0BdQSIAAAQIECBAgQIAAAQIECPQFFBIgQIAAAQIECBAgQIAAAQJ9AYUECBAgQIAAAQIECBAgQIBAX0AhAQIECBAgQIAAAQIECBAg0BdQSIAAAQIECBAgQIAAAQIECPQFFI4RMJBrjLtdCRAgQIAAAQIECBAgsKuAbgIECBAgQIAAAQIECBAgQKAvoJAAAQIECBAgQIAAAQIECBDoCygkQIAAAQIECBAgQIAAAQIE+gIKCRAgQIAAAQIECBAgQIAAgb6AQgIECBAgQIAAAQIECBAgQKAvoJAAAQIECBAgQIAAAQLbCRjItd2VC/7xgwEBAgQIECBAgAABAgQIECDQF1BIgAABAgQIECBAgAABAgQI9AUUEiBAgAABAgQIECBAgAABAn0BhQQIECBAgAABAgQIECBAgEBfQCEBAgQIECBAgAABAgQIECDQF1BIgAABAgQIECBAgAABAgQI9AUUEiBAgAABAgTmETCQa567cBICBAgQqAnoIUCAAAECBAgQIECAAAECBPoCCgkQIECAAAECBAgQIECAAIG+gEICBAgQIECAAAECBAgQIECgL6CQAAECBAgQIECAAAECBAgQ6AsoJECAAAECBAgQIECAAAECBPoCCgkQIECAAAECBAgQIECAAIG+gEICBAg8IGAg1wNIHiFAgAABAgQIECAws4CzESBAgAABAgQIECBAgAABAn0BhQQIECBAgAABAgQIECBAgEBfQCEBAgQIECBAgAABAgQIECDQF1BIgAABAgQIECBAgAABAgQI9AUUEiBAgAABAgQIECBAgAABAn0BhQQIECBAgAABAgQIECBAgMDcAkcM5Jq70OkIECBAgAABAgQIECBAgACBIwSsQYAAAQIECBAgQIAAAQIECPQFFBIgQIAAAQIECBAgQIAAAQJ9AYUECBAgQIAAAQIECBAgQIBAX0AhAQIECBAgQIAAAQIECBAg0BdQSIAAAQIECBAgQIAAAQIECPQFFBIgQIAAAQIECBAg8KKAgVwvwnmNAIERAvYkQIAAAQIECBAgQIAAAQIE+gIKCRAgQIAAAQIECBAgQIAAgb6AQiTLpbYAABAASURBVAIECBAgQIAAAQIECBAgQKAvoJAAAQIECBAgQIAAAQIECBDoCygkQIAAAQIECBAgQIAAAQIE+gIKCRAgQIAAAQIECBAgQIAAgb6AQgIECBAg0BMwkKt3p4oIECBAgACBdwW8T4AAAQIECBAgQIAAAQIECPQFFBIgQIAAAQIECBAgQIAAAQJ9AYUECBAgQIAAAQIECBAgQIBAX0AhAQIECBAgQIAAAQIECBAg0BdQSIAAAQIECBAgQIAAAQIECPQFFBIgQIAAAQIECBAgQIAAAQJ9AYUELhQwkOtCbFsRIECAAAECBAgQIEDgdwG/EyBAgAABAgQIECBAgAABAn0BhQQIECBAgAABAgQIECBAgEBfQCEBAgQIECBAgAABAgQIECDQF1BIgAABAgQIECBAgAABAgQI9AUUEiBAgAABAgQIECBAgAABAn0BhQQIECBAgAABAgQIECCwh4CBXHvc81eVPidAgAABAgQIECBAgAABAgT6AgoJECBAgAABAgQIECBAgACBvoBCAgQIECBAgAABAgQIECBAoC+gkAABAgQIECBAgAABAgQIEOgLKCRAgAABAgQIECBAgAABAgT6AgoJECBAgAABAgQIECBAgACBvoBCAgQIECBAgACBwQIGcg2+ANsTIEBgDwGVBAgQIECAAAECBAgQIECAQF9AIQECBAgQIECAAAECBAgQINAXUEiAAAECBAgQIECAAAECBAj0BRQSIECAAAECBAgQIECAAAECfQGFBAgQIECAAAECBAgQIECAQF9AIQECBAgQIECAAAECBAgQINAXUEiAAAECXwkYyPWVjM8JECBAgAABAgTWE3BiAgQIECBAgAABAgQIECBAoC+gkAABAgQIECBAgAABAgQIEOgLKCRAgAABAgQIECBAgAABAgT6AgoJECBAgAABAgQIECBAgACBvoBCAgQIECBAgAABAgQIECBAoC+gkAABAgQIECBAgAABAgQIEOgLLFhoINeCl+bIBAgQIECAAAECBAgQIDBWwO4ECBAgQIAAAQIECBAgQIBAX0AhAQIECBAgQIAAAQIECBAg0BdQSIAAAQIECBAgQIAAAQIECPQFFBIgQIAAAQIECBAgQIAAAQJ9AYUECBAgQIAAAQIECBAgQIBAX0AhAQIECBAgQIAAAQIEnhEwkOsZLc8SmEfASQgQIECAAAECBAgQIECAAIG+gEICBAgQIECAAAECBAgQIECgL6CQAAECBAgQIECAAAECBAgQ6AsoJECAAAECBAgQIECAAAECBPoCCgkQIECAAAECBAgQIECAAIG+gEICBAgQIECAAAECBAgQIECgL6CQAAECBAgQiAgYyBW5SBkECBAgQOAcAasSIECAAAECBAgQIECAAAECfQGFBAgQIECAAAECBAgQIECAQF9AIQECBAgQIECAAAECBAgQINAXUEiAAAECBAgQIECAAAECBAj0BRQSIECAAAECBAgQIECAAAECfQGFBAgQIECAAAECBAgQIECAQF9AIQECZwsYyHW2sPUJECBAgAABAgQIEPhewBMECBAgQIAAAQIECBAgQIBAX0AhAQIECBAgQIAAAQIECBAg0BdQSIAAAQIECBAgQIAAAQIECPQFFBIgQIAAAQIECBAgQIAAAQJ9AYUECBAgQIAAAQIECBAgQIBAX0AhAQIECBAgQIAAAQIECBAICxjI9fNy/SBAgAABAgQIECBAgAABAgT6AgoJECBAgAABAgQIECBAgACBvoBCAgQIECBAgAABAgQIECBAoC+gkAABAgQIECBAgAABAgQIEOgLKCRAgAABAgQIECBAgAABAgT6AgoJECBAgAABAgQIECBAgACBvoBCAgQIECBAgAABAiMEDOQaoW5PAgR2FtBOgAABAgQIECBAgAABAgQI9AUUEiBAgAABAgQIECBAgAABAn0BhQQIECBAgAABAgQIECBAgEBfQCEBAgQIECBAgAABAgQIECDQF1BIgAABAgQIECBAgAABAgQI9AUUEiBAgAABAgQIECBAgAABAn0BhQQIECBA4A8BA7n+4PAHAQIECBAgQKAioIMAAQIECBAgQIAAAQIECBDoCygkQIAAAQIECBAgQIAAAQIE+gIKCRAgQIAAAQIECBAgQIAAgb6AQgIECBAgQIAAAQIECBAgQKAvoJAAAQIECBAgQIAAAQIECBDoCygkQIAAAQIECBAgQIAAAQIE+gIKVxEwkGuVm3JOAgQIECBAgAABAgQIzCjgTAQIECBAgAABAgQIECBAgEBfQCEBAgQIECBAgAABAgQIECDQF1BIgAABAgQIECBAgAABAgQI9AUUEiBAgAABAgQIECBAgAABAn0BhQQIECBAgAABAgQIECBAgEBfQCEBAgQIECBAgAABAgQIfCtgINe3RB6YXcD5CBAgQIAAAQIECBAgQIAAgb6AQgIECBAgQIAAAQIECBAgQKAvoJAAAQIECBAgQIAAAQIECBDoCygkQIAAAQIECBAgQIAAAQIE+gIKCRAgQIAAAQIECBAgQIAAgb6AQgIECBAgQIAAAQIECBAgQKAvoJAAAQIECBAgsLKAgVwr356zEyBAgMCVAvYiQIAAAQIECBAgQIAAAQIE+gIKCRAgQIAAAQIECBAgQIAAgb6AQgIECBAgQIAAAQIECBAgQKAvoJAAAQIECBAgQIAAAQIECBDoCygkQIAAAQIECBAgQIAAAQIE+gIKCRAgQIAAAQIECBAgQIAAgb6AQgIECJwiYCDXKawWJUCAAAECBAgQIPCqgPcIECBAgAABAgQIECBAgACBvoBCAgQIECBAgAABAgQIECBAoC+gkAABAgQIECBAgAABAgQIEOgLKCRAgAABAgQIECBAgAABAgT6AgoJECBAgAABAgQIECBAgACBvoBCAgQIECBAgAABAgQIECBAoCbweSBXrVAPAQIECBAgQIAAAQIECBAg8FnAJwQIECBAgAABAgQIECBAgEBfQCEBAgQIECBAgAABAgQIECDQF1BIgAABAgQIECBAgAABAgQI9AUUEiBAgAABAgQIECBAgAABAn0BhQQIECBAgAABAgQIECBAgEBfQCEBAgQIECBAgAABApcJGMh1GbWNCBD4W8DfBAgQIECAAAECBAgQIECAQF9AIQECBAgQIECAAAECBAgQINAXUEiAAAECBAgQIECAAAECBAj0BRQSIECAAAECBAgQIECAAAECfQGFBAgQIECAAAECBAgQIECAQF9AIQECBAgQIECAAAECBAgQINAXUEiAAAECBAj8+GEgl38FBAgQIECAQF1AHwECBAgQIECAAAECBAgQINAXUEiAAAECBAgQIECAAAECBAj0BRQSIECAAAECBAgQIECAAAECfQGFBAgQIECAAAECBAgQIECAQF9AIQECBAgQIECAAAECBAgQINAXUEiAAAECBAgQIECAAAECBAj0BRQSmFrAQK6pr8fhCBAgQIAAAQIECBBYR8BJCRAgQIAAAQIECBAgQIAAgb6AQgIECBAgQIAAAQIECBAgQKAvoJAAAQIECBAgQIAAAQIECBDoCygkQIAAAQIECBAgQIAAAQIE+gIKCRAgQIAAAQIECBAgQIAAgb6AQgIECBAgQIAAAQIECBAgcFvAQK7bLmt+6tQECBAgQIAAAQIECBAgQIBAX0AhAQIECBAgQIAAAQIECBAg0BdQSIAAAQIECBAgQIAAAQIECPQFFBIgQIAAAQIECBAgQIAAAQJ9AYUECBAgQIAAAQIECBAgQIBAX0AhAQIECBAgQIAAAQIECBAg0BdQSIAAAQIECBAgsJyAgVzLXZkDEyBAYLyAExAgQIAAAQIECBAgQIAAAQJ9AYUECBAgQIAAAQIECBAgQIBAX0AhAQIECBAgQIAAAQIECBAg0BdQSIAAAQIECBAgQIAAAQIECPQFFBIgQIAAAQIECBAgQIAAAQJ9AYUECBAgQIAAAQIECBAgQIBAX0AhAQIECBwnYCDXcZZWIkCAAAECBAgQOFbAagQIECBAgAABAgQIECBAgEBfQCEBAgQIECBAgAABAgQIECDQF1BIgAABAgQIECBAgAABAgQI9AUUEiBAgAABAgQIECBAgAABAn0BhQQIECBAgAABAgQIECBAgEBfQCEBAgQIECBAgAABAgQIECDQF9ii0ECuLa5ZJAECBAgQIECAAAECBAh8LeAbAgQIECBAgAABAgQIECBAoC+gkAABAgQIECBAgAABAgQIEOgLKCRAgAABAgQIECBAgAABAgT6AgoJECBAgAABAgQIECBAgACBvoBCAgQIECBAgAABAgQIECBAoC+gkAABAgQIECBAgAABAucKGMh1rq/VCTwm4CkCBAgQIECAAAECBAgQIECgL6CQAAECBAgQIECAAAECBAgQ6AsoJECAAAECBAgQIECAAAECBPoCCgkQIECAAAECBAgQIECAAIG+gEICBAgQIECAAAECBAgQIECgL6CQAAECBAgQIECAAAECBAgQ6AsoJECAAAECBLYVMJBr26sXToAAAQI7CmgmQIAAAQIECBAgQIAAAQIE+gIKCRAgQIAAAQIECBAgQIAAgb6AQgIECBAgQIAAAQIECBAgQKAvoJAAAQIECBAgQIAAAQIECBDoCygkQIAAAQIECBAgQIAAAQIE+gIKCRAgQIAAAQIECBAgQIAAgb6AQgIE5hMwkGu+O3EiAgQIECBAgAABAqsLOD8BAgQIECBAgAABAgQIECDQF1BIgAABAgQIECBAgAABAgQI9AUUEiBAgAABAgQIECBAgAABAn0BhQQIECBAgAABAgQIECBAgEBfQCEBAgQIECBAgAABAgQIECDQF1BIgAABAgQIECBAgAABAgQI/CYQHcj1W6FfCRAgQIAAAQIECBAgQIAAgaiALAIECBAgQIAAAQIECBAgQKAvoJAAAQIECBAgQIAAAQIECBDoCygkQIAAAQIECBAgQIAAAQIE+gIKCRAgQIAAAQIECBAgQIAAgb6AQgIECBAgQIAAAQIECBAgQKAvoJAAAQIECBAgQIDAGgIGcq1xT05JgMCsAs5FgAABAgQIECBAgAABAgQI9AUUEiBAgAABAgQIECBAgAABAn0BhQQIECBAgAABAgQIECBAgEBfQCEBAgQIECBAgAABAgQIECDQF1BIgAABAgQIECBAgAABAgQI9AUUEiBAgAABAgQIECBAgAABAn0BhQQIECBA4E0BA7neBPQ6AQIECBAgQOAKAXsQIECAAAECBAgQIECAAAECfQGFBAgQIECAAAECBAgQIECAQF9AIQECBAgQIECAAAECBAgQINAXUEiAAAECBAgQIECAAAECBAj0BRQSIECAAAECBAgQIECAAAECfQGFBAgQIECAAAECBAgQIECAQF9AYVfAQK7u3SojQIAAAQIECBAgQIDAswKeJ0CAAAECBAgQIECAAAECBPoCCgkQIECAAAECBAgQIECAAIEzK/F+AAAQAElEQVS+gEICBAgQIECAAAECBAgQIECgL6CQAAECBAgQIECAAAECBAgQ6AsoJECAAAECBAgQIECAAAECBPoCCgkQIECAAAECBAgQIEDgBAEDuU5AteQ7At4lQIAAAQIECBAgQIAAAQIE+gIKCRAgQIAAAQIECBAgQIAAgb6AQgIECBAgQIAAAQIECBAgQKAvoJAAAQIECBAgQIAAAQIECBDoCygkQIAAAQIECBAgQIAAAQIE+gIKCRAgQIAAAQIECBAgQIAAgb6AQgIECBAgQIDAXgIGcu1132oJECBA4EPATwIECBAgQIAAAQIECBAgQKAvoJAAAQIECBAgQIAAAQIECBDoCygkQIAAAQIECBAgQIAAAQIE+gIKCRAgQIAAAQIECBAgQIAAgb6AQgIECBAgQIAAAQIECBAgQKAvoJAAAQIECBAgQIAAAQIECBDoCygkQIDAJAIGck1yEY5BgAABAgQIECDQFFBFgAABAgQIECBAgAABAgQI9AUUEiBAgAABAgQIECBAgAABAn0BhQQIECBAgAABAgQIECBAgEBfQCEBAgQIECBAgAABAgQIECDQF1BIgAABAgQIECBAgAABAgQI9AUUEiBAgAABAgQIECBAgAABAn2B7woN5PpOyPcECBAgQIAAAQIECBAgQGB+ASckQIAAAQIECBAgQIAAAQIE+gIKCRAgQIAAAQIECBAgQIAAgb6AQgIECBAgQIAAAQIECBAgQKAvoJAAAQIECBAgQIAAAQIECBDoCygkQIAAAQIECBAgQIAAAQIE+gIKCRAgQIAAAQIECBCYWMBArokvx9EIrCXgtAQIECBAgAABAgQIECBAgEBfQCEBAgQIECBAgAABAgQIECDQF1BIgAABAgQIECBAgAABAgQI9AUUEiBAgAABAgQIECBAgAABAn0BhQQIECBAgAABAgQIECBAgEBfQCEBAgQIECBAgAABAgQIECDQF1BIgAABAgQIvCJgINcrat4hQIAAAQIExgnYmQABAgQIECBAgAABAgQIEOgLKCRAgAABAgQIECBAgAABAgT6AgoJECBAgAABAgQIECBAgACBvoBCAgQIECBAgAABAgQIECBAoC+gkAABAgQIECBAgAABAgQIEOgLKCRAgAABAgQIECBAgAABAgT6AgoJxAQM5IpdqBwCBAgQIECAAAECBI4RsAoBAgQIECBAgAABAgQIECDQF1BIgAABAgQIECBAgAABAgQI9AUUEiBAgAABAgQIECBAgAABAn0BhQQIECBAgAABAgQIECBAgEBfQCEBAgQIECBAgAABAgQIECDQF1BIgAABAgQIECBAgAABAgSOEjCQ6yjJ49exIgECBAgQIECAAAECBAgQINAXUEiAAAECBAgQIECAAAECBAj0BRQSIECAAAECBAgQIECAAAECfQGFBAgQIECAAAECBAgQIECAQF9AIQECBAgQIECAAAECBAgQINAXUEiAAAECBAgQIECAAAECBAj0BRQSIECAAAECBAhsIGAg1waXLJEAAQL3BXxLgAABAgQIECBAgAABAgQI9AUUEiBAgAABAgQIECBAgAABAn0BhQQIECBAgAABAgQIECBAgEBfQCEBAgQIECBAgAABAgQIECDQF1BIgAABAgQIECBAgAABAgQI9AUUEiBAgAABAgQIECBAgAABAn0BhQQIECAwUsBArpH69iZAgAABAgQI7CSglQABAgQIECBAgAABAgQIEOgLKCRAgAABAgQIECBAgAABAgT6AgoJECBAgAABAgQIECBAgACBvoBCAgQIECBAgAABAgQIECBAoC+gkAABAgQIECBAgAABAgQIEOgLKCRAgAABAgQIECBAgAABAgT6AgpvChjIdZPFhwQIECBAgAABAgQIECCwqoBzEyBAgAABAgQIECBAgAABAn0BhQQIECBAgAABAgQIECBAgEBfQCEBAgQIECBAgAABAgQIECDQF1BIgAABAgQIECBAgAABAgQI9AUUEiBAgAABAgQIECBAgAABAn0BhQQIECBAgAABAgQIEJhNwECu2W7EeQoCGggQIECAAAECBAgQIECAAIG+gEICBAgQIECAAAECBAgQIECgL6CQAAECBAgQIECAAAECBAgQ6AsoJECAAAECBAgQIECAAAECBPoCCgkQIECAAAECBAgQIECAAIG+gEICBAgQIECAAAECBAgQIECgL6CQAAECBAgQIPCwgIFcD1N5kAABAgQIzCbgPAQIECBAgAABAgQIECBAgEBfQCEBAgQIECBAgAABAgQIECDQF1BIgAABAgQIECBAgAABAgQI9AUUEiBAgAABAgQIECBAgAABAn0BhQQIECBAgAABAgQIECBAgEBfQCEBAgQIECBAgAABAgQIECDQF1BIgEBBwECuwi1qIECAAAECBAgQIHCmgLUJECBAgAABAgQIECBAgACBvoBCAgQIECBAgAABAgQIECBAoC+gkAABAgQIECBAgAABAgQIEOgLKCRAgAABAgQIECBAgAABAgT6AgoJECBAgAABAgQIECBAgACBvoBCAgQIECBAgAABAgQIECBA4C2BJQZyvVXoZQIECBAgQIAAAQIECBAgQGAJAYckQIAAAQIECBAgQIAAAQIE+gIKCRAgQIAAAQIECBAgQIAAgb6AQgIECBAgQIAAAQIECBAgQKAvoJAAAQIECBAgQIAAAQIECBDoCygkQIAAAQIECBAgQIAAAQIE+gIKCRAgQIAAAQIECFQFDOSq3qwuAgReEfAOAQIECBAgQIAAAQIECBAg0BdQSIAAAQIECBAgQIAAAQIECPQFFBIgQIAAAQIECBAgQIAAAQJ9AYUECBAgQIAAAQIECBAgQIBAX0AhAQIECBAgQIAAAQIECBAg0BdQSIAAAQIECBAgQIAAAQIECPQFFBIgQIAAgcsFDOS6nNyGBAgQIECAAAECBAgQIECAAAECBAgQIECAQF9AIQECBAgQIECAAAECBAgQINAXUEiAAAECBAgQIECAAAECBAj0BRQSIECAAAECBAgQIECAAAECfQGFBAgQIECAAAECBAgQIECAQF9AIQECBAgQIECAAAECBAgQINAXUEjgl4CBXL8s/EaAAAECBAgQIECAAIGWgBoCBAgQIECAAAECBAgQIECgL6CQAAECBAgQIECAAAECBAgQ6AsoJECAAAECBAgQIECAAAECBPoCCgkQIECAAAECBAgQIECAAIG+gEICBAgQIECAAAECBAgQIECgL6CQAAECBAgQIECAAAECBKYQMJBrimvoHkIZAQIECBAgQIAAAQIECBAg0BdQSIAAAQIECBAgQIAAAQIECPQFFBIgQIAAAQIECBAgQIAAAQJ9AYUECBAgQIAAAQIECBAgQIBAX0AhAQIECBAgQIAAAQIECBAg0BdQSIAAAQIECBAgQIAAAQIECPQFFBIgQIAAAQIECNwXMJDrvo9vCRAgQGANAackQIAAAQIECBAgQIAAAQIE+gIKCRAgQIAAAQIECBAgQIAAgb6AQgIECBAgQIAAAQIECBAgQKAvoJAAAQIECBAgQIAAAQIECBDoCygkQIAAAQIECBAgQIAAAQIE+gIKCRAgQIAAAQIECBAgQIAAgb6AQgIECCwrYCDXslfn4AQIECBAgAABAtcL2JEAAQIECBAgQIAAAQIECBDoCygkQIAAAQIECBAgQIAAAQIE+gIKCRAgQIAAAQIECBAgQIAAgb6AQgIECBAgQIAAAQIECBAgQKAvoJAAAQIECBAgQIAAAQIECBDoCygkQIAAAQIECBAgQIAAAQIE+gLHFxrIdbypFQkQIECAAAECBAgQIECAwHsC3iZAgAABAgQIECBAgAABAgT6AgoJECBAgAABAgQIECBAgACBvoBCAgQIECBAgAABAgQIECBAoC+gkAABAgQIECBAgAABAgQIEOgLKCRAgAABAgQIECBAgAABAgT6AgoJECBAgAABAgQIEEgJGMiVuk4xBI4TsBIBAgQIECBAgAABAgQIECDQF1BIgAABAgQIECBAgAABAgQI9AUUEiBAgAABAgQIECBAgAABAn0BhQQIECBAgAABAgQIECBAgEBfQCEBAgQIECBAgAABAgQIECDQF1BIgAABAgQIECBAgAABAgQI9AUUEiBAgAABAtcIGMh1jbNdCBAgQIAAgdsCPiVAgAABAgQIECBAgAABAgT6AgoJECBAgAABAgQIECBAgACBvoBCAgQIECBAgAABAgQIECBAoC+gkAABAgQIECBAgAABAgQIEOgLKCRAgAABAgQIECBAgAABAgT6AgoJECBAgAABAgQIECBAgACBvoBCAtsLGMi1/T8BAAQIECBAgAABAgR2ENBIgAABAgQIECBAgAABAgQI9AUUEiBAgAABAgQIECBAgAABAn0BhQQIECBAgAABAgQIECBAgEBfQCEBAgQIECBAgAABAgQIECDQF1BIgAABAgQIECBAgAABAgQI9AUUEiBAgAABAgQIECBAgACBcQIGcl1lbx8CBAgQIECAAAECBAgQIECgL6CQAAECBAgQIECAAAECBAgQ6AsoJECAAAECBAgQIECAAAECBPoCCgkQIECAAAECBAgQIECAAIG+gEICBAgQIECAAAECBAgQIECgL6CQAAECBAgQIECAAAECBAgQ6AsoJECAAAECBAgQIHBDwECuGyg+IkCAwMoCzk6AAAECBAgQIECAAAECBAj0BRQSIECAAAECBAgQIECAAAECfQGFBAgQIECAAAECBAgQIECAQF9AIQECBAgQIECAAAECBAgQINAXUEiAAAECBAgQIECAAAECBAj0BRQSIECAAAECBAgQIECAAAECfQGFBAgQILCWgIFca92X0xIgQIAAAQIEZhFwDgIECBAgQIAAAQIECBAgQKAvoJAAAQIECBAgQIAAAQIECBDoCygkQIAAAQIECBAgQIAAAQIE+gIKCRAgQIAAAQIECBAgQIAAgb6AQgIECBAgQIAAAQIECBAgQKAvoJAAAQIECBAgQIAAAQIECBDoCyg8SMBAroMgLUOAAAECBAgQIECAAAECZwhYkwABAgQIECBAgAABAgQIEOgLKCRAgAABAgQIECBAgAABAgT6AgoJECBAgAABAgQIECBAgACBvoBCAgQIECBAgAABAgQIECBAoC+gkAABAgQIECBAgAABAgQIEOgLKCRAgAABAgQIECBAgMD6AgZyrX+HCs4WsD4BAgQIECBAgAABAgQIECDQF1BIgAABAgQIECBAgAABAgQI9AUUEiBAgAABAgQIECBAgAABAn0BhQQIECBAgAABAgQIECBAgEBfQCEBAgQIECBAgAABAgQIECDQF1BIgAABAgQIECBAgAABAgQI9AUUEiBAgAABAgROFDCQ60RcSxMgQIAAgWcEPEuAAAECBAgQIECAAAECBAj0BRQSIECAAAECBAgQIECAAAECfQGFBAgQIECAAAECBAgQIECAzCIpIQAAEABJREFUQF9AIQECBAgQIECAAAECBAgQINAXUEiAAAECBAgQIECAAAECBAj0BRQSIECAAAECBAgQIECAAAECfQGFBAjsKWAg1573rpoAAQIECBAgQGBfAeUECBAgQIAAAQIECBAgQIBAX0AhAQIECBAgQIAAAQIECBAg0BdQSIAAAQIECBAgQIAAAQIECPQFFBIgQIAAAQIECBAgQIAAAQJ9AYUECBAgQIAAAQIECBAgQIBAX0AhAQIECBAgQIAAAQIECBAgcLHAgIFcFxfajgABAgQIECBAgAABAgQIEBggYEsCBAgQIECAAAECBAgQIECgL6CQAAECBAgQIECAAAECBAgQ6AsoJECAAAECBAgQIECAAAECBPoCCgkQIECAAAECBAgQIECAAIG+gEICBAgQIECAAAECBAgQIECgL6CQAAECBAgQIECAAIEPAQO5PiT8JECgJ6CIAAECBAgQIECAAAECBAgQ6AsoJECAAAECBAgQIECAAAECBPoCCgkQIECAAAECBAgQIECAAIG+gEICBAgQIECAAAECBAgQIECgL6CQAAECBAgQIECAAAECBAgQ6AsoJECAAAECBAgQIECAAAECBPoCCgkQIECAwAICBnItcEmOSIAAAQIECMwt4HQECBAgQIAAAQIECBAgQIBAX0AhAQIECBAgQIAAAQIECBAg0BdQSIAAAQIECBAgQIAAAQIECPQFFBIgQIAAAQIECBAgQIAAAQJ9AYUECBAgQIAAAQIECBAgQIBAX0AhAQIECBAgQIAAAQIECBAg0BdQSOAdAQO53tHzLgECBAgQIECAAAECBK4TsBMBAgQIECBAgAABAgQIECDQF1BIgAABAgQIECBAgAABAgQI9AUUEiBAgAABAgQIECBAgAABAn0BhQQIECBAgAABAgQIECBAgEBfQCEBAgQIECBAgAABAgQIECDQF1BIgAABAgQIECBAgAABAosKGMi16MWNObZdCRAgQIAAAQIECBAgQIAAgb6AQgIECBAgQIAAAQIECBAgQKAvoJAAAQIECBAgQIAAAQIECBDoCygkQIAAAQIECBAgQIAAAQIE+gIKCRAgQIAAAQIECBAgQIAAgb6AQgIECBAgQIAAAQIECBAgQKAvoJAAAQIECBAgQOBoAQO5jha1HgECBAi8L2AFAgQIECBAgAABAgQIECBAoC+gkAABAgQIECBAgAABAgQIEOgLKCRAgAABAgQIECBAgAABAgT6AgoJECBAgAABAgQIECBAgACBvoBCAgQIECBAgAABAgQIECBAoC+gkAABAgQIECBAgAABAgQIEOgLKCRAgMBGAgZybXTZUgkQIECAAAECBP4U8BcBAgQIECBAgAABAgQIECDQF1BIgAABAgQIECBAgAABAgQI9AUUEiBAgAABAgQIECBAgAABAn0BhQQIECBAgAABAgQIECBAgEBfQCEBAgQIECBAgAABAgQIECDQF1BIgAABAgQIECBAgAABAgQI9AVmKDSQa4ZbcAYCBAgQIECAAAECBAgQKAtoI0CAAAECBAgQIECAAAECBPoCCgkQIECAAAECBAgQIECAAIG+gEICBAgQIECAAAECBAgQIECgL6CQAAECBAgQIECAAAECBAgQ6AsoJECAAAECBAgQIECAAAECBPoCCgkQIECAAAECBAgQ2FzAQK7N/wHI30VAJwECBAgQIECAAAECBAgQINAXUEiAAAECBAgQIECAAAECBAj0BRQSIECAAAECBAgQIECAAAECfQGFBAgQIECAAAECBAgQIECAQF9AIQECBAgQIECAAAECBAgQINAXUEiAAAECBAgQIECAAAECBAj0BRQSIECAAAECswoYyDXrzTgXAQIECBBYUcCZCRAgQIAAAQIECBAgQIAAgb6AQgIECBAgQIAAAQIECBAgQKAvoJAAAQIECBAgQIAAAQIECBDoCygkQIAAAQIECBAgQIAAAQIE+gIKCRAgQIAAAQIECBAgQIAAgb6AQgIECBAgQIAAAQIECBAgQKAvoJAAgacFDOR6mswLBAgQIECAAAECBAiMFrA/AQIECBAgQIAAAQIECBAg0BdQSIAAAQIECBAgQIAAAQIECPQFFBIgQIAAAQIECBAgQIAAAQJ9AYUECBAgQIAAAQIECBAgQIBAX0AhAQIECBAgQIAAAQIECBAg0BdQSIAAAQIECBAgQIAAAQIEVhIwkOu12/IWAQIECBAgQIAAAQIECBAg0BdQSIAAAQIECBAgQIAAAQIECPQFFBIgQIAAAQIECBAgQIAAAQJ9AYUECBAgQIAAAQIECBAgQIBAX0AhAQIECBAgQIAAAQIECBAg0BdQSIAAAQIECBAgQIAAAQIECPQFFBIgQIAAAQIECBA4RMBArkMYLUKAAIGzBKxLgAABAgQIECBAgAABAgQI9AUUEiBAgAABAgQIECBAgAABAn0BhQQIECBAgAABAgQIECBAgEBfQCEBAgQIECBAgAABAgQIECDQF1BIgAABAgQIECBAgAABAgQI9AUUEiBAgAABAgQIECBAgAABAn0BhQQIECBQFzCQq37D+ggQIECAAAECjwh4hgABAgQIECBAgAABAgQIEOgLKCRAgAABAgQIECBAgAABAgT6AgoJECBAgAABAgQIECBAgACBvoBCAgQIECBAgAABAgQIECBAoC+gkAABAgQIECBAgAABAgQIEOgLKCRAgAABAgQIECBAgAABAgT6AgqHCRjINYzexgQIECBAgAABAgQIENhPQDEBAgQIECBAgAABAgQIECDQF1BIgAABAgQIECBAgAABAgQI9AUUEiBAgAABAgQIECBAgAABAn0BhQQIECBAgAABAgQIECBAgEBfQCEBAgQIECBAgAABAgQIECDQF1BIgAABAgQIECBAgACBHQUM5Nrx1vduVk+AAAECBAgQIECAAAECBAj0BRQSIECAAAECBAgQIECAAAECfQGFBAgQIECAAAECBAgQIECAQF9AIQECBAgQIECAAAECBAgQINAXUEiAAAECBAgQIECAAAECBAj0BRQSIECAAAECBAgQIECAAAECfQGFBAgQIECAAIGpBAzkmuo6HIYAAQIEOgJKCBAgQIAAAQIECBAgQIAAgb6AQgIECBAgQIAAAQIECBAgQKAvoJAAAQIECBAgQIAAAQIECBDoCygkQIAAAQIECBAgQIAAAQIE+gIKCRAgQIAAAQIECBAgQIAAgb6AQgIECBAgQIAAAQIECBAgQKAvoJAAAQKPCRjI9ZiTpwgQIECAAAECBAjMKeBUBAgQIECAAAECBAgQIECAQF9AIQECBAgQIECAAAECBAgQINAXUEiAAAECBAgQIECAAAECBAj0BRQSIECAAAECBAgQIECAAAECfQGFBAgQIECAAAECBAgQIECAQF9AIQECBAgQIECAAAECBAgQIDC9wNsDuaYvdEACBAgQIECAAAECBAgQIEDgbQELECBAgAABAgQIECBAgAABAn0BhQQIECBAgAABAgQIECBAgEBfQCEBAgQIECBAgAABAgQIECDQF1BIgAABAgQIECBAgAABAgQI9AUUEiBAgAABAgQIECBAgAABAn0BhQQIECBAgAABAgQIvC5gINfrdt4kQOBaAbsRIECAAAECBAgQIECAAAECfQGFBAgQIECAAAECBAgQIECAQF9AIQECBAgQIECAAAECBAgQINAXUEiAAAECBAgQIECAAAECBAj0BRQSIECAAAECBAgQIECAAAECfQGFBAgQIECAAAECBAgQIECAQF9AIQECBAgQSAoYyJW8VlEECBAgQIDA6wLeJECAAAECBAgQIECAAAECBPoCCgkQIECAAAECBAgQIECAAIG+gEICBAgQIECAAAECBAgQIECgL6CQAAECBAgQIECAAAECBAgQ6AsoJECAAAECBAgQIECAAAECBPoCCgkQIECAAAECBAgQIECAAIG+gEIC1woYyHWtt90IECBAgAABAgQIECDwv4D/EyBAgAABAgQIECBAgAABAn0BhQQIECBAgAABAgQIECBAgEBfQCEBAgQIECBAgAABAgQIECDQF1BIgAABAgQIECBAgAABAgQI9AUUEiBAgAABAgQIECBAgAABAn0BhQQIECBAgAABAgQIECCwjYCBXNtc9edQnxAgQIAAAQIECBAgQIAAAQJ9AYUECBAgQIAAAQIECBAgQIBAX0AhAQIECBAgQIAAAQIECBAg0BdQSIAAAQIECBAgQIAAAQIECPQFFBIgQIAAAQIECBAgQIAAAQJ9AYUECBAgQIAAAQIECBAgQIBAX0AhAQIECBAgQIDAeAEDucbfgRMQIECgLqCPAAECBAgQIECAAAECBAgQ6AsoJECAAAECBAgQIECAAAECBPoCCgkQIECAAAECBAgQIECAAIG+gEICBAgQIECAAAECBAgQIECgL6CQAAECBAgQIECAAAECBAgQ6AsoJECAAAECBAgQIECAAAECBPoCCgkQIEDgjoCBXHdwfEWAAAECBAgQILCSgLMSIECAAAECBAgQIECAAAECfQGFBAgQIECAAAECBAgQIECAQF9AIQECBAgQIECAAAECBAgQINAXUEiAAAECBAgQIECAAAECBAj0BRQSIECAAAECBAgQIECAAAECfQGFBAgQIECAAAECBAgQIECAQF9gzUIDuda8N6cmQIAAAQIECBAgQIAAgVEC9iVAgAABAgQIECBAgAABAgT6AgoJECBAgAABAgQIECBAgACBvoBCAgQIECBAgAABAgQIECBAoC+gkAABAgQIECBAgAABAgQIEOgLKCRAgAABAgQIECBAgAABAgT6AgoJECBAgAABAgQIECDwpICBXE+CeZzADALOQIAAAQIECBAgQIAAAQIECPQFFBIgQIAAAQIECBAgQIAAAQJ9AYUECBAgQIAAAQIECBAgQIBAX0AhAQIECBAgQIAAAQIECBAg0BdQSIAAAQIECBAgQIAAAQIECPQFFBIgQIAAAQIECBAgQIAAAQJ9AYUECBAgQIBAR8BArs5dKiFAgAABAkcLWI8AAQIECBAgQIAAAQIECBDoCygkQIAAAQIECBAgQIAAAQIE+gIKCRAgQIAAAQIECBAgQIAAgb6AQgIECBAgQIAAAQIECBAgQKAvoJAAAQIECBAgQIAAAQIECBDoCygkQIAAAQIECBAgQIAAAQIE+gIKCRC4QMBArguQbUGAAAECBAgQIECAwD0B3xEgQIAAAQIECBAgQIAAAQJ9AYUECBAgQIAAAQIECBAgQIBAX0AhAQIECBAgQIAAAQIECBAg0BdQSIAAAQIECBAgQIAAAQIECPQFFBIgQIAAAQIECBAgQIAAAQJ9AYUECBAgQIAAAQIECBAgQKAtYCDXv/frPwIECBAgQIAAAQIECBAgQKAvoJAAAQIECBAgQIAAAQIECBDoCygkQIAAAQIECBAgQIAAAQIE+gIKCRAgQIAAAQIECBAgQIAAgYmDDnUAABAASURBVL6AQgIECBAgQIAAAQIECBAgQKAvoJAAAQIECBAgQIAAAQIECBDoCygkQIAAAQIECBAgMEjAQK5B8LYlQGBPAdUECBAgQIAAAQIECBAgQIBAX0AhAQIECBAgQIAAAQIECBAg0BdQSIAAAQIECBAgQIAAAQIECPQFFBIgQIAAAQIECBAgQIAAAQJ9AYUECBAgQIAAAQIECBAgQIBAX0AhAQIECBAgQIAAAQIECBAg0BdQSIAAAQIE/hYwkOtvEX8TIECAAAECBNYXUECAAAECBAgQIECAAAECBAj0BRQSIECAAAECBAgQIECAAAECfQGFBAgQIECAAAECBAgQIECAQF9AIQECBAgQIECAAAECBAgQINAXUEiAAAECBAgQIECAAAECBAj0Bf5h746VGzkOKIoO//+n5Ez+AztToMCBQgUONjCgqi2TK5ILEDOD7tvHZdjaXRKYe/ptlZ2wFRIgQIAAAQIECBAgQIAAAQJ9AYUTCbiQa6LD8qgECBAgQIAAAQIECBAYS8DTECBAgAABAgQIECBAgAABAn0BhQQIECBAgAABAgQIECBAgEBfQCEBAgQIECBAgAABAgQIECDQF1BIgAABAgQIECBAgAABAgQI9AUUEiBAgAABAgQIECBAgAABAn0BhQQIECBAgAABAgQIECBwi4ALuW5R8jXjCngyAgQIECBAgAABAgQIECBAoC+gkAABAgQIECBAgAABAgQIEOgLKCRAgAABAgQIECBAgAABAgT6AgoJECBAgAABAgQIECBAgACBvoBCAgQIECBAgAABAgQIECBAoC+gkAABAgQIECBAgAABAgQIEOgLKCRAgAABAgQITC7gQq7JD9DjEyBAgMA5Aj6FAAECBAgQIECAAAECBAgQ6AsoJECAAAECBAgQIECAAAECBPoCCgkQIECAAAECBAgQIECAAIG+gEICBAgQIECAAAECBAgQIECgL6CQAAECBAgQIECAAAECBAgQ6AsoJECAAAECBAgQIECAAAECBPoCCgkQIHCUgAu5jpL1vgQIECBAgAABAgTuF/AdBAgQIECAAAECBAgQIECAQF9AIQECBAgQIECAAAECBAgQINAXUEiAAAECBAgQIECAAAECBAj0BRQSIECAAAECBAgQIECAAAECfQGFBAgQIECAAAECBAgQIECAQF9AIQECBAgQIECAAAECBAgQIBAU+OFCrmChJAIECBAgQIAAAQIECBAgQOAHAb8kQIAAAQIECBAgQIAAAQIE+gIKCRAgQIAAAQIECBAgQIAAgb6AQgIECBAgQIAAAQIECBAgQKAvoJAAAQIECBAgQIAAAQIECBDoCygkQIAAAQIECBAgQIAAAQIE+gIKCRAgQIAAAQIECBA4U8CFXGdq+ywCBP4v4J8IECBAgAABAgQIECBAgACBvoBCAgQIECBAgAABAgQIECBAoC+gkAABAgQIECBAgAABAgQIEOgLKCRAgAABAgQIECBAgAABAgT6AgoJECBAgAABAgQIECBAgACBvoBCAgQIECBAgAABAgQIECBAoC+gkAABAgQIEPhLwIVcfzH4DwIECBAgQKAqoIsAAQIECBAgQIAAAQIECBDoCygkQIAAAQIECBAgQIAAAQIE+gIKCRAgQIAAAQIECBAgQIAAgb6AQgIECBAgQIAAAQIECBAgQKAvoJAAAQIECBAgQIAAAQIECBDoCygkQIAAAQIECBAgQIAAAQIE+gIKCYwu4EKu0U/I8xEgQIAAAQIECBAgMIOAZyRAgAABAgQIECBAgAABAgT6AgoJECBAgAABAgQIECBAgACBvoBCAgQIECBAgAABAgQIECBAoC+gkAABAgQIECBAgAABAgQIEOgLKCRAgAABAgQIECBAgAABAgT6AgoJECBAgAABAgQIECBAgMCHAi7k+pBmtj/wvAQIECBAgAABAgQIECBAgEBfQCEBAgQIECBAgAABAgQIECDQF1BIgAABAgQIECBAgAABAgQI9AUUEiBAgAABAgQIECBAgAABAn0BhQQIECBAgAABAgQIECBAgEBfQCEBAgQIECBAgAABAgQIECDQF1BIgAABAgQIECAwo4ALuWY8Nc9MgACBZwr4bAIECBAgQIAAAQIECBAgQKAvoJAAAQIECBAgQIAAAQIECBDoCygkQIAAAQIECBAgQIAAAQIE+gIKCRAgQIAAAQIECBAgQIAAgb6AQgIECBAgQIAAAQIECBAgQKAvoJAAAQIECBAgQIAAAQIECBDoCygkQIAAgV0FXMi1K6c3I0CAAAECBAgQ2EvA+xAgQIAAAQIECBAgQIAAAQJ9AYUECBAgQIAAAQIECBAgQIBAX0AhAQIECBAgQIAAAQIECBAg0BdQSIAAAQIECBAgQIAAAQIECPQFFBIgQIAAAQIECBAgQIAAAQJ9AYUECBAgQIAAAQIECBAgQIBAX2CVQhdyrXLSOgkQIECAAAECBAgQIEDgPQG/R4AAAQIECBAgQIAAAQIECPQFFBIgQIAAAQIECBAgQIAAAQJ9AYUECBAgQIAAAQIECBAgQIBAX0AhAQIECBAgQIAAAQIECBAg0BdQSIAAAQIECBAgQIAAAQIECPQFFBIgQIAAAQIECBAgQOBwARdyHU7sAwj8TMCfEyBAgAABAgQIECBAgAABAn0BhQQIECBAgAABAgQIECBAgEBfQCEBAgQIECBAgAABAgQIECDQF1BIgAABAgQIECBAgAABAgQI9AUUEiBAgAABAgQIECBAgAABAn0BhQQIECBAgAABAgQIECBAgEBfQCEBAgQIECCwsoALuVY+fe0ECBAgsJaAWgIECBAgQIAAAQIECBAgQKAvoJAAAQIECBAgQIAAAQIECBDoCygkQIAAAQIECBAgQIAAAQIE+gIKCRAgQIAAAQIECBAgQIAAgb6AQgIECBAgQIAAAQIECBAgQKAvoJAAAQIECBAgQIAAAQIECBDoCygkQGBIARdyDXksHooAAQIECBAgQIDAvAKenAABAgQIECBAgAABAgQIEOgLKCRAgAABAgQIECBAgAABAgT6AgoJECBAgAABAgQIECBAgACBvoBCAgQIECBAgAABAgQIECBAoC+gkAABAgQIECBAgAABAgQIEOgLKCRAgAABAgQIECBAgAABAgTeChQv5Hpb6FcECBAgQIAAAQIECBAgQIBAUUATAQIECBAgQIAAAQIECBAg0BdQSIAAAQIECBAgQIAAAQIECPQFFBIgQIAAAQIECBAgQIAAAQJ9AYUECBAgQIAAAQIECBAgQIBAX0AhAQIECBAgQIAAAQIECBAg0BdQSIAAAQIECBAgQGAaARdyTXNUHpQAgfEEPBEBAgQIECBAgAABAgQIECDQF1BIgAABAgQIECBAgAABAgQI9AUUEiBAgAABAgQIECBAgAABAn0BhQQIECBAgAABAgQIECBAgEBfQCEBAgQIECBAgAABAgQIECDQF1BIgAABAgQIECBAgAABAgQI9AUUEiBAgACBxwVcyPW4oXcgQIAAAQIECBwr4N0JECBAgAABAgQIECBAgACBvoBCAgQIECBAgAABAgQIECBAoC+gkAABAgQIECBAgAABAgQIEOgLKCRAgAABAgQIECBAgAABAgT6AgoJECBAgAABAgQIECBAgACBvoBCAgQIECBAgAABAgQIECBAoC+gMC3gQq708YojQIAAAQIECBAgQIDA7QK+kgABAgQIECBAgAABAgQIEOgLKCRAgAABAgQIECBAgAABAgT6AgoJECBAgAABAgQIECBAgACBvoBCAgQIECBAgAABAgQIECBAoC+gkAABAgQIECBAgAABAgQIEOgLKCRAgAABAgQIECBAgACBYwRcyHWMq3f9moDvIkCAAAECBAgQIECAAAECBPoCCgkQIECAAAECBAgQIECAAIG+gEICBAgQIECAAAECBAgQIECgL6CQAAECBAgQIECAAAECBAgQ6AsoJECAAAECBAgQIECAAAECBPoCCgkQIECAAAECBAgQIECAAIG+gEICBAgQIECAwHICLuRa7sgFEyBAgMC2MSBAgAABAgQIECBAgAABAgT6AgoJECBAgAABAgQIECBAgACBvoBCAgQIECBAgAABAgQIECBAoC+gkAABAgQIECBAgAABAgQIEOgLKCRAgAABAgQIECBAgAABAgT6AgoJECBAgAABAgQIECBAgACBvoBCAgQIjCPgQq5xzsKTECBAgAABAgQI1AT0ECBAgAABAgQIECBAgAABAn0BhQQIECBAgAABAgQIECBAgEBfQCEBAgQIECBAgAABAgQIECDQF1BIgAABAgQIECBAgAABAgQI9AUUEiBAgAABAgQIECBAgAABAn0BhQQIECBAgAABAgQIECBAgEBf4IZCF3LdgORLCBAgQIAAAQIECBAgQIDAyAKejQABAgQIECBAgAABAgQIEOgLKCRAgAABAgQIECBAgAABAgT6AgoJECBAgAABAgQIECBAgACBvoBCAgQIECBAgAABAgQIECBAoC+gkAABAgQIECBAgAABAgQIEOgLKCRAgAABAgQIECBAYGwBF3KNfT6ejsAsAp6TAAECBAgQIECAAAECBAgQ6AsoJECAAAECBAgQIECAAAECBPoCCgkQIECAAAECBAgQIECAAIG+gEICBAgQIECAAAECBAgQIECgL6CQAAECBAgQIECAAAECBAgQ6AsoJECAAAECBAgQIECAAAECBPoCCgkQIECAAIEvCriQ64twvo0AAQIECBB4hoDPJECAAAECBAgQIECAAAECBPoCCgkQIECAAAECBAgQIECAAIG+gEICBAgQIECAAAECBAgQIECgL6CQAAECBAgQIECAAAECBAgQ6AsoJECAAAECBAgQIECAAAECBPoCCgkQIECAAAECBAgQIECAAIG+gEICPQEXcvXOVBEBAgQIECBAgAABAo8K+H4CBAgQIECAAAECBAgQIECgL6CQAAECBAgQIECAAAECBAgQ6AsoJECAAAECBAgQIECAAAECBPoCCgkQIECAAAECBAgQIECAAIG+gEICBAgQIECAAAECBAgQIECgL6CQAAECBAgQIECAAAECBAjsKOBCrh0x93wr70WAAAECBAgQIECAAAECBAj0BRQSIECAAAECBAgQIECAAAECfQGFBAgQIECAAAECBAgQIECAQF9AIQECBAgQIECAAAECBAgQINAXUEiAAAECBAgQIECAAAECBAj0BRQSIECAAAECBAgQIECAAAECfQGFBAgQIECAAAECawi4kGuNc1ZJgACBjwT8PgECBAgQIECAAAECBAgQINAXUEiAAAECBAgQIECAAAECBAj0BRQSIECAAAECBAgQIECAAAECfQGFBAgQIECAAAECBAgQIECAQF9AIQECBAgQIECAAAECBAgQINAXUEiAAAECBAgQIECAAAECBAj0BRQSIECAwJMFXMj15APw8QQIECBAgACBNQRQKdQUAAAQAElEQVRUEiBAgAABAgQIECBAgAABAn0BhQQIECBAgAABAgQIECBAgEBfQCEBAgQIECBAgAABAgQIECDQF1BIgAABAgQIECBAgAABAgQI9AUUEiBAgAABAgQIECBAgAABAn0BhQQIECBAgAABAgQIECBAgEBfQOFHAi7k+kjG7xMgQIAAAQIECBAgQIDAfAKemAABAgQIECBAgAABAgQIEOgLKCRAgAABAgQIECBAgAABAgT6AgoJECBAgAABAgQIECBAgACBvoBCAgQIECBAgAABAgQIECBAoC+gkAABAgQIECBAgAABAgQIEOgLKCRAgAABAgQIECBAgMCAAi7kGvBQPNLcAp6eAAECBAgQIECAAAECBAgQ6AsoJECAAAECBAgQIECAAAECBPoCCgkQIECAAAECBAgQIECAAIG+gEICBAgQIECAAAECBAgQIECgL6CQAAECBAgQIECAAAECBAgQ6AsoJECAAAECBAgQIECAAAECBPoCCgkQIECAAAEC9wi4kOseLV9LgAABAgTGEfAkBAgQIECAAAECBAgQIECAQF9AIQECBAgQIECAAAECBAgQINAXUEiAAAECBAgQIECAAAECBAj0BRQSIECAAAECBAgQIECAAAECfQGFBAgQIECAAAECBAgQIECAQF9AIQECBAgQIECAAAECBAgQINAXUEiAQETAhVyRg5RBgAABAgQIECBA4BgB70qAAAECBAgQIECAAAECBAj0BRQSIECAAAECBAgQIECAAAECfQGFBAgQIECAAAECBAgQIECAQF9AIQECBAgQIECAAAECBAgQINAXUEiAAAECBAgQIECAAAECBAj0BRQSIECAAAECBAgQIECAAAECjwqMfyHXo4W+nwABAgQIECBAgAABAgQIEBhfwBMSIECAAAECBAgQIECAAAECfQGFBAgQIECAAAECBAgQIECAQF9AIQECBAgQIECAAAECBAgQINAXUEiAAAECBAgQIECAAAECBAj0BRQSIECAAAECBAgQIECAAAECfQGFBAgQIECAAAECBMICLuQKH640AgTuE/DVBAgQIECAAAECBAgQIECAQF9AIQECBAgQIECAAAECBAgQINAXUEiAAAECBAgQIECAAAECBAj0BRQSIECAAAECBAgQIECAAAECfQGFBAgQIECAAAECBAgQIECAQF9AIQECBAgQIECAAAECBAgQINAXUEiAAAECBJ4h4EKuZ6j7TAIECBAgQGBlAe0ECBAgQIAAAQIECBAgQIBAX0AhAQIECBAgQIAAAQIECBAg0BdQSIAAAQIECBAgQIAAAQIECPQFFBIgQIAAAQIECBAgQIAAAQJ9AYUECBAgQIAAAQIECBAgQIBAX0AhAQIECBAgQIAAAQIECBAg0BdQSOCNgAu53nD4BQECBAgQIECAAAECBCoCOggQIECAAAECBAgQIECAAIG+gEICBAgQIECAAAECBAgQIECgL6CQAAECBAgQIECAAAECBAgQ6AsoJECAAAECBAgQIECAAAECBPoCCgkQIECAAAECBAgQIECAAIG+gEICBAgQIECAAAECBAgQGEXAhVyjnETxOTQRIECAAAECBAgQIECAAAECfQGFBAgQIECAAAECBAgQIECAQF9AIQECBAgQIECAAAECBAgQINAXUEiAAAECBAgQIECAAAECBAj0BRQSIECAAAECBAgQIECAAAECfQGFBAgQIECAAAECBAgQIECAQF9AIQECBAgQIECAwE8FXMj1UyJfQIAAAQKjC3g+AgQIECBAgAABAgQIECBAoC+gkAABAgQIECBAgAABAgQIEOgLKCRAgAABAgQIECBAgAABAgT6AgoJECBAgAABAgQIECBAgACBvoBCAgQIECBAgAABAgQIECBAoC+gkAABAgQIECBAgAABAgQIEOgLKCRAgMDMAi7kmvn0PDsBAgQIECBAgMCZAj6LAAECBAgQIECAAAECBAgQ6AsoJECAAAECBAgQIECAAAECBPoCCgkQIECAAAECBAgQIECAAIG+gEICBAgQIECAAAECBAgQIECgL6CQAAECBAgQIECAAAECBAgQ6AsoJECAAAECBAgQIECAAAECBPoChxS6kOsQVm9KgAABAgQIECBAgAABAgS+KuD7CBAgQIAAAQIECBAgQIAAgb6AQgIECBAgQIAAAQIECBAgQKAvoJAAAQIECBAgQIAAAQIECBDoCygkQIAAAQIECBAgQIAAAQIE+gIKCRAgQIAAAQIECBAgQIAAgb6AQgIECBAgQIAAAQIEagIu5KqdqB4Cewh4DwIECBAgQIAAAQIECBAgQKAvoJAAAQIECBAgQIAAAQIECBDoCygkQIAAAQIECBAgQIAAAQIE+gIKCRAgQIAAAQIECBAgQIAAgb6AQgIECBAgQIAAAQIECBAgQKAvoJAAAQIECBAgQIAAAQIECBDoCygkQIAAAQIEThNwIddp1D6IAAECBAgQ+FHArwkQIECAAAECBAgQIECAAIG+gEICBAgQIECAAAECBAgQIECgL6CQAAECBAgQIECAAAECBAgQ6AsoJECAAAECBAgQIECAAAECBPoCCgkQIECAAAECBAgQIECAAIG+gEICBAgQIECAAAECBAgQIECgL6CQAIFtcyGXFRAgQIAAAQIECBAgUBfQR4AAAQIECBAgQIAAAQIECPQFFBIgQIAAAQIECBAgQIAAAQJ9AYUECBAgQIAAAQIECBAgQIBAX0AhAQIECBAgQIAAAQIECBAg0BdQSIAAAQIECBAgQIAAAQIECPQFFBIgQIAAAQIECBAgQIAAgacKuJDrFH4fQoAAAQIECBAgQIAAAQIECPQFFBIgQIAAAQIECBAgQIAAAQJ9AYUECBAgQIAAAQIECBAgQIBAX0AhAQIECBAgQIAAAQIECBAg0BdQSIAAAQIECBAgQIAAAQIECPQFFBIgQIAAAQIECBAgQIAAAQJ9AYUECBAgQIAAAQIE3hdwIdf7Ln6XAAECcwp4agIECBAgQIAAAQIECBAgQKAvoJAAAQIECBAgQIAAAQIECBDoCygkQIAAAQIECBAgQIAAAQIE+gIKCRAgQIAAAQIECBAgQIAAgb6AQgIECBAgQIAAAQIECBAgQKAvoJAAAQIECBAgQIAAAQIECBDoCygkQIAAgekEXMg13ZF5YAIECBAgQIDA8wU8AQECBAgQIECAAAECBAgQINAXUEiAAAECBAgQIECAAAECBAj0BRQSIECAAAECBAgQIECAAAECfQGFBAgQIECAAAECBAgQIECAQF9AIQECBAgQIECAAAECBAgQINAXUEiAAAECBAgQIECAAAECBAj0BRTuJ+BCrv0svRMBAgQIECBAgAABAgQI7Cvg3QgQIECAAAECBAgQIECAAIG+gEICBAgQIECAAAECBAgQIECgL6CQAAECBAgQIECAAAECBAgQ6AsoJECAAAECBAgQIECAAAECBPoCCgkQIECAAAECBAgQIECAAIG+gEICBAgQIECAAAECBAgkBFzIlThGEccJeGcCBAgQIECAAAECBAgQIECgL6CQAAECBAgQIECAAAECBAgQ6AsoJECAAAECBAgQIECAAAECBPoCCgkQIECAAAECBAgQIECAAIG+gEICBAgQIECAAAECBAgQIECgL6CQAAECBAgQIECAAAECBAgQ6AsoJECAAAECBAgcK+BCrmN9vTsBAgQIELhNwFcRIECAAAECBAgQIECAAAECfQGFBAgQIECAAAECBAgQIECAQF9AIQECBAgQIECAAAECBAgQINAXUEiAAAECBAgQIECAAAECBAj0BRQSIECAAAECBAgQIECAAAECfQGFBAgQIECAAAECBAgQIECAQF9AIQECywq4kGvZoxdOgAABAgQIECCwooBmAgQIECBAgAABAgQIECBAoC+gkAABAgQIECBAgAABAgQIEOgLKCRAgAABAgQIECBAgAABAgT6AgoJECBAgAABAgQIECBAgACBvoBCAgQIECBAgAABAgQIECBAoC+gkAABAgQIECBAgAABAgQIEDhf4OwLuc4v9IkECBAgQIAAAQIECBAgQIDA2QI+jwABAgQIECBAgAABAgQIEOgLKCRAgAABAgQIECBAgAABAgT6AgoJECBAgAABAgQIECBAgACBvoBCAgQIECBAgAABAgQIECBAoC+gkAABAgQIECBAgAABAgQIEOgLKCRAgAABAgQIECBA4JWAC7leYfhHAgRKAloIECBAgAABAgQIECBAgACBvoBCAgQIECBAgAABAgQIECBAoC+gkAABAgQIECBAgAABAgQIEOgLKCRAgAABAgQIECBAgAABAgT6AgoJECBAgAABAgQIECBAgACBvoBCAgQIECBAgAABAgQIECBAoC+gkAABAgQIzCHgQq45zslTEiBAgAABAqMKeC4CBAgQIECAAAECBAgQIECgL6CQAAECBAgQIECAAAECBAgQ6AsoJECAAAECBAgQIECAAAECBPoCCgkQIECAAAECBAgQIECAAIG+gEICBAgQIECAAAECBAgQIECgL6CQAAECBAgQIECAAAECBAgQ6AsoJPCggAu5HgT07QQIECBAgAABAgQIEDhDwGcQIECAAAECBAgQIECAAAECfQGFBAgQIECAAAECBAgQIECAQF9AIQECBAgQIECAAAECBAgQINAXUEiAAAECBAgQIECAAAECBAj0BRQSIECAAAECBAgQIECAAAECfQGFBAgQIECAAAECBAgQIDCvgAu55j27s5/c5xEgQIAAAQIECBAgQIAAAQJ9AYUECBAgQIAAAQIECBAgQIBAX0AhAQIECBAgQIAAAQIECBAg0BdQSIAAAQIECBAgQIAAAQIECPQFFBIgQIAAAQIECBAgQIAAAQJ9AYUECBAgQIAAAQIECBAgQIBAX0AhAQIECBAgQIDAAQIu5DoA1VsSIECAwCMCvpcAAQIECBAgQIAAAQIECBDoCygkQIAAAQIECBAgQIAAAQIE+gIKCRAgQIAAAQIECBAgQIAAgb6AQgIECBAgQIAAAQIECBAgQKAvoJAAAQIECBAgQIAAAQIECBDoCygkQIAAAQIECBAgQIAAAQIE+gIKCRAgsJaAC7nWOm+1BAgQIECAAAEC3wX8NwECBAgQIECAAAECBAgQINAXUEiAAAECBAgQIECAAAECBAj0BRQSIECAAAECBAgQIECAAAECfQGFBAgQIECAAAECBAgQIECAQF9AIQECBAgQIECAAAECBAgQINAXUEiAAAECBAgQIECAAAECBAj0BQYpnOlCrm8Xsz8vrz8ur98vr9+8NgYbg42Bvwc2YAM2YAM2YAM2YAM2MPQG/G/2zfn4O2oDNmADNmADNmADNmADNmADNpDfwOaMnbEN2IAN2IAN2IAN2IAN2IAN2IAN5Dfg//9vztjfcxuwARuwARuwARuwARuwARuwgfwGNmfsjG3gng1cf+bD9Wc/XH8GxPVntrM+PAAAEABJREFUQVz+Cvk3AQIECBAgQIAAAQIExhfwhAQIECBAgAABAgQIECBAgEBfQCEBAgQIECBAgAABAgRmupDrv5fj+s/l9e/L69fL6xevjcHGYPu5gZ0wsgEbsAEbsAEbsAEbsAEbsAEbsIH+BpyxM7YBG7ABG7ABG7ABG7ABG7ABG7CB/gacsTO2ARuwARuwARuwARuwARuwARuwgf4GnLEztgEbsAEbsAEbsAEbsAEbsAEbmGUD15/5cP3ZD9efAXH9WRCbf90s4AsJECBAgAABAgQIECBAgACBvoBCAgQIECBAgAABAgQIECBAoC+gkAABAgQIEBhYYMYLuf518fzn5fUPr43BxsDfAxuwARsYZwPOwlnYgA3YgA3YgA3YgA3YgA3YgA3YQH8DztgZ24AN2IAN2IAN2IAN2IAN2IAN2EB/A87YGduADdiADdiADdiADdiADdiADdhAfwPO2BnbgA3YgA3YgA3YgA08vIHrz3y4/uwHF3JdxuTfBAgQGFPAUxEgQIAAAQIECBAgQIAAAQJ9AYUECBAgQIAAAQIECBAgQIBAX0AhAQJfEZj1Qq5fL7G/eG0MNgYbA38PbMAGbMAGbMAGVtuAXpu3ARuwARuwARuwARuwARuwARuwgf4GnLEztgEbsAEbsAEbsAEbsAEbsAEbsIH+BpyxM7YBG7ABG7ABG7ABG7ABG7ABG7CB/gacsTO2ARuwgfIGrj/zwYVcm38RIECAAAECBAhsCAgQIECAAAECBAgQIECAAIG+gEICBAgQIECAAAECBAgQIDCZwDQXcr28vHy7vP68vP64vH6/vH571svnvrB/YeDvgQ3YgA3YgA3YgA3YgA3YgA3UN6DPxm3ABmzABmzABmzABmzABmzABmygvwFn7IxtwAZswAZswAZswAZswAZswAZsoL8BZ+yMbcAGbMAGbMAGbMAGbMAGbMAGbKC/AWf8lDO+/syH689+uP4MiG+T/ZwNj0uAAAECBAgQIECAAAECEwp4ZAIECBAgQIAAAQIECBAgQKAvoJAAAQIECBAgQIDAXgLTXMi1V7D3IUCAwEQCHpUAAQIECBAgQIAAAQIECBDoCygkQIAAAQIECBAgQIAAAQIE+gIKCRAgQIAAAQIECBAgQIAAgb6AQgIECBAgQIAAAQIECBAgQKAvoJAAAQIECBAgQIAAAQIECBDoCygkQIAAAQIECBAgQIAAAQIE+gIKCRAgQGABARdyLXDIEgkQIECAAAECnwv4UwIECBAgQIAAAQIECBAgQKAvoJAAAQIECBAgQIAAAQIECBDoCygkQIAAAQIECBAgQIAAAQIE+gIKCRAgQIAAAQIECBAgQIAAgb6AQgIECBAgQIAAAQIECBAgQKAvoJAAAQIECBAgQIAAAQIECBDoCyh8poALuZ6p77MJECBAgAABAgQIECCwkoBWAgQIECBAgAABAgQIECBAoC+gkAABAgQIECBAgAABAgQIEOgLKCRAgAABAgQIECBAgAABAgT6AgoJECBAgAABAgQIECBAgACBvoBCAgQIECBAgAABAgQIECBAoC+gkAABAgQIECBAgAABAosKuJBr0YNfNVs3AQIECBAgQIAAAQIECBAg0BdQSIAAAQIECBAgQIAAAQIECPQFFBIgQIAAAQIECBAgQIAAAQJ9AYUECBAgQIAAAQIECBAgQIBAX0AhAQIECBAgQIAAAQIECBAg0BdQSIAAAQIECBAgQIAAAQIECPQFFBIgQIAAAQIERhNwIddoJ+J5CBAgQKAgoIEAAQIECBAgQIAAAQIECBDoCygkQIAAAQIECBAgQIAAAQIE+gIKCRAgQIAAAQIECBAgQIAAgb6AQgIECBAgQIAAAQIECBAgQKAvoJAAAQIECBAgQIAAAQIECBDoCygkQIAAAQIECBAgQIAAAQIE+gIKCRAgcLOAC7lupvKFBAgQIECAAAECBEYT8DwECBAgQIAAAQIECBAgQIBAX0AhAQIECBAgQIAAAQIECBAg0BdQSIAAAQIECBAgQIAAAQIECPQFFBIgQIAAAQIECBAgQIAAAQJ9AYUECBAgQIAAAQIECBAgQIBAX0AhAQIECBAgQIAAAQIECBAgMIPAYxdyzVDoGQkQIECAAAECBAgQIECAAIHHBHw3AQIECBAgQIAAAQIECBAg0BdQSIAAAQIECBAgQIAAAQIECPQFFBIgQIAAAQIECBAgQIAAAQJ9AYUECBAgQIAAAQIECBAgQIBAX0AhAQIECBAgQIAAAQIECBAg0BdQSIAAAQIECBAgQIDAQwIu5HqIzzcTIHCWgM8hQIAAAQIECBAgQIAAAQIE+gIKCRAgQIAAAQIECBAgQIAAgb6AQgIECBAgQIAAAQIECBAgQKAvoJAAAQIECBAgQIAAAQIECBDoCygkQIAAAQIECBAgQIAAAQIE+gIKCRAgQIAAAQIECBAgQIAAgb6AQgIECBAgUBVwIVf1ZHURIECAAAECXxHwPQQIECBAgAABAgQIECBAgEBfQCEBAgQIECBAgAABAgQIECDQF1BIgAABAgQIECBAgAABAgQI9AUUEiBAgAABAgQIECBAgAABAn0BhQQIECBAgAABAgQIECBAgEBfQCEBAgQIECBAgAABAgQIECDQF1BI4HQBF3KdTu4DCRAgQIAAAQIECBAgQIAAAQIECBAgQIAAAQIECBDoCygkQIAAAQIECBAgQIAAAQIE+gIKCRAgQIAAAQIECBAgQIAAgb6AQgIECBAgQIAAAQIECBAgQKAvoJAAAQIECBAgQIAAAQIECBDoCygkQIAAAQIECBAgQIAAgZUEXMi10mm/bvXPBAgQIECAAAECBAgQIECAQF9AIQECBAgQIECAAAECBAgQINAXUEiAAAECBAgQIECAAAECBAj0BRQSIECAAAECBAgQIECAAAECfQGFBAgQIECAAAECBAgQIECAQF9AIQECBAgQIECAAAECBAgQINAXUEiAAAECBAgQIDCEgAu5hjgGD0GAAIGugDICBAgQIECAAAECBAgQIECgL6CQAAECBAgQIECAAAECBAgQ6AsoJECAAAECBAgQIECAAAECBPoCCgkQIECAAAECBAgQIECAAIG+gEICBAgQIECAAAECBAgQIECgL6CQAAECBAgQIECAAAECBAgQ6AsoJECAAIHPBVzI9bmPPyVAgAABAgQIEJhDwFMSIECAAAECBAgQIECAAAECfQGFBAgQIECAAAECBAgQIECAQF9AIQECBAgQIECAAAECBAgQINAXUEiAAAECBAgQIECAAAECBAj0BRQSIECAAAECBAgQIECAAAECfQGFBAgQIECAAAECBAgQIECAQF9g2kIXck17dB6cAAECBAgQIECAAAECBM4X8IkECBAgQIAAAQIECBAgQIBAX0AhAQIECBAgQIAAAQIECBAg0BdQSIAAAQIECBAgQIAAAQIECPQFFBIgQIAAAQIECBAgQIAAAQJ9AYUECBAgQIAAAQIECBAgQIBAX0AhAQIECBAgQIAAAQIE7hdwIdf9Zr6DwHMFfDoBAgQIECBAgAABAgQIECDQF1BIgAABAgQIECBAgAABAgQI9AUUEiBAgAABAgQIECBAgAABAn0BhQQIECBAgAABAgQIECBAgEBfQCEBAgQIECBAgAABAgQIECDQF1BIgAABAgQIECBAgAABAgQI9AUUEiBAgAABAikBF3KljlMMAQIECBDYT8A7ESBAgAABAgQIECBAgAABAn0BhQQIECBAgAABAgQIECBAgEBfQCEBAgQIECBAgAABAgQIECDQF1BIgAABAgQIECBAgAABAgQI9AUUEiBAgAABAgQIECBAgAABAn0BhQQIECBAgAABAgQIECBAgEBfQCEBAucIuJDrHGefQoAAAQIECBAgQIDA+wJ+lwABAgQIECBAgAABAgQIEOgLKCRAgAABAgQIECBAgAABAgT6AgoJECBAgAABAgQIECBAgACBvoBCAgQIECBAgAABAgQIECBAoC+gkAABAgQIECBAgAABAgQIEOgLKCRAgAABAgQIECBAgAABAnkBF3Jt+TMWSIAAAQIECBAgQIAAAQIECGwICBAgQIAAAQIECBAgQIAAgb6AQgIECBAgQIAAAQIECBAgQKAvoJAAAQIECBAgQIAAAQIECBDoCygkQIAAAQIECBAgQIAAAQIE+gIKCRAgQIAAAQIECBAgQIAAgb6AQgIECBAgQIAAAQLPE3Ah1/PsfTIBAqsJ6CVAgAABAgQIECBAgAABAgT6AgoJECBAgAABAgQIECBAgACBvoBCAgQIECBAgAABAgQIECBAoC+gkAABAgQIECBAgAABAgQIEOgLKCRAgAABAgQIECBAgAABAgT6AgoJECBAgAABAgQIECBAgACBvoBCAgQIECDwjoALud5B8VsECBAgQIAAgZkFPDsBAgQIECBAgAABAgQIECDQF1BIgAABAgQIECBAgAABAgQI9AUUEiBAgAABAgQIECBAgAABAn0BhQQIECBAgAABAgQIECBAgEBfQCEBAgQIECBAgAABAgQIECDQF1BIgAABAgQIECBAgAABAgQI9AUUziXgQq65zsvTEiBAgAABAgQIECBAYBQBz0GAAAECBAgQIECAAAECBAj0BRQSIECAAAECBAgQIECAAAECfQGFBAgQIECAAAECBAgQIECAQF9AIQECBAgQIECAAAECBAgQINAXUEiAAAECBAgQIECAAAECBAj0BRQSIECAAAECBAgQIECAwI0CLuS6EcqXjSjgmQgQIECAAAECBAgQIECAAIG+gEICBAgQIECAAAECBAgQIECgL6CQAAECBAgQIECAAAECBAgQ6AsoJECAAAECBAgQIECAAAECBPoCCgkQIECAAAECBAgQIECAAIG+gEICBAgQIECAAAECBAgQIECgL6CQAAECBAgQIDC/gAu55j9DBQQIECBwtID3J0CAAAECBAgQIECAAAECBPoCCgkQIECAAAECBAgQIECAAIG+gEICBAgQIECAAAECBAgQIECgL6CQAAECBAgQIECAAAECBAgQ6AsoJECAAAECBAgQIECAAAECBPoCCgkQIECAAAECBAgQIECAAIG+gEICBAgcKOBCrgNxvTUBAgQIECBAgACBewR8LQECBAgQIECAAAECBAgQINAXUEiAAAECBAgQIECAAAECBAj0BRQSIECAAAECBAgQIECAAAECfQGFBAgQIECAAAECBAgQIECAQF9AIQECBAgQIECAAAECBAgQINAXUEiAAAECBAgQIECAAAECBAg0BV5fyNUsVEWAAAECBAgQIECAAAECBAi8FvDPBAgQIECAAAECBAgQIECAQF9AIQECBAgQIECAAAECBAgQINAXUEiAAAECBAgQIECAAAECBAj0BRQSIECAAAECBAgQIECAAAECfQGFBAgQIECAAAECBAgQIECAQF9AIQECBAgQIECAAAECJwu4kOtkcNeZ+UMAAAhHSURBVB9HgMBVwIsAAQIECBAgQIAAAQIECBDoCygkQIAAAQIECBAgQIAAAQIE+gIKCRAgQIAAAQIECBAgQIAAgb6AQgIECBAgQIAAAQIECBAgQKAvoJAAAQIECBAgQIAAAQIECBDoCygkQIAAAQIECBAgQIAAAQIE+gIKCRAgQIAAge8CLuT6LuG/CRAgQIAAgZ6AIgIECBAgQIAAAQIECBAgQKAvoJAAAQIECBAgQIAAAQIECBDoCygkQIAAAQIECBAgQIAAAQIE+gIKCRAgQIAAAQIECBAgQIAAgb6AQgIECBAgQIAAAQIECBAgQKAvoJAAAQIECBAgQIAAAQIECBDoCygkMIGAC7kmOCSPSIAAAQIECBAgQIDA2AKejgABAgQIECBAgAABAgQIEOgLKCRAgAABAgQIECBAgAABAgT6AgoJECBAgAABAgQIECBAgACBvoBCAgQIECBAgAABAgQIECBAoC+gkAABAgQIECBAgAABAgQIEOgLKCRAgAABAgQIECBAgAABAp8JuJDrM515/syTEiBAgAABAgQIECBAgAABAn0BhQQIECBAgAABAgQIECBAgEBfQCEBAgQIECBAgAABAgQIECDQF1BIgAABAgQIECBAgAABAgQI9AUUEiBAgAABAgQIECBAgAABAn0BhQQIECBAgAABAgQIECBAgEBfQCEBAgQIECBAgMCkAi7kmvTgPDYBAgSeI+BTCRAgQIAAAQIECBAgQIAAgb6AQgIECBAgQIAAAQIECBAgQKAvoJAAAQIECBAgQIAAAQIECBDoCygkQIAAAQIECBAgQIAAAQIE+gIKCRAgQIAAAQIECBAgQIAAgb6AQgIECBAgQIAAAQIECBAgQKAvoJAAAQIE9hZwIdfeot6PAAECBAgQIEDgcQHvQIAAAQIECBAgQIAAAQIECPQFFBIgQIAAAQIECBAgQIAAAQJ9AYUECBAgQIAAAQIECBAgQIBAX0AhAQIECBAgQIAAAQIECBAg0BdQSIAAAQIECBAgQIAAAQIECPQFFBIgQIAAAQIECBAgQIAAAQJ9gYUKXci10GFLJUCAAAECBAgQIECAAIG3An5FgAABAgQIECBAgAABAgQI9AUUEiBAgAABAgQIECBAgAABAn0BhQQIECBAgAABAgQIECBAgEBfQCEBAgQIECBAgAABAgQIECDQF1BIgAABAgQIECBAgAABAgQI9AUUEiBAgAABAgQIECBA4AwBF3KdoewzCHws4E8IECBAgAABAgQIECBAgACBvoBCAgQIECBAgAABAgQIECBAoC+gkAABAgQIECBAgAABAgQIEOgLKCRAgAABAgQIECBAgAABAgT6AgoJECBAgAABAgQIECBAgACBvoBCAgQIECBAgAABAgQIECBAoC+gkAABAgQIEFhcwIVciw9APgECBAisIqCTAAECBAgQIECAAAECBAgQ6AsoJECAAAECBAgQIECAAAECBPoCCgkQIECAAAECBAgQIECAAIG+gEICBAgQIECAAAECBAgQIECgL6CQAAECBAgQIECAAAECBAgQ6AsoJECAAAECBAgQIECAAAECBPoCCgkQGFXAhVyjnoznIkCAAAECBAgQIDCjgGcmQIAAAQIECBAgQIAAAQIE+gIKCRAgQIAAAQIECBAgQIAAgb6AQgIECBAgQIAAAQIECBAgQKAvoJAAAQIECBAgQIAAAQIECBDoCygkQIAAAQIECBAgQIAAAQIE+gIKCRAgQIAAAQIECBAgQIAAgb8J5C7k+luh3yBAgAABAgQIECBAgAABAgRyAoIIECBAgAABAgQIECBAgACBvoBCAgQIECBAgAABAgQIECBAoC+gkAABAgQIECBAgAABAgQIEOgLKCRAgAABAgQIECBAgAABAgT6AgoJECBAgAABAgQIECBAgACBvoBCAgQIECBAgAABAjMJuJBrptPyrAQIjCTgWQgQIECAAAECBAgQIECAAIG+gEICBAgQIECAAAECBAgQIECgL6CQAAECBAgQIECAAAECBAgQ6AsoJECAAAECBAgQIECAAAECBPoCCgkQIECAAAECBAgQIECAAIG+gEICBAgQIECAAAECBAgQIECgL6CQAAECBAjsIuBCrl0YvQkBAgQIECBA4CgB70uAAAECBAgQIECAAAECBAj0BRQSIECAAAECBAgQIECAAAECfQGFBAgQIECAAAECBAgQIECAQF9AIQECBAgQIECAAAECBAgQINAXUEiAAAECBAgQIECAAAECBAj0BRQSIECAAAECBAgQIECAAAECfQGFdQEXctVPWB8BAgQIECBAgAABAgRuEfA1BAgQIECAAAECBAgQIECAQF9AIQECBAgQIECAAAECBAgQINAXUEiAAAECBAgQIECAAAECBAj0BRQSIECAAAECBAgQIECAAAECfQGFBAgQIECAAAECBAgQIECAQF9AIQECBAgQIECAAAECBAgcJuBCrsNovfG9Ar6eAAECBAgQIECAAAECBAgQ6AsoJECAAAECBAgQIECAAAECBPoCCgkQIECAAAECBAgQIECAAIG+gEICBAgQIECAAAECBAgQIECgL6CQAAECBAgQIECAAAECBAgQ6AsoJECAAAECBAgQIECAAAECBPoCCgkQIECAAAECKwq4kGvFU9dMgACBtQXUEyBAgAABAgQIECBAgAABAn0BhQQIECBAgAABAgQIECBAgEBfQCEBAgQIECBAgAABAgQIECDQF1BIgAABAgQIECBAgAABAgQI9AUUEiBAgAABAgQIECBAgAABAn0BhQQIECBAgAABAgQIECBAgEBfQCEBAgSGEvgfAAAA//9PnNDNAAAABklEQVQDAA7CBOVwmo2AAAAAAElFTkSuQmCC"/>
          <p:cNvSpPr>
            <a:spLocks noChangeAspect="1" noChangeArrowheads="1"/>
          </p:cNvSpPr>
          <p:nvPr/>
        </p:nvSpPr>
        <p:spPr bwMode="auto">
          <a:xfrm>
            <a:off x="63500" y="-136525"/>
            <a:ext cx="4095750" cy="15335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5410200" y="1397000"/>
            <a:ext cx="3408680" cy="3447143"/>
          </a:xfrm>
        </p:spPr>
        <p:txBody>
          <a:bodyPr>
            <a:normAutofit/>
          </a:bodyPr>
          <a:lstStyle/>
          <a:p>
            <a:pPr marL="384048" indent="-384048">
              <a:buAutoNum type="romanUcPeriod"/>
            </a:pPr>
            <a:r>
              <a:rPr sz="1400" b="1" dirty="0"/>
              <a:t>139 human-verified source URLs</a:t>
            </a:r>
            <a:r>
              <a:rPr sz="1400" b="0" dirty="0"/>
              <a:t> across 29 Dow-30 companies, plus 12 official source families.</a:t>
            </a:r>
          </a:p>
          <a:p>
            <a:pPr marL="384048" indent="-384048">
              <a:buAutoNum type="romanUcPeriod"/>
            </a:pPr>
            <a:r>
              <a:rPr sz="1400" b="1" dirty="0"/>
              <a:t>Fetcher:</a:t>
            </a:r>
            <a:r>
              <a:rPr sz="1400" b="0" dirty="0"/>
              <a:t> HTML · RSS · SEC EDGAR filings.</a:t>
            </a:r>
          </a:p>
          <a:p>
            <a:pPr marL="384048" indent="-384048">
              <a:buAutoNum type="romanUcPeriod"/>
            </a:pPr>
            <a:r>
              <a:rPr sz="1400" b="1" dirty="0" err="1"/>
              <a:t>Normalizer</a:t>
            </a:r>
            <a:r>
              <a:rPr sz="1400" b="1" dirty="0"/>
              <a:t>:</a:t>
            </a:r>
            <a:r>
              <a:rPr sz="1400" b="0" dirty="0"/>
              <a:t> any source → one schema (ticker · source type · stable hash).</a:t>
            </a:r>
          </a:p>
          <a:p>
            <a:pPr marL="384048" indent="-384048">
              <a:buAutoNum type="romanUcPeriod"/>
            </a:pPr>
            <a:r>
              <a:rPr sz="1400" b="1" dirty="0"/>
              <a:t>Point-in-time ledger:</a:t>
            </a:r>
            <a:r>
              <a:rPr sz="1400" b="0" dirty="0"/>
              <a:t> published / </a:t>
            </a:r>
            <a:r>
              <a:rPr sz="1400" b="0" dirty="0" err="1"/>
              <a:t>first_seen</a:t>
            </a:r>
            <a:r>
              <a:rPr sz="1400" b="0" dirty="0"/>
              <a:t> / </a:t>
            </a:r>
            <a:r>
              <a:rPr sz="1400" b="0" dirty="0" err="1"/>
              <a:t>available_at</a:t>
            </a:r>
            <a:r>
              <a:rPr sz="1400" b="0" dirty="0"/>
              <a:t> — retrieval filters on </a:t>
            </a:r>
            <a:r>
              <a:rPr sz="1400" b="0" dirty="0" err="1"/>
              <a:t>available_at</a:t>
            </a:r>
            <a:r>
              <a:rPr sz="1400" b="0" dirty="0"/>
              <a:t>.</a:t>
            </a:r>
          </a:p>
          <a:p>
            <a:pPr marL="384048" indent="-384048">
              <a:buAutoNum type="romanUcPeriod"/>
            </a:pPr>
            <a:r>
              <a:rPr sz="1400" b="1" dirty="0"/>
              <a:t>Automatic updates:</a:t>
            </a:r>
            <a:r>
              <a:rPr sz="1400" b="0" dirty="0"/>
              <a:t> a re-run appends only NEW documents — idempotent.</a:t>
            </a:r>
          </a:p>
          <a:p>
            <a:pPr marL="384048" indent="-384048">
              <a:buAutoNum type="romanUcPeriod"/>
            </a:pPr>
            <a:endParaRPr lang="en-US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lang="en-US" dirty="0"/>
              <a:t>Part 2 — What the data really is</a:t>
            </a:r>
            <a:endParaRPr dirty="0"/>
          </a:p>
        </p:txBody>
      </p:sp>
      <p:pic>
        <p:nvPicPr>
          <p:cNvPr id="3" name="Picture 2" descr="slide05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8321040" cy="373223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5220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2 — Selection: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38500"/>
            <a:ext cx="7467600" cy="3447143"/>
          </a:xfrm>
        </p:spPr>
        <p:txBody>
          <a:bodyPr/>
          <a:lstStyle/>
          <a:p>
            <a:r>
              <a:rPr lang="en" b="1" dirty="0" smtClean="0"/>
              <a:t>Apache </a:t>
            </a:r>
            <a:r>
              <a:rPr lang="en" b="1" dirty="0"/>
              <a:t>Spark</a:t>
            </a:r>
            <a:r>
              <a:rPr lang="ru-RU" b="1" dirty="0"/>
              <a:t> </a:t>
            </a:r>
            <a:r>
              <a:rPr lang="en-US" b="1" dirty="0" smtClean="0"/>
              <a:t>is </a:t>
            </a:r>
            <a:r>
              <a:rPr lang="en" b="1" dirty="0" smtClean="0"/>
              <a:t>selected </a:t>
            </a:r>
            <a:r>
              <a:rPr lang="ru-RU" b="1" dirty="0" smtClean="0"/>
              <a:t>— </a:t>
            </a:r>
            <a:r>
              <a:rPr lang="ru-RU" b="1" dirty="0"/>
              <a:t>it expresses MapReduce directly, adds SQL and streaming, and scales from </a:t>
            </a:r>
            <a:r>
              <a:rPr lang="ru-RU" b="1" dirty="0" err="1"/>
              <a:t>a</a:t>
            </a:r>
            <a:r>
              <a:rPr lang="ru-RU" b="1" dirty="0"/>
              <a:t> </a:t>
            </a:r>
            <a:r>
              <a:rPr lang="en-US" b="1" dirty="0" smtClean="0"/>
              <a:t>local</a:t>
            </a:r>
            <a:r>
              <a:rPr lang="ru-RU" b="1" dirty="0" smtClean="0"/>
              <a:t> </a:t>
            </a:r>
            <a:r>
              <a:rPr lang="ru-RU" b="1" dirty="0"/>
              <a:t>to a cluster unchanged.</a:t>
            </a:r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endParaRPr lang="en" b="1" dirty="0"/>
          </a:p>
          <a:p>
            <a:r>
              <a:rPr lang="en" b="1" dirty="0"/>
              <a:t>The same job runs unchanged on a laptop (local[*]) and on a Docker Spark cluster — only the master URL differs.</a:t>
            </a:r>
          </a:p>
          <a:p>
            <a:endParaRPr lang="en" b="1" dirty="0"/>
          </a:p>
          <a:p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77240" y="1753138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dirty="0"/>
              <a:t>Hadoop MR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dirty="0"/>
              <a:t>the model,</a:t>
            </a:r>
            <a:br>
              <a:rPr dirty="0"/>
            </a:br>
            <a:r>
              <a:rPr dirty="0"/>
              <a:t>but Java + disk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9470" y="1753138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rPr dirty="0"/>
              <a:t>Storm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rPr dirty="0"/>
              <a:t>streaming only,</a:t>
            </a:r>
            <a:br>
              <a:rPr dirty="0"/>
            </a:br>
            <a:r>
              <a:rPr dirty="0"/>
              <a:t>hard on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1700" y="1753138"/>
            <a:ext cx="205740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2200" b="1">
                <a:solidFill>
                  <a:srgbClr val="121212"/>
                </a:solidFill>
                <a:latin typeface="Arial"/>
              </a:defRPr>
            </a:pPr>
            <a:r>
              <a:t>Spark  ✓</a:t>
            </a:r>
          </a:p>
          <a:p>
            <a:pPr algn="ctr">
              <a:defRPr sz="1200">
                <a:solidFill>
                  <a:srgbClr val="565656"/>
                </a:solidFill>
                <a:latin typeface="Arial"/>
              </a:defRPr>
            </a:pPr>
            <a:r>
              <a:t>Python · MapReduce</a:t>
            </a:r>
            <a:br/>
            <a:r>
              <a:t>SQL · streaming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2 — One job, two deployments</a:t>
            </a:r>
          </a:p>
        </p:txBody>
      </p:sp>
      <p:pic>
        <p:nvPicPr>
          <p:cNvPr id="3" name="Picture 2" descr="slide07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24128"/>
            <a:ext cx="8321040" cy="3732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lang="en-US" dirty="0"/>
              <a:t>Part 2 — From URL to inverted index</a:t>
            </a:r>
            <a:endParaRPr dirty="0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7498079" cy="367647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5220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25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3 — Analytics: the practical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2271" y="1182283"/>
            <a:ext cx="2213177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121212"/>
                </a:solidFill>
                <a:latin typeface="Arial"/>
              </a:defRPr>
            </a:pPr>
            <a:r>
              <a:t>Rates</a:t>
            </a:r>
          </a:p>
          <a:p>
            <a:pPr algn="ctr">
              <a:defRPr sz="1050">
                <a:solidFill>
                  <a:srgbClr val="565656"/>
                </a:solidFill>
                <a:latin typeface="Arial"/>
              </a:defRPr>
            </a:pPr>
            <a:r>
              <a:t>6,743 docs on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62271" y="1977811"/>
            <a:ext cx="3014007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8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121212"/>
                </a:solidFill>
                <a:latin typeface="Arial"/>
              </a:defRPr>
            </a:pPr>
            <a:r>
              <a:t>Inflation</a:t>
            </a:r>
          </a:p>
          <a:p>
            <a:pPr algn="ctr">
              <a:defRPr sz="1050">
                <a:solidFill>
                  <a:srgbClr val="565656"/>
                </a:solidFill>
                <a:latin typeface="Arial"/>
              </a:defRPr>
            </a:pPr>
            <a:r>
              <a:t>3,466 docs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62271" y="2773339"/>
            <a:ext cx="3014007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121212"/>
                </a:solidFill>
                <a:latin typeface="Arial"/>
              </a:defRPr>
            </a:pPr>
            <a:r>
              <a:rPr dirty="0"/>
              <a:t>Fed policy</a:t>
            </a:r>
          </a:p>
          <a:p>
            <a:pPr algn="ctr">
              <a:defRPr sz="1050">
                <a:solidFill>
                  <a:srgbClr val="565656"/>
                </a:solidFill>
                <a:latin typeface="Arial"/>
              </a:defRPr>
            </a:pPr>
            <a:r>
              <a:rPr dirty="0"/>
              <a:t>3,451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62271" y="3568867"/>
            <a:ext cx="3014007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600" b="1">
                <a:solidFill>
                  <a:srgbClr val="121212"/>
                </a:solidFill>
                <a:latin typeface="Arial"/>
              </a:defRPr>
            </a:pPr>
            <a:r>
              <a:t>Coverage</a:t>
            </a:r>
          </a:p>
          <a:p>
            <a:pPr algn="ctr">
              <a:defRPr sz="1050">
                <a:solidFill>
                  <a:srgbClr val="565656"/>
                </a:solidFill>
                <a:latin typeface="Arial"/>
              </a:defRPr>
            </a:pPr>
            <a:r>
              <a:t>2010 → 2026 · ~1.3k/yr</a:t>
            </a:r>
          </a:p>
        </p:txBody>
      </p:sp>
      <p:pic>
        <p:nvPicPr>
          <p:cNvPr id="10" name="Picture 9" descr="fig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26280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84048" y="932688"/>
            <a:ext cx="8375904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26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4 — PySpark: Windows vs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8010144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121212"/>
                </a:solidFill>
                <a:latin typeface="Arial"/>
              </a:defRPr>
            </a:pPr>
            <a:r>
              <a:t>Same job on Windows: 2 → 11.4 s  ·  4 → 21.6 s  ·  12 → 66.8 s. More splitting, slower.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Why the cluster is faster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1F77B4"/>
                </a:solidFill>
                <a:latin typeface="Arial"/>
              </a:defRPr>
            </a:pPr>
            <a:r>
              <a:t>4.0 s   ·   16.7×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565656"/>
                </a:solidFill>
                <a:latin typeface="Arial"/>
              </a:defRPr>
            </a:pPr>
            <a:r>
              <a:t>12 pieces × 4 steps = 48 tasks, on 4 cluster cores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Each task needs its own Python process. Linux copies a running one; Windows builds a fresh one — ~1.25 s each, and Spark starts them one at a time.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121212"/>
                </a:solidFill>
                <a:latin typeface="Arial"/>
              </a:defRPr>
            </a:pPr>
            <a:r>
              <a:t>48 × 1.25 s ≈ 60 of the 66.8 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Controls: 12.8 s on 1, 4 or 12 cores; worker.reuse=false changes nothing (64.1 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Why SQL is faster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8F00FF"/>
                </a:solidFill>
                <a:latin typeface="Arial"/>
              </a:defRPr>
            </a:pPr>
            <a:r>
              <a:t>1.3 s   ·   51×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565656"/>
                </a:solidFill>
                <a:latin typeface="Arial"/>
              </a:defRPr>
            </a:pPr>
            <a:r>
              <a:t>same job in SQL, same 12 pieces, same laptop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No Python of ours inside: split / explode / group by run in Spark's own engine. There is nothing to start.</a:t>
            </a:r>
          </a:p>
          <a:p>
            <a:pPr algn="l">
              <a:spcBef>
                <a:spcPts val="400"/>
              </a:spcBef>
              <a:defRPr sz="1100" b="1">
                <a:solidFill>
                  <a:srgbClr val="121212"/>
                </a:solidFill>
                <a:latin typeface="Arial"/>
              </a:defRPr>
            </a:pPr>
            <a:r>
              <a:t>Pieces stop mattering: 1.2 s at 4, 1.3 s at 12.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And Windows beats the cluster, 1.2 s against 1.9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50" b="1">
                <a:solidFill>
                  <a:srgbClr val="C026D3"/>
                </a:solidFill>
                <a:latin typeface="Arial"/>
              </a:defRPr>
            </a:pPr>
            <a:r>
              <a:t>One cost, seen twice: starting a Python process. Linux makes it cheap; SQL makes it unnecessary.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The hand-written path is what ships — only it is byte-identical. SQL's tokenizer is not ours.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39 MB corpus: almost all of this time is start-up. Next slide.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26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5 — It was measuring start-up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32688"/>
            <a:ext cx="8375904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8010144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121212"/>
                </a:solidFill>
                <a:latin typeface="Arial"/>
              </a:defRPr>
            </a:pPr>
            <a:r>
              <a:t>Real data: 3,026 SEC filings, 376 MiB, 59.7 M tokens — everything this project has.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wrap="square"/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The gap collapses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1F77B4"/>
                </a:solidFill>
                <a:latin typeface="Arial"/>
              </a:rPr>
              <a:t>2.3×</a:t>
            </a:r>
            <a:r>
              <a:rPr sz="1200" b="0">
                <a:solidFill>
                  <a:srgbClr val="565656"/>
                </a:solidFill>
                <a:latin typeface="Arial"/>
              </a:rPr>
              <a:t>   best run to best run</a:t>
            </a:r>
          </a:p>
          <a:p>
            <a:pPr algn="l">
              <a:spcBef>
                <a:spcPts val="500"/>
              </a:spcBef>
            </a:pPr>
            <a:r>
              <a:rPr sz="2000" b="1">
                <a:solidFill>
                  <a:srgbClr val="1F77B4"/>
                </a:solidFill>
                <a:latin typeface="Arial"/>
              </a:rPr>
              <a:t>1.4×</a:t>
            </a:r>
            <a:r>
              <a:rPr sz="1200" b="0">
                <a:solidFill>
                  <a:srgbClr val="565656"/>
                </a:solidFill>
                <a:latin typeface="Arial"/>
              </a:rPr>
              <a:t>   run for run, same setting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The 16.7× was Python start-up, not computing power.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The law on the last slide flips too: here 12 pieces is the fastest Windows run, not the slowest.</a:t>
            </a:r>
          </a:p>
          <a:p>
            <a:pPr algn="l">
              <a:spcBef>
                <a:spcPts val="500"/>
              </a:spcBef>
              <a:defRPr sz="1100" b="0">
                <a:solidFill>
                  <a:srgbClr val="121212"/>
                </a:solidFill>
                <a:latin typeface="Arial"/>
              </a:defRPr>
            </a:pPr>
            <a:r>
              <a:t>--partitions never took effect on the cluster, so that spread is variance, not tuning.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408176"/>
            <a:ext cx="3712463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Where the time goes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0" y="1737360"/>
          <a:ext cx="3712464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1328"/>
                <a:gridCol w="786384"/>
                <a:gridCol w="713232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wall clock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start-up *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Windows, 12 threads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89.3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~60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~29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Cluster, 4 cores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63.6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~0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~64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54880" y="2670048"/>
            <a:ext cx="3712463" cy="12435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121212"/>
                </a:solidFill>
                <a:latin typeface="Arial"/>
              </a:defRPr>
            </a:pPr>
            <a:r>
              <a:t>On compute alone the laptop is ~2.2× faster: ~29 s against ~64 s.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* modelled, not timed here: measured with zero data, so corpus-independent.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Same laptop — the cluster is Docker Desktop on it, 2 × 2 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50" b="1">
                <a:solidFill>
                  <a:srgbClr val="C026D3"/>
                </a:solidFill>
                <a:latin typeface="Arial"/>
              </a:defRPr>
            </a:pPr>
            <a:r>
              <a:t>All the compute this project owns is ~65 core-seconds — less than Windows spends starting processes.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A comparison decided by computing is not reachable with this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 sz="2600" b="1">
                <a:solidFill>
                  <a:srgbClr val="121212"/>
                </a:solidFill>
                <a:latin typeface="Arial"/>
              </a:defRPr>
            </a:pPr>
            <a:r>
              <a:rPr dirty="0"/>
              <a:t>Part 6 — The overall effect on the 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932688"/>
            <a:ext cx="8375904" cy="3858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60704"/>
            <a:ext cx="8010144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00" b="1">
                <a:solidFill>
                  <a:srgbClr val="121212"/>
                </a:solidFill>
                <a:latin typeface="Arial"/>
              </a:defRPr>
            </a:pPr>
            <a:r>
              <a:t>The artifact the site serves: one SQLite search index over 26,368 documents, 352 MB.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408176"/>
            <a:ext cx="3712463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What distribution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700784"/>
            <a:ext cx="3712463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2200" b="1">
                <a:solidFill>
                  <a:srgbClr val="1F77B4"/>
                </a:solidFill>
                <a:latin typeface="Arial"/>
              </a:defRPr>
            </a:pPr>
            <a:r>
              <a:t>72.6 s   ·   2.9× slower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" y="2121408"/>
          <a:ext cx="3712464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749808"/>
                <a:gridCol w="859536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wall clock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recorded 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One machine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~25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stopwatch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Docker cluster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72.6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manifest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    – spread over cores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24.8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    – one writer, in 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47.8 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6656" y="3511296"/>
            <a:ext cx="3712463" cy="42062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121212"/>
                </a:solidFill>
                <a:latin typeface="Arial"/>
              </a:defRPr>
            </a:pPr>
            <a:r>
              <a:t>The spread-out phase parallelises. The write cannot: SQLite takes one writer.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1371600"/>
            <a:ext cx="3931920" cy="26700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8F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08176"/>
            <a:ext cx="3712463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400" b="1">
                <a:solidFill>
                  <a:srgbClr val="121212"/>
                </a:solidFill>
                <a:latin typeface="Arial"/>
              </a:defRPr>
            </a:pPr>
            <a:r>
              <a:t>What the parity requirement bought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54880" y="1755648"/>
          <a:ext cx="3712464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1136"/>
                <a:gridCol w="1481328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what the parity work turned up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565656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a repeated tag counted twice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37.2% of macro docs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the updater double-counted rows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now fixed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the app silently ignored the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fell back to a scan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release dates set too early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36.6%, up to 87 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tests, where there was one script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21212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4880" y="3419856"/>
            <a:ext cx="3712463" cy="4572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100" b="0">
                <a:solidFill>
                  <a:srgbClr val="121212"/>
                </a:solidFill>
                <a:latin typeface="Arial"/>
              </a:defRPr>
            </a:pPr>
            <a:r>
              <a:t>The first three were live in the product. Two builds forced to agree byte for byte is what found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>
            <a:spAutoFit/>
          </a:bodyPr>
          <a:lstStyle/>
          <a:p>
            <a:pPr algn="l">
              <a:defRPr sz="1250" b="1">
                <a:solidFill>
                  <a:srgbClr val="C026D3"/>
                </a:solidFill>
                <a:latin typeface="Arial"/>
              </a:defRPr>
            </a:pPr>
            <a:r>
              <a:t>Distribution bought the site no speed at all. What it bought is correctness.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Paid once at build time, zero at query time. The cluster also wrote through a Docker mount — that cost is inside the 47.8 s.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565656"/>
                </a:solidFill>
                <a:latin typeface="Arial"/>
              </a:defRPr>
            </a:pPr>
            <a:r>
              <a:t>Scale is real but forward-looking: at 352 MB that is headroom, not a benefit already collected.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lang="en-US" dirty="0" smtClean="0"/>
              <a:t>C</a:t>
            </a:r>
            <a:r>
              <a:rPr dirty="0" smtClean="0"/>
              <a:t>onclusion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788920" y="1252728"/>
            <a:ext cx="1508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900" b="1">
                <a:solidFill>
                  <a:srgbClr val="121212"/>
                </a:solidFill>
                <a:latin typeface="Arial"/>
              </a:defRPr>
            </a:pPr>
            <a:r>
              <a:t>42</a:t>
            </a:r>
          </a:p>
          <a:p>
            <a:pPr algn="ctr">
              <a:defRPr sz="1000">
                <a:solidFill>
                  <a:srgbClr val="565656"/>
                </a:solidFill>
                <a:latin typeface="Arial"/>
              </a:defRPr>
            </a:pPr>
            <a:r>
              <a:t>Big Data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252728"/>
            <a:ext cx="150876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900" b="1">
                <a:solidFill>
                  <a:srgbClr val="121212"/>
                </a:solidFill>
                <a:latin typeface="Arial"/>
              </a:defRPr>
            </a:pPr>
            <a:r>
              <a:t>2.3×</a:t>
            </a:r>
          </a:p>
          <a:p>
            <a:pPr algn="ctr">
              <a:defRPr sz="1000">
                <a:solidFill>
                  <a:srgbClr val="565656"/>
                </a:solidFill>
                <a:latin typeface="Arial"/>
              </a:defRPr>
            </a:pPr>
            <a:r>
              <a:t>on real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6217920" cy="93256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>
              <a:defRPr sz="1900" b="1">
                <a:solidFill>
                  <a:srgbClr val="121212"/>
                </a:solidFill>
                <a:latin typeface="Arial"/>
              </a:defRPr>
            </a:pPr>
            <a:r>
              <a:rPr dirty="0"/>
              <a:t>① crawler + auto-updates    </a:t>
            </a:r>
            <a:endParaRPr lang="en-US" dirty="0" smtClean="0"/>
          </a:p>
          <a:p>
            <a:pPr>
              <a:defRPr sz="1900" b="1">
                <a:solidFill>
                  <a:srgbClr val="121212"/>
                </a:solidFill>
                <a:latin typeface="Arial"/>
              </a:defRPr>
            </a:pPr>
            <a:r>
              <a:rPr dirty="0" smtClean="0"/>
              <a:t>② Spark MapReduce on a Docker cluster    </a:t>
            </a:r>
            <a:endParaRPr lang="en-US" dirty="0" smtClean="0"/>
          </a:p>
          <a:p>
            <a:pPr>
              <a:defRPr sz="1900" b="1">
                <a:solidFill>
                  <a:srgbClr val="121212"/>
                </a:solidFill>
                <a:latin typeface="Arial"/>
              </a:defRPr>
            </a:pPr>
            <a:r>
              <a:rPr dirty="0" smtClean="0"/>
              <a:t>③ </a:t>
            </a:r>
            <a:r>
              <a:rPr dirty="0"/>
              <a:t>analytics + report   </a:t>
            </a:r>
            <a:endParaRPr lang="en-US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051560" y="3909060"/>
            <a:ext cx="6217920" cy="2477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>
              <a:defRPr sz="1250" b="0">
                <a:solidFill>
                  <a:srgbClr val="565656"/>
                </a:solidFill>
                <a:latin typeface="Arial"/>
              </a:defRPr>
            </a:pPr>
            <a:r>
              <a:rPr dirty="0"/>
              <a:t>One codebase: the same job on a laptop or a cluster — output identical.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4240" y="2459238"/>
            <a:ext cx="6824382" cy="527284"/>
          </a:xfrm>
        </p:spPr>
        <p:txBody>
          <a:bodyPr/>
          <a:lstStyle/>
          <a:p>
            <a:pPr algn="l">
              <a:defRPr sz="2800" b="1">
                <a:solidFill>
                  <a:srgbClr val="121212"/>
                </a:solidFill>
                <a:latin typeface="Arial"/>
              </a:defRPr>
            </a:pPr>
            <a:r>
              <a:rPr lang="en-US" dirty="0" smtClean="0"/>
              <a:t>Screenshots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 descr="C:\Users\ivanp\OneDrive\Рабочий стол\доки+черчи\ITMO\2_sem\FinRL_Tsinghua\FinPortfolio_IR\docs\assets\spark_cluster_master.png"/>
          <p:cNvPicPr>
            <a:picLocks noChangeAspect="1" noChangeArrowheads="1"/>
          </p:cNvPicPr>
          <p:nvPr/>
        </p:nvPicPr>
        <p:blipFill>
          <a:blip r:embed="rId3"/>
          <a:srcRect b="27309"/>
          <a:stretch>
            <a:fillRect/>
          </a:stretch>
        </p:blipFill>
        <p:spPr bwMode="auto">
          <a:xfrm>
            <a:off x="457200" y="833719"/>
            <a:ext cx="8121316" cy="37388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C:\Users\ivanp\OneDrive\Рабочий стол\доки+черчи\ITMO\2_sem\FinRL_Tsinghua\FinPortfolio_IR\docs\assets\spark_cluster_stages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6435"/>
            <a:ext cx="7637470" cy="48370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0"/>
            <a:ext cx="7777992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672" y="0"/>
            <a:ext cx="5976664" cy="5262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0"/>
            <a:ext cx="6480720" cy="5286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0"/>
            <a:ext cx="6773564" cy="5348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5872</TotalTime>
  <Words>382</Words>
  <Application>Microsoft Office PowerPoint</Application>
  <PresentationFormat>Экран (16:9)</PresentationFormat>
  <Paragraphs>75</Paragraphs>
  <Slides>18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Тема1</vt:lpstr>
      <vt:lpstr>BIG-DATA  FINPORTFOLIO IR</vt:lpstr>
      <vt:lpstr>What is the project?</vt:lpstr>
      <vt:lpstr>Part 1 — Data gathering: sources</vt:lpstr>
      <vt:lpstr>Part 1 — Crawler &amp; automatic updates</vt:lpstr>
      <vt:lpstr>Part 2 — What the data really is</vt:lpstr>
      <vt:lpstr>Part 2 — Selection: Apache Spark</vt:lpstr>
      <vt:lpstr>Part 2 — One job, two deployments</vt:lpstr>
      <vt:lpstr>Part 2 — From URL to inverted index</vt:lpstr>
      <vt:lpstr>Part 3 — Analytics: the practical value</vt:lpstr>
      <vt:lpstr>Part 4 — PySpark: Windows vs Cluster</vt:lpstr>
      <vt:lpstr>Conclusion</vt:lpstr>
      <vt:lpstr>Screenshots</vt:lpstr>
      <vt:lpstr>Слайд 13</vt:lpstr>
      <vt:lpstr>Слайд 14</vt:lpstr>
      <vt:lpstr>Слайд 15</vt:lpstr>
      <vt:lpstr>Слайд 16</vt:lpstr>
      <vt:lpstr>Слайд 17</vt:lpstr>
      <vt:lpstr>Слайд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ivanp</cp:lastModifiedBy>
  <cp:revision>123</cp:revision>
  <dcterms:created xsi:type="dcterms:W3CDTF">2014-06-27T12:30:22Z</dcterms:created>
  <dcterms:modified xsi:type="dcterms:W3CDTF">2026-09-07T04:35:42Z</dcterms:modified>
</cp:coreProperties>
</file>